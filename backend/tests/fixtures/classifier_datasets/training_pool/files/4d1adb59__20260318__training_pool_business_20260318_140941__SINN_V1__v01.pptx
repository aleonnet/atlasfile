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563" r:id="rId4"/>
    <p:sldMasterId id="2147484864" r:id="rId5"/>
    <p:sldMasterId id="2147484918" r:id="rId6"/>
  </p:sldMasterIdLst>
  <p:notesMasterIdLst>
    <p:notesMasterId r:id="rId10"/>
  </p:notesMasterIdLst>
  <p:handoutMasterIdLst>
    <p:handoutMasterId r:id="rId11"/>
  </p:handoutMasterIdLst>
  <p:sldIdLst>
    <p:sldId id="2147376286" r:id="rId7"/>
    <p:sldId id="2147376287" r:id="rId8"/>
    <p:sldId id="2147376288" r:id="rId9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C1829DC-6212-4B4E-9EB0-6D13A89E1451}">
          <p14:sldIdLst>
            <p14:sldId id="2147376286"/>
            <p14:sldId id="2147376287"/>
            <p14:sldId id="2147376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eida Santos Carvalho" initials="ESC" lastIdx="2" clrIdx="0">
    <p:extLst>
      <p:ext uri="{19B8F6BF-5375-455C-9EA6-DF929625EA0E}">
        <p15:presenceInfo xmlns:p15="http://schemas.microsoft.com/office/powerpoint/2012/main" userId="S-1-5-21-2510834117-3989145448-3250131581-4315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000FF"/>
    <a:srgbClr val="FF6D00"/>
    <a:srgbClr val="009E12"/>
    <a:srgbClr val="05A71A"/>
    <a:srgbClr val="008000"/>
    <a:srgbClr val="B6DF89"/>
    <a:srgbClr val="00D318"/>
    <a:srgbClr val="000000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5730F-1EAC-4BC4-8F74-FFDE1310C63A}" v="37" dt="2023-05-22T14:02:49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0" autoAdjust="0"/>
    <p:restoredTop sz="94343" autoAdjust="0"/>
  </p:normalViewPr>
  <p:slideViewPr>
    <p:cSldViewPr snapToObjects="1">
      <p:cViewPr varScale="1">
        <p:scale>
          <a:sx n="81" d="100"/>
          <a:sy n="81" d="100"/>
        </p:scale>
        <p:origin x="736" y="7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56" d="100"/>
          <a:sy n="56" d="100"/>
        </p:scale>
        <p:origin x="19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49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a, Roberta" userId="b835b2b2-069a-475b-82a7-1ba1a55a7774" providerId="ADAL" clId="{3AB8EA9A-2916-498B-9C2F-3FB2ACA36FC0}"/>
    <pc:docChg chg="custSel addSld delSld modSld modMainMaster modSection">
      <pc:chgData name="Silva, Roberta" userId="b835b2b2-069a-475b-82a7-1ba1a55a7774" providerId="ADAL" clId="{3AB8EA9A-2916-498B-9C2F-3FB2ACA36FC0}" dt="2023-03-13T13:55:43.685" v="36" actId="729"/>
      <pc:docMkLst>
        <pc:docMk/>
      </pc:docMkLst>
      <pc:sldChg chg="add">
        <pc:chgData name="Silva, Roberta" userId="b835b2b2-069a-475b-82a7-1ba1a55a7774" providerId="ADAL" clId="{3AB8EA9A-2916-498B-9C2F-3FB2ACA36FC0}" dt="2023-03-13T13:49:55.644" v="0"/>
        <pc:sldMkLst>
          <pc:docMk/>
          <pc:sldMk cId="2353376648" sldId="2147471600"/>
        </pc:sldMkLst>
      </pc:sldChg>
      <pc:sldChg chg="add">
        <pc:chgData name="Silva, Roberta" userId="b835b2b2-069a-475b-82a7-1ba1a55a7774" providerId="ADAL" clId="{3AB8EA9A-2916-498B-9C2F-3FB2ACA36FC0}" dt="2023-03-13T13:49:55.644" v="0"/>
        <pc:sldMkLst>
          <pc:docMk/>
          <pc:sldMk cId="3437596692" sldId="2147471603"/>
        </pc:sldMkLst>
      </pc:sldChg>
      <pc:sldChg chg="add">
        <pc:chgData name="Silva, Roberta" userId="b835b2b2-069a-475b-82a7-1ba1a55a7774" providerId="ADAL" clId="{3AB8EA9A-2916-498B-9C2F-3FB2ACA36FC0}" dt="2023-03-13T13:49:55.644" v="0"/>
        <pc:sldMkLst>
          <pc:docMk/>
          <pc:sldMk cId="4114966549" sldId="2147471609"/>
        </pc:sldMkLst>
      </pc:sldChg>
      <pc:sldChg chg="addSp delSp modSp mod modShow">
        <pc:chgData name="Silva, Roberta" userId="b835b2b2-069a-475b-82a7-1ba1a55a7774" providerId="ADAL" clId="{3AB8EA9A-2916-498B-9C2F-3FB2ACA36FC0}" dt="2023-03-13T13:55:43.685" v="36" actId="729"/>
        <pc:sldMkLst>
          <pc:docMk/>
          <pc:sldMk cId="3477703856" sldId="2147471642"/>
        </pc:sldMkLst>
        <pc:spChg chg="mod ord">
          <ac:chgData name="Silva, Roberta" userId="b835b2b2-069a-475b-82a7-1ba1a55a7774" providerId="ADAL" clId="{3AB8EA9A-2916-498B-9C2F-3FB2ACA36FC0}" dt="2023-03-13T13:55:19.274" v="34" actId="166"/>
          <ac:spMkLst>
            <pc:docMk/>
            <pc:sldMk cId="3477703856" sldId="2147471642"/>
            <ac:spMk id="3" creationId="{00000000-0000-0000-0000-000000000000}"/>
          </ac:spMkLst>
        </pc:spChg>
        <pc:spChg chg="del">
          <ac:chgData name="Silva, Roberta" userId="b835b2b2-069a-475b-82a7-1ba1a55a7774" providerId="ADAL" clId="{3AB8EA9A-2916-498B-9C2F-3FB2ACA36FC0}" dt="2023-03-13T13:50:40.781" v="2" actId="478"/>
          <ac:spMkLst>
            <pc:docMk/>
            <pc:sldMk cId="3477703856" sldId="2147471642"/>
            <ac:spMk id="5" creationId="{00000000-0000-0000-0000-000000000000}"/>
          </ac:spMkLst>
        </pc:spChg>
        <pc:spChg chg="del">
          <ac:chgData name="Silva, Roberta" userId="b835b2b2-069a-475b-82a7-1ba1a55a7774" providerId="ADAL" clId="{3AB8EA9A-2916-498B-9C2F-3FB2ACA36FC0}" dt="2023-03-13T13:50:40.781" v="2" actId="478"/>
          <ac:spMkLst>
            <pc:docMk/>
            <pc:sldMk cId="3477703856" sldId="2147471642"/>
            <ac:spMk id="7" creationId="{00000000-0000-0000-0000-000000000000}"/>
          </ac:spMkLst>
        </pc:spChg>
        <pc:spChg chg="add del mod">
          <ac:chgData name="Silva, Roberta" userId="b835b2b2-069a-475b-82a7-1ba1a55a7774" providerId="ADAL" clId="{3AB8EA9A-2916-498B-9C2F-3FB2ACA36FC0}" dt="2023-03-13T13:51:26.310" v="4"/>
          <ac:spMkLst>
            <pc:docMk/>
            <pc:sldMk cId="3477703856" sldId="2147471642"/>
            <ac:spMk id="8" creationId="{60339463-E4A4-8A30-DE1C-FB000D09A511}"/>
          </ac:spMkLst>
        </pc:spChg>
        <pc:spChg chg="add del mod">
          <ac:chgData name="Silva, Roberta" userId="b835b2b2-069a-475b-82a7-1ba1a55a7774" providerId="ADAL" clId="{3AB8EA9A-2916-498B-9C2F-3FB2ACA36FC0}" dt="2023-03-13T13:51:26.310" v="4"/>
          <ac:spMkLst>
            <pc:docMk/>
            <pc:sldMk cId="3477703856" sldId="2147471642"/>
            <ac:spMk id="13" creationId="{11DAC909-4AFF-3FFF-DA28-FE107CE05487}"/>
          </ac:spMkLst>
        </pc:spChg>
        <pc:graphicFrameChg chg="add del mod">
          <ac:chgData name="Silva, Roberta" userId="b835b2b2-069a-475b-82a7-1ba1a55a7774" providerId="ADAL" clId="{3AB8EA9A-2916-498B-9C2F-3FB2ACA36FC0}" dt="2023-03-13T13:51:26.310" v="4"/>
          <ac:graphicFrameMkLst>
            <pc:docMk/>
            <pc:sldMk cId="3477703856" sldId="2147471642"/>
            <ac:graphicFrameMk id="2" creationId="{6C7DF6F5-804F-1DBF-492A-7A8C2109A8D3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1:26.310" v="4"/>
          <ac:graphicFrameMkLst>
            <pc:docMk/>
            <pc:sldMk cId="3477703856" sldId="2147471642"/>
            <ac:graphicFrameMk id="9" creationId="{8F14C9B6-5AF5-C4C6-F721-9F111D844A2E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1:26.310" v="4"/>
          <ac:graphicFrameMkLst>
            <pc:docMk/>
            <pc:sldMk cId="3477703856" sldId="2147471642"/>
            <ac:graphicFrameMk id="10" creationId="{6C65D068-10F1-30AA-30EF-912FF3C0EC21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1:26.310" v="4"/>
          <ac:graphicFrameMkLst>
            <pc:docMk/>
            <pc:sldMk cId="3477703856" sldId="2147471642"/>
            <ac:graphicFrameMk id="11" creationId="{B12754C6-1C09-DAEE-69E7-45E148DD0294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1:26.310" v="4"/>
          <ac:graphicFrameMkLst>
            <pc:docMk/>
            <pc:sldMk cId="3477703856" sldId="2147471642"/>
            <ac:graphicFrameMk id="12" creationId="{13C422A7-3293-88F8-C2F3-51807DBE7D14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2:11.763" v="12"/>
          <ac:graphicFrameMkLst>
            <pc:docMk/>
            <pc:sldMk cId="3477703856" sldId="2147471642"/>
            <ac:graphicFrameMk id="15" creationId="{2C29CFF8-2DE5-17A2-8392-8A8BB5ED82C5}"/>
          </ac:graphicFrameMkLst>
        </pc:graphicFrameChg>
        <pc:graphicFrameChg chg="add del mod">
          <ac:chgData name="Silva, Roberta" userId="b835b2b2-069a-475b-82a7-1ba1a55a7774" providerId="ADAL" clId="{3AB8EA9A-2916-498B-9C2F-3FB2ACA36FC0}" dt="2023-03-13T13:52:18.610" v="14"/>
          <ac:graphicFrameMkLst>
            <pc:docMk/>
            <pc:sldMk cId="3477703856" sldId="2147471642"/>
            <ac:graphicFrameMk id="16" creationId="{37A08BEB-E7E3-4A14-DF33-3F0630E35D11}"/>
          </ac:graphicFrameMkLst>
        </pc:graphicFrameChg>
        <pc:graphicFrameChg chg="add mod modGraphic">
          <ac:chgData name="Silva, Roberta" userId="b835b2b2-069a-475b-82a7-1ba1a55a7774" providerId="ADAL" clId="{3AB8EA9A-2916-498B-9C2F-3FB2ACA36FC0}" dt="2023-03-13T13:55:23.667" v="35" actId="14100"/>
          <ac:graphicFrameMkLst>
            <pc:docMk/>
            <pc:sldMk cId="3477703856" sldId="2147471642"/>
            <ac:graphicFrameMk id="17" creationId="{59A7879B-8717-FE76-ED09-06C8B5B1FE5D}"/>
          </ac:graphicFrameMkLst>
        </pc:graphicFrameChg>
        <pc:picChg chg="add mod">
          <ac:chgData name="Silva, Roberta" userId="b835b2b2-069a-475b-82a7-1ba1a55a7774" providerId="ADAL" clId="{3AB8EA9A-2916-498B-9C2F-3FB2ACA36FC0}" dt="2023-03-13T13:54:49.006" v="31" actId="1076"/>
          <ac:picMkLst>
            <pc:docMk/>
            <pc:sldMk cId="3477703856" sldId="2147471642"/>
            <ac:picMk id="14" creationId="{9F0FE985-AB26-F3C9-628C-A90BCF59D126}"/>
          </ac:picMkLst>
        </pc:picChg>
      </pc:sldChg>
      <pc:sldChg chg="del">
        <pc:chgData name="Silva, Roberta" userId="b835b2b2-069a-475b-82a7-1ba1a55a7774" providerId="ADAL" clId="{3AB8EA9A-2916-498B-9C2F-3FB2ACA36FC0}" dt="2023-03-13T13:50:05.217" v="1" actId="47"/>
        <pc:sldMkLst>
          <pc:docMk/>
          <pc:sldMk cId="4039331776" sldId="2147471643"/>
        </pc:sldMkLst>
      </pc:sldChg>
      <pc:sldChg chg="del">
        <pc:chgData name="Silva, Roberta" userId="b835b2b2-069a-475b-82a7-1ba1a55a7774" providerId="ADAL" clId="{3AB8EA9A-2916-498B-9C2F-3FB2ACA36FC0}" dt="2023-03-13T13:50:05.217" v="1" actId="47"/>
        <pc:sldMkLst>
          <pc:docMk/>
          <pc:sldMk cId="3632548187" sldId="2147471644"/>
        </pc:sldMkLst>
      </pc:sldChg>
      <pc:sldChg chg="del">
        <pc:chgData name="Silva, Roberta" userId="b835b2b2-069a-475b-82a7-1ba1a55a7774" providerId="ADAL" clId="{3AB8EA9A-2916-498B-9C2F-3FB2ACA36FC0}" dt="2023-03-13T13:50:05.217" v="1" actId="47"/>
        <pc:sldMkLst>
          <pc:docMk/>
          <pc:sldMk cId="199285650" sldId="2147471645"/>
        </pc:sldMkLst>
      </pc:sldChg>
      <pc:sldChg chg="del">
        <pc:chgData name="Silva, Roberta" userId="b835b2b2-069a-475b-82a7-1ba1a55a7774" providerId="ADAL" clId="{3AB8EA9A-2916-498B-9C2F-3FB2ACA36FC0}" dt="2023-03-13T13:50:05.217" v="1" actId="47"/>
        <pc:sldMkLst>
          <pc:docMk/>
          <pc:sldMk cId="2423239174" sldId="2147471646"/>
        </pc:sldMkLst>
      </pc:sldChg>
      <pc:sldChg chg="add">
        <pc:chgData name="Silva, Roberta" userId="b835b2b2-069a-475b-82a7-1ba1a55a7774" providerId="ADAL" clId="{3AB8EA9A-2916-498B-9C2F-3FB2ACA36FC0}" dt="2023-03-13T13:49:55.644" v="0"/>
        <pc:sldMkLst>
          <pc:docMk/>
          <pc:sldMk cId="4244284205" sldId="2147471655"/>
        </pc:sldMkLst>
      </pc:sldChg>
      <pc:sldMasterChg chg="modSldLayout">
        <pc:chgData name="Silva, Roberta" userId="b835b2b2-069a-475b-82a7-1ba1a55a7774" providerId="ADAL" clId="{3AB8EA9A-2916-498B-9C2F-3FB2ACA36FC0}" dt="2023-03-13T13:49:55.644" v="0"/>
        <pc:sldMasterMkLst>
          <pc:docMk/>
          <pc:sldMasterMk cId="3681366504" sldId="2147484964"/>
        </pc:sldMasterMkLst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2682225070" sldId="2147484965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2682225070" sldId="2147484965"/>
              <ac:spMk id="2" creationId="{675271E4-C4E0-4B32-9155-5489F7C7CFC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2682225070" sldId="2147484965"/>
              <ac:spMk id="3" creationId="{192455C2-E761-42E3-AB15-1C680EF6948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2682225070" sldId="2147484965"/>
              <ac:spMk id="9" creationId="{EBBBE582-08F3-43AF-8504-0371463D6317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2682225070" sldId="2147484965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2682225070" sldId="2147484965"/>
              <ac:graphicFrameMk id="8" creationId="{E8620220-82A6-4093-9DD6-BAEA2FF34E7B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73922094" sldId="2147484966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73922094" sldId="2147484966"/>
              <ac:spMk id="2" creationId="{26312438-EF14-4E2E-93F1-C1FF1EA6E367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73922094" sldId="2147484966"/>
              <ac:spMk id="3" creationId="{A4470B50-0381-40F2-9329-318DB02611B6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73922094" sldId="2147484966"/>
              <ac:spMk id="9" creationId="{7E08E24D-7E36-4CEA-9312-8BC7504D471C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73922094" sldId="2147484966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73922094" sldId="2147484966"/>
              <ac:graphicFrameMk id="8" creationId="{7AB401C8-2696-45F1-9B44-7FD220C8E7BC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005017154" sldId="2147484967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005017154" sldId="2147484967"/>
              <ac:spMk id="2" creationId="{F1DC7A57-4DFB-4026-821D-CD126E3DDA3A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005017154" sldId="2147484967"/>
              <ac:spMk id="3" creationId="{493D60BC-99B7-4A94-9677-838D993B8738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005017154" sldId="2147484967"/>
              <ac:spMk id="9" creationId="{2450CE75-97DF-4015-AF2B-6BB0A57898F5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005017154" sldId="2147484967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005017154" sldId="2147484967"/>
              <ac:graphicFrameMk id="8" creationId="{3B031A7B-F007-468A-A8AE-A7303F44FD5E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1108963860" sldId="2147484968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108963860" sldId="2147484968"/>
              <ac:spMk id="2" creationId="{9488943C-1403-4BEF-9763-1C8E58EBA9A7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108963860" sldId="2147484968"/>
              <ac:spMk id="3" creationId="{A8036FBE-6946-47B6-90A4-3EB189B2EFE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108963860" sldId="2147484968"/>
              <ac:spMk id="4" creationId="{6E191014-71FD-4CF0-BAF9-846736746326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108963860" sldId="2147484968"/>
              <ac:spMk id="10" creationId="{944E1130-AF96-4834-9C3D-78CF90632628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1108963860" sldId="2147484968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1108963860" sldId="2147484968"/>
              <ac:graphicFrameMk id="9" creationId="{70446B37-3553-4A83-AED0-AE103AC24EE8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4046427488" sldId="2147484969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2" creationId="{94882658-9C56-4219-9744-C22B3775C3DF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3" creationId="{50F4A44D-14FE-4DEE-B0C8-75A0F1268ED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4" creationId="{2F8B5445-C055-4635-96FA-5D8A10D239BB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5" creationId="{AC8AA770-C8ED-4696-A2D6-5F3A213F0C9B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6" creationId="{FAD97DB9-C5D3-44E1-97EE-4E318C06B62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046427488" sldId="2147484969"/>
              <ac:spMk id="12" creationId="{15B6F2B5-9493-41BA-9BE5-9336CBE1D936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4046427488" sldId="2147484969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4046427488" sldId="2147484969"/>
              <ac:graphicFrameMk id="11" creationId="{6688C3F3-FDD9-4907-AD3C-5CE860E420F0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1258587767" sldId="2147484970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258587767" sldId="2147484970"/>
              <ac:spMk id="2" creationId="{EF5CFD93-FAAC-49BD-8E0F-855A45626203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258587767" sldId="2147484970"/>
              <ac:spMk id="8" creationId="{6FAC1928-E0F3-4B26-87DD-0253A9BCB8ED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1258587767" sldId="2147484970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1258587767" sldId="2147484970"/>
              <ac:graphicFrameMk id="7" creationId="{112FDBD7-EFE3-4886-816D-A586FAEF639F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971434723" sldId="2147484972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971434723" sldId="2147484972"/>
              <ac:spMk id="2" creationId="{96E8BFC6-EDAA-4B4D-B5D9-5395BCA4EA6F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971434723" sldId="2147484972"/>
              <ac:spMk id="3" creationId="{D94D9A86-15E6-4251-929C-BAE2E29A23B1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971434723" sldId="2147484972"/>
              <ac:spMk id="4" creationId="{0BA92BC5-4D57-470C-8FAF-66B60BBA0615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971434723" sldId="2147484972"/>
              <ac:spMk id="10" creationId="{7673933C-85D1-47CB-AD73-931A0E7EC790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971434723" sldId="2147484972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971434723" sldId="2147484972"/>
              <ac:graphicFrameMk id="9" creationId="{C9ABA9F6-B33A-49C5-BF55-88C91070645D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416009380" sldId="2147484973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16009380" sldId="2147484973"/>
              <ac:spMk id="2" creationId="{80CA3D98-6D4E-4083-BA6A-694C68F33528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16009380" sldId="2147484973"/>
              <ac:spMk id="3" creationId="{127BA445-461E-49C9-9136-C2C8E5AD8AB8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16009380" sldId="2147484973"/>
              <ac:spMk id="4" creationId="{6DB7CD60-A5BF-4036-A38F-5B59763B755E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16009380" sldId="2147484973"/>
              <ac:spMk id="10" creationId="{19AA7447-554E-4BD5-A030-194F6F11F28C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416009380" sldId="2147484973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416009380" sldId="2147484973"/>
              <ac:graphicFrameMk id="9" creationId="{1304773A-67DE-421C-8089-67A7A173F5BF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325434779" sldId="2147484974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34779" sldId="2147484974"/>
              <ac:spMk id="2" creationId="{C1B743ED-EA48-4DC9-B85E-8AE7871F49AA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34779" sldId="2147484974"/>
              <ac:spMk id="3" creationId="{BF3183CD-6B2B-4F3E-8C39-566E044282E8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34779" sldId="2147484974"/>
              <ac:spMk id="9" creationId="{39C0A189-B0D1-4E01-9621-52404A64782E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325434779" sldId="2147484974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325434779" sldId="2147484974"/>
              <ac:graphicFrameMk id="8" creationId="{02A45445-2F3F-4717-A96D-14E0217AA426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1943814022" sldId="2147484975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943814022" sldId="2147484975"/>
              <ac:spMk id="2" creationId="{F691D243-B311-49A2-8C30-F70BBE7677E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943814022" sldId="2147484975"/>
              <ac:spMk id="3" creationId="{625004AB-0D25-4816-B43D-4C22BA17C53E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1943814022" sldId="2147484975"/>
              <ac:spMk id="9" creationId="{7F76E08A-14A3-456F-A60E-F20607659362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1943814022" sldId="2147484975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1943814022" sldId="2147484975"/>
              <ac:graphicFrameMk id="8" creationId="{67364E74-3ABF-4B77-B0C7-215F4ECE5C70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430198752" sldId="2147484976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2" creationId="{6C17A41D-1B98-4071-9EA3-42381408144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3" creationId="{BA9E34BB-B7CA-430C-A397-7B444C8D031F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4" creationId="{E8103ED7-1FC7-431C-AF27-88F5EBAEDE51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5" creationId="{7C7ADC2A-49DD-407B-B29B-36A2D87E906D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6" creationId="{6A41381F-91AB-427E-AA9F-3CFA7053E1FD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430198752" sldId="2147484976"/>
              <ac:spMk id="17" creationId="{7D522ABB-E828-4B86-9D09-FF0C38D68C26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430198752" sldId="2147484976"/>
              <ac:grpSpMk id="1" creationId="{00000000-0000-0000-0000-000000000000}"/>
            </ac:grpSpMkLst>
          </pc:gr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430198752" sldId="2147484976"/>
              <ac:grpSpMk id="3" creationId="{1C9FD23D-30E8-435F-86B9-25D5CCD17D0A}"/>
            </ac:grpSpMkLst>
          </pc:gr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430198752" sldId="2147484976"/>
              <ac:grpSpMk id="19" creationId="{7916CB99-C0A2-4436-B35D-7C1D20B62F12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430198752" sldId="2147484976"/>
              <ac:graphicFrameMk id="2" creationId="{00000000-0000-0000-0000-000000000000}"/>
            </ac:graphicFrameMkLst>
          </pc:graphicFrame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430198752" sldId="2147484976"/>
              <ac:picMk id="18" creationId="{5D0D3C2E-FC67-47ED-90E0-E797B7CC0FB7}"/>
            </ac:picMkLst>
          </pc:pic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325453205" sldId="2147484977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53205" sldId="2147484977"/>
              <ac:spMk id="6" creationId="{00000000-0000-0000-0000-00000000000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53205" sldId="2147484977"/>
              <ac:spMk id="7" creationId="{E34D1F06-FD65-464D-8B49-34AC61CBC564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25453205" sldId="2147484977"/>
              <ac:spMk id="11" creationId="{00000000-0000-0000-0000-000000000000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325453205" sldId="2147484977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325453205" sldId="2147484977"/>
              <ac:graphicFrameMk id="3" creationId="{A4993FB4-557E-41E5-B44C-9BCFDB3A0E4F}"/>
            </ac:graphicFrameMkLst>
          </pc:graphicFrame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366575224" sldId="2147484978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2" creationId="{00000000-0000-0000-0000-00000000000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5" creationId="{D3DB1B2E-5667-41C0-A13E-8328E029E3FB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11" creationId="{9192BDCD-BA1D-4D62-92F8-1E81192749F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13" creationId="{5610743D-C118-494C-A38F-E9548BF2B42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18" creationId="{3C5C5BD2-3327-4109-8A51-4569BE79F796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19" creationId="{8057F8DB-A276-4BAF-8809-7D8C212ED433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366575224" sldId="2147484978"/>
              <ac:spMk id="22" creationId="{C40A3AA5-9C2E-4912-A1B0-8160BA42B359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366575224" sldId="2147484978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366575224" sldId="2147484978"/>
              <ac:graphicFrameMk id="4" creationId="{00000000-0000-0000-0000-000000000000}"/>
            </ac:graphicFrameMkLst>
          </pc:graphicFrame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366575224" sldId="2147484978"/>
              <ac:picMk id="14" creationId="{3411A623-74EA-4D64-A734-21CF0E5965C3}"/>
            </ac:picMkLst>
          </pc:pic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366575224" sldId="2147484978"/>
              <ac:picMk id="15" creationId="{BFAB47A0-06C9-47C0-BF2D-E80E6CEE6FD3}"/>
            </ac:picMkLst>
          </pc:pic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366575224" sldId="2147484978"/>
              <ac:picMk id="16" creationId="{DE1D3EF1-D7ED-43E7-826D-60E2FDCA66CC}"/>
            </ac:picMkLst>
          </pc:picChg>
        </pc:sldLayoutChg>
        <pc:sldLayoutChg chg="modSp">
          <pc:chgData name="Silva, Roberta" userId="b835b2b2-069a-475b-82a7-1ba1a55a7774" providerId="ADAL" clId="{3AB8EA9A-2916-498B-9C2F-3FB2ACA36FC0}" dt="2023-03-13T13:49:55.644" v="0"/>
          <pc:sldLayoutMkLst>
            <pc:docMk/>
            <pc:sldMasterMk cId="3681366504" sldId="2147484964"/>
            <pc:sldLayoutMk cId="3836041737" sldId="2147484979"/>
          </pc:sldLayoutMkLst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2" creationId="{00000000-0000-0000-0000-00000000000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5" creationId="{D3DB1B2E-5667-41C0-A13E-8328E029E3FB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11" creationId="{9192BDCD-BA1D-4D62-92F8-1E81192749F0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13" creationId="{5610743D-C118-494C-A38F-E9548BF2B429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18" creationId="{3C5C5BD2-3327-4109-8A51-4569BE79F796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19" creationId="{8057F8DB-A276-4BAF-8809-7D8C212ED433}"/>
            </ac:spMkLst>
          </pc:spChg>
          <pc:spChg chg="mod">
            <ac:chgData name="Silva, Roberta" userId="b835b2b2-069a-475b-82a7-1ba1a55a7774" providerId="ADAL" clId="{3AB8EA9A-2916-498B-9C2F-3FB2ACA36FC0}" dt="2023-03-13T13:49:55.644" v="0"/>
            <ac:spMkLst>
              <pc:docMk/>
              <pc:sldMasterMk cId="3681366504" sldId="2147484964"/>
              <pc:sldLayoutMk cId="3836041737" sldId="2147484979"/>
              <ac:spMk id="20" creationId="{988B5E5A-0CC0-4397-B42B-FAA7AE83CAA8}"/>
            </ac:spMkLst>
          </pc:spChg>
          <pc:grpChg chg="mod">
            <ac:chgData name="Silva, Roberta" userId="b835b2b2-069a-475b-82a7-1ba1a55a7774" providerId="ADAL" clId="{3AB8EA9A-2916-498B-9C2F-3FB2ACA36FC0}" dt="2023-03-13T13:49:55.644" v="0"/>
            <ac:grpSpMkLst>
              <pc:docMk/>
              <pc:sldMasterMk cId="3681366504" sldId="2147484964"/>
              <pc:sldLayoutMk cId="3836041737" sldId="2147484979"/>
              <ac:grpSpMk id="1" creationId="{00000000-0000-0000-0000-000000000000}"/>
            </ac:grpSpMkLst>
          </pc:grpChg>
          <pc:graphicFrameChg chg="mod">
            <ac:chgData name="Silva, Roberta" userId="b835b2b2-069a-475b-82a7-1ba1a55a7774" providerId="ADAL" clId="{3AB8EA9A-2916-498B-9C2F-3FB2ACA36FC0}" dt="2023-03-13T13:49:55.644" v="0"/>
            <ac:graphicFrameMkLst>
              <pc:docMk/>
              <pc:sldMasterMk cId="3681366504" sldId="2147484964"/>
              <pc:sldLayoutMk cId="3836041737" sldId="2147484979"/>
              <ac:graphicFrameMk id="4" creationId="{00000000-0000-0000-0000-000000000000}"/>
            </ac:graphicFrameMkLst>
          </pc:graphicFrame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836041737" sldId="2147484979"/>
              <ac:picMk id="14" creationId="{3411A623-74EA-4D64-A734-21CF0E5965C3}"/>
            </ac:picMkLst>
          </pc:pic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836041737" sldId="2147484979"/>
              <ac:picMk id="15" creationId="{BFAB47A0-06C9-47C0-BF2D-E80E6CEE6FD3}"/>
            </ac:picMkLst>
          </pc:picChg>
          <pc:picChg chg="mod">
            <ac:chgData name="Silva, Roberta" userId="b835b2b2-069a-475b-82a7-1ba1a55a7774" providerId="ADAL" clId="{3AB8EA9A-2916-498B-9C2F-3FB2ACA36FC0}" dt="2023-03-13T13:49:55.644" v="0"/>
            <ac:picMkLst>
              <pc:docMk/>
              <pc:sldMasterMk cId="3681366504" sldId="2147484964"/>
              <pc:sldLayoutMk cId="3836041737" sldId="2147484979"/>
              <ac:picMk id="16" creationId="{DE1D3EF1-D7ED-43E7-826D-60E2FDCA66CC}"/>
            </ac:picMkLst>
          </pc:picChg>
        </pc:sldLayoutChg>
      </pc:sldMasterChg>
    </pc:docChg>
  </pc:docChgLst>
  <pc:docChgLst>
    <pc:chgData name="Silva, Roberta" userId="b835b2b2-069a-475b-82a7-1ba1a55a7774" providerId="ADAL" clId="{DF52C664-A462-4AE8-AD7A-2A42C8303F95}"/>
    <pc:docChg chg="undo custSel addSld delSld modSld modSection">
      <pc:chgData name="Silva, Roberta" userId="b835b2b2-069a-475b-82a7-1ba1a55a7774" providerId="ADAL" clId="{DF52C664-A462-4AE8-AD7A-2A42C8303F95}" dt="2023-04-24T13:28:47.011" v="154" actId="1076"/>
      <pc:docMkLst>
        <pc:docMk/>
      </pc:docMkLst>
      <pc:sldChg chg="modSp add mod">
        <pc:chgData name="Silva, Roberta" userId="b835b2b2-069a-475b-82a7-1ba1a55a7774" providerId="ADAL" clId="{DF52C664-A462-4AE8-AD7A-2A42C8303F95}" dt="2023-04-24T12:59:17.738" v="56" actId="313"/>
        <pc:sldMkLst>
          <pc:docMk/>
          <pc:sldMk cId="3922030220" sldId="2147471613"/>
        </pc:sldMkLst>
        <pc:spChg chg="mod">
          <ac:chgData name="Silva, Roberta" userId="b835b2b2-069a-475b-82a7-1ba1a55a7774" providerId="ADAL" clId="{DF52C664-A462-4AE8-AD7A-2A42C8303F95}" dt="2023-04-24T12:59:17.738" v="56" actId="313"/>
          <ac:spMkLst>
            <pc:docMk/>
            <pc:sldMk cId="3922030220" sldId="2147471613"/>
            <ac:spMk id="26" creationId="{C0810E83-B6EB-45F5-9C08-B16448972F42}"/>
          </ac:spMkLst>
        </pc:spChg>
      </pc:sldChg>
      <pc:sldChg chg="modSp add mod">
        <pc:chgData name="Silva, Roberta" userId="b835b2b2-069a-475b-82a7-1ba1a55a7774" providerId="ADAL" clId="{DF52C664-A462-4AE8-AD7A-2A42C8303F95}" dt="2023-04-24T12:59:11.186" v="54" actId="313"/>
        <pc:sldMkLst>
          <pc:docMk/>
          <pc:sldMk cId="3059891609" sldId="2147471615"/>
        </pc:sldMkLst>
        <pc:spChg chg="mod">
          <ac:chgData name="Silva, Roberta" userId="b835b2b2-069a-475b-82a7-1ba1a55a7774" providerId="ADAL" clId="{DF52C664-A462-4AE8-AD7A-2A42C8303F95}" dt="2023-04-24T12:59:11.186" v="54" actId="313"/>
          <ac:spMkLst>
            <pc:docMk/>
            <pc:sldMk cId="3059891609" sldId="2147471615"/>
            <ac:spMk id="26" creationId="{C0810E83-B6EB-45F5-9C08-B16448972F42}"/>
          </ac:spMkLst>
        </pc:spChg>
      </pc:sldChg>
      <pc:sldChg chg="modSp add mod">
        <pc:chgData name="Silva, Roberta" userId="b835b2b2-069a-475b-82a7-1ba1a55a7774" providerId="ADAL" clId="{DF52C664-A462-4AE8-AD7A-2A42C8303F95}" dt="2023-04-24T12:59:16.796" v="55" actId="313"/>
        <pc:sldMkLst>
          <pc:docMk/>
          <pc:sldMk cId="3423174225" sldId="2147471616"/>
        </pc:sldMkLst>
        <pc:spChg chg="mod">
          <ac:chgData name="Silva, Roberta" userId="b835b2b2-069a-475b-82a7-1ba1a55a7774" providerId="ADAL" clId="{DF52C664-A462-4AE8-AD7A-2A42C8303F95}" dt="2023-04-24T12:59:16.796" v="55" actId="313"/>
          <ac:spMkLst>
            <pc:docMk/>
            <pc:sldMk cId="3423174225" sldId="2147471616"/>
            <ac:spMk id="26" creationId="{C0810E83-B6EB-45F5-9C08-B16448972F42}"/>
          </ac:spMkLst>
        </pc:spChg>
      </pc:sldChg>
      <pc:sldChg chg="modSp add del">
        <pc:chgData name="Silva, Roberta" userId="b835b2b2-069a-475b-82a7-1ba1a55a7774" providerId="ADAL" clId="{DF52C664-A462-4AE8-AD7A-2A42C8303F95}" dt="2023-04-24T12:59:36.844" v="57"/>
        <pc:sldMkLst>
          <pc:docMk/>
          <pc:sldMk cId="872449716" sldId="2147471620"/>
        </pc:sldMkLst>
        <pc:spChg chg="mod">
          <ac:chgData name="Silva, Roberta" userId="b835b2b2-069a-475b-82a7-1ba1a55a7774" providerId="ADAL" clId="{DF52C664-A462-4AE8-AD7A-2A42C8303F95}" dt="2023-04-24T12:59:36.844" v="57"/>
          <ac:spMkLst>
            <pc:docMk/>
            <pc:sldMk cId="872449716" sldId="2147471620"/>
            <ac:spMk id="4" creationId="{4433EC1D-2F4D-09BD-9EE1-9849687950EB}"/>
          </ac:spMkLst>
        </pc:spChg>
      </pc:sldChg>
      <pc:sldChg chg="modSp add del">
        <pc:chgData name="Silva, Roberta" userId="b835b2b2-069a-475b-82a7-1ba1a55a7774" providerId="ADAL" clId="{DF52C664-A462-4AE8-AD7A-2A42C8303F95}" dt="2023-04-24T12:59:36.844" v="57"/>
        <pc:sldMkLst>
          <pc:docMk/>
          <pc:sldMk cId="1007007843" sldId="2147471621"/>
        </pc:sldMkLst>
        <pc:spChg chg="mod">
          <ac:chgData name="Silva, Roberta" userId="b835b2b2-069a-475b-82a7-1ba1a55a7774" providerId="ADAL" clId="{DF52C664-A462-4AE8-AD7A-2A42C8303F95}" dt="2023-04-24T12:59:36.844" v="57"/>
          <ac:spMkLst>
            <pc:docMk/>
            <pc:sldMk cId="1007007843" sldId="2147471621"/>
            <ac:spMk id="4" creationId="{4433EC1D-2F4D-09BD-9EE1-9849687950EB}"/>
          </ac:spMkLst>
        </pc:sp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1007007843" sldId="2147471621"/>
            <ac:graphicFrameMk id="5" creationId="{66905C0C-E4BF-C5F8-F64D-B55734425450}"/>
          </ac:graphicFrameMkLst>
        </pc:graphicFrame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1007007843" sldId="2147471621"/>
            <ac:graphicFrameMk id="6" creationId="{06A13D06-7C31-4882-A07C-B4CDBF4DD01B}"/>
          </ac:graphicFrameMkLst>
        </pc:graphicFrameChg>
      </pc:sldChg>
      <pc:sldChg chg="modSp add del mod">
        <pc:chgData name="Silva, Roberta" userId="b835b2b2-069a-475b-82a7-1ba1a55a7774" providerId="ADAL" clId="{DF52C664-A462-4AE8-AD7A-2A42C8303F95}" dt="2023-04-24T13:01:38.294" v="84" actId="1036"/>
        <pc:sldMkLst>
          <pc:docMk/>
          <pc:sldMk cId="507721604" sldId="2147471627"/>
        </pc:sldMkLst>
        <pc:spChg chg="mod">
          <ac:chgData name="Silva, Roberta" userId="b835b2b2-069a-475b-82a7-1ba1a55a7774" providerId="ADAL" clId="{DF52C664-A462-4AE8-AD7A-2A42C8303F95}" dt="2023-04-24T13:00:37.095" v="71" actId="1035"/>
          <ac:spMkLst>
            <pc:docMk/>
            <pc:sldMk cId="507721604" sldId="2147471627"/>
            <ac:spMk id="9" creationId="{36048968-1452-FCBB-9883-13AD0F8056A8}"/>
          </ac:spMkLst>
        </pc:spChg>
        <pc:spChg chg="mod">
          <ac:chgData name="Silva, Roberta" userId="b835b2b2-069a-475b-82a7-1ba1a55a7774" providerId="ADAL" clId="{DF52C664-A462-4AE8-AD7A-2A42C8303F95}" dt="2023-04-24T13:00:08.092" v="62" actId="20577"/>
          <ac:spMkLst>
            <pc:docMk/>
            <pc:sldMk cId="507721604" sldId="2147471627"/>
            <ac:spMk id="28" creationId="{A25A8956-AFD3-4ED5-8641-0D7299599D12}"/>
          </ac:spMkLst>
        </pc:spChg>
        <pc:graphicFrameChg chg="mod">
          <ac:chgData name="Silva, Roberta" userId="b835b2b2-069a-475b-82a7-1ba1a55a7774" providerId="ADAL" clId="{DF52C664-A462-4AE8-AD7A-2A42C8303F95}" dt="2023-04-24T13:00:28.517" v="67" actId="1038"/>
          <ac:graphicFrameMkLst>
            <pc:docMk/>
            <pc:sldMk cId="507721604" sldId="2147471627"/>
            <ac:graphicFrameMk id="2" creationId="{5A6A14D8-D9AC-1812-3C98-D3CCC1D1C1C8}"/>
          </ac:graphicFrameMkLst>
        </pc:graphicFrameChg>
        <pc:graphicFrameChg chg="mod">
          <ac:chgData name="Silva, Roberta" userId="b835b2b2-069a-475b-82a7-1ba1a55a7774" providerId="ADAL" clId="{DF52C664-A462-4AE8-AD7A-2A42C8303F95}" dt="2023-04-24T13:00:50.860" v="74" actId="1038"/>
          <ac:graphicFrameMkLst>
            <pc:docMk/>
            <pc:sldMk cId="507721604" sldId="2147471627"/>
            <ac:graphicFrameMk id="7" creationId="{25B45A05-34A7-9EAD-5CAF-CA81520FF37D}"/>
          </ac:graphicFrameMkLst>
        </pc:graphicFrameChg>
        <pc:graphicFrameChg chg="mod">
          <ac:chgData name="Silva, Roberta" userId="b835b2b2-069a-475b-82a7-1ba1a55a7774" providerId="ADAL" clId="{DF52C664-A462-4AE8-AD7A-2A42C8303F95}" dt="2023-04-24T13:01:20.686" v="81"/>
          <ac:graphicFrameMkLst>
            <pc:docMk/>
            <pc:sldMk cId="507721604" sldId="2147471627"/>
            <ac:graphicFrameMk id="8" creationId="{2E6D202B-2473-2BC5-0FED-3C6501996367}"/>
          </ac:graphicFrameMkLst>
        </pc:graphicFrameChg>
        <pc:graphicFrameChg chg="mod">
          <ac:chgData name="Silva, Roberta" userId="b835b2b2-069a-475b-82a7-1ba1a55a7774" providerId="ADAL" clId="{DF52C664-A462-4AE8-AD7A-2A42C8303F95}" dt="2023-04-24T13:00:59.934" v="77" actId="1037"/>
          <ac:graphicFrameMkLst>
            <pc:docMk/>
            <pc:sldMk cId="507721604" sldId="2147471627"/>
            <ac:graphicFrameMk id="10" creationId="{14C4EF86-7261-2E03-D1C6-57844095198E}"/>
          </ac:graphicFrameMkLst>
        </pc:graphicFrameChg>
        <pc:picChg chg="mod">
          <ac:chgData name="Silva, Roberta" userId="b835b2b2-069a-475b-82a7-1ba1a55a7774" providerId="ADAL" clId="{DF52C664-A462-4AE8-AD7A-2A42C8303F95}" dt="2023-04-24T13:01:38.294" v="84" actId="1036"/>
          <ac:picMkLst>
            <pc:docMk/>
            <pc:sldMk cId="507721604" sldId="2147471627"/>
            <ac:picMk id="12" creationId="{D5CF5E57-496D-28E4-A700-BC2B41BAD909}"/>
          </ac:picMkLst>
        </pc:picChg>
        <pc:picChg chg="mod">
          <ac:chgData name="Silva, Roberta" userId="b835b2b2-069a-475b-82a7-1ba1a55a7774" providerId="ADAL" clId="{DF52C664-A462-4AE8-AD7A-2A42C8303F95}" dt="2023-04-24T13:01:29.077" v="82" actId="1076"/>
          <ac:picMkLst>
            <pc:docMk/>
            <pc:sldMk cId="507721604" sldId="2147471627"/>
            <ac:picMk id="20" creationId="{DF5A967E-3FBB-0AFA-4E69-4666ED2BCBBF}"/>
          </ac:picMkLst>
        </pc:picChg>
      </pc:sldChg>
      <pc:sldChg chg="modSp add del">
        <pc:chgData name="Silva, Roberta" userId="b835b2b2-069a-475b-82a7-1ba1a55a7774" providerId="ADAL" clId="{DF52C664-A462-4AE8-AD7A-2A42C8303F95}" dt="2023-04-24T12:59:36.844" v="57"/>
        <pc:sldMkLst>
          <pc:docMk/>
          <pc:sldMk cId="2265132507" sldId="2147471631"/>
        </pc:sldMkLst>
        <pc:spChg chg="mod">
          <ac:chgData name="Silva, Roberta" userId="b835b2b2-069a-475b-82a7-1ba1a55a7774" providerId="ADAL" clId="{DF52C664-A462-4AE8-AD7A-2A42C8303F95}" dt="2023-04-24T12:59:36.844" v="57"/>
          <ac:spMkLst>
            <pc:docMk/>
            <pc:sldMk cId="2265132507" sldId="2147471631"/>
            <ac:spMk id="4" creationId="{4433EC1D-2F4D-09BD-9EE1-9849687950EB}"/>
          </ac:spMkLst>
        </pc:spChg>
      </pc:sldChg>
      <pc:sldChg chg="add del">
        <pc:chgData name="Silva, Roberta" userId="b835b2b2-069a-475b-82a7-1ba1a55a7774" providerId="ADAL" clId="{DF52C664-A462-4AE8-AD7A-2A42C8303F95}" dt="2023-04-24T12:53:50.575" v="4"/>
        <pc:sldMkLst>
          <pc:docMk/>
          <pc:sldMk cId="827354777" sldId="2147471644"/>
        </pc:sldMkLst>
      </pc:sldChg>
      <pc:sldChg chg="modSp add del mod">
        <pc:chgData name="Silva, Roberta" userId="b835b2b2-069a-475b-82a7-1ba1a55a7774" providerId="ADAL" clId="{DF52C664-A462-4AE8-AD7A-2A42C8303F95}" dt="2023-04-24T13:03:41.507" v="110" actId="14100"/>
        <pc:sldMkLst>
          <pc:docMk/>
          <pc:sldMk cId="3697394461" sldId="2147471646"/>
        </pc:sldMkLst>
        <pc:spChg chg="mod">
          <ac:chgData name="Silva, Roberta" userId="b835b2b2-069a-475b-82a7-1ba1a55a7774" providerId="ADAL" clId="{DF52C664-A462-4AE8-AD7A-2A42C8303F95}" dt="2023-04-24T13:03:25.591" v="108" actId="1037"/>
          <ac:spMkLst>
            <pc:docMk/>
            <pc:sldMk cId="3697394461" sldId="2147471646"/>
            <ac:spMk id="9" creationId="{36048968-1452-FCBB-9883-13AD0F8056A8}"/>
          </ac:spMkLst>
        </pc:spChg>
        <pc:spChg chg="mod">
          <ac:chgData name="Silva, Roberta" userId="b835b2b2-069a-475b-82a7-1ba1a55a7774" providerId="ADAL" clId="{DF52C664-A462-4AE8-AD7A-2A42C8303F95}" dt="2023-04-24T12:59:36.844" v="57"/>
          <ac:spMkLst>
            <pc:docMk/>
            <pc:sldMk cId="3697394461" sldId="2147471646"/>
            <ac:spMk id="28" creationId="{A25A8956-AFD3-4ED5-8641-0D7299599D12}"/>
          </ac:spMkLst>
        </pc:spChg>
        <pc:graphicFrameChg chg="mod">
          <ac:chgData name="Silva, Roberta" userId="b835b2b2-069a-475b-82a7-1ba1a55a7774" providerId="ADAL" clId="{DF52C664-A462-4AE8-AD7A-2A42C8303F95}" dt="2023-04-24T13:03:41.507" v="110" actId="14100"/>
          <ac:graphicFrameMkLst>
            <pc:docMk/>
            <pc:sldMk cId="3697394461" sldId="2147471646"/>
            <ac:graphicFrameMk id="3" creationId="{64D879E1-67DD-4927-A411-9E0E97F578D6}"/>
          </ac:graphicFrameMkLst>
        </pc:graphicFrameChg>
        <pc:graphicFrameChg chg="mod">
          <ac:chgData name="Silva, Roberta" userId="b835b2b2-069a-475b-82a7-1ba1a55a7774" providerId="ADAL" clId="{DF52C664-A462-4AE8-AD7A-2A42C8303F95}" dt="2023-04-24T13:02:53.280" v="96" actId="1038"/>
          <ac:graphicFrameMkLst>
            <pc:docMk/>
            <pc:sldMk cId="3697394461" sldId="2147471646"/>
            <ac:graphicFrameMk id="8" creationId="{9A538432-8A41-4514-B906-789B6CEB3FA9}"/>
          </ac:graphicFrameMkLst>
        </pc:graphicFrame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3697394461" sldId="2147471646"/>
            <ac:graphicFrameMk id="13" creationId="{6764070F-73FF-9870-0993-CC3DC4F683C1}"/>
          </ac:graphicFrameMkLst>
        </pc:graphicFrameChg>
      </pc:sldChg>
      <pc:sldChg chg="addSp delSp modSp mod">
        <pc:chgData name="Silva, Roberta" userId="b835b2b2-069a-475b-82a7-1ba1a55a7774" providerId="ADAL" clId="{DF52C664-A462-4AE8-AD7A-2A42C8303F95}" dt="2023-04-24T13:21:44.289" v="127" actId="20577"/>
        <pc:sldMkLst>
          <pc:docMk/>
          <pc:sldMk cId="2064945526" sldId="2147471649"/>
        </pc:sldMkLst>
        <pc:spChg chg="mod">
          <ac:chgData name="Silva, Roberta" userId="b835b2b2-069a-475b-82a7-1ba1a55a7774" providerId="ADAL" clId="{DF52C664-A462-4AE8-AD7A-2A42C8303F95}" dt="2023-04-24T13:21:44.289" v="127" actId="20577"/>
          <ac:spMkLst>
            <pc:docMk/>
            <pc:sldMk cId="2064945526" sldId="2147471649"/>
            <ac:spMk id="5" creationId="{00000000-0000-0000-0000-000000000000}"/>
          </ac:spMkLst>
        </pc:spChg>
        <pc:spChg chg="del">
          <ac:chgData name="Silva, Roberta" userId="b835b2b2-069a-475b-82a7-1ba1a55a7774" providerId="ADAL" clId="{DF52C664-A462-4AE8-AD7A-2A42C8303F95}" dt="2023-04-24T13:21:31.585" v="122" actId="478"/>
          <ac:spMkLst>
            <pc:docMk/>
            <pc:sldMk cId="2064945526" sldId="2147471649"/>
            <ac:spMk id="6" creationId="{00000000-0000-0000-0000-000000000000}"/>
          </ac:spMkLst>
        </pc:spChg>
        <pc:picChg chg="del">
          <ac:chgData name="Silva, Roberta" userId="b835b2b2-069a-475b-82a7-1ba1a55a7774" providerId="ADAL" clId="{DF52C664-A462-4AE8-AD7A-2A42C8303F95}" dt="2023-04-24T13:21:26.817" v="119" actId="478"/>
          <ac:picMkLst>
            <pc:docMk/>
            <pc:sldMk cId="2064945526" sldId="2147471649"/>
            <ac:picMk id="128128" creationId="{00000000-0000-0000-0000-000000000000}"/>
          </ac:picMkLst>
        </pc:picChg>
        <pc:picChg chg="add del">
          <ac:chgData name="Silva, Roberta" userId="b835b2b2-069a-475b-82a7-1ba1a55a7774" providerId="ADAL" clId="{DF52C664-A462-4AE8-AD7A-2A42C8303F95}" dt="2023-04-24T13:21:28.668" v="121"/>
          <ac:picMkLst>
            <pc:docMk/>
            <pc:sldMk cId="2064945526" sldId="2147471649"/>
            <ac:picMk id="128162" creationId="{AAB16607-8787-2A36-82B9-75F352CC06BA}"/>
          </ac:picMkLst>
        </pc:picChg>
        <pc:picChg chg="add mod">
          <ac:chgData name="Silva, Roberta" userId="b835b2b2-069a-475b-82a7-1ba1a55a7774" providerId="ADAL" clId="{DF52C664-A462-4AE8-AD7A-2A42C8303F95}" dt="2023-04-24T13:21:39.481" v="125" actId="14100"/>
          <ac:picMkLst>
            <pc:docMk/>
            <pc:sldMk cId="2064945526" sldId="2147471649"/>
            <ac:picMk id="128163" creationId="{3F63A552-7355-199C-A9C6-EA32712B3379}"/>
          </ac:picMkLst>
        </pc:picChg>
      </pc:sldChg>
      <pc:sldChg chg="addSp delSp modSp mod">
        <pc:chgData name="Silva, Roberta" userId="b835b2b2-069a-475b-82a7-1ba1a55a7774" providerId="ADAL" clId="{DF52C664-A462-4AE8-AD7A-2A42C8303F95}" dt="2023-04-24T13:22:25.028" v="139" actId="20577"/>
        <pc:sldMkLst>
          <pc:docMk/>
          <pc:sldMk cId="2767911463" sldId="2147471650"/>
        </pc:sldMkLst>
        <pc:spChg chg="mod">
          <ac:chgData name="Silva, Roberta" userId="b835b2b2-069a-475b-82a7-1ba1a55a7774" providerId="ADAL" clId="{DF52C664-A462-4AE8-AD7A-2A42C8303F95}" dt="2023-04-24T13:22:25.028" v="139" actId="20577"/>
          <ac:spMkLst>
            <pc:docMk/>
            <pc:sldMk cId="2767911463" sldId="2147471650"/>
            <ac:spMk id="5" creationId="{00000000-0000-0000-0000-000000000000}"/>
          </ac:spMkLst>
        </pc:spChg>
        <pc:spChg chg="del">
          <ac:chgData name="Silva, Roberta" userId="b835b2b2-069a-475b-82a7-1ba1a55a7774" providerId="ADAL" clId="{DF52C664-A462-4AE8-AD7A-2A42C8303F95}" dt="2023-04-24T13:22:05.905" v="131" actId="478"/>
          <ac:spMkLst>
            <pc:docMk/>
            <pc:sldMk cId="2767911463" sldId="2147471650"/>
            <ac:spMk id="6" creationId="{00000000-0000-0000-0000-000000000000}"/>
          </ac:spMkLst>
        </pc:spChg>
        <pc:picChg chg="add mod">
          <ac:chgData name="Silva, Roberta" userId="b835b2b2-069a-475b-82a7-1ba1a55a7774" providerId="ADAL" clId="{DF52C664-A462-4AE8-AD7A-2A42C8303F95}" dt="2023-04-24T13:22:03.052" v="130"/>
          <ac:picMkLst>
            <pc:docMk/>
            <pc:sldMk cId="2767911463" sldId="2147471650"/>
            <ac:picMk id="2" creationId="{6176002E-1BFA-594D-324B-F90B7E7CA653}"/>
          </ac:picMkLst>
        </pc:picChg>
        <pc:picChg chg="add mod">
          <ac:chgData name="Silva, Roberta" userId="b835b2b2-069a-475b-82a7-1ba1a55a7774" providerId="ADAL" clId="{DF52C664-A462-4AE8-AD7A-2A42C8303F95}" dt="2023-04-24T13:22:22.124" v="137" actId="1076"/>
          <ac:picMkLst>
            <pc:docMk/>
            <pc:sldMk cId="2767911463" sldId="2147471650"/>
            <ac:picMk id="3" creationId="{504A6DD7-07E8-F3FE-6BD9-5F18C4B9FAE3}"/>
          </ac:picMkLst>
        </pc:picChg>
        <pc:picChg chg="del">
          <ac:chgData name="Silva, Roberta" userId="b835b2b2-069a-475b-82a7-1ba1a55a7774" providerId="ADAL" clId="{DF52C664-A462-4AE8-AD7A-2A42C8303F95}" dt="2023-04-24T13:22:01.624" v="128" actId="478"/>
          <ac:picMkLst>
            <pc:docMk/>
            <pc:sldMk cId="2767911463" sldId="2147471650"/>
            <ac:picMk id="129153" creationId="{00000000-0000-0000-0000-000000000000}"/>
          </ac:picMkLst>
        </pc:picChg>
      </pc:sldChg>
      <pc:sldChg chg="addSp delSp modSp mod">
        <pc:chgData name="Silva, Roberta" userId="b835b2b2-069a-475b-82a7-1ba1a55a7774" providerId="ADAL" clId="{DF52C664-A462-4AE8-AD7A-2A42C8303F95}" dt="2023-04-24T13:28:29.432" v="148" actId="20577"/>
        <pc:sldMkLst>
          <pc:docMk/>
          <pc:sldMk cId="3520855774" sldId="2147471651"/>
        </pc:sldMkLst>
        <pc:spChg chg="mod">
          <ac:chgData name="Silva, Roberta" userId="b835b2b2-069a-475b-82a7-1ba1a55a7774" providerId="ADAL" clId="{DF52C664-A462-4AE8-AD7A-2A42C8303F95}" dt="2023-04-24T13:28:29.432" v="148" actId="20577"/>
          <ac:spMkLst>
            <pc:docMk/>
            <pc:sldMk cId="3520855774" sldId="2147471651"/>
            <ac:spMk id="5" creationId="{00000000-0000-0000-0000-000000000000}"/>
          </ac:spMkLst>
        </pc:spChg>
        <pc:spChg chg="del">
          <ac:chgData name="Silva, Roberta" userId="b835b2b2-069a-475b-82a7-1ba1a55a7774" providerId="ADAL" clId="{DF52C664-A462-4AE8-AD7A-2A42C8303F95}" dt="2023-04-24T13:28:13.275" v="141" actId="478"/>
          <ac:spMkLst>
            <pc:docMk/>
            <pc:sldMk cId="3520855774" sldId="2147471651"/>
            <ac:spMk id="6" creationId="{00000000-0000-0000-0000-000000000000}"/>
          </ac:spMkLst>
        </pc:spChg>
        <pc:picChg chg="del">
          <ac:chgData name="Silva, Roberta" userId="b835b2b2-069a-475b-82a7-1ba1a55a7774" providerId="ADAL" clId="{DF52C664-A462-4AE8-AD7A-2A42C8303F95}" dt="2023-04-24T13:28:11.621" v="140" actId="478"/>
          <ac:picMkLst>
            <pc:docMk/>
            <pc:sldMk cId="3520855774" sldId="2147471651"/>
            <ac:picMk id="130177" creationId="{00000000-0000-0000-0000-000000000000}"/>
          </ac:picMkLst>
        </pc:picChg>
        <pc:picChg chg="add mod">
          <ac:chgData name="Silva, Roberta" userId="b835b2b2-069a-475b-82a7-1ba1a55a7774" providerId="ADAL" clId="{DF52C664-A462-4AE8-AD7A-2A42C8303F95}" dt="2023-04-24T13:28:24.701" v="146" actId="14100"/>
          <ac:picMkLst>
            <pc:docMk/>
            <pc:sldMk cId="3520855774" sldId="2147471651"/>
            <ac:picMk id="130210" creationId="{91ED7016-D1BE-C2CE-A6BF-9137483A1FAE}"/>
          </ac:picMkLst>
        </pc:picChg>
      </pc:sldChg>
      <pc:sldChg chg="addSp delSp modSp mod">
        <pc:chgData name="Silva, Roberta" userId="b835b2b2-069a-475b-82a7-1ba1a55a7774" providerId="ADAL" clId="{DF52C664-A462-4AE8-AD7A-2A42C8303F95}" dt="2023-04-24T13:28:47.011" v="154" actId="1076"/>
        <pc:sldMkLst>
          <pc:docMk/>
          <pc:sldMk cId="3694844423" sldId="2147471652"/>
        </pc:sldMkLst>
        <pc:spChg chg="del">
          <ac:chgData name="Silva, Roberta" userId="b835b2b2-069a-475b-82a7-1ba1a55a7774" providerId="ADAL" clId="{DF52C664-A462-4AE8-AD7A-2A42C8303F95}" dt="2023-04-24T13:28:34.579" v="150" actId="478"/>
          <ac:spMkLst>
            <pc:docMk/>
            <pc:sldMk cId="3694844423" sldId="2147471652"/>
            <ac:spMk id="6" creationId="{00000000-0000-0000-0000-000000000000}"/>
          </ac:spMkLst>
        </pc:spChg>
        <pc:picChg chg="del">
          <ac:chgData name="Silva, Roberta" userId="b835b2b2-069a-475b-82a7-1ba1a55a7774" providerId="ADAL" clId="{DF52C664-A462-4AE8-AD7A-2A42C8303F95}" dt="2023-04-24T13:28:32.445" v="149" actId="478"/>
          <ac:picMkLst>
            <pc:docMk/>
            <pc:sldMk cId="3694844423" sldId="2147471652"/>
            <ac:picMk id="131214" creationId="{00000000-0000-0000-0000-000000000000}"/>
          </ac:picMkLst>
        </pc:picChg>
        <pc:picChg chg="add mod">
          <ac:chgData name="Silva, Roberta" userId="b835b2b2-069a-475b-82a7-1ba1a55a7774" providerId="ADAL" clId="{DF52C664-A462-4AE8-AD7A-2A42C8303F95}" dt="2023-04-24T13:28:47.011" v="154" actId="1076"/>
          <ac:picMkLst>
            <pc:docMk/>
            <pc:sldMk cId="3694844423" sldId="2147471652"/>
            <ac:picMk id="131235" creationId="{27A1F038-8A13-470C-F871-DE19177BBF1F}"/>
          </ac:picMkLst>
        </pc:picChg>
      </pc:sldChg>
      <pc:sldChg chg="addSp delSp modSp mod">
        <pc:chgData name="Silva, Roberta" userId="b835b2b2-069a-475b-82a7-1ba1a55a7774" providerId="ADAL" clId="{DF52C664-A462-4AE8-AD7A-2A42C8303F95}" dt="2023-04-24T13:20:43.029" v="118" actId="20577"/>
        <pc:sldMkLst>
          <pc:docMk/>
          <pc:sldMk cId="4081007806" sldId="2147471671"/>
        </pc:sldMkLst>
        <pc:spChg chg="mod">
          <ac:chgData name="Silva, Roberta" userId="b835b2b2-069a-475b-82a7-1ba1a55a7774" providerId="ADAL" clId="{DF52C664-A462-4AE8-AD7A-2A42C8303F95}" dt="2023-04-24T13:20:43.029" v="118" actId="20577"/>
          <ac:spMkLst>
            <pc:docMk/>
            <pc:sldMk cId="4081007806" sldId="2147471671"/>
            <ac:spMk id="5" creationId="{00000000-0000-0000-0000-000000000000}"/>
          </ac:spMkLst>
        </pc:spChg>
        <pc:spChg chg="del mod">
          <ac:chgData name="Silva, Roberta" userId="b835b2b2-069a-475b-82a7-1ba1a55a7774" providerId="ADAL" clId="{DF52C664-A462-4AE8-AD7A-2A42C8303F95}" dt="2023-04-24T13:20:38.620" v="115" actId="478"/>
          <ac:spMkLst>
            <pc:docMk/>
            <pc:sldMk cId="4081007806" sldId="2147471671"/>
            <ac:spMk id="6" creationId="{00000000-0000-0000-0000-000000000000}"/>
          </ac:spMkLst>
        </pc:spChg>
        <pc:picChg chg="del">
          <ac:chgData name="Silva, Roberta" userId="b835b2b2-069a-475b-82a7-1ba1a55a7774" providerId="ADAL" clId="{DF52C664-A462-4AE8-AD7A-2A42C8303F95}" dt="2023-04-24T13:20:33.203" v="111" actId="478"/>
          <ac:picMkLst>
            <pc:docMk/>
            <pc:sldMk cId="4081007806" sldId="2147471671"/>
            <ac:picMk id="3" creationId="{00000000-0000-0000-0000-000000000000}"/>
          </ac:picMkLst>
        </pc:picChg>
        <pc:picChg chg="add del">
          <ac:chgData name="Silva, Roberta" userId="b835b2b2-069a-475b-82a7-1ba1a55a7774" providerId="ADAL" clId="{DF52C664-A462-4AE8-AD7A-2A42C8303F95}" dt="2023-04-24T13:20:35.435" v="113" actId="22"/>
          <ac:picMkLst>
            <pc:docMk/>
            <pc:sldMk cId="4081007806" sldId="2147471671"/>
            <ac:picMk id="7" creationId="{807D4396-0DA4-B933-9FD0-62F0C5C2D49C}"/>
          </ac:picMkLst>
        </pc:picChg>
        <pc:picChg chg="add">
          <ac:chgData name="Silva, Roberta" userId="b835b2b2-069a-475b-82a7-1ba1a55a7774" providerId="ADAL" clId="{DF52C664-A462-4AE8-AD7A-2A42C8303F95}" dt="2023-04-24T13:20:39.060" v="116" actId="22"/>
          <ac:picMkLst>
            <pc:docMk/>
            <pc:sldMk cId="4081007806" sldId="2147471671"/>
            <ac:picMk id="9" creationId="{A896611C-7E00-8ECC-3C5F-94B125E5DCC7}"/>
          </ac:picMkLst>
        </pc:picChg>
      </pc:sldChg>
      <pc:sldChg chg="del">
        <pc:chgData name="Silva, Roberta" userId="b835b2b2-069a-475b-82a7-1ba1a55a7774" providerId="ADAL" clId="{DF52C664-A462-4AE8-AD7A-2A42C8303F95}" dt="2023-04-24T12:54:09.031" v="5" actId="47"/>
        <pc:sldMkLst>
          <pc:docMk/>
          <pc:sldMk cId="1850065610" sldId="2147471704"/>
        </pc:sldMkLst>
      </pc:sldChg>
      <pc:sldChg chg="del">
        <pc:chgData name="Silva, Roberta" userId="b835b2b2-069a-475b-82a7-1ba1a55a7774" providerId="ADAL" clId="{DF52C664-A462-4AE8-AD7A-2A42C8303F95}" dt="2023-04-24T12:54:09.031" v="5" actId="47"/>
        <pc:sldMkLst>
          <pc:docMk/>
          <pc:sldMk cId="2945171797" sldId="2147471708"/>
        </pc:sldMkLst>
      </pc:sldChg>
      <pc:sldChg chg="del">
        <pc:chgData name="Silva, Roberta" userId="b835b2b2-069a-475b-82a7-1ba1a55a7774" providerId="ADAL" clId="{DF52C664-A462-4AE8-AD7A-2A42C8303F95}" dt="2023-04-24T12:54:32.680" v="7" actId="47"/>
        <pc:sldMkLst>
          <pc:docMk/>
          <pc:sldMk cId="2049352054" sldId="2147471723"/>
        </pc:sldMkLst>
      </pc:sldChg>
      <pc:sldChg chg="del">
        <pc:chgData name="Silva, Roberta" userId="b835b2b2-069a-475b-82a7-1ba1a55a7774" providerId="ADAL" clId="{DF52C664-A462-4AE8-AD7A-2A42C8303F95}" dt="2023-04-24T12:54:43.448" v="9" actId="47"/>
        <pc:sldMkLst>
          <pc:docMk/>
          <pc:sldMk cId="3199130817" sldId="2147471724"/>
        </pc:sldMkLst>
      </pc:sldChg>
      <pc:sldChg chg="del">
        <pc:chgData name="Silva, Roberta" userId="b835b2b2-069a-475b-82a7-1ba1a55a7774" providerId="ADAL" clId="{DF52C664-A462-4AE8-AD7A-2A42C8303F95}" dt="2023-04-24T12:54:58.492" v="11" actId="47"/>
        <pc:sldMkLst>
          <pc:docMk/>
          <pc:sldMk cId="61234258" sldId="2147471725"/>
        </pc:sldMkLst>
      </pc:sldChg>
      <pc:sldChg chg="addSp delSp modSp mod">
        <pc:chgData name="Silva, Roberta" userId="b835b2b2-069a-475b-82a7-1ba1a55a7774" providerId="ADAL" clId="{DF52C664-A462-4AE8-AD7A-2A42C8303F95}" dt="2023-04-24T12:58:57.770" v="53" actId="20577"/>
        <pc:sldMkLst>
          <pc:docMk/>
          <pc:sldMk cId="2553240566" sldId="2147471726"/>
        </pc:sldMkLst>
        <pc:spChg chg="del">
          <ac:chgData name="Silva, Roberta" userId="b835b2b2-069a-475b-82a7-1ba1a55a7774" providerId="ADAL" clId="{DF52C664-A462-4AE8-AD7A-2A42C8303F95}" dt="2023-04-24T12:55:14.933" v="12" actId="478"/>
          <ac:spMkLst>
            <pc:docMk/>
            <pc:sldMk cId="2553240566" sldId="2147471726"/>
            <ac:spMk id="9" creationId="{00000000-0000-0000-0000-000000000000}"/>
          </ac:spMkLst>
        </pc:spChg>
        <pc:spChg chg="mod">
          <ac:chgData name="Silva, Roberta" userId="b835b2b2-069a-475b-82a7-1ba1a55a7774" providerId="ADAL" clId="{DF52C664-A462-4AE8-AD7A-2A42C8303F95}" dt="2023-04-24T12:58:57.770" v="53" actId="20577"/>
          <ac:spMkLst>
            <pc:docMk/>
            <pc:sldMk cId="2553240566" sldId="2147471726"/>
            <ac:spMk id="26" creationId="{C0810E83-B6EB-45F5-9C08-B16448972F42}"/>
          </ac:spMkLst>
        </pc:spChg>
        <pc:graphicFrameChg chg="add mod">
          <ac:chgData name="Silva, Roberta" userId="b835b2b2-069a-475b-82a7-1ba1a55a7774" providerId="ADAL" clId="{DF52C664-A462-4AE8-AD7A-2A42C8303F95}" dt="2023-04-24T12:56:55.268" v="18"/>
          <ac:graphicFrameMkLst>
            <pc:docMk/>
            <pc:sldMk cId="2553240566" sldId="2147471726"/>
            <ac:graphicFrameMk id="2" creationId="{F5012105-7FB4-49D7-821E-B66DCD681D6A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7:13.791" v="24" actId="1076"/>
          <ac:graphicFrameMkLst>
            <pc:docMk/>
            <pc:sldMk cId="2553240566" sldId="2147471726"/>
            <ac:graphicFrameMk id="3" creationId="{F5012105-7FB4-49D7-821E-B66DCD681D6A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7:51.223" v="28"/>
          <ac:graphicFrameMkLst>
            <pc:docMk/>
            <pc:sldMk cId="2553240566" sldId="2147471726"/>
            <ac:graphicFrameMk id="4" creationId="{312951CE-2BD8-4A1D-B239-97ECD3324753}"/>
          </ac:graphicFrameMkLst>
        </pc:graphicFrameChg>
        <pc:graphicFrameChg chg="del">
          <ac:chgData name="Silva, Roberta" userId="b835b2b2-069a-475b-82a7-1ba1a55a7774" providerId="ADAL" clId="{DF52C664-A462-4AE8-AD7A-2A42C8303F95}" dt="2023-04-24T12:56:47.447" v="13" actId="478"/>
          <ac:graphicFrameMkLst>
            <pc:docMk/>
            <pc:sldMk cId="2553240566" sldId="2147471726"/>
            <ac:graphicFrameMk id="5" creationId="{F5012105-7FB4-49D7-821E-B66DCD681D6A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8:03.572" v="33" actId="1076"/>
          <ac:graphicFrameMkLst>
            <pc:docMk/>
            <pc:sldMk cId="2553240566" sldId="2147471726"/>
            <ac:graphicFrameMk id="6" creationId="{312951CE-2BD8-4A1D-B239-97ECD3324753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8:17.913" v="37"/>
          <ac:graphicFrameMkLst>
            <pc:docMk/>
            <pc:sldMk cId="2553240566" sldId="2147471726"/>
            <ac:graphicFrameMk id="7" creationId="{B994EECA-7ED4-4EE1-A21A-232A43ACEEA5}"/>
          </ac:graphicFrameMkLst>
        </pc:graphicFrameChg>
        <pc:graphicFrameChg chg="del">
          <ac:chgData name="Silva, Roberta" userId="b835b2b2-069a-475b-82a7-1ba1a55a7774" providerId="ADAL" clId="{DF52C664-A462-4AE8-AD7A-2A42C8303F95}" dt="2023-04-24T12:57:47.986" v="25" actId="478"/>
          <ac:graphicFrameMkLst>
            <pc:docMk/>
            <pc:sldMk cId="2553240566" sldId="2147471726"/>
            <ac:graphicFrameMk id="8" creationId="{312951CE-2BD8-4A1D-B239-97ECD3324753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8:30.379" v="42" actId="14100"/>
          <ac:graphicFrameMkLst>
            <pc:docMk/>
            <pc:sldMk cId="2553240566" sldId="2147471726"/>
            <ac:graphicFrameMk id="10" creationId="{B994EECA-7ED4-4EE1-A21A-232A43ACEEA5}"/>
          </ac:graphicFrameMkLst>
        </pc:graphicFrameChg>
        <pc:graphicFrameChg chg="del">
          <ac:chgData name="Silva, Roberta" userId="b835b2b2-069a-475b-82a7-1ba1a55a7774" providerId="ADAL" clId="{DF52C664-A462-4AE8-AD7A-2A42C8303F95}" dt="2023-04-24T12:58:14.633" v="34" actId="478"/>
          <ac:graphicFrameMkLst>
            <pc:docMk/>
            <pc:sldMk cId="2553240566" sldId="2147471726"/>
            <ac:graphicFrameMk id="11" creationId="{B994EECA-7ED4-4EE1-A21A-232A43ACEEA5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8:40.072" v="46"/>
          <ac:graphicFrameMkLst>
            <pc:docMk/>
            <pc:sldMk cId="2553240566" sldId="2147471726"/>
            <ac:graphicFrameMk id="13" creationId="{FB646923-2070-4A25-A5B0-2953F7AB1596}"/>
          </ac:graphicFrameMkLst>
        </pc:graphicFrameChg>
        <pc:graphicFrameChg chg="del">
          <ac:chgData name="Silva, Roberta" userId="b835b2b2-069a-475b-82a7-1ba1a55a7774" providerId="ADAL" clId="{DF52C664-A462-4AE8-AD7A-2A42C8303F95}" dt="2023-04-24T12:58:33.452" v="43" actId="478"/>
          <ac:graphicFrameMkLst>
            <pc:docMk/>
            <pc:sldMk cId="2553240566" sldId="2147471726"/>
            <ac:graphicFrameMk id="14" creationId="{FB646923-2070-4A25-A5B0-2953F7AB1596}"/>
          </ac:graphicFrameMkLst>
        </pc:graphicFrameChg>
        <pc:graphicFrameChg chg="add mod">
          <ac:chgData name="Silva, Roberta" userId="b835b2b2-069a-475b-82a7-1ba1a55a7774" providerId="ADAL" clId="{DF52C664-A462-4AE8-AD7A-2A42C8303F95}" dt="2023-04-24T12:58:53.784" v="51" actId="1076"/>
          <ac:graphicFrameMkLst>
            <pc:docMk/>
            <pc:sldMk cId="2553240566" sldId="2147471726"/>
            <ac:graphicFrameMk id="15" creationId="{FB646923-2070-4A25-A5B0-2953F7AB1596}"/>
          </ac:graphicFrameMkLst>
        </pc:graphicFrameChg>
      </pc:sldChg>
      <pc:sldChg chg="addSp delSp mod">
        <pc:chgData name="Silva, Roberta" userId="b835b2b2-069a-475b-82a7-1ba1a55a7774" providerId="ADAL" clId="{DF52C664-A462-4AE8-AD7A-2A42C8303F95}" dt="2023-04-24T12:53:31.849" v="1" actId="22"/>
        <pc:sldMkLst>
          <pc:docMk/>
          <pc:sldMk cId="710012326" sldId="2147471729"/>
        </pc:sldMkLst>
        <pc:spChg chg="add del">
          <ac:chgData name="Silva, Roberta" userId="b835b2b2-069a-475b-82a7-1ba1a55a7774" providerId="ADAL" clId="{DF52C664-A462-4AE8-AD7A-2A42C8303F95}" dt="2023-04-24T12:53:31.849" v="1" actId="22"/>
          <ac:spMkLst>
            <pc:docMk/>
            <pc:sldMk cId="710012326" sldId="2147471729"/>
            <ac:spMk id="3" creationId="{AF19862E-9F33-5F07-D856-0130520364FF}"/>
          </ac:spMkLst>
        </pc:spChg>
      </pc:sldChg>
      <pc:sldChg chg="modSp add del">
        <pc:chgData name="Silva, Roberta" userId="b835b2b2-069a-475b-82a7-1ba1a55a7774" providerId="ADAL" clId="{DF52C664-A462-4AE8-AD7A-2A42C8303F95}" dt="2023-04-24T12:59:36.844" v="57"/>
        <pc:sldMkLst>
          <pc:docMk/>
          <pc:sldMk cId="2436837548" sldId="2147471732"/>
        </pc:sldMkLst>
        <pc:spChg chg="mod">
          <ac:chgData name="Silva, Roberta" userId="b835b2b2-069a-475b-82a7-1ba1a55a7774" providerId="ADAL" clId="{DF52C664-A462-4AE8-AD7A-2A42C8303F95}" dt="2023-04-24T12:59:36.844" v="57"/>
          <ac:spMkLst>
            <pc:docMk/>
            <pc:sldMk cId="2436837548" sldId="2147471732"/>
            <ac:spMk id="4" creationId="{4433EC1D-2F4D-09BD-9EE1-9849687950EB}"/>
          </ac:spMkLst>
        </pc:sp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2436837548" sldId="2147471732"/>
            <ac:graphicFrameMk id="3" creationId="{990E6844-4DC3-456C-E840-1C4B06E0A352}"/>
          </ac:graphicFrameMkLst>
        </pc:graphicFrame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2436837548" sldId="2147471732"/>
            <ac:graphicFrameMk id="5" creationId="{66905C0C-E4BF-C5F8-F64D-B55734425450}"/>
          </ac:graphicFrameMkLst>
        </pc:graphicFrame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2436837548" sldId="2147471732"/>
            <ac:graphicFrameMk id="11" creationId="{3835E774-B808-5049-9D94-BD7212E462F2}"/>
          </ac:graphicFrameMkLst>
        </pc:graphicFrameChg>
        <pc:graphicFrameChg chg="mod">
          <ac:chgData name="Silva, Roberta" userId="b835b2b2-069a-475b-82a7-1ba1a55a7774" providerId="ADAL" clId="{DF52C664-A462-4AE8-AD7A-2A42C8303F95}" dt="2023-04-24T12:59:36.844" v="57"/>
          <ac:graphicFrameMkLst>
            <pc:docMk/>
            <pc:sldMk cId="2436837548" sldId="2147471732"/>
            <ac:graphicFrameMk id="12" creationId="{E0721E07-13D8-1B41-402D-6428091D165C}"/>
          </ac:graphicFrameMkLst>
        </pc:graphicFrameChg>
      </pc:sldChg>
    </pc:docChg>
  </pc:docChgLst>
  <pc:docChgLst>
    <pc:chgData name="Silva, Roberta" userId="b835b2b2-069a-475b-82a7-1ba1a55a7774" providerId="ADAL" clId="{2A0A64BA-B94B-4706-9ED4-272C6B4BF49E}"/>
    <pc:docChg chg="addSld delSld modSld modSection">
      <pc:chgData name="Silva, Roberta" userId="b835b2b2-069a-475b-82a7-1ba1a55a7774" providerId="ADAL" clId="{2A0A64BA-B94B-4706-9ED4-272C6B4BF49E}" dt="2023-02-06T15:29:44.212" v="101" actId="1035"/>
      <pc:docMkLst>
        <pc:docMk/>
      </pc:docMkLst>
      <pc:sldChg chg="del">
        <pc:chgData name="Silva, Roberta" userId="b835b2b2-069a-475b-82a7-1ba1a55a7774" providerId="ADAL" clId="{2A0A64BA-B94B-4706-9ED4-272C6B4BF49E}" dt="2023-02-06T15:22:43.066" v="5" actId="47"/>
        <pc:sldMkLst>
          <pc:docMk/>
          <pc:sldMk cId="3706312211" sldId="2147376333"/>
        </pc:sldMkLst>
      </pc:sldChg>
      <pc:sldChg chg="add">
        <pc:chgData name="Silva, Roberta" userId="b835b2b2-069a-475b-82a7-1ba1a55a7774" providerId="ADAL" clId="{2A0A64BA-B94B-4706-9ED4-272C6B4BF49E}" dt="2023-02-06T15:22:39.617" v="4"/>
        <pc:sldMkLst>
          <pc:docMk/>
          <pc:sldMk cId="3883611501" sldId="2147376407"/>
        </pc:sldMkLst>
      </pc:sldChg>
      <pc:sldChg chg="modSp add mod">
        <pc:chgData name="Silva, Roberta" userId="b835b2b2-069a-475b-82a7-1ba1a55a7774" providerId="ADAL" clId="{2A0A64BA-B94B-4706-9ED4-272C6B4BF49E}" dt="2023-02-06T15:29:44.212" v="101" actId="1035"/>
        <pc:sldMkLst>
          <pc:docMk/>
          <pc:sldMk cId="2353376648" sldId="2147471600"/>
        </pc:sldMkLst>
        <pc:spChg chg="mod">
          <ac:chgData name="Silva, Roberta" userId="b835b2b2-069a-475b-82a7-1ba1a55a7774" providerId="ADAL" clId="{2A0A64BA-B94B-4706-9ED4-272C6B4BF49E}" dt="2023-02-06T15:29:44.212" v="101" actId="1035"/>
          <ac:spMkLst>
            <pc:docMk/>
            <pc:sldMk cId="2353376648" sldId="2147471600"/>
            <ac:spMk id="6" creationId="{3DCD0601-D7D0-8BBF-06A9-D4966803C7CC}"/>
          </ac:spMkLst>
        </pc:spChg>
        <pc:spChg chg="mod">
          <ac:chgData name="Silva, Roberta" userId="b835b2b2-069a-475b-82a7-1ba1a55a7774" providerId="ADAL" clId="{2A0A64BA-B94B-4706-9ED4-272C6B4BF49E}" dt="2023-02-06T15:29:44.212" v="101" actId="1035"/>
          <ac:spMkLst>
            <pc:docMk/>
            <pc:sldMk cId="2353376648" sldId="2147471600"/>
            <ac:spMk id="8" creationId="{D4206A97-C5B9-4ACC-D7C2-F2AEAFA245A3}"/>
          </ac:spMkLst>
        </pc:spChg>
        <pc:spChg chg="mod">
          <ac:chgData name="Silva, Roberta" userId="b835b2b2-069a-475b-82a7-1ba1a55a7774" providerId="ADAL" clId="{2A0A64BA-B94B-4706-9ED4-272C6B4BF49E}" dt="2023-02-06T15:29:44.212" v="101" actId="1035"/>
          <ac:spMkLst>
            <pc:docMk/>
            <pc:sldMk cId="2353376648" sldId="2147471600"/>
            <ac:spMk id="10" creationId="{E180384A-6575-D099-09D3-467ACFA7E551}"/>
          </ac:spMkLst>
        </pc:spChg>
        <pc:graphicFrameChg chg="mod modGraphic">
          <ac:chgData name="Silva, Roberta" userId="b835b2b2-069a-475b-82a7-1ba1a55a7774" providerId="ADAL" clId="{2A0A64BA-B94B-4706-9ED4-272C6B4BF49E}" dt="2023-02-06T15:29:23.480" v="99" actId="20577"/>
          <ac:graphicFrameMkLst>
            <pc:docMk/>
            <pc:sldMk cId="2353376648" sldId="2147471600"/>
            <ac:graphicFrameMk id="23" creationId="{FA605192-612D-4C89-B440-B5DFBA433301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9:08.458" v="95" actId="1036"/>
          <ac:graphicFrameMkLst>
            <pc:docMk/>
            <pc:sldMk cId="2353376648" sldId="2147471600"/>
            <ac:graphicFrameMk id="26" creationId="{8BAC2F10-C912-AAC0-F783-C928DDF9A990}"/>
          </ac:graphicFrameMkLst>
        </pc:graphicFrameChg>
        <pc:graphicFrameChg chg="mod modGraphic">
          <ac:chgData name="Silva, Roberta" userId="b835b2b2-069a-475b-82a7-1ba1a55a7774" providerId="ADAL" clId="{2A0A64BA-B94B-4706-9ED4-272C6B4BF49E}" dt="2023-02-06T15:26:40.192" v="65" actId="20577"/>
          <ac:graphicFrameMkLst>
            <pc:docMk/>
            <pc:sldMk cId="2353376648" sldId="2147471600"/>
            <ac:graphicFrameMk id="30" creationId="{3D7F77B7-D44E-42DC-9CF9-D673AE912D25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9:37.808" v="100"/>
          <ac:graphicFrameMkLst>
            <pc:docMk/>
            <pc:sldMk cId="2353376648" sldId="2147471600"/>
            <ac:graphicFrameMk id="35" creationId="{7729E01D-CB1E-4BC1-845C-DE063B6209BA}"/>
          </ac:graphicFrameMkLst>
        </pc:graphicFrameChg>
      </pc:sldChg>
      <pc:sldChg chg="add">
        <pc:chgData name="Silva, Roberta" userId="b835b2b2-069a-475b-82a7-1ba1a55a7774" providerId="ADAL" clId="{2A0A64BA-B94B-4706-9ED4-272C6B4BF49E}" dt="2023-02-06T15:21:20.092" v="2"/>
        <pc:sldMkLst>
          <pc:docMk/>
          <pc:sldMk cId="2830422429" sldId="2147471604"/>
        </pc:sldMkLst>
      </pc:sldChg>
      <pc:sldChg chg="add">
        <pc:chgData name="Silva, Roberta" userId="b835b2b2-069a-475b-82a7-1ba1a55a7774" providerId="ADAL" clId="{2A0A64BA-B94B-4706-9ED4-272C6B4BF49E}" dt="2023-02-06T15:21:20.092" v="2"/>
        <pc:sldMkLst>
          <pc:docMk/>
          <pc:sldMk cId="2900168393" sldId="2147471605"/>
        </pc:sldMkLst>
      </pc:sldChg>
      <pc:sldChg chg="add">
        <pc:chgData name="Silva, Roberta" userId="b835b2b2-069a-475b-82a7-1ba1a55a7774" providerId="ADAL" clId="{2A0A64BA-B94B-4706-9ED4-272C6B4BF49E}" dt="2023-02-06T15:21:20.092" v="2"/>
        <pc:sldMkLst>
          <pc:docMk/>
          <pc:sldMk cId="2182514668" sldId="2147471606"/>
        </pc:sldMkLst>
      </pc:sldChg>
      <pc:sldChg chg="del">
        <pc:chgData name="Silva, Roberta" userId="b835b2b2-069a-475b-82a7-1ba1a55a7774" providerId="ADAL" clId="{2A0A64BA-B94B-4706-9ED4-272C6B4BF49E}" dt="2023-02-06T15:21:09.740" v="1" actId="47"/>
        <pc:sldMkLst>
          <pc:docMk/>
          <pc:sldMk cId="2968933821" sldId="2147471606"/>
        </pc:sldMkLst>
      </pc:sldChg>
      <pc:sldChg chg="del">
        <pc:chgData name="Silva, Roberta" userId="b835b2b2-069a-475b-82a7-1ba1a55a7774" providerId="ADAL" clId="{2A0A64BA-B94B-4706-9ED4-272C6B4BF49E}" dt="2023-02-06T15:21:09.740" v="1" actId="47"/>
        <pc:sldMkLst>
          <pc:docMk/>
          <pc:sldMk cId="1006593848" sldId="2147471607"/>
        </pc:sldMkLst>
      </pc:sldChg>
      <pc:sldChg chg="add">
        <pc:chgData name="Silva, Roberta" userId="b835b2b2-069a-475b-82a7-1ba1a55a7774" providerId="ADAL" clId="{2A0A64BA-B94B-4706-9ED4-272C6B4BF49E}" dt="2023-02-06T15:21:20.092" v="2"/>
        <pc:sldMkLst>
          <pc:docMk/>
          <pc:sldMk cId="2655312117" sldId="2147471607"/>
        </pc:sldMkLst>
      </pc:sldChg>
      <pc:sldChg chg="del">
        <pc:chgData name="Silva, Roberta" userId="b835b2b2-069a-475b-82a7-1ba1a55a7774" providerId="ADAL" clId="{2A0A64BA-B94B-4706-9ED4-272C6B4BF49E}" dt="2023-02-06T15:21:09.740" v="1" actId="47"/>
        <pc:sldMkLst>
          <pc:docMk/>
          <pc:sldMk cId="3197730046" sldId="2147471608"/>
        </pc:sldMkLst>
      </pc:sldChg>
      <pc:sldChg chg="del">
        <pc:chgData name="Silva, Roberta" userId="b835b2b2-069a-475b-82a7-1ba1a55a7774" providerId="ADAL" clId="{2A0A64BA-B94B-4706-9ED4-272C6B4BF49E}" dt="2023-02-06T15:21:09.740" v="1" actId="47"/>
        <pc:sldMkLst>
          <pc:docMk/>
          <pc:sldMk cId="174473527" sldId="2147471609"/>
        </pc:sldMkLst>
      </pc:sldChg>
      <pc:sldChg chg="del">
        <pc:chgData name="Silva, Roberta" userId="b835b2b2-069a-475b-82a7-1ba1a55a7774" providerId="ADAL" clId="{2A0A64BA-B94B-4706-9ED4-272C6B4BF49E}" dt="2023-02-06T15:21:27.386" v="3" actId="47"/>
        <pc:sldMkLst>
          <pc:docMk/>
          <pc:sldMk cId="2257224100" sldId="2147471610"/>
        </pc:sldMkLst>
      </pc:sldChg>
      <pc:sldChg chg="del">
        <pc:chgData name="Silva, Roberta" userId="b835b2b2-069a-475b-82a7-1ba1a55a7774" providerId="ADAL" clId="{2A0A64BA-B94B-4706-9ED4-272C6B4BF49E}" dt="2023-02-06T15:21:27.386" v="3" actId="47"/>
        <pc:sldMkLst>
          <pc:docMk/>
          <pc:sldMk cId="2563620116" sldId="2147471611"/>
        </pc:sldMkLst>
      </pc:sldChg>
      <pc:sldChg chg="del">
        <pc:chgData name="Silva, Roberta" userId="b835b2b2-069a-475b-82a7-1ba1a55a7774" providerId="ADAL" clId="{2A0A64BA-B94B-4706-9ED4-272C6B4BF49E}" dt="2023-02-06T15:21:27.386" v="3" actId="47"/>
        <pc:sldMkLst>
          <pc:docMk/>
          <pc:sldMk cId="179490217" sldId="2147471612"/>
        </pc:sldMkLst>
      </pc:sldChg>
      <pc:sldChg chg="del">
        <pc:chgData name="Silva, Roberta" userId="b835b2b2-069a-475b-82a7-1ba1a55a7774" providerId="ADAL" clId="{2A0A64BA-B94B-4706-9ED4-272C6B4BF49E}" dt="2023-02-06T15:21:27.386" v="3" actId="47"/>
        <pc:sldMkLst>
          <pc:docMk/>
          <pc:sldMk cId="2133063473" sldId="2147471613"/>
        </pc:sldMkLst>
      </pc:sldChg>
      <pc:sldChg chg="modSp add mod">
        <pc:chgData name="Silva, Roberta" userId="b835b2b2-069a-475b-82a7-1ba1a55a7774" providerId="ADAL" clId="{2A0A64BA-B94B-4706-9ED4-272C6B4BF49E}" dt="2023-02-06T15:28:43.655" v="94" actId="20577"/>
        <pc:sldMkLst>
          <pc:docMk/>
          <pc:sldMk cId="4244284205" sldId="2147471615"/>
        </pc:sldMkLst>
        <pc:spChg chg="mod">
          <ac:chgData name="Silva, Roberta" userId="b835b2b2-069a-475b-82a7-1ba1a55a7774" providerId="ADAL" clId="{2A0A64BA-B94B-4706-9ED4-272C6B4BF49E}" dt="2023-02-06T15:28:08.330" v="87" actId="1035"/>
          <ac:spMkLst>
            <pc:docMk/>
            <pc:sldMk cId="4244284205" sldId="2147471615"/>
            <ac:spMk id="8" creationId="{69052285-4749-F58B-2A74-BAED26D66A5F}"/>
          </ac:spMkLst>
        </pc:spChg>
        <pc:spChg chg="mod">
          <ac:chgData name="Silva, Roberta" userId="b835b2b2-069a-475b-82a7-1ba1a55a7774" providerId="ADAL" clId="{2A0A64BA-B94B-4706-9ED4-272C6B4BF49E}" dt="2023-02-06T15:28:08.330" v="87" actId="1035"/>
          <ac:spMkLst>
            <pc:docMk/>
            <pc:sldMk cId="4244284205" sldId="2147471615"/>
            <ac:spMk id="10" creationId="{7193282A-ECBD-FB52-666B-E5F90883AF42}"/>
          </ac:spMkLst>
        </pc:spChg>
        <pc:spChg chg="mod">
          <ac:chgData name="Silva, Roberta" userId="b835b2b2-069a-475b-82a7-1ba1a55a7774" providerId="ADAL" clId="{2A0A64BA-B94B-4706-9ED4-272C6B4BF49E}" dt="2023-02-06T15:28:08.330" v="87" actId="1035"/>
          <ac:spMkLst>
            <pc:docMk/>
            <pc:sldMk cId="4244284205" sldId="2147471615"/>
            <ac:spMk id="12" creationId="{12CE4065-FE78-F859-E40C-BCBFF108DAA3}"/>
          </ac:spMkLst>
        </pc:spChg>
        <pc:graphicFrameChg chg="mod modGraphic">
          <ac:chgData name="Silva, Roberta" userId="b835b2b2-069a-475b-82a7-1ba1a55a7774" providerId="ADAL" clId="{2A0A64BA-B94B-4706-9ED4-272C6B4BF49E}" dt="2023-02-06T15:27:16.210" v="84" actId="20577"/>
          <ac:graphicFrameMkLst>
            <pc:docMk/>
            <pc:sldMk cId="4244284205" sldId="2147471615"/>
            <ac:graphicFrameMk id="3" creationId="{CB0EF383-0BC2-7377-A968-52F55D73AC7E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8:08.330" v="87" actId="1035"/>
          <ac:graphicFrameMkLst>
            <pc:docMk/>
            <pc:sldMk cId="4244284205" sldId="2147471615"/>
            <ac:graphicFrameMk id="17" creationId="{D8D4478A-E2A5-46E1-8C8A-28621942A745}"/>
          </ac:graphicFrameMkLst>
        </pc:graphicFrameChg>
        <pc:graphicFrameChg chg="mod modGraphic">
          <ac:chgData name="Silva, Roberta" userId="b835b2b2-069a-475b-82a7-1ba1a55a7774" providerId="ADAL" clId="{2A0A64BA-B94B-4706-9ED4-272C6B4BF49E}" dt="2023-02-06T15:28:34.177" v="90" actId="20577"/>
          <ac:graphicFrameMkLst>
            <pc:docMk/>
            <pc:sldMk cId="4244284205" sldId="2147471615"/>
            <ac:graphicFrameMk id="19" creationId="{30165ADA-64F2-46C1-8C71-C7E34D818C8C}"/>
          </ac:graphicFrameMkLst>
        </pc:graphicFrameChg>
        <pc:graphicFrameChg chg="mod modGraphic">
          <ac:chgData name="Silva, Roberta" userId="b835b2b2-069a-475b-82a7-1ba1a55a7774" providerId="ADAL" clId="{2A0A64BA-B94B-4706-9ED4-272C6B4BF49E}" dt="2023-02-06T15:28:37.511" v="93" actId="20577"/>
          <ac:graphicFrameMkLst>
            <pc:docMk/>
            <pc:sldMk cId="4244284205" sldId="2147471615"/>
            <ac:graphicFrameMk id="22" creationId="{324D3384-5D25-423B-B58C-CF44662721F1}"/>
          </ac:graphicFrameMkLst>
        </pc:graphicFrameChg>
        <pc:graphicFrameChg chg="modGraphic">
          <ac:chgData name="Silva, Roberta" userId="b835b2b2-069a-475b-82a7-1ba1a55a7774" providerId="ADAL" clId="{2A0A64BA-B94B-4706-9ED4-272C6B4BF49E}" dt="2023-02-06T15:28:43.655" v="94" actId="20577"/>
          <ac:graphicFrameMkLst>
            <pc:docMk/>
            <pc:sldMk cId="4244284205" sldId="2147471615"/>
            <ac:graphicFrameMk id="27" creationId="{A37A0614-4F7E-088D-F20D-5FF4F0824BC5}"/>
          </ac:graphicFrameMkLst>
        </pc:graphicFrameChg>
      </pc:sldChg>
      <pc:sldChg chg="modSp add mod">
        <pc:chgData name="Silva, Roberta" userId="b835b2b2-069a-475b-82a7-1ba1a55a7774" providerId="ADAL" clId="{2A0A64BA-B94B-4706-9ED4-272C6B4BF49E}" dt="2023-02-06T15:29:37.808" v="100"/>
        <pc:sldMkLst>
          <pc:docMk/>
          <pc:sldMk cId="2284457024" sldId="2147471616"/>
        </pc:sldMkLst>
        <pc:graphicFrameChg chg="mod">
          <ac:chgData name="Silva, Roberta" userId="b835b2b2-069a-475b-82a7-1ba1a55a7774" providerId="ADAL" clId="{2A0A64BA-B94B-4706-9ED4-272C6B4BF49E}" dt="2023-02-06T15:25:15.831" v="8" actId="1035"/>
          <ac:graphicFrameMkLst>
            <pc:docMk/>
            <pc:sldMk cId="2284457024" sldId="2147471616"/>
            <ac:graphicFrameMk id="3" creationId="{CB0EF383-0BC2-7377-A968-52F55D73AC7E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9:37.808" v="100"/>
          <ac:graphicFrameMkLst>
            <pc:docMk/>
            <pc:sldMk cId="2284457024" sldId="2147471616"/>
            <ac:graphicFrameMk id="21" creationId="{AA65D80C-3FC3-4DCD-83BB-DED839088330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9:37.808" v="100"/>
          <ac:graphicFrameMkLst>
            <pc:docMk/>
            <pc:sldMk cId="2284457024" sldId="2147471616"/>
            <ac:graphicFrameMk id="23" creationId="{25B8C7CE-15FC-4CEC-B454-604E44A3D5A6}"/>
          </ac:graphicFrameMkLst>
        </pc:graphicFrameChg>
      </pc:sldChg>
      <pc:sldChg chg="modSp add">
        <pc:chgData name="Silva, Roberta" userId="b835b2b2-069a-475b-82a7-1ba1a55a7774" providerId="ADAL" clId="{2A0A64BA-B94B-4706-9ED4-272C6B4BF49E}" dt="2023-02-06T15:29:37.808" v="100"/>
        <pc:sldMkLst>
          <pc:docMk/>
          <pc:sldMk cId="3437596692" sldId="2147471617"/>
        </pc:sldMkLst>
        <pc:graphicFrameChg chg="mod">
          <ac:chgData name="Silva, Roberta" userId="b835b2b2-069a-475b-82a7-1ba1a55a7774" providerId="ADAL" clId="{2A0A64BA-B94B-4706-9ED4-272C6B4BF49E}" dt="2023-02-06T15:29:37.808" v="100"/>
          <ac:graphicFrameMkLst>
            <pc:docMk/>
            <pc:sldMk cId="3437596692" sldId="2147471617"/>
            <ac:graphicFrameMk id="19" creationId="{7BEBE2F9-BB18-4FB9-92A5-C5DFD489B24A}"/>
          </ac:graphicFrameMkLst>
        </pc:graphicFrameChg>
        <pc:graphicFrameChg chg="mod">
          <ac:chgData name="Silva, Roberta" userId="b835b2b2-069a-475b-82a7-1ba1a55a7774" providerId="ADAL" clId="{2A0A64BA-B94B-4706-9ED4-272C6B4BF49E}" dt="2023-02-06T15:29:37.808" v="100"/>
          <ac:graphicFrameMkLst>
            <pc:docMk/>
            <pc:sldMk cId="3437596692" sldId="2147471617"/>
            <ac:graphicFrameMk id="21" creationId="{385424A9-13E2-4AE2-A763-8A5315D9A8D7}"/>
          </ac:graphicFrameMkLst>
        </pc:graphicFrameChg>
      </pc:sldChg>
      <pc:sldMasterChg chg="delSldLayout">
        <pc:chgData name="Silva, Roberta" userId="b835b2b2-069a-475b-82a7-1ba1a55a7774" providerId="ADAL" clId="{2A0A64BA-B94B-4706-9ED4-272C6B4BF49E}" dt="2023-02-06T15:22:43.066" v="5" actId="47"/>
        <pc:sldMasterMkLst>
          <pc:docMk/>
          <pc:sldMasterMk cId="268093697" sldId="2147484924"/>
        </pc:sldMasterMkLst>
        <pc:sldLayoutChg chg="del">
          <pc:chgData name="Silva, Roberta" userId="b835b2b2-069a-475b-82a7-1ba1a55a7774" providerId="ADAL" clId="{2A0A64BA-B94B-4706-9ED4-272C6B4BF49E}" dt="2023-02-06T15:22:43.066" v="5" actId="47"/>
          <pc:sldLayoutMkLst>
            <pc:docMk/>
            <pc:sldMasterMk cId="268093697" sldId="2147484924"/>
            <pc:sldLayoutMk cId="2336048086" sldId="2147484929"/>
          </pc:sldLayoutMkLst>
        </pc:sldLayoutChg>
      </pc:sldMasterChg>
    </pc:docChg>
  </pc:docChgLst>
  <pc:docChgLst>
    <pc:chgData name="Silva, Roberta" userId="b835b2b2-069a-475b-82a7-1ba1a55a7774" providerId="ADAL" clId="{1A2C2EDB-6DA4-4BE1-B761-DCD40FC9C50F}"/>
    <pc:docChg chg="undo redo custSel addSld delSld modSld modSection">
      <pc:chgData name="Silva, Roberta" userId="b835b2b2-069a-475b-82a7-1ba1a55a7774" providerId="ADAL" clId="{1A2C2EDB-6DA4-4BE1-B761-DCD40FC9C50F}" dt="2023-05-08T15:32:49.136" v="598" actId="47"/>
      <pc:docMkLst>
        <pc:docMk/>
      </pc:docMkLst>
      <pc:sldChg chg="addSp delSp modSp mod">
        <pc:chgData name="Silva, Roberta" userId="b835b2b2-069a-475b-82a7-1ba1a55a7774" providerId="ADAL" clId="{1A2C2EDB-6DA4-4BE1-B761-DCD40FC9C50F}" dt="2023-05-08T14:49:21.673" v="506" actId="1076"/>
        <pc:sldMkLst>
          <pc:docMk/>
          <pc:sldMk cId="1696990393" sldId="2147376264"/>
        </pc:sldMkLst>
        <pc:spChg chg="del mod">
          <ac:chgData name="Silva, Roberta" userId="b835b2b2-069a-475b-82a7-1ba1a55a7774" providerId="ADAL" clId="{1A2C2EDB-6DA4-4BE1-B761-DCD40FC9C50F}" dt="2023-05-08T13:55:58.783" v="316" actId="478"/>
          <ac:spMkLst>
            <pc:docMk/>
            <pc:sldMk cId="1696990393" sldId="2147376264"/>
            <ac:spMk id="2" creationId="{00000000-0000-0000-0000-000000000000}"/>
          </ac:spMkLst>
        </pc:spChg>
        <pc:spChg chg="add 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3" creationId="{0C44F253-9BED-371E-53C8-6CBA248E97F2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6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4:49:15.855" v="505" actId="20577"/>
          <ac:spMkLst>
            <pc:docMk/>
            <pc:sldMk cId="1696990393" sldId="2147376264"/>
            <ac:spMk id="7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8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9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10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11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12" creationId="{00000000-0000-0000-0000-000000000000}"/>
          </ac:spMkLst>
        </pc:spChg>
        <pc:spChg chg="del">
          <ac:chgData name="Silva, Roberta" userId="b835b2b2-069a-475b-82a7-1ba1a55a7774" providerId="ADAL" clId="{1A2C2EDB-6DA4-4BE1-B761-DCD40FC9C50F}" dt="2023-05-08T13:08:20.146" v="14" actId="478"/>
          <ac:spMkLst>
            <pc:docMk/>
            <pc:sldMk cId="1696990393" sldId="2147376264"/>
            <ac:spMk id="13" creationId="{00000000-0000-0000-0000-000000000000}"/>
          </ac:spMkLst>
        </pc:spChg>
        <pc:spChg chg="del mod">
          <ac:chgData name="Silva, Roberta" userId="b835b2b2-069a-475b-82a7-1ba1a55a7774" providerId="ADAL" clId="{1A2C2EDB-6DA4-4BE1-B761-DCD40FC9C50F}" dt="2023-05-08T14:34:15.744" v="487" actId="478"/>
          <ac:spMkLst>
            <pc:docMk/>
            <pc:sldMk cId="1696990393" sldId="2147376264"/>
            <ac:spMk id="14" creationId="{00000000-0000-0000-0000-000000000000}"/>
          </ac:spMkLst>
        </pc:spChg>
        <pc:spChg chg="add mod">
          <ac:chgData name="Silva, Roberta" userId="b835b2b2-069a-475b-82a7-1ba1a55a7774" providerId="ADAL" clId="{1A2C2EDB-6DA4-4BE1-B761-DCD40FC9C50F}" dt="2023-05-08T14:49:21.673" v="506" actId="1076"/>
          <ac:spMkLst>
            <pc:docMk/>
            <pc:sldMk cId="1696990393" sldId="2147376264"/>
            <ac:spMk id="15" creationId="{127AC5BB-37FE-6F86-77CE-02162FD49705}"/>
          </ac:spMkLst>
        </pc:spChg>
        <pc:spChg chg="add mod">
          <ac:chgData name="Silva, Roberta" userId="b835b2b2-069a-475b-82a7-1ba1a55a7774" providerId="ADAL" clId="{1A2C2EDB-6DA4-4BE1-B761-DCD40FC9C50F}" dt="2023-05-08T13:39:28.578" v="283" actId="1035"/>
          <ac:spMkLst>
            <pc:docMk/>
            <pc:sldMk cId="1696990393" sldId="2147376264"/>
            <ac:spMk id="16" creationId="{EABB31BF-1D87-C3C9-A898-B9012A4D9790}"/>
          </ac:spMkLst>
        </pc:spChg>
      </pc:sldChg>
      <pc:sldChg chg="del">
        <pc:chgData name="Silva, Roberta" userId="b835b2b2-069a-475b-82a7-1ba1a55a7774" providerId="ADAL" clId="{1A2C2EDB-6DA4-4BE1-B761-DCD40FC9C50F}" dt="2023-05-08T12:49:52.550" v="5" actId="47"/>
        <pc:sldMkLst>
          <pc:docMk/>
          <pc:sldMk cId="1999972715" sldId="2147376271"/>
        </pc:sldMkLst>
      </pc:sldChg>
      <pc:sldChg chg="addSp delSp modSp mod">
        <pc:chgData name="Silva, Roberta" userId="b835b2b2-069a-475b-82a7-1ba1a55a7774" providerId="ADAL" clId="{1A2C2EDB-6DA4-4BE1-B761-DCD40FC9C50F}" dt="2023-05-08T13:49:33.378" v="304" actId="14100"/>
        <pc:sldMkLst>
          <pc:docMk/>
          <pc:sldMk cId="3922030220" sldId="2147471613"/>
        </pc:sldMkLst>
        <pc:spChg chg="mod">
          <ac:chgData name="Silva, Roberta" userId="b835b2b2-069a-475b-82a7-1ba1a55a7774" providerId="ADAL" clId="{1A2C2EDB-6DA4-4BE1-B761-DCD40FC9C50F}" dt="2023-05-08T12:53:48.249" v="13"/>
          <ac:spMkLst>
            <pc:docMk/>
            <pc:sldMk cId="3922030220" sldId="2147471613"/>
            <ac:spMk id="26" creationId="{C0810E83-B6EB-45F5-9C08-B16448972F42}"/>
          </ac:spMkLst>
        </pc:spChg>
        <pc:graphicFrameChg chg="add del mod">
          <ac:chgData name="Silva, Roberta" userId="b835b2b2-069a-475b-82a7-1ba1a55a7774" providerId="ADAL" clId="{1A2C2EDB-6DA4-4BE1-B761-DCD40FC9C50F}" dt="2023-05-08T13:46:52.027" v="286"/>
          <ac:graphicFrameMkLst>
            <pc:docMk/>
            <pc:sldMk cId="3922030220" sldId="2147471613"/>
            <ac:graphicFrameMk id="4" creationId="{BFE6F26B-EBCC-C7A1-823D-7866A2FCBDFB}"/>
          </ac:graphicFrameMkLst>
        </pc:graphicFrameChg>
        <pc:graphicFrameChg chg="add del mod">
          <ac:chgData name="Silva, Roberta" userId="b835b2b2-069a-475b-82a7-1ba1a55a7774" providerId="ADAL" clId="{1A2C2EDB-6DA4-4BE1-B761-DCD40FC9C50F}" dt="2023-05-08T13:49:07.282" v="297"/>
          <ac:graphicFrameMkLst>
            <pc:docMk/>
            <pc:sldMk cId="3922030220" sldId="2147471613"/>
            <ac:graphicFrameMk id="7" creationId="{6F56CCF0-90A6-336C-D42C-807F0603D783}"/>
          </ac:graphicFrameMkLst>
        </pc:graphicFrameChg>
        <pc:picChg chg="del">
          <ac:chgData name="Silva, Roberta" userId="b835b2b2-069a-475b-82a7-1ba1a55a7774" providerId="ADAL" clId="{1A2C2EDB-6DA4-4BE1-B761-DCD40FC9C50F}" dt="2023-05-08T13:46:47.879" v="284" actId="478"/>
          <ac:picMkLst>
            <pc:docMk/>
            <pc:sldMk cId="3922030220" sldId="2147471613"/>
            <ac:picMk id="3" creationId="{87359036-55BB-6D17-D48F-2CE12BBE48AB}"/>
          </ac:picMkLst>
        </pc:picChg>
        <pc:picChg chg="del">
          <ac:chgData name="Silva, Roberta" userId="b835b2b2-069a-475b-82a7-1ba1a55a7774" providerId="ADAL" clId="{1A2C2EDB-6DA4-4BE1-B761-DCD40FC9C50F}" dt="2023-05-08T13:48:58.476" v="295" actId="478"/>
          <ac:picMkLst>
            <pc:docMk/>
            <pc:sldMk cId="3922030220" sldId="2147471613"/>
            <ac:picMk id="5" creationId="{DF14BBEF-3100-D512-855F-ECE8DA0310CF}"/>
          </ac:picMkLst>
        </pc:picChg>
        <pc:picChg chg="add mod">
          <ac:chgData name="Silva, Roberta" userId="b835b2b2-069a-475b-82a7-1ba1a55a7774" providerId="ADAL" clId="{1A2C2EDB-6DA4-4BE1-B761-DCD40FC9C50F}" dt="2023-05-08T13:49:24.555" v="301" actId="14100"/>
          <ac:picMkLst>
            <pc:docMk/>
            <pc:sldMk cId="3922030220" sldId="2147471613"/>
            <ac:picMk id="6" creationId="{A5B100E5-06B0-81B0-23CB-30BAB8D2B9F4}"/>
          </ac:picMkLst>
        </pc:picChg>
        <pc:picChg chg="add mod">
          <ac:chgData name="Silva, Roberta" userId="b835b2b2-069a-475b-82a7-1ba1a55a7774" providerId="ADAL" clId="{1A2C2EDB-6DA4-4BE1-B761-DCD40FC9C50F}" dt="2023-05-08T13:49:33.378" v="304" actId="14100"/>
          <ac:picMkLst>
            <pc:docMk/>
            <pc:sldMk cId="3922030220" sldId="2147471613"/>
            <ac:picMk id="8" creationId="{CB06E90A-6D34-B36F-F133-BEC8B7F229B3}"/>
          </ac:picMkLst>
        </pc:picChg>
      </pc:sldChg>
      <pc:sldChg chg="addSp delSp modSp mod">
        <pc:chgData name="Silva, Roberta" userId="b835b2b2-069a-475b-82a7-1ba1a55a7774" providerId="ADAL" clId="{1A2C2EDB-6DA4-4BE1-B761-DCD40FC9C50F}" dt="2023-05-08T13:53:20.135" v="309" actId="14100"/>
        <pc:sldMkLst>
          <pc:docMk/>
          <pc:sldMk cId="3059891609" sldId="2147471615"/>
        </pc:sldMkLst>
        <pc:spChg chg="mod">
          <ac:chgData name="Silva, Roberta" userId="b835b2b2-069a-475b-82a7-1ba1a55a7774" providerId="ADAL" clId="{1A2C2EDB-6DA4-4BE1-B761-DCD40FC9C50F}" dt="2023-05-08T12:53:48.249" v="13"/>
          <ac:spMkLst>
            <pc:docMk/>
            <pc:sldMk cId="3059891609" sldId="2147471615"/>
            <ac:spMk id="26" creationId="{C0810E83-B6EB-45F5-9C08-B16448972F42}"/>
          </ac:spMkLst>
        </pc:spChg>
        <pc:picChg chg="del">
          <ac:chgData name="Silva, Roberta" userId="b835b2b2-069a-475b-82a7-1ba1a55a7774" providerId="ADAL" clId="{1A2C2EDB-6DA4-4BE1-B761-DCD40FC9C50F}" dt="2023-05-08T13:53:14.816" v="307" actId="478"/>
          <ac:picMkLst>
            <pc:docMk/>
            <pc:sldMk cId="3059891609" sldId="2147471615"/>
            <ac:picMk id="2" creationId="{6170B4C6-8D5C-58D6-9D10-BDE803553D75}"/>
          </ac:picMkLst>
        </pc:picChg>
        <pc:picChg chg="add mod">
          <ac:chgData name="Silva, Roberta" userId="b835b2b2-069a-475b-82a7-1ba1a55a7774" providerId="ADAL" clId="{1A2C2EDB-6DA4-4BE1-B761-DCD40FC9C50F}" dt="2023-05-08T13:53:20.135" v="309" actId="14100"/>
          <ac:picMkLst>
            <pc:docMk/>
            <pc:sldMk cId="3059891609" sldId="2147471615"/>
            <ac:picMk id="3" creationId="{4042A37A-A176-0345-62CA-510502F6E10A}"/>
          </ac:picMkLst>
        </pc:picChg>
      </pc:sldChg>
      <pc:sldChg chg="addSp delSp modSp mod">
        <pc:chgData name="Silva, Roberta" userId="b835b2b2-069a-475b-82a7-1ba1a55a7774" providerId="ADAL" clId="{1A2C2EDB-6DA4-4BE1-B761-DCD40FC9C50F}" dt="2023-05-08T13:55:35.179" v="314" actId="14100"/>
        <pc:sldMkLst>
          <pc:docMk/>
          <pc:sldMk cId="3423174225" sldId="2147471616"/>
        </pc:sldMkLst>
        <pc:spChg chg="mod">
          <ac:chgData name="Silva, Roberta" userId="b835b2b2-069a-475b-82a7-1ba1a55a7774" providerId="ADAL" clId="{1A2C2EDB-6DA4-4BE1-B761-DCD40FC9C50F}" dt="2023-05-08T12:53:48.249" v="13"/>
          <ac:spMkLst>
            <pc:docMk/>
            <pc:sldMk cId="3423174225" sldId="2147471616"/>
            <ac:spMk id="26" creationId="{C0810E83-B6EB-45F5-9C08-B16448972F42}"/>
          </ac:spMkLst>
        </pc:spChg>
        <pc:picChg chg="del">
          <ac:chgData name="Silva, Roberta" userId="b835b2b2-069a-475b-82a7-1ba1a55a7774" providerId="ADAL" clId="{1A2C2EDB-6DA4-4BE1-B761-DCD40FC9C50F}" dt="2023-05-08T13:55:19.092" v="310" actId="478"/>
          <ac:picMkLst>
            <pc:docMk/>
            <pc:sldMk cId="3423174225" sldId="2147471616"/>
            <ac:picMk id="3" creationId="{8B72DFEE-E783-313E-0167-2AB0515AED70}"/>
          </ac:picMkLst>
        </pc:picChg>
        <pc:picChg chg="add mod">
          <ac:chgData name="Silva, Roberta" userId="b835b2b2-069a-475b-82a7-1ba1a55a7774" providerId="ADAL" clId="{1A2C2EDB-6DA4-4BE1-B761-DCD40FC9C50F}" dt="2023-05-08T13:55:35.179" v="314" actId="14100"/>
          <ac:picMkLst>
            <pc:docMk/>
            <pc:sldMk cId="3423174225" sldId="2147471616"/>
            <ac:picMk id="4" creationId="{6EEE3EF9-9022-A22C-0182-72939C2B8CE0}"/>
          </ac:picMkLst>
        </pc:picChg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872449716" sldId="2147471620"/>
        </pc:sldMkLst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1007007843" sldId="2147471621"/>
        </pc:sldMkLst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507721604" sldId="2147471627"/>
        </pc:sldMkLst>
      </pc:sldChg>
      <pc:sldChg chg="modSp add del">
        <pc:chgData name="Silva, Roberta" userId="b835b2b2-069a-475b-82a7-1ba1a55a7774" providerId="ADAL" clId="{1A2C2EDB-6DA4-4BE1-B761-DCD40FC9C50F}" dt="2023-05-08T12:42:04.613" v="4"/>
        <pc:sldMkLst>
          <pc:docMk/>
          <pc:sldMk cId="169262805" sldId="2147471628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169262805" sldId="2147471628"/>
            <ac:spMk id="28" creationId="{A25A8956-AFD3-4ED5-8641-0D7299599D12}"/>
          </ac:spMkLst>
        </pc:sp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169262805" sldId="2147471628"/>
            <ac:graphicFrameMk id="13" creationId="{6764070F-73FF-9870-0993-CC3DC4F683C1}"/>
          </ac:graphicFrameMkLst>
        </pc:graphicFrameChg>
      </pc:sldChg>
      <pc:sldChg chg="modSp add del">
        <pc:chgData name="Silva, Roberta" userId="b835b2b2-069a-475b-82a7-1ba1a55a7774" providerId="ADAL" clId="{1A2C2EDB-6DA4-4BE1-B761-DCD40FC9C50F}" dt="2023-05-08T12:42:04.613" v="4"/>
        <pc:sldMkLst>
          <pc:docMk/>
          <pc:sldMk cId="211707047" sldId="2147471630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211707047" sldId="2147471630"/>
            <ac:spMk id="4" creationId="{4433EC1D-2F4D-09BD-9EE1-9849687950EB}"/>
          </ac:spMkLst>
        </pc:sp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11707047" sldId="2147471630"/>
            <ac:graphicFrameMk id="3" creationId="{990E6844-4DC3-456C-E840-1C4B06E0A352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11707047" sldId="2147471630"/>
            <ac:graphicFrameMk id="5" creationId="{66905C0C-E4BF-C5F8-F64D-B55734425450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1:25.603" v="2"/>
          <ac:graphicFrameMkLst>
            <pc:docMk/>
            <pc:sldMk cId="211707047" sldId="2147471630"/>
            <ac:graphicFrameMk id="7" creationId="{6C9E88C9-71B1-37B5-5977-B2259EE66CD5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11707047" sldId="2147471630"/>
            <ac:graphicFrameMk id="11" creationId="{3835E774-B808-5049-9D94-BD7212E462F2}"/>
          </ac:graphicFrameMkLst>
        </pc:graphicFrameChg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2265132507" sldId="2147471631"/>
        </pc:sldMkLst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3697394461" sldId="2147471646"/>
        </pc:sldMkLst>
      </pc:sldChg>
      <pc:sldChg chg="del">
        <pc:chgData name="Silva, Roberta" userId="b835b2b2-069a-475b-82a7-1ba1a55a7774" providerId="ADAL" clId="{1A2C2EDB-6DA4-4BE1-B761-DCD40FC9C50F}" dt="2023-05-08T12:49:55.351" v="7" actId="47"/>
        <pc:sldMkLst>
          <pc:docMk/>
          <pc:sldMk cId="2699689501" sldId="2147471647"/>
        </pc:sldMkLst>
      </pc:sldChg>
      <pc:sldChg chg="del">
        <pc:chgData name="Silva, Roberta" userId="b835b2b2-069a-475b-82a7-1ba1a55a7774" providerId="ADAL" clId="{1A2C2EDB-6DA4-4BE1-B761-DCD40FC9C50F}" dt="2023-05-08T12:49:57.521" v="9" actId="47"/>
        <pc:sldMkLst>
          <pc:docMk/>
          <pc:sldMk cId="2064945526" sldId="2147471649"/>
        </pc:sldMkLst>
      </pc:sldChg>
      <pc:sldChg chg="del">
        <pc:chgData name="Silva, Roberta" userId="b835b2b2-069a-475b-82a7-1ba1a55a7774" providerId="ADAL" clId="{1A2C2EDB-6DA4-4BE1-B761-DCD40FC9C50F}" dt="2023-05-08T12:49:58.027" v="10" actId="47"/>
        <pc:sldMkLst>
          <pc:docMk/>
          <pc:sldMk cId="2767911463" sldId="2147471650"/>
        </pc:sldMkLst>
      </pc:sldChg>
      <pc:sldChg chg="del">
        <pc:chgData name="Silva, Roberta" userId="b835b2b2-069a-475b-82a7-1ba1a55a7774" providerId="ADAL" clId="{1A2C2EDB-6DA4-4BE1-B761-DCD40FC9C50F}" dt="2023-05-08T12:49:58.594" v="11" actId="47"/>
        <pc:sldMkLst>
          <pc:docMk/>
          <pc:sldMk cId="3520855774" sldId="2147471651"/>
        </pc:sldMkLst>
      </pc:sldChg>
      <pc:sldChg chg="del">
        <pc:chgData name="Silva, Roberta" userId="b835b2b2-069a-475b-82a7-1ba1a55a7774" providerId="ADAL" clId="{1A2C2EDB-6DA4-4BE1-B761-DCD40FC9C50F}" dt="2023-05-08T12:50:00.093" v="12" actId="47"/>
        <pc:sldMkLst>
          <pc:docMk/>
          <pc:sldMk cId="3694844423" sldId="2147471652"/>
        </pc:sldMkLst>
      </pc:sldChg>
      <pc:sldChg chg="del">
        <pc:chgData name="Silva, Roberta" userId="b835b2b2-069a-475b-82a7-1ba1a55a7774" providerId="ADAL" clId="{1A2C2EDB-6DA4-4BE1-B761-DCD40FC9C50F}" dt="2023-05-08T12:49:53.779" v="6" actId="47"/>
        <pc:sldMkLst>
          <pc:docMk/>
          <pc:sldMk cId="1844429280" sldId="2147471654"/>
        </pc:sldMkLst>
      </pc:sldChg>
      <pc:sldChg chg="del">
        <pc:chgData name="Silva, Roberta" userId="b835b2b2-069a-475b-82a7-1ba1a55a7774" providerId="ADAL" clId="{1A2C2EDB-6DA4-4BE1-B761-DCD40FC9C50F}" dt="2023-05-08T12:49:56.925" v="8" actId="47"/>
        <pc:sldMkLst>
          <pc:docMk/>
          <pc:sldMk cId="4081007806" sldId="2147471671"/>
        </pc:sldMkLst>
      </pc:sldChg>
      <pc:sldChg chg="addSp delSp modSp mod">
        <pc:chgData name="Silva, Roberta" userId="b835b2b2-069a-475b-82a7-1ba1a55a7774" providerId="ADAL" clId="{1A2C2EDB-6DA4-4BE1-B761-DCD40FC9C50F}" dt="2023-05-08T15:03:23.696" v="584" actId="20577"/>
        <pc:sldMkLst>
          <pc:docMk/>
          <pc:sldMk cId="791651367" sldId="2147471716"/>
        </pc:sldMkLst>
        <pc:spChg chg="mod">
          <ac:chgData name="Silva, Roberta" userId="b835b2b2-069a-475b-82a7-1ba1a55a7774" providerId="ADAL" clId="{1A2C2EDB-6DA4-4BE1-B761-DCD40FC9C50F}" dt="2023-05-08T12:53:48.249" v="13"/>
          <ac:spMkLst>
            <pc:docMk/>
            <pc:sldMk cId="791651367" sldId="2147471716"/>
            <ac:spMk id="2" creationId="{A563B742-D0A2-62D5-D291-6A62D64ED462}"/>
          </ac:spMkLst>
        </pc:spChg>
        <pc:spChg chg="add del mod">
          <ac:chgData name="Silva, Roberta" userId="b835b2b2-069a-475b-82a7-1ba1a55a7774" providerId="ADAL" clId="{1A2C2EDB-6DA4-4BE1-B761-DCD40FC9C50F}" dt="2023-05-08T15:01:22.031" v="559"/>
          <ac:spMkLst>
            <pc:docMk/>
            <pc:sldMk cId="791651367" sldId="2147471716"/>
            <ac:spMk id="6" creationId="{1DB9A3D8-7A53-02C9-A458-065B02760C84}"/>
          </ac:spMkLst>
        </pc:spChg>
        <pc:spChg chg="del">
          <ac:chgData name="Silva, Roberta" userId="b835b2b2-069a-475b-82a7-1ba1a55a7774" providerId="ADAL" clId="{1A2C2EDB-6DA4-4BE1-B761-DCD40FC9C50F}" dt="2023-05-08T15:00:21.035" v="555" actId="478"/>
          <ac:spMkLst>
            <pc:docMk/>
            <pc:sldMk cId="791651367" sldId="2147471716"/>
            <ac:spMk id="10" creationId="{00000000-0000-0000-0000-000000000000}"/>
          </ac:spMkLst>
        </pc:spChg>
        <pc:spChg chg="add del mod">
          <ac:chgData name="Silva, Roberta" userId="b835b2b2-069a-475b-82a7-1ba1a55a7774" providerId="ADAL" clId="{1A2C2EDB-6DA4-4BE1-B761-DCD40FC9C50F}" dt="2023-05-08T15:01:22.031" v="559"/>
          <ac:spMkLst>
            <pc:docMk/>
            <pc:sldMk cId="791651367" sldId="2147471716"/>
            <ac:spMk id="11" creationId="{99DA1257-FAA6-7504-1BFA-5FB9F32F8EFB}"/>
          </ac:spMkLst>
        </pc:spChg>
        <pc:spChg chg="add mod">
          <ac:chgData name="Silva, Roberta" userId="b835b2b2-069a-475b-82a7-1ba1a55a7774" providerId="ADAL" clId="{1A2C2EDB-6DA4-4BE1-B761-DCD40FC9C50F}" dt="2023-05-08T15:03:23.696" v="584" actId="20577"/>
          <ac:spMkLst>
            <pc:docMk/>
            <pc:sldMk cId="791651367" sldId="2147471716"/>
            <ac:spMk id="12" creationId="{3760D4D7-F589-78B1-B82E-D38A609FECCB}"/>
          </ac:spMkLst>
        </pc:spChg>
        <pc:spChg chg="add mod">
          <ac:chgData name="Silva, Roberta" userId="b835b2b2-069a-475b-82a7-1ba1a55a7774" providerId="ADAL" clId="{1A2C2EDB-6DA4-4BE1-B761-DCD40FC9C50F}" dt="2023-05-08T15:02:15.975" v="564" actId="404"/>
          <ac:spMkLst>
            <pc:docMk/>
            <pc:sldMk cId="791651367" sldId="2147471716"/>
            <ac:spMk id="13" creationId="{C189A58F-185C-CBC7-571C-C978129B1B0F}"/>
          </ac:spMkLst>
        </pc:spChg>
        <pc:picChg chg="add del mod ord">
          <ac:chgData name="Silva, Roberta" userId="b835b2b2-069a-475b-82a7-1ba1a55a7774" providerId="ADAL" clId="{1A2C2EDB-6DA4-4BE1-B761-DCD40FC9C50F}" dt="2023-05-08T15:00:14.429" v="554" actId="478"/>
          <ac:picMkLst>
            <pc:docMk/>
            <pc:sldMk cId="791651367" sldId="2147471716"/>
            <ac:picMk id="3" creationId="{00000000-0000-0000-0000-000000000000}"/>
          </ac:picMkLst>
        </pc:picChg>
        <pc:picChg chg="add mod">
          <ac:chgData name="Silva, Roberta" userId="b835b2b2-069a-475b-82a7-1ba1a55a7774" providerId="ADAL" clId="{1A2C2EDB-6DA4-4BE1-B761-DCD40FC9C50F}" dt="2023-05-08T15:02:23.249" v="565" actId="1076"/>
          <ac:picMkLst>
            <pc:docMk/>
            <pc:sldMk cId="791651367" sldId="2147471716"/>
            <ac:picMk id="5" creationId="{C48598A8-C680-6A07-9522-E0C6A0F6D09E}"/>
          </ac:picMkLst>
        </pc:picChg>
      </pc:sldChg>
      <pc:sldChg chg="modSp del">
        <pc:chgData name="Silva, Roberta" userId="b835b2b2-069a-475b-82a7-1ba1a55a7774" providerId="ADAL" clId="{1A2C2EDB-6DA4-4BE1-B761-DCD40FC9C50F}" dt="2023-05-08T13:55:46.126" v="315" actId="47"/>
        <pc:sldMkLst>
          <pc:docMk/>
          <pc:sldMk cId="2553240566" sldId="2147471726"/>
        </pc:sldMkLst>
        <pc:spChg chg="mod">
          <ac:chgData name="Silva, Roberta" userId="b835b2b2-069a-475b-82a7-1ba1a55a7774" providerId="ADAL" clId="{1A2C2EDB-6DA4-4BE1-B761-DCD40FC9C50F}" dt="2023-05-08T12:53:48.249" v="13"/>
          <ac:spMkLst>
            <pc:docMk/>
            <pc:sldMk cId="2553240566" sldId="2147471726"/>
            <ac:spMk id="26" creationId="{C0810E83-B6EB-45F5-9C08-B16448972F42}"/>
          </ac:spMkLst>
        </pc:spChg>
      </pc:sldChg>
      <pc:sldChg chg="add del">
        <pc:chgData name="Silva, Roberta" userId="b835b2b2-069a-475b-82a7-1ba1a55a7774" providerId="ADAL" clId="{1A2C2EDB-6DA4-4BE1-B761-DCD40FC9C50F}" dt="2023-05-08T13:58:34.501" v="319" actId="47"/>
        <pc:sldMkLst>
          <pc:docMk/>
          <pc:sldMk cId="485695272" sldId="2147471727"/>
        </pc:sldMkLst>
      </pc:sldChg>
      <pc:sldChg chg="addSp delSp modSp mod">
        <pc:chgData name="Silva, Roberta" userId="b835b2b2-069a-475b-82a7-1ba1a55a7774" providerId="ADAL" clId="{1A2C2EDB-6DA4-4BE1-B761-DCD40FC9C50F}" dt="2023-05-08T15:32:45.885" v="597"/>
        <pc:sldMkLst>
          <pc:docMk/>
          <pc:sldMk cId="3645883757" sldId="2147471730"/>
        </pc:sldMkLst>
        <pc:graphicFrameChg chg="del">
          <ac:chgData name="Silva, Roberta" userId="b835b2b2-069a-475b-82a7-1ba1a55a7774" providerId="ADAL" clId="{1A2C2EDB-6DA4-4BE1-B761-DCD40FC9C50F}" dt="2023-05-08T15:31:49.531" v="585" actId="478"/>
          <ac:graphicFrameMkLst>
            <pc:docMk/>
            <pc:sldMk cId="3645883757" sldId="2147471730"/>
            <ac:graphicFrameMk id="14" creationId="{00000000-0000-0000-0000-000000000000}"/>
          </ac:graphicFrameMkLst>
        </pc:graphicFrameChg>
        <pc:picChg chg="add mod">
          <ac:chgData name="Silva, Roberta" userId="b835b2b2-069a-475b-82a7-1ba1a55a7774" providerId="ADAL" clId="{1A2C2EDB-6DA4-4BE1-B761-DCD40FC9C50F}" dt="2023-05-08T15:32:24.682" v="592" actId="1076"/>
          <ac:picMkLst>
            <pc:docMk/>
            <pc:sldMk cId="3645883757" sldId="2147471730"/>
            <ac:picMk id="2" creationId="{ED4A4C40-C107-0DC7-190B-8EE3DF15391F}"/>
          </ac:picMkLst>
        </pc:picChg>
        <pc:picChg chg="add mod">
          <ac:chgData name="Silva, Roberta" userId="b835b2b2-069a-475b-82a7-1ba1a55a7774" providerId="ADAL" clId="{1A2C2EDB-6DA4-4BE1-B761-DCD40FC9C50F}" dt="2023-05-08T15:32:38.353" v="596" actId="14100"/>
          <ac:picMkLst>
            <pc:docMk/>
            <pc:sldMk cId="3645883757" sldId="2147471730"/>
            <ac:picMk id="3" creationId="{FB0D9240-1E58-A3E4-BDC0-87E2D90CF5FD}"/>
          </ac:picMkLst>
        </pc:picChg>
        <pc:picChg chg="add mod">
          <ac:chgData name="Silva, Roberta" userId="b835b2b2-069a-475b-82a7-1ba1a55a7774" providerId="ADAL" clId="{1A2C2EDB-6DA4-4BE1-B761-DCD40FC9C50F}" dt="2023-05-08T15:32:45.885" v="597"/>
          <ac:picMkLst>
            <pc:docMk/>
            <pc:sldMk cId="3645883757" sldId="2147471730"/>
            <ac:picMk id="6" creationId="{4B506B78-0FCE-57D0-0AA2-076F20976C4D}"/>
          </ac:picMkLst>
        </pc:picChg>
      </pc:sldChg>
      <pc:sldChg chg="del">
        <pc:chgData name="Silva, Roberta" userId="b835b2b2-069a-475b-82a7-1ba1a55a7774" providerId="ADAL" clId="{1A2C2EDB-6DA4-4BE1-B761-DCD40FC9C50F}" dt="2023-05-08T15:32:49.136" v="598" actId="47"/>
        <pc:sldMkLst>
          <pc:docMk/>
          <pc:sldMk cId="258749960" sldId="2147471731"/>
        </pc:sldMkLst>
      </pc:sldChg>
      <pc:sldChg chg="del">
        <pc:chgData name="Silva, Roberta" userId="b835b2b2-069a-475b-82a7-1ba1a55a7774" providerId="ADAL" clId="{1A2C2EDB-6DA4-4BE1-B761-DCD40FC9C50F}" dt="2023-05-08T12:41:35.964" v="3" actId="47"/>
        <pc:sldMkLst>
          <pc:docMk/>
          <pc:sldMk cId="2436837548" sldId="2147471732"/>
        </pc:sldMkLst>
      </pc:sldChg>
      <pc:sldChg chg="del">
        <pc:chgData name="Silva, Roberta" userId="b835b2b2-069a-475b-82a7-1ba1a55a7774" providerId="ADAL" clId="{1A2C2EDB-6DA4-4BE1-B761-DCD40FC9C50F}" dt="2023-05-08T13:10:22.914" v="15" actId="47"/>
        <pc:sldMkLst>
          <pc:docMk/>
          <pc:sldMk cId="3341108564" sldId="2147471733"/>
        </pc:sldMkLst>
      </pc:sldChg>
      <pc:sldChg chg="del">
        <pc:chgData name="Silva, Roberta" userId="b835b2b2-069a-475b-82a7-1ba1a55a7774" providerId="ADAL" clId="{1A2C2EDB-6DA4-4BE1-B761-DCD40FC9C50F}" dt="2023-05-08T13:10:23.579" v="16" actId="47"/>
        <pc:sldMkLst>
          <pc:docMk/>
          <pc:sldMk cId="694282508" sldId="2147471734"/>
        </pc:sldMkLst>
      </pc:sldChg>
      <pc:sldChg chg="del">
        <pc:chgData name="Silva, Roberta" userId="b835b2b2-069a-475b-82a7-1ba1a55a7774" providerId="ADAL" clId="{1A2C2EDB-6DA4-4BE1-B761-DCD40FC9C50F}" dt="2023-05-08T13:10:24.269" v="17" actId="47"/>
        <pc:sldMkLst>
          <pc:docMk/>
          <pc:sldMk cId="1508938340" sldId="2147471735"/>
        </pc:sldMkLst>
      </pc:sldChg>
      <pc:sldChg chg="del">
        <pc:chgData name="Silva, Roberta" userId="b835b2b2-069a-475b-82a7-1ba1a55a7774" providerId="ADAL" clId="{1A2C2EDB-6DA4-4BE1-B761-DCD40FC9C50F}" dt="2023-05-08T13:10:25.514" v="18" actId="47"/>
        <pc:sldMkLst>
          <pc:docMk/>
          <pc:sldMk cId="1805714285" sldId="2147471736"/>
        </pc:sldMkLst>
      </pc:sldChg>
      <pc:sldChg chg="del">
        <pc:chgData name="Silva, Roberta" userId="b835b2b2-069a-475b-82a7-1ba1a55a7774" providerId="ADAL" clId="{1A2C2EDB-6DA4-4BE1-B761-DCD40FC9C50F}" dt="2023-05-08T13:10:27.773" v="19" actId="47"/>
        <pc:sldMkLst>
          <pc:docMk/>
          <pc:sldMk cId="2807910436" sldId="2147471737"/>
        </pc:sldMkLst>
      </pc:sldChg>
      <pc:sldChg chg="addSp delSp modSp mod">
        <pc:chgData name="Silva, Roberta" userId="b835b2b2-069a-475b-82a7-1ba1a55a7774" providerId="ADAL" clId="{1A2C2EDB-6DA4-4BE1-B761-DCD40FC9C50F}" dt="2023-05-08T13:21:21.595" v="262" actId="1076"/>
        <pc:sldMkLst>
          <pc:docMk/>
          <pc:sldMk cId="3350083794" sldId="2147471738"/>
        </pc:sldMkLst>
        <pc:spChg chg="add del mod">
          <ac:chgData name="Silva, Roberta" userId="b835b2b2-069a-475b-82a7-1ba1a55a7774" providerId="ADAL" clId="{1A2C2EDB-6DA4-4BE1-B761-DCD40FC9C50F}" dt="2023-05-08T13:21:08.963" v="260" actId="478"/>
          <ac:spMkLst>
            <pc:docMk/>
            <pc:sldMk cId="3350083794" sldId="2147471738"/>
            <ac:spMk id="4" creationId="{675F9BC9-287A-4483-81E2-87CAB7974C03}"/>
          </ac:spMkLst>
        </pc:spChg>
        <pc:spChg chg="add del mod">
          <ac:chgData name="Silva, Roberta" userId="b835b2b2-069a-475b-82a7-1ba1a55a7774" providerId="ADAL" clId="{1A2C2EDB-6DA4-4BE1-B761-DCD40FC9C50F}" dt="2023-05-08T13:20:44.483" v="257" actId="478"/>
          <ac:spMkLst>
            <pc:docMk/>
            <pc:sldMk cId="3350083794" sldId="2147471738"/>
            <ac:spMk id="6" creationId="{461790C0-626B-ECE6-CE21-4B8273921D8E}"/>
          </ac:spMkLst>
        </pc:spChg>
        <pc:spChg chg="del mod">
          <ac:chgData name="Silva, Roberta" userId="b835b2b2-069a-475b-82a7-1ba1a55a7774" providerId="ADAL" clId="{1A2C2EDB-6DA4-4BE1-B761-DCD40FC9C50F}" dt="2023-05-08T13:20:39.172" v="254" actId="478"/>
          <ac:spMkLst>
            <pc:docMk/>
            <pc:sldMk cId="3350083794" sldId="2147471738"/>
            <ac:spMk id="12" creationId="{00000000-0000-0000-0000-000000000000}"/>
          </ac:spMkLst>
        </pc:spChg>
        <pc:spChg chg="del mod">
          <ac:chgData name="Silva, Roberta" userId="b835b2b2-069a-475b-82a7-1ba1a55a7774" providerId="ADAL" clId="{1A2C2EDB-6DA4-4BE1-B761-DCD40FC9C50F}" dt="2023-05-08T13:20:42.247" v="256" actId="478"/>
          <ac:spMkLst>
            <pc:docMk/>
            <pc:sldMk cId="3350083794" sldId="2147471738"/>
            <ac:spMk id="24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3:15:16.754" v="205" actId="20577"/>
          <ac:spMkLst>
            <pc:docMk/>
            <pc:sldMk cId="3350083794" sldId="2147471738"/>
            <ac:spMk id="1691" creationId="{00000000-0000-0000-0000-000000000000}"/>
          </ac:spMkLst>
        </pc:spChg>
        <pc:graphicFrameChg chg="add mod">
          <ac:chgData name="Silva, Roberta" userId="b835b2b2-069a-475b-82a7-1ba1a55a7774" providerId="ADAL" clId="{1A2C2EDB-6DA4-4BE1-B761-DCD40FC9C50F}" dt="2023-05-08T13:20:32.511" v="253" actId="1037"/>
          <ac:graphicFrameMkLst>
            <pc:docMk/>
            <pc:sldMk cId="3350083794" sldId="2147471738"/>
            <ac:graphicFrameMk id="2" creationId="{A4EBA1AF-37EE-6ED5-ADD9-2A86D2932894}"/>
          </ac:graphicFrameMkLst>
        </pc:graphicFrameChg>
        <pc:graphicFrameChg chg="add mod">
          <ac:chgData name="Silva, Roberta" userId="b835b2b2-069a-475b-82a7-1ba1a55a7774" providerId="ADAL" clId="{1A2C2EDB-6DA4-4BE1-B761-DCD40FC9C50F}" dt="2023-05-08T13:21:17.278" v="261" actId="1076"/>
          <ac:graphicFrameMkLst>
            <pc:docMk/>
            <pc:sldMk cId="3350083794" sldId="2147471738"/>
            <ac:graphicFrameMk id="5" creationId="{3BBBA16A-A4C2-5CAD-8951-F75884919BEE}"/>
          </ac:graphicFrameMkLst>
        </pc:graphicFrameChg>
        <pc:graphicFrameChg chg="mod">
          <ac:chgData name="Silva, Roberta" userId="b835b2b2-069a-475b-82a7-1ba1a55a7774" providerId="ADAL" clId="{1A2C2EDB-6DA4-4BE1-B761-DCD40FC9C50F}" dt="2023-05-08T13:21:21.595" v="262" actId="1076"/>
          <ac:graphicFrameMkLst>
            <pc:docMk/>
            <pc:sldMk cId="3350083794" sldId="2147471738"/>
            <ac:graphicFrameMk id="8" creationId="{00000000-0000-0000-0000-000000000000}"/>
          </ac:graphicFrameMkLst>
        </pc:graphicFrameChg>
        <pc:graphicFrameChg chg="mod">
          <ac:chgData name="Silva, Roberta" userId="b835b2b2-069a-475b-82a7-1ba1a55a7774" providerId="ADAL" clId="{1A2C2EDB-6DA4-4BE1-B761-DCD40FC9C50F}" dt="2023-05-08T13:20:17.796" v="240" actId="1076"/>
          <ac:graphicFrameMkLst>
            <pc:docMk/>
            <pc:sldMk cId="3350083794" sldId="2147471738"/>
            <ac:graphicFrameMk id="23" creationId="{00000000-0000-0000-0000-000000000000}"/>
          </ac:graphicFrameMkLst>
        </pc:graphicFrameChg>
      </pc:sldChg>
      <pc:sldChg chg="modSp add del mod">
        <pc:chgData name="Silva, Roberta" userId="b835b2b2-069a-475b-82a7-1ba1a55a7774" providerId="ADAL" clId="{1A2C2EDB-6DA4-4BE1-B761-DCD40FC9C50F}" dt="2023-05-08T13:21:30.205" v="263" actId="47"/>
        <pc:sldMkLst>
          <pc:docMk/>
          <pc:sldMk cId="769146021" sldId="2147471739"/>
        </pc:sldMkLst>
        <pc:spChg chg="mod">
          <ac:chgData name="Silva, Roberta" userId="b835b2b2-069a-475b-82a7-1ba1a55a7774" providerId="ADAL" clId="{1A2C2EDB-6DA4-4BE1-B761-DCD40FC9C50F}" dt="2023-05-08T13:15:43.332" v="206"/>
          <ac:spMkLst>
            <pc:docMk/>
            <pc:sldMk cId="769146021" sldId="2147471739"/>
            <ac:spMk id="1691" creationId="{00000000-0000-0000-0000-000000000000}"/>
          </ac:spMkLst>
        </pc:spChg>
        <pc:graphicFrameChg chg="modGraphic">
          <ac:chgData name="Silva, Roberta" userId="b835b2b2-069a-475b-82a7-1ba1a55a7774" providerId="ADAL" clId="{1A2C2EDB-6DA4-4BE1-B761-DCD40FC9C50F}" dt="2023-05-08T13:19:28.182" v="213" actId="2165"/>
          <ac:graphicFrameMkLst>
            <pc:docMk/>
            <pc:sldMk cId="769146021" sldId="2147471739"/>
            <ac:graphicFrameMk id="11" creationId="{00000000-0000-0000-0000-000000000000}"/>
          </ac:graphicFrameMkLst>
        </pc:graphicFrameChg>
      </pc:sldChg>
      <pc:sldChg chg="add del">
        <pc:chgData name="Silva, Roberta" userId="b835b2b2-069a-475b-82a7-1ba1a55a7774" providerId="ADAL" clId="{1A2C2EDB-6DA4-4BE1-B761-DCD40FC9C50F}" dt="2023-05-08T12:41:25.407" v="1"/>
        <pc:sldMkLst>
          <pc:docMk/>
          <pc:sldMk cId="1752000443" sldId="2147471743"/>
        </pc:sldMkLst>
      </pc:sldChg>
      <pc:sldChg chg="modSp add">
        <pc:chgData name="Silva, Roberta" userId="b835b2b2-069a-475b-82a7-1ba1a55a7774" providerId="ADAL" clId="{1A2C2EDB-6DA4-4BE1-B761-DCD40FC9C50F}" dt="2023-05-08T12:42:04.613" v="4"/>
        <pc:sldMkLst>
          <pc:docMk/>
          <pc:sldMk cId="3140668892" sldId="2147471743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3140668892" sldId="2147471743"/>
            <ac:spMk id="28" creationId="{A25A8956-AFD3-4ED5-8641-0D7299599D12}"/>
          </ac:spMkLst>
        </pc:spChg>
      </pc:sldChg>
      <pc:sldChg chg="modSp add del">
        <pc:chgData name="Silva, Roberta" userId="b835b2b2-069a-475b-82a7-1ba1a55a7774" providerId="ADAL" clId="{1A2C2EDB-6DA4-4BE1-B761-DCD40FC9C50F}" dt="2023-05-08T12:42:04.613" v="4"/>
        <pc:sldMkLst>
          <pc:docMk/>
          <pc:sldMk cId="2930925365" sldId="2147471744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2930925365" sldId="2147471744"/>
            <ac:spMk id="4" creationId="{4433EC1D-2F4D-09BD-9EE1-9849687950EB}"/>
          </ac:spMkLst>
        </pc:sp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930925365" sldId="2147471744"/>
            <ac:graphicFrameMk id="3" creationId="{990E6844-4DC3-456C-E840-1C4B06E0A352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930925365" sldId="2147471744"/>
            <ac:graphicFrameMk id="5" creationId="{66905C0C-E4BF-C5F8-F64D-B55734425450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1:25.603" v="2"/>
          <ac:graphicFrameMkLst>
            <pc:docMk/>
            <pc:sldMk cId="2930925365" sldId="2147471744"/>
            <ac:graphicFrameMk id="10" creationId="{CFE06AD2-EA50-C8FB-9E19-A755834B46E3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930925365" sldId="2147471744"/>
            <ac:graphicFrameMk id="11" creationId="{3835E774-B808-5049-9D94-BD7212E462F2}"/>
          </ac:graphicFrameMkLst>
        </pc:graphicFrameChg>
      </pc:sldChg>
      <pc:sldChg chg="modSp add del">
        <pc:chgData name="Silva, Roberta" userId="b835b2b2-069a-475b-82a7-1ba1a55a7774" providerId="ADAL" clId="{1A2C2EDB-6DA4-4BE1-B761-DCD40FC9C50F}" dt="2023-05-08T12:42:04.613" v="4"/>
        <pc:sldMkLst>
          <pc:docMk/>
          <pc:sldMk cId="2306172671" sldId="2147471745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2306172671" sldId="2147471745"/>
            <ac:spMk id="4" creationId="{4433EC1D-2F4D-09BD-9EE1-9849687950EB}"/>
          </ac:spMkLst>
        </pc:sp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306172671" sldId="2147471745"/>
            <ac:graphicFrameMk id="5" creationId="{66905C0C-E4BF-C5F8-F64D-B55734425450}"/>
          </ac:graphicFrameMkLst>
        </pc:graphicFrameChg>
        <pc:graphicFrameChg chg="mod">
          <ac:chgData name="Silva, Roberta" userId="b835b2b2-069a-475b-82a7-1ba1a55a7774" providerId="ADAL" clId="{1A2C2EDB-6DA4-4BE1-B761-DCD40FC9C50F}" dt="2023-05-08T12:42:04.613" v="4"/>
          <ac:graphicFrameMkLst>
            <pc:docMk/>
            <pc:sldMk cId="2306172671" sldId="2147471745"/>
            <ac:graphicFrameMk id="6" creationId="{06A13D06-7C31-4882-A07C-B4CDBF4DD01B}"/>
          </ac:graphicFrameMkLst>
        </pc:graphicFrameChg>
      </pc:sldChg>
      <pc:sldChg chg="modSp add del">
        <pc:chgData name="Silva, Roberta" userId="b835b2b2-069a-475b-82a7-1ba1a55a7774" providerId="ADAL" clId="{1A2C2EDB-6DA4-4BE1-B761-DCD40FC9C50F}" dt="2023-05-08T12:42:04.613" v="4"/>
        <pc:sldMkLst>
          <pc:docMk/>
          <pc:sldMk cId="665602910" sldId="2147471746"/>
        </pc:sldMkLst>
        <pc:spChg chg="mod">
          <ac:chgData name="Silva, Roberta" userId="b835b2b2-069a-475b-82a7-1ba1a55a7774" providerId="ADAL" clId="{1A2C2EDB-6DA4-4BE1-B761-DCD40FC9C50F}" dt="2023-05-08T12:42:04.613" v="4"/>
          <ac:spMkLst>
            <pc:docMk/>
            <pc:sldMk cId="665602910" sldId="2147471746"/>
            <ac:spMk id="4" creationId="{4433EC1D-2F4D-09BD-9EE1-9849687950EB}"/>
          </ac:spMkLst>
        </pc:spChg>
      </pc:sldChg>
      <pc:sldChg chg="addSp delSp modSp add mod">
        <pc:chgData name="Silva, Roberta" userId="b835b2b2-069a-475b-82a7-1ba1a55a7774" providerId="ADAL" clId="{1A2C2EDB-6DA4-4BE1-B761-DCD40FC9C50F}" dt="2023-05-08T14:49:48.388" v="536" actId="20577"/>
        <pc:sldMkLst>
          <pc:docMk/>
          <pc:sldMk cId="1395054923" sldId="2147471747"/>
        </pc:sldMkLst>
        <pc:spChg chg="del">
          <ac:chgData name="Silva, Roberta" userId="b835b2b2-069a-475b-82a7-1ba1a55a7774" providerId="ADAL" clId="{1A2C2EDB-6DA4-4BE1-B761-DCD40FC9C50F}" dt="2023-05-08T14:26:49.118" v="450" actId="478"/>
          <ac:spMkLst>
            <pc:docMk/>
            <pc:sldMk cId="1395054923" sldId="2147471747"/>
            <ac:spMk id="15" creationId="{00000000-0000-0000-0000-000000000000}"/>
          </ac:spMkLst>
        </pc:spChg>
        <pc:spChg chg="mod">
          <ac:chgData name="Silva, Roberta" userId="b835b2b2-069a-475b-82a7-1ba1a55a7774" providerId="ADAL" clId="{1A2C2EDB-6DA4-4BE1-B761-DCD40FC9C50F}" dt="2023-05-08T14:49:48.388" v="536" actId="20577"/>
          <ac:spMkLst>
            <pc:docMk/>
            <pc:sldMk cId="1395054923" sldId="2147471747"/>
            <ac:spMk id="1691" creationId="{00000000-0000-0000-0000-000000000000}"/>
          </ac:spMkLst>
        </pc:spChg>
        <pc:picChg chg="add del mod">
          <ac:chgData name="Silva, Roberta" userId="b835b2b2-069a-475b-82a7-1ba1a55a7774" providerId="ADAL" clId="{1A2C2EDB-6DA4-4BE1-B761-DCD40FC9C50F}" dt="2023-05-08T14:29:25.092" v="455" actId="478"/>
          <ac:picMkLst>
            <pc:docMk/>
            <pc:sldMk cId="1395054923" sldId="2147471747"/>
            <ac:picMk id="2" creationId="{A646AA38-5808-A2EA-587E-E087959B3A9B}"/>
          </ac:picMkLst>
        </pc:picChg>
        <pc:picChg chg="del">
          <ac:chgData name="Silva, Roberta" userId="b835b2b2-069a-475b-82a7-1ba1a55a7774" providerId="ADAL" clId="{1A2C2EDB-6DA4-4BE1-B761-DCD40FC9C50F}" dt="2023-05-08T14:26:51.994" v="451" actId="478"/>
          <ac:picMkLst>
            <pc:docMk/>
            <pc:sldMk cId="1395054923" sldId="2147471747"/>
            <ac:picMk id="4" creationId="{00000000-0000-0000-0000-000000000000}"/>
          </ac:picMkLst>
        </pc:picChg>
        <pc:picChg chg="add mod">
          <ac:chgData name="Silva, Roberta" userId="b835b2b2-069a-475b-82a7-1ba1a55a7774" providerId="ADAL" clId="{1A2C2EDB-6DA4-4BE1-B761-DCD40FC9C50F}" dt="2023-05-08T14:30:21.539" v="462" actId="1076"/>
          <ac:picMkLst>
            <pc:docMk/>
            <pc:sldMk cId="1395054923" sldId="2147471747"/>
            <ac:picMk id="4" creationId="{23879A36-403D-1DEE-D8CE-F4DD2C88593B}"/>
          </ac:picMkLst>
        </pc:picChg>
      </pc:sldChg>
      <pc:sldChg chg="addSp delSp modSp add mod">
        <pc:chgData name="Silva, Roberta" userId="b835b2b2-069a-475b-82a7-1ba1a55a7774" providerId="ADAL" clId="{1A2C2EDB-6DA4-4BE1-B761-DCD40FC9C50F}" dt="2023-05-08T14:50:00.975" v="538" actId="20577"/>
        <pc:sldMkLst>
          <pc:docMk/>
          <pc:sldMk cId="2424743783" sldId="2147471748"/>
        </pc:sldMkLst>
        <pc:spChg chg="mod">
          <ac:chgData name="Silva, Roberta" userId="b835b2b2-069a-475b-82a7-1ba1a55a7774" providerId="ADAL" clId="{1A2C2EDB-6DA4-4BE1-B761-DCD40FC9C50F}" dt="2023-05-08T14:50:00.975" v="538" actId="20577"/>
          <ac:spMkLst>
            <pc:docMk/>
            <pc:sldMk cId="2424743783" sldId="2147471748"/>
            <ac:spMk id="1691" creationId="{00000000-0000-0000-0000-000000000000}"/>
          </ac:spMkLst>
        </pc:spChg>
        <pc:picChg chg="add mod">
          <ac:chgData name="Silva, Roberta" userId="b835b2b2-069a-475b-82a7-1ba1a55a7774" providerId="ADAL" clId="{1A2C2EDB-6DA4-4BE1-B761-DCD40FC9C50F}" dt="2023-05-08T14:31:03.149" v="467" actId="1076"/>
          <ac:picMkLst>
            <pc:docMk/>
            <pc:sldMk cId="2424743783" sldId="2147471748"/>
            <ac:picMk id="2" creationId="{65178970-EB8D-B95B-4B36-4477C57EDE86}"/>
          </ac:picMkLst>
        </pc:picChg>
        <pc:picChg chg="del">
          <ac:chgData name="Silva, Roberta" userId="b835b2b2-069a-475b-82a7-1ba1a55a7774" providerId="ADAL" clId="{1A2C2EDB-6DA4-4BE1-B761-DCD40FC9C50F}" dt="2023-05-08T14:30:32.596" v="464" actId="478"/>
          <ac:picMkLst>
            <pc:docMk/>
            <pc:sldMk cId="2424743783" sldId="2147471748"/>
            <ac:picMk id="4" creationId="{23879A36-403D-1DEE-D8CE-F4DD2C88593B}"/>
          </ac:picMkLst>
        </pc:picChg>
      </pc:sldChg>
      <pc:sldChg chg="addSp delSp modSp add mod">
        <pc:chgData name="Silva, Roberta" userId="b835b2b2-069a-475b-82a7-1ba1a55a7774" providerId="ADAL" clId="{1A2C2EDB-6DA4-4BE1-B761-DCD40FC9C50F}" dt="2023-05-08T14:50:10.848" v="540" actId="20577"/>
        <pc:sldMkLst>
          <pc:docMk/>
          <pc:sldMk cId="287253918" sldId="2147471749"/>
        </pc:sldMkLst>
        <pc:spChg chg="mod">
          <ac:chgData name="Silva, Roberta" userId="b835b2b2-069a-475b-82a7-1ba1a55a7774" providerId="ADAL" clId="{1A2C2EDB-6DA4-4BE1-B761-DCD40FC9C50F}" dt="2023-05-08T14:50:10.848" v="540" actId="20577"/>
          <ac:spMkLst>
            <pc:docMk/>
            <pc:sldMk cId="287253918" sldId="2147471749"/>
            <ac:spMk id="1691" creationId="{00000000-0000-0000-0000-000000000000}"/>
          </ac:spMkLst>
        </pc:spChg>
        <pc:picChg chg="del">
          <ac:chgData name="Silva, Roberta" userId="b835b2b2-069a-475b-82a7-1ba1a55a7774" providerId="ADAL" clId="{1A2C2EDB-6DA4-4BE1-B761-DCD40FC9C50F}" dt="2023-05-08T14:31:11.058" v="469" actId="478"/>
          <ac:picMkLst>
            <pc:docMk/>
            <pc:sldMk cId="287253918" sldId="2147471749"/>
            <ac:picMk id="2" creationId="{65178970-EB8D-B95B-4B36-4477C57EDE86}"/>
          </ac:picMkLst>
        </pc:picChg>
        <pc:picChg chg="add mod">
          <ac:chgData name="Silva, Roberta" userId="b835b2b2-069a-475b-82a7-1ba1a55a7774" providerId="ADAL" clId="{1A2C2EDB-6DA4-4BE1-B761-DCD40FC9C50F}" dt="2023-05-08T14:31:56.893" v="473" actId="1076"/>
          <ac:picMkLst>
            <pc:docMk/>
            <pc:sldMk cId="287253918" sldId="2147471749"/>
            <ac:picMk id="4" creationId="{FCDC36D8-9225-7FCF-3FE1-5A7FCC2E5BA6}"/>
          </ac:picMkLst>
        </pc:picChg>
      </pc:sldChg>
      <pc:sldChg chg="addSp delSp modSp add mod">
        <pc:chgData name="Silva, Roberta" userId="b835b2b2-069a-475b-82a7-1ba1a55a7774" providerId="ADAL" clId="{1A2C2EDB-6DA4-4BE1-B761-DCD40FC9C50F}" dt="2023-05-08T14:50:17.344" v="542" actId="20577"/>
        <pc:sldMkLst>
          <pc:docMk/>
          <pc:sldMk cId="3147002709" sldId="2147471750"/>
        </pc:sldMkLst>
        <pc:spChg chg="mod">
          <ac:chgData name="Silva, Roberta" userId="b835b2b2-069a-475b-82a7-1ba1a55a7774" providerId="ADAL" clId="{1A2C2EDB-6DA4-4BE1-B761-DCD40FC9C50F}" dt="2023-05-08T14:50:17.344" v="542" actId="20577"/>
          <ac:spMkLst>
            <pc:docMk/>
            <pc:sldMk cId="3147002709" sldId="2147471750"/>
            <ac:spMk id="1691" creationId="{00000000-0000-0000-0000-000000000000}"/>
          </ac:spMkLst>
        </pc:spChg>
        <pc:picChg chg="add mod">
          <ac:chgData name="Silva, Roberta" userId="b835b2b2-069a-475b-82a7-1ba1a55a7774" providerId="ADAL" clId="{1A2C2EDB-6DA4-4BE1-B761-DCD40FC9C50F}" dt="2023-05-08T14:32:35.409" v="479" actId="14100"/>
          <ac:picMkLst>
            <pc:docMk/>
            <pc:sldMk cId="3147002709" sldId="2147471750"/>
            <ac:picMk id="2" creationId="{79922F01-6EE6-3EC2-F208-50E72E087076}"/>
          </ac:picMkLst>
        </pc:picChg>
        <pc:picChg chg="del">
          <ac:chgData name="Silva, Roberta" userId="b835b2b2-069a-475b-82a7-1ba1a55a7774" providerId="ADAL" clId="{1A2C2EDB-6DA4-4BE1-B761-DCD40FC9C50F}" dt="2023-05-08T14:32:08.388" v="475" actId="478"/>
          <ac:picMkLst>
            <pc:docMk/>
            <pc:sldMk cId="3147002709" sldId="2147471750"/>
            <ac:picMk id="4" creationId="{FCDC36D8-9225-7FCF-3FE1-5A7FCC2E5BA6}"/>
          </ac:picMkLst>
        </pc:picChg>
      </pc:sldChg>
      <pc:sldChg chg="addSp delSp modSp add mod">
        <pc:chgData name="Silva, Roberta" userId="b835b2b2-069a-475b-82a7-1ba1a55a7774" providerId="ADAL" clId="{1A2C2EDB-6DA4-4BE1-B761-DCD40FC9C50F}" dt="2023-05-08T14:50:24.570" v="544" actId="20577"/>
        <pc:sldMkLst>
          <pc:docMk/>
          <pc:sldMk cId="1022619909" sldId="2147471751"/>
        </pc:sldMkLst>
        <pc:spChg chg="mod">
          <ac:chgData name="Silva, Roberta" userId="b835b2b2-069a-475b-82a7-1ba1a55a7774" providerId="ADAL" clId="{1A2C2EDB-6DA4-4BE1-B761-DCD40FC9C50F}" dt="2023-05-08T14:50:24.570" v="544" actId="20577"/>
          <ac:spMkLst>
            <pc:docMk/>
            <pc:sldMk cId="1022619909" sldId="2147471751"/>
            <ac:spMk id="1691" creationId="{00000000-0000-0000-0000-000000000000}"/>
          </ac:spMkLst>
        </pc:spChg>
        <pc:picChg chg="del">
          <ac:chgData name="Silva, Roberta" userId="b835b2b2-069a-475b-82a7-1ba1a55a7774" providerId="ADAL" clId="{1A2C2EDB-6DA4-4BE1-B761-DCD40FC9C50F}" dt="2023-05-08T14:32:52.821" v="481" actId="478"/>
          <ac:picMkLst>
            <pc:docMk/>
            <pc:sldMk cId="1022619909" sldId="2147471751"/>
            <ac:picMk id="2" creationId="{79922F01-6EE6-3EC2-F208-50E72E087076}"/>
          </ac:picMkLst>
        </pc:picChg>
        <pc:picChg chg="add mod">
          <ac:chgData name="Silva, Roberta" userId="b835b2b2-069a-475b-82a7-1ba1a55a7774" providerId="ADAL" clId="{1A2C2EDB-6DA4-4BE1-B761-DCD40FC9C50F}" dt="2023-05-08T14:33:28.207" v="486" actId="14100"/>
          <ac:picMkLst>
            <pc:docMk/>
            <pc:sldMk cId="1022619909" sldId="2147471751"/>
            <ac:picMk id="4" creationId="{F8A95EC7-D32E-EDDC-2D92-E35D98F3EA89}"/>
          </ac:picMkLst>
        </pc:picChg>
      </pc:sldChg>
    </pc:docChg>
  </pc:docChgLst>
  <pc:docChgLst>
    <pc:chgData name="Silva, Roberta" userId="b835b2b2-069a-475b-82a7-1ba1a55a7774" providerId="ADAL" clId="{67B5730F-1EAC-4BC4-8F74-FFDE1310C63A}"/>
    <pc:docChg chg="undo custSel addSld delSld modSld sldOrd delMainMaster modSection">
      <pc:chgData name="Silva, Roberta" userId="b835b2b2-069a-475b-82a7-1ba1a55a7774" providerId="ADAL" clId="{67B5730F-1EAC-4BC4-8F74-FFDE1310C63A}" dt="2023-05-22T14:08:32.505" v="646" actId="2696"/>
      <pc:docMkLst>
        <pc:docMk/>
      </pc:docMkLst>
      <pc:sldChg chg="del">
        <pc:chgData name="Silva, Roberta" userId="b835b2b2-069a-475b-82a7-1ba1a55a7774" providerId="ADAL" clId="{67B5730F-1EAC-4BC4-8F74-FFDE1310C63A}" dt="2023-05-22T13:11:16.470" v="6" actId="47"/>
        <pc:sldMkLst>
          <pc:docMk/>
          <pc:sldMk cId="1188670405" sldId="2147471753"/>
        </pc:sldMkLst>
      </pc:sldChg>
      <pc:sldChg chg="addSp delSp modSp mod modShow">
        <pc:chgData name="Silva, Roberta" userId="b835b2b2-069a-475b-82a7-1ba1a55a7774" providerId="ADAL" clId="{67B5730F-1EAC-4BC4-8F74-FFDE1310C63A}" dt="2023-05-22T14:06:21.171" v="345" actId="729"/>
        <pc:sldMkLst>
          <pc:docMk/>
          <pc:sldMk cId="3720201560" sldId="2147471754"/>
        </pc:sldMkLst>
        <pc:spChg chg="del">
          <ac:chgData name="Silva, Roberta" userId="b835b2b2-069a-475b-82a7-1ba1a55a7774" providerId="ADAL" clId="{67B5730F-1EAC-4BC4-8F74-FFDE1310C63A}" dt="2023-05-22T13:59:43.245" v="321" actId="478"/>
          <ac:spMkLst>
            <pc:docMk/>
            <pc:sldMk cId="3720201560" sldId="2147471754"/>
            <ac:spMk id="9" creationId="{36048968-1452-FCBB-9883-13AD0F8056A8}"/>
          </ac:spMkLst>
        </pc:spChg>
        <pc:spChg chg="del">
          <ac:chgData name="Silva, Roberta" userId="b835b2b2-069a-475b-82a7-1ba1a55a7774" providerId="ADAL" clId="{67B5730F-1EAC-4BC4-8F74-FFDE1310C63A}" dt="2023-05-22T13:59:43.245" v="321" actId="478"/>
          <ac:spMkLst>
            <pc:docMk/>
            <pc:sldMk cId="3720201560" sldId="2147471754"/>
            <ac:spMk id="22" creationId="{A0FAFA47-056B-C277-28D6-40525AC14635}"/>
          </ac:spMkLst>
        </pc:spChg>
        <pc:spChg chg="del">
          <ac:chgData name="Silva, Roberta" userId="b835b2b2-069a-475b-82a7-1ba1a55a7774" providerId="ADAL" clId="{67B5730F-1EAC-4BC4-8F74-FFDE1310C63A}" dt="2023-05-22T13:59:43.245" v="321" actId="478"/>
          <ac:spMkLst>
            <pc:docMk/>
            <pc:sldMk cId="3720201560" sldId="2147471754"/>
            <ac:spMk id="23" creationId="{4109791E-910D-7E39-A283-5C2B1B66AAA7}"/>
          </ac:spMkLst>
        </pc:spChg>
        <pc:spChg chg="mod">
          <ac:chgData name="Silva, Roberta" userId="b835b2b2-069a-475b-82a7-1ba1a55a7774" providerId="ADAL" clId="{67B5730F-1EAC-4BC4-8F74-FFDE1310C63A}" dt="2023-05-22T13:57:56.737" v="310" actId="313"/>
          <ac:spMkLst>
            <pc:docMk/>
            <pc:sldMk cId="3720201560" sldId="2147471754"/>
            <ac:spMk id="28" creationId="{A25A8956-AFD3-4ED5-8641-0D7299599D12}"/>
          </ac:spMkLst>
        </pc:spChg>
        <pc:graphicFrameChg chg="del">
          <ac:chgData name="Silva, Roberta" userId="b835b2b2-069a-475b-82a7-1ba1a55a7774" providerId="ADAL" clId="{67B5730F-1EAC-4BC4-8F74-FFDE1310C63A}" dt="2023-05-22T13:59:43.245" v="321" actId="478"/>
          <ac:graphicFrameMkLst>
            <pc:docMk/>
            <pc:sldMk cId="3720201560" sldId="2147471754"/>
            <ac:graphicFrameMk id="2" creationId="{5A6A14D8-D9AC-1812-3C98-D3CCC1D1C1C8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9:54.735" v="324" actId="478"/>
          <ac:graphicFrameMkLst>
            <pc:docMk/>
            <pc:sldMk cId="3720201560" sldId="2147471754"/>
            <ac:graphicFrameMk id="3" creationId="{47ECFCB8-0CFB-4328-4701-A19F7488A990}"/>
          </ac:graphicFrameMkLst>
        </pc:graphicFrameChg>
        <pc:graphicFrameChg chg="del modGraphic">
          <ac:chgData name="Silva, Roberta" userId="b835b2b2-069a-475b-82a7-1ba1a55a7774" providerId="ADAL" clId="{67B5730F-1EAC-4BC4-8F74-FFDE1310C63A}" dt="2023-05-22T13:59:50.582" v="323" actId="478"/>
          <ac:graphicFrameMkLst>
            <pc:docMk/>
            <pc:sldMk cId="3720201560" sldId="2147471754"/>
            <ac:graphicFrameMk id="7" creationId="{25B45A05-34A7-9EAD-5CAF-CA81520FF37D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9:43.245" v="321" actId="478"/>
          <ac:graphicFrameMkLst>
            <pc:docMk/>
            <pc:sldMk cId="3720201560" sldId="2147471754"/>
            <ac:graphicFrameMk id="8" creationId="{2E6D202B-2473-2BC5-0FED-3C6501996367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9:43.245" v="321" actId="478"/>
          <ac:graphicFrameMkLst>
            <pc:docMk/>
            <pc:sldMk cId="3720201560" sldId="2147471754"/>
            <ac:graphicFrameMk id="10" creationId="{14C4EF86-7261-2E03-D1C6-57844095198E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9:43.245" v="321" actId="478"/>
          <ac:graphicFrameMkLst>
            <pc:docMk/>
            <pc:sldMk cId="3720201560" sldId="2147471754"/>
            <ac:graphicFrameMk id="25" creationId="{D21839CB-94BA-EA62-7412-E2C6AEC56C09}"/>
          </ac:graphicFrameMkLst>
        </pc:graphicFrameChg>
        <pc:picChg chg="add mod ord">
          <ac:chgData name="Silva, Roberta" userId="b835b2b2-069a-475b-82a7-1ba1a55a7774" providerId="ADAL" clId="{67B5730F-1EAC-4BC4-8F74-FFDE1310C63A}" dt="2023-05-22T14:00:43.605" v="331" actId="167"/>
          <ac:picMkLst>
            <pc:docMk/>
            <pc:sldMk cId="3720201560" sldId="2147471754"/>
            <ac:picMk id="4" creationId="{4144D1BC-3B8F-A815-BDF9-0590A7E3523C}"/>
          </ac:picMkLst>
        </pc:picChg>
        <pc:picChg chg="add mod ord">
          <ac:chgData name="Silva, Roberta" userId="b835b2b2-069a-475b-82a7-1ba1a55a7774" providerId="ADAL" clId="{67B5730F-1EAC-4BC4-8F74-FFDE1310C63A}" dt="2023-05-22T14:02:49.075" v="344"/>
          <ac:picMkLst>
            <pc:docMk/>
            <pc:sldMk cId="3720201560" sldId="2147471754"/>
            <ac:picMk id="5" creationId="{67B30906-9A56-2073-6DC1-8EB147D25041}"/>
          </ac:picMkLst>
        </pc:picChg>
        <pc:picChg chg="add mod ord">
          <ac:chgData name="Silva, Roberta" userId="b835b2b2-069a-475b-82a7-1ba1a55a7774" providerId="ADAL" clId="{67B5730F-1EAC-4BC4-8F74-FFDE1310C63A}" dt="2023-05-22T14:01:22.428" v="336"/>
          <ac:picMkLst>
            <pc:docMk/>
            <pc:sldMk cId="3720201560" sldId="2147471754"/>
            <ac:picMk id="6" creationId="{159A6596-EC59-0119-430C-1A3D798ABF17}"/>
          </ac:picMkLst>
        </pc:picChg>
      </pc:sldChg>
      <pc:sldChg chg="addSp delSp modSp mod">
        <pc:chgData name="Silva, Roberta" userId="b835b2b2-069a-475b-82a7-1ba1a55a7774" providerId="ADAL" clId="{67B5730F-1EAC-4BC4-8F74-FFDE1310C63A}" dt="2023-05-22T14:01:44.678" v="341" actId="14100"/>
        <pc:sldMkLst>
          <pc:docMk/>
          <pc:sldMk cId="1850807879" sldId="2147471755"/>
        </pc:sldMkLst>
        <pc:spChg chg="mod">
          <ac:chgData name="Silva, Roberta" userId="b835b2b2-069a-475b-82a7-1ba1a55a7774" providerId="ADAL" clId="{67B5730F-1EAC-4BC4-8F74-FFDE1310C63A}" dt="2023-05-22T13:57:58.300" v="311" actId="313"/>
          <ac:spMkLst>
            <pc:docMk/>
            <pc:sldMk cId="1850807879" sldId="2147471755"/>
            <ac:spMk id="4" creationId="{4433EC1D-2F4D-09BD-9EE1-9849687950EB}"/>
          </ac:spMkLst>
        </pc:spChg>
        <pc:graphicFrameChg chg="mod modGraphic">
          <ac:chgData name="Silva, Roberta" userId="b835b2b2-069a-475b-82a7-1ba1a55a7774" providerId="ADAL" clId="{67B5730F-1EAC-4BC4-8F74-FFDE1310C63A}" dt="2023-05-22T14:01:44.678" v="341" actId="14100"/>
          <ac:graphicFrameMkLst>
            <pc:docMk/>
            <pc:sldMk cId="1850807879" sldId="2147471755"/>
            <ac:graphicFrameMk id="5" creationId="{66905C0C-E4BF-C5F8-F64D-B55734425450}"/>
          </ac:graphicFrameMkLst>
        </pc:graphicFrameChg>
        <pc:graphicFrameChg chg="del">
          <ac:chgData name="Silva, Roberta" userId="b835b2b2-069a-475b-82a7-1ba1a55a7774" providerId="ADAL" clId="{67B5730F-1EAC-4BC4-8F74-FFDE1310C63A}" dt="2023-05-22T14:01:25.232" v="337" actId="478"/>
          <ac:graphicFrameMkLst>
            <pc:docMk/>
            <pc:sldMk cId="1850807879" sldId="2147471755"/>
            <ac:graphicFrameMk id="7" creationId="{832D433B-AF09-81D8-5419-6533967EABE9}"/>
          </ac:graphicFrameMkLst>
        </pc:graphicFrameChg>
        <pc:graphicFrameChg chg="add mod modGraphic">
          <ac:chgData name="Silva, Roberta" userId="b835b2b2-069a-475b-82a7-1ba1a55a7774" providerId="ADAL" clId="{67B5730F-1EAC-4BC4-8F74-FFDE1310C63A}" dt="2023-05-22T14:01:41.306" v="340"/>
          <ac:graphicFrameMkLst>
            <pc:docMk/>
            <pc:sldMk cId="1850807879" sldId="2147471755"/>
            <ac:graphicFrameMk id="8" creationId="{B87C6B38-242C-5086-A995-AF9C5A742524}"/>
          </ac:graphicFrameMkLst>
        </pc:graphicFrameChg>
      </pc:sldChg>
      <pc:sldChg chg="modSp mod">
        <pc:chgData name="Silva, Roberta" userId="b835b2b2-069a-475b-82a7-1ba1a55a7774" providerId="ADAL" clId="{67B5730F-1EAC-4BC4-8F74-FFDE1310C63A}" dt="2023-05-22T13:58:00.424" v="312" actId="313"/>
        <pc:sldMkLst>
          <pc:docMk/>
          <pc:sldMk cId="4102615058" sldId="2147471756"/>
        </pc:sldMkLst>
        <pc:spChg chg="mod">
          <ac:chgData name="Silva, Roberta" userId="b835b2b2-069a-475b-82a7-1ba1a55a7774" providerId="ADAL" clId="{67B5730F-1EAC-4BC4-8F74-FFDE1310C63A}" dt="2023-05-22T13:58:00.424" v="312" actId="313"/>
          <ac:spMkLst>
            <pc:docMk/>
            <pc:sldMk cId="4102615058" sldId="2147471756"/>
            <ac:spMk id="4" creationId="{4433EC1D-2F4D-09BD-9EE1-9849687950EB}"/>
          </ac:spMkLst>
        </pc:spChg>
      </pc:sldChg>
      <pc:sldChg chg="addSp delSp modSp mod modShow">
        <pc:chgData name="Silva, Roberta" userId="b835b2b2-069a-475b-82a7-1ba1a55a7774" providerId="ADAL" clId="{67B5730F-1EAC-4BC4-8F74-FFDE1310C63A}" dt="2023-05-22T14:06:26.621" v="346" actId="729"/>
        <pc:sldMkLst>
          <pc:docMk/>
          <pc:sldMk cId="3181319404" sldId="2147471757"/>
        </pc:sldMkLst>
        <pc:spChg chg="del">
          <ac:chgData name="Silva, Roberta" userId="b835b2b2-069a-475b-82a7-1ba1a55a7774" providerId="ADAL" clId="{67B5730F-1EAC-4BC4-8F74-FFDE1310C63A}" dt="2023-05-22T13:57:10.840" v="299" actId="478"/>
          <ac:spMkLst>
            <pc:docMk/>
            <pc:sldMk cId="3181319404" sldId="2147471757"/>
            <ac:spMk id="9" creationId="{36048968-1452-FCBB-9883-13AD0F8056A8}"/>
          </ac:spMkLst>
        </pc:spChg>
        <pc:spChg chg="mod">
          <ac:chgData name="Silva, Roberta" userId="b835b2b2-069a-475b-82a7-1ba1a55a7774" providerId="ADAL" clId="{67B5730F-1EAC-4BC4-8F74-FFDE1310C63A}" dt="2023-05-22T13:57:45.054" v="307" actId="313"/>
          <ac:spMkLst>
            <pc:docMk/>
            <pc:sldMk cId="3181319404" sldId="2147471757"/>
            <ac:spMk id="28" creationId="{A25A8956-AFD3-4ED5-8641-0D7299599D12}"/>
          </ac:spMkLst>
        </pc:spChg>
        <pc:graphicFrameChg chg="del">
          <ac:chgData name="Silva, Roberta" userId="b835b2b2-069a-475b-82a7-1ba1a55a7774" providerId="ADAL" clId="{67B5730F-1EAC-4BC4-8F74-FFDE1310C63A}" dt="2023-05-22T13:57:10.840" v="299" actId="478"/>
          <ac:graphicFrameMkLst>
            <pc:docMk/>
            <pc:sldMk cId="3181319404" sldId="2147471757"/>
            <ac:graphicFrameMk id="3" creationId="{64D879E1-67DD-4927-A411-9E0E97F578D6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7:10.840" v="299" actId="478"/>
          <ac:graphicFrameMkLst>
            <pc:docMk/>
            <pc:sldMk cId="3181319404" sldId="2147471757"/>
            <ac:graphicFrameMk id="6" creationId="{D3DE8050-B086-4AFE-83E2-51E389287C45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7:10.840" v="299" actId="478"/>
          <ac:graphicFrameMkLst>
            <pc:docMk/>
            <pc:sldMk cId="3181319404" sldId="2147471757"/>
            <ac:graphicFrameMk id="7" creationId="{25B45A05-34A7-9EAD-5CAF-CA81520FF37D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7:10.840" v="299" actId="478"/>
          <ac:graphicFrameMkLst>
            <pc:docMk/>
            <pc:sldMk cId="3181319404" sldId="2147471757"/>
            <ac:graphicFrameMk id="8" creationId="{9A538432-8A41-4514-B906-789B6CEB3FA9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7:10.840" v="299" actId="478"/>
          <ac:graphicFrameMkLst>
            <pc:docMk/>
            <pc:sldMk cId="3181319404" sldId="2147471757"/>
            <ac:graphicFrameMk id="16" creationId="{D21839CB-94BA-EA62-7412-E2C6AEC56C09}"/>
          </ac:graphicFrameMkLst>
        </pc:graphicFrameChg>
        <pc:picChg chg="add mod">
          <ac:chgData name="Silva, Roberta" userId="b835b2b2-069a-475b-82a7-1ba1a55a7774" providerId="ADAL" clId="{67B5730F-1EAC-4BC4-8F74-FFDE1310C63A}" dt="2023-05-22T13:57:31.922" v="306" actId="1036"/>
          <ac:picMkLst>
            <pc:docMk/>
            <pc:sldMk cId="3181319404" sldId="2147471757"/>
            <ac:picMk id="2" creationId="{FD6E347B-B66E-3B4F-59F1-B84204B74A4F}"/>
          </ac:picMkLst>
        </pc:picChg>
        <pc:picChg chg="add mod ord">
          <ac:chgData name="Silva, Roberta" userId="b835b2b2-069a-475b-82a7-1ba1a55a7774" providerId="ADAL" clId="{67B5730F-1EAC-4BC4-8F74-FFDE1310C63A}" dt="2023-05-22T13:59:31.194" v="320"/>
          <ac:picMkLst>
            <pc:docMk/>
            <pc:sldMk cId="3181319404" sldId="2147471757"/>
            <ac:picMk id="4" creationId="{ABBB7618-E9D5-F844-4A71-D7055BA6BB5B}"/>
          </ac:picMkLst>
        </pc:picChg>
        <pc:picChg chg="del">
          <ac:chgData name="Silva, Roberta" userId="b835b2b2-069a-475b-82a7-1ba1a55a7774" providerId="ADAL" clId="{67B5730F-1EAC-4BC4-8F74-FFDE1310C63A}" dt="2023-05-22T13:57:10.840" v="299" actId="478"/>
          <ac:picMkLst>
            <pc:docMk/>
            <pc:sldMk cId="3181319404" sldId="2147471757"/>
            <ac:picMk id="10" creationId="{8816356F-2109-6BCD-E648-A57FCD9444BD}"/>
          </ac:picMkLst>
        </pc:picChg>
        <pc:picChg chg="ord">
          <ac:chgData name="Silva, Roberta" userId="b835b2b2-069a-475b-82a7-1ba1a55a7774" providerId="ADAL" clId="{67B5730F-1EAC-4BC4-8F74-FFDE1310C63A}" dt="2023-05-22T13:57:28.727" v="301" actId="166"/>
          <ac:picMkLst>
            <pc:docMk/>
            <pc:sldMk cId="3181319404" sldId="2147471757"/>
            <ac:picMk id="15" creationId="{FDE9BED5-2946-C10A-FB68-4939C92C0172}"/>
          </ac:picMkLst>
        </pc:picChg>
      </pc:sldChg>
      <pc:sldChg chg="addSp delSp modSp mod">
        <pc:chgData name="Silva, Roberta" userId="b835b2b2-069a-475b-82a7-1ba1a55a7774" providerId="ADAL" clId="{67B5730F-1EAC-4BC4-8F74-FFDE1310C63A}" dt="2023-05-22T13:58:40.060" v="316" actId="1076"/>
        <pc:sldMkLst>
          <pc:docMk/>
          <pc:sldMk cId="4069854877" sldId="2147471758"/>
        </pc:sldMkLst>
        <pc:spChg chg="mod">
          <ac:chgData name="Silva, Roberta" userId="b835b2b2-069a-475b-82a7-1ba1a55a7774" providerId="ADAL" clId="{67B5730F-1EAC-4BC4-8F74-FFDE1310C63A}" dt="2023-05-22T13:57:51.929" v="308" actId="313"/>
          <ac:spMkLst>
            <pc:docMk/>
            <pc:sldMk cId="4069854877" sldId="2147471758"/>
            <ac:spMk id="4" creationId="{4433EC1D-2F4D-09BD-9EE1-9849687950EB}"/>
          </ac:spMkLst>
        </pc:spChg>
        <pc:graphicFrameChg chg="add mod modGraphic">
          <ac:chgData name="Silva, Roberta" userId="b835b2b2-069a-475b-82a7-1ba1a55a7774" providerId="ADAL" clId="{67B5730F-1EAC-4BC4-8F74-FFDE1310C63A}" dt="2023-05-22T13:58:40.060" v="316" actId="1076"/>
          <ac:graphicFrameMkLst>
            <pc:docMk/>
            <pc:sldMk cId="4069854877" sldId="2147471758"/>
            <ac:graphicFrameMk id="6" creationId="{FEB821B0-2DB0-D8E8-FCD1-191E4DAC574D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58:21.306" v="313" actId="478"/>
          <ac:graphicFrameMkLst>
            <pc:docMk/>
            <pc:sldMk cId="4069854877" sldId="2147471758"/>
            <ac:graphicFrameMk id="8" creationId="{5541D57A-8F1A-938E-6DE8-5ADAF7A5A7DC}"/>
          </ac:graphicFrameMkLst>
        </pc:graphicFrameChg>
      </pc:sldChg>
      <pc:sldChg chg="modSp mod">
        <pc:chgData name="Silva, Roberta" userId="b835b2b2-069a-475b-82a7-1ba1a55a7774" providerId="ADAL" clId="{67B5730F-1EAC-4BC4-8F74-FFDE1310C63A}" dt="2023-05-22T13:57:54.295" v="309" actId="313"/>
        <pc:sldMkLst>
          <pc:docMk/>
          <pc:sldMk cId="4154003132" sldId="2147471759"/>
        </pc:sldMkLst>
        <pc:spChg chg="mod">
          <ac:chgData name="Silva, Roberta" userId="b835b2b2-069a-475b-82a7-1ba1a55a7774" providerId="ADAL" clId="{67B5730F-1EAC-4BC4-8F74-FFDE1310C63A}" dt="2023-05-22T13:57:54.295" v="309" actId="313"/>
          <ac:spMkLst>
            <pc:docMk/>
            <pc:sldMk cId="4154003132" sldId="2147471759"/>
            <ac:spMk id="4" creationId="{4433EC1D-2F4D-09BD-9EE1-9849687950EB}"/>
          </ac:spMkLst>
        </pc:spChg>
      </pc:sldChg>
      <pc:sldChg chg="addSp delSp modSp mod">
        <pc:chgData name="Silva, Roberta" userId="b835b2b2-069a-475b-82a7-1ba1a55a7774" providerId="ADAL" clId="{67B5730F-1EAC-4BC4-8F74-FFDE1310C63A}" dt="2023-05-22T13:29:31.616" v="232" actId="1076"/>
        <pc:sldMkLst>
          <pc:docMk/>
          <pc:sldMk cId="1589557996" sldId="2147471760"/>
        </pc:sldMkLst>
        <pc:spChg chg="mod">
          <ac:chgData name="Silva, Roberta" userId="b835b2b2-069a-475b-82a7-1ba1a55a7774" providerId="ADAL" clId="{67B5730F-1EAC-4BC4-8F74-FFDE1310C63A}" dt="2023-05-22T13:27:32.612" v="225" actId="20577"/>
          <ac:spMkLst>
            <pc:docMk/>
            <pc:sldMk cId="1589557996" sldId="2147471760"/>
            <ac:spMk id="26" creationId="{C0810E83-B6EB-45F5-9C08-B16448972F42}"/>
          </ac:spMkLst>
        </pc:spChg>
        <pc:graphicFrameChg chg="add del mod">
          <ac:chgData name="Silva, Roberta" userId="b835b2b2-069a-475b-82a7-1ba1a55a7774" providerId="ADAL" clId="{67B5730F-1EAC-4BC4-8F74-FFDE1310C63A}" dt="2023-05-22T13:29:23.813" v="228"/>
          <ac:graphicFrameMkLst>
            <pc:docMk/>
            <pc:sldMk cId="1589557996" sldId="2147471760"/>
            <ac:graphicFrameMk id="4" creationId="{8CDAFBFD-41D2-4FB0-C0B7-55234925C7C0}"/>
          </ac:graphicFrameMkLst>
        </pc:graphicFrameChg>
        <pc:picChg chg="del">
          <ac:chgData name="Silva, Roberta" userId="b835b2b2-069a-475b-82a7-1ba1a55a7774" providerId="ADAL" clId="{67B5730F-1EAC-4BC4-8F74-FFDE1310C63A}" dt="2023-05-22T13:29:21.126" v="226" actId="478"/>
          <ac:picMkLst>
            <pc:docMk/>
            <pc:sldMk cId="1589557996" sldId="2147471760"/>
            <ac:picMk id="3" creationId="{CDDE497F-9C0B-68C1-BAA0-F22E09965F90}"/>
          </ac:picMkLst>
        </pc:picChg>
        <pc:picChg chg="add mod">
          <ac:chgData name="Silva, Roberta" userId="b835b2b2-069a-475b-82a7-1ba1a55a7774" providerId="ADAL" clId="{67B5730F-1EAC-4BC4-8F74-FFDE1310C63A}" dt="2023-05-22T13:29:31.616" v="232" actId="1076"/>
          <ac:picMkLst>
            <pc:docMk/>
            <pc:sldMk cId="1589557996" sldId="2147471760"/>
            <ac:picMk id="5" creationId="{2165B03D-8C34-6630-432B-8BC92E3CA3F1}"/>
          </ac:picMkLst>
        </pc:picChg>
      </pc:sldChg>
      <pc:sldChg chg="addSp delSp modSp mod">
        <pc:chgData name="Silva, Roberta" userId="b835b2b2-069a-475b-82a7-1ba1a55a7774" providerId="ADAL" clId="{67B5730F-1EAC-4BC4-8F74-FFDE1310C63A}" dt="2023-05-22T13:27:16.972" v="223" actId="1035"/>
        <pc:sldMkLst>
          <pc:docMk/>
          <pc:sldMk cId="3549434448" sldId="2147471761"/>
        </pc:sldMkLst>
        <pc:spChg chg="mod">
          <ac:chgData name="Silva, Roberta" userId="b835b2b2-069a-475b-82a7-1ba1a55a7774" providerId="ADAL" clId="{67B5730F-1EAC-4BC4-8F74-FFDE1310C63A}" dt="2023-05-22T13:24:15.455" v="24" actId="20577"/>
          <ac:spMkLst>
            <pc:docMk/>
            <pc:sldMk cId="3549434448" sldId="2147471761"/>
            <ac:spMk id="26" creationId="{C0810E83-B6EB-45F5-9C08-B16448972F42}"/>
          </ac:spMkLst>
        </pc:spChg>
        <pc:graphicFrameChg chg="add del mod">
          <ac:chgData name="Silva, Roberta" userId="b835b2b2-069a-475b-82a7-1ba1a55a7774" providerId="ADAL" clId="{67B5730F-1EAC-4BC4-8F74-FFDE1310C63A}" dt="2023-05-22T13:23:44.615" v="16"/>
          <ac:graphicFrameMkLst>
            <pc:docMk/>
            <pc:sldMk cId="3549434448" sldId="2147471761"/>
            <ac:graphicFrameMk id="5" creationId="{E99F9754-CEDC-07CC-2DBC-9FA3D751E05C}"/>
          </ac:graphicFrameMkLst>
        </pc:graphicFrameChg>
        <pc:graphicFrameChg chg="add del mod">
          <ac:chgData name="Silva, Roberta" userId="b835b2b2-069a-475b-82a7-1ba1a55a7774" providerId="ADAL" clId="{67B5730F-1EAC-4BC4-8F74-FFDE1310C63A}" dt="2023-05-22T13:26:17.837" v="30"/>
          <ac:graphicFrameMkLst>
            <pc:docMk/>
            <pc:sldMk cId="3549434448" sldId="2147471761"/>
            <ac:graphicFrameMk id="7" creationId="{CE24114D-3764-2F90-4F4A-352C119B13C4}"/>
          </ac:graphicFrameMkLst>
        </pc:graphicFrameChg>
        <pc:picChg chg="del">
          <ac:chgData name="Silva, Roberta" userId="b835b2b2-069a-475b-82a7-1ba1a55a7774" providerId="ADAL" clId="{67B5730F-1EAC-4BC4-8F74-FFDE1310C63A}" dt="2023-05-22T13:23:36.181" v="14" actId="478"/>
          <ac:picMkLst>
            <pc:docMk/>
            <pc:sldMk cId="3549434448" sldId="2147471761"/>
            <ac:picMk id="3" creationId="{08A84F9D-FC02-5CD7-07A3-56BBE7ED08DD}"/>
          </ac:picMkLst>
        </pc:picChg>
        <pc:picChg chg="del mod">
          <ac:chgData name="Silva, Roberta" userId="b835b2b2-069a-475b-82a7-1ba1a55a7774" providerId="ADAL" clId="{67B5730F-1EAC-4BC4-8F74-FFDE1310C63A}" dt="2023-05-22T13:26:15.075" v="26" actId="478"/>
          <ac:picMkLst>
            <pc:docMk/>
            <pc:sldMk cId="3549434448" sldId="2147471761"/>
            <ac:picMk id="4" creationId="{69C5F835-A7F6-DD06-D4A6-AC53AC6C418A}"/>
          </ac:picMkLst>
        </pc:picChg>
        <pc:picChg chg="add mod">
          <ac:chgData name="Silva, Roberta" userId="b835b2b2-069a-475b-82a7-1ba1a55a7774" providerId="ADAL" clId="{67B5730F-1EAC-4BC4-8F74-FFDE1310C63A}" dt="2023-05-22T13:27:11.966" v="221" actId="14100"/>
          <ac:picMkLst>
            <pc:docMk/>
            <pc:sldMk cId="3549434448" sldId="2147471761"/>
            <ac:picMk id="6" creationId="{F654F332-D7D9-BB95-AF13-FAA0B56F9C6A}"/>
          </ac:picMkLst>
        </pc:picChg>
        <pc:picChg chg="add mod">
          <ac:chgData name="Silva, Roberta" userId="b835b2b2-069a-475b-82a7-1ba1a55a7774" providerId="ADAL" clId="{67B5730F-1EAC-4BC4-8F74-FFDE1310C63A}" dt="2023-05-22T13:27:16.972" v="223" actId="1035"/>
          <ac:picMkLst>
            <pc:docMk/>
            <pc:sldMk cId="3549434448" sldId="2147471761"/>
            <ac:picMk id="8" creationId="{E248A4DB-3319-B4CD-0193-7970EA92E8CC}"/>
          </ac:picMkLst>
        </pc:picChg>
      </pc:sldChg>
      <pc:sldChg chg="addSp delSp modSp mod">
        <pc:chgData name="Silva, Roberta" userId="b835b2b2-069a-475b-82a7-1ba1a55a7774" providerId="ADAL" clId="{67B5730F-1EAC-4BC4-8F74-FFDE1310C63A}" dt="2023-05-22T13:32:14.284" v="244" actId="1036"/>
        <pc:sldMkLst>
          <pc:docMk/>
          <pc:sldMk cId="1401978082" sldId="2147471762"/>
        </pc:sldMkLst>
        <pc:spChg chg="mod">
          <ac:chgData name="Silva, Roberta" userId="b835b2b2-069a-475b-82a7-1ba1a55a7774" providerId="ADAL" clId="{67B5730F-1EAC-4BC4-8F74-FFDE1310C63A}" dt="2023-05-22T13:29:48.819" v="234" actId="20577"/>
          <ac:spMkLst>
            <pc:docMk/>
            <pc:sldMk cId="1401978082" sldId="2147471762"/>
            <ac:spMk id="26" creationId="{C0810E83-B6EB-45F5-9C08-B16448972F42}"/>
          </ac:spMkLst>
        </pc:spChg>
        <pc:graphicFrameChg chg="add del mod">
          <ac:chgData name="Silva, Roberta" userId="b835b2b2-069a-475b-82a7-1ba1a55a7774" providerId="ADAL" clId="{67B5730F-1EAC-4BC4-8F74-FFDE1310C63A}" dt="2023-05-22T13:31:11.524" v="239"/>
          <ac:graphicFrameMkLst>
            <pc:docMk/>
            <pc:sldMk cId="1401978082" sldId="2147471762"/>
            <ac:graphicFrameMk id="3" creationId="{32D66FCB-E37B-1B7F-FAC6-D81276BACAE6}"/>
          </ac:graphicFrameMkLst>
        </pc:graphicFrameChg>
        <pc:picChg chg="del">
          <ac:chgData name="Silva, Roberta" userId="b835b2b2-069a-475b-82a7-1ba1a55a7774" providerId="ADAL" clId="{67B5730F-1EAC-4BC4-8F74-FFDE1310C63A}" dt="2023-05-22T13:31:08.525" v="235" actId="478"/>
          <ac:picMkLst>
            <pc:docMk/>
            <pc:sldMk cId="1401978082" sldId="2147471762"/>
            <ac:picMk id="2" creationId="{CB59EB7B-A3FB-A97A-A4F3-8D2F9A046F5B}"/>
          </ac:picMkLst>
        </pc:picChg>
        <pc:picChg chg="add mod">
          <ac:chgData name="Silva, Roberta" userId="b835b2b2-069a-475b-82a7-1ba1a55a7774" providerId="ADAL" clId="{67B5730F-1EAC-4BC4-8F74-FFDE1310C63A}" dt="2023-05-22T13:32:14.284" v="244" actId="1036"/>
          <ac:picMkLst>
            <pc:docMk/>
            <pc:sldMk cId="1401978082" sldId="2147471762"/>
            <ac:picMk id="5" creationId="{A49A4FF5-8F51-043F-AEE5-E0F49DDAAF04}"/>
          </ac:picMkLst>
        </pc:picChg>
      </pc:sldChg>
      <pc:sldChg chg="delSp modSp add mod modShow">
        <pc:chgData name="Silva, Roberta" userId="b835b2b2-069a-475b-82a7-1ba1a55a7774" providerId="ADAL" clId="{67B5730F-1EAC-4BC4-8F74-FFDE1310C63A}" dt="2023-05-22T13:11:30.932" v="7" actId="729"/>
        <pc:sldMkLst>
          <pc:docMk/>
          <pc:sldMk cId="1012517218" sldId="2147471763"/>
        </pc:sldMkLst>
        <pc:spChg chg="mod">
          <ac:chgData name="Silva, Roberta" userId="b835b2b2-069a-475b-82a7-1ba1a55a7774" providerId="ADAL" clId="{67B5730F-1EAC-4BC4-8F74-FFDE1310C63A}" dt="2023-05-22T13:11:08.006" v="4" actId="20577"/>
          <ac:spMkLst>
            <pc:docMk/>
            <pc:sldMk cId="1012517218" sldId="2147471763"/>
            <ac:spMk id="2" creationId="{A563B742-D0A2-62D5-D291-6A62D64ED462}"/>
          </ac:spMkLst>
        </pc:spChg>
        <pc:picChg chg="del">
          <ac:chgData name="Silva, Roberta" userId="b835b2b2-069a-475b-82a7-1ba1a55a7774" providerId="ADAL" clId="{67B5730F-1EAC-4BC4-8F74-FFDE1310C63A}" dt="2023-05-22T13:11:12.906" v="5" actId="478"/>
          <ac:picMkLst>
            <pc:docMk/>
            <pc:sldMk cId="1012517218" sldId="2147471763"/>
            <ac:picMk id="3" creationId="{D515E299-F1A7-C63D-1D79-5BA4008E7A0B}"/>
          </ac:picMkLst>
        </pc:picChg>
      </pc:sldChg>
      <pc:sldChg chg="add del">
        <pc:chgData name="Silva, Roberta" userId="b835b2b2-069a-475b-82a7-1ba1a55a7774" providerId="ADAL" clId="{67B5730F-1EAC-4BC4-8F74-FFDE1310C63A}" dt="2023-05-22T13:10:52.300" v="1"/>
        <pc:sldMkLst>
          <pc:docMk/>
          <pc:sldMk cId="1168612302" sldId="2147471763"/>
        </pc:sldMkLst>
      </pc:sldChg>
      <pc:sldChg chg="addSp delSp modSp add mod ord">
        <pc:chgData name="Silva, Roberta" userId="b835b2b2-069a-475b-82a7-1ba1a55a7774" providerId="ADAL" clId="{67B5730F-1EAC-4BC4-8F74-FFDE1310C63A}" dt="2023-05-22T13:52:34.206" v="298" actId="122"/>
        <pc:sldMkLst>
          <pc:docMk/>
          <pc:sldMk cId="3035243830" sldId="2147471764"/>
        </pc:sldMkLst>
        <pc:spChg chg="mod">
          <ac:chgData name="Silva, Roberta" userId="b835b2b2-069a-475b-82a7-1ba1a55a7774" providerId="ADAL" clId="{67B5730F-1EAC-4BC4-8F74-FFDE1310C63A}" dt="2023-05-22T13:22:32.602" v="10" actId="20577"/>
          <ac:spMkLst>
            <pc:docMk/>
            <pc:sldMk cId="3035243830" sldId="2147471764"/>
            <ac:spMk id="2" creationId="{A563B742-D0A2-62D5-D291-6A62D64ED462}"/>
          </ac:spMkLst>
        </pc:spChg>
        <pc:spChg chg="mod">
          <ac:chgData name="Silva, Roberta" userId="b835b2b2-069a-475b-82a7-1ba1a55a7774" providerId="ADAL" clId="{67B5730F-1EAC-4BC4-8F74-FFDE1310C63A}" dt="2023-05-22T13:52:34.206" v="298" actId="122"/>
          <ac:spMkLst>
            <pc:docMk/>
            <pc:sldMk cId="3035243830" sldId="2147471764"/>
            <ac:spMk id="21" creationId="{65B9DC45-62BE-54B1-F145-1668448992B9}"/>
          </ac:spMkLst>
        </pc:spChg>
        <pc:graphicFrameChg chg="modGraphic">
          <ac:chgData name="Silva, Roberta" userId="b835b2b2-069a-475b-82a7-1ba1a55a7774" providerId="ADAL" clId="{67B5730F-1EAC-4BC4-8F74-FFDE1310C63A}" dt="2023-05-22T13:22:37.883" v="11" actId="13926"/>
          <ac:graphicFrameMkLst>
            <pc:docMk/>
            <pc:sldMk cId="3035243830" sldId="2147471764"/>
            <ac:graphicFrameMk id="6" creationId="{41F150F7-27AC-46FD-1E57-71B58E889307}"/>
          </ac:graphicFrameMkLst>
        </pc:graphicFrameChg>
        <pc:picChg chg="del">
          <ac:chgData name="Silva, Roberta" userId="b835b2b2-069a-475b-82a7-1ba1a55a7774" providerId="ADAL" clId="{67B5730F-1EAC-4BC4-8F74-FFDE1310C63A}" dt="2023-05-22T13:52:05.990" v="293" actId="478"/>
          <ac:picMkLst>
            <pc:docMk/>
            <pc:sldMk cId="3035243830" sldId="2147471764"/>
            <ac:picMk id="3" creationId="{1B560BBA-AA79-319D-6BDE-B8BE28D9BA39}"/>
          </ac:picMkLst>
        </pc:picChg>
        <pc:picChg chg="add mod">
          <ac:chgData name="Silva, Roberta" userId="b835b2b2-069a-475b-82a7-1ba1a55a7774" providerId="ADAL" clId="{67B5730F-1EAC-4BC4-8F74-FFDE1310C63A}" dt="2023-05-22T13:52:13.504" v="295"/>
          <ac:picMkLst>
            <pc:docMk/>
            <pc:sldMk cId="3035243830" sldId="2147471764"/>
            <ac:picMk id="5" creationId="{CC5A0720-FA2E-059B-8869-FB5976C19363}"/>
          </ac:picMkLst>
        </pc:picChg>
      </pc:sldChg>
      <pc:sldChg chg="addSp delSp modSp add mod ord">
        <pc:chgData name="Silva, Roberta" userId="b835b2b2-069a-475b-82a7-1ba1a55a7774" providerId="ADAL" clId="{67B5730F-1EAC-4BC4-8F74-FFDE1310C63A}" dt="2023-05-22T14:02:18.650" v="343"/>
        <pc:sldMkLst>
          <pc:docMk/>
          <pc:sldMk cId="4097893203" sldId="2147471765"/>
        </pc:sldMkLst>
        <pc:spChg chg="del">
          <ac:chgData name="Silva, Roberta" userId="b835b2b2-069a-475b-82a7-1ba1a55a7774" providerId="ADAL" clId="{67B5730F-1EAC-4BC4-8F74-FFDE1310C63A}" dt="2023-05-22T13:49:06.905" v="247" actId="478"/>
          <ac:spMkLst>
            <pc:docMk/>
            <pc:sldMk cId="4097893203" sldId="2147471765"/>
            <ac:spMk id="9" creationId="{36048968-1452-FCBB-9883-13AD0F8056A8}"/>
          </ac:spMkLst>
        </pc:spChg>
        <pc:spChg chg="del">
          <ac:chgData name="Silva, Roberta" userId="b835b2b2-069a-475b-82a7-1ba1a55a7774" providerId="ADAL" clId="{67B5730F-1EAC-4BC4-8F74-FFDE1310C63A}" dt="2023-05-22T13:49:06.905" v="247" actId="478"/>
          <ac:spMkLst>
            <pc:docMk/>
            <pc:sldMk cId="4097893203" sldId="2147471765"/>
            <ac:spMk id="22" creationId="{A0FAFA47-056B-C277-28D6-40525AC14635}"/>
          </ac:spMkLst>
        </pc:spChg>
        <pc:spChg chg="del">
          <ac:chgData name="Silva, Roberta" userId="b835b2b2-069a-475b-82a7-1ba1a55a7774" providerId="ADAL" clId="{67B5730F-1EAC-4BC4-8F74-FFDE1310C63A}" dt="2023-05-22T13:49:06.905" v="247" actId="478"/>
          <ac:spMkLst>
            <pc:docMk/>
            <pc:sldMk cId="4097893203" sldId="2147471765"/>
            <ac:spMk id="23" creationId="{4109791E-910D-7E39-A283-5C2B1B66AAA7}"/>
          </ac:spMkLst>
        </pc:spChg>
        <pc:spChg chg="mod">
          <ac:chgData name="Silva, Roberta" userId="b835b2b2-069a-475b-82a7-1ba1a55a7774" providerId="ADAL" clId="{67B5730F-1EAC-4BC4-8F74-FFDE1310C63A}" dt="2023-05-22T13:49:24.770" v="269" actId="20577"/>
          <ac:spMkLst>
            <pc:docMk/>
            <pc:sldMk cId="4097893203" sldId="2147471765"/>
            <ac:spMk id="28" creationId="{A25A8956-AFD3-4ED5-8641-0D7299599D12}"/>
          </ac:spMkLst>
        </pc:spChg>
        <pc:graphicFrameChg chg="del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2" creationId="{5A6A14D8-D9AC-1812-3C98-D3CCC1D1C1C8}"/>
          </ac:graphicFrameMkLst>
        </pc:graphicFrameChg>
        <pc:graphicFrameChg chg="del mod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3" creationId="{47ECFCB8-0CFB-4328-4701-A19F7488A990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7" creationId="{25B45A05-34A7-9EAD-5CAF-CA81520FF37D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8" creationId="{2E6D202B-2473-2BC5-0FED-3C6501996367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10" creationId="{14C4EF86-7261-2E03-D1C6-57844095198E}"/>
          </ac:graphicFrameMkLst>
        </pc:graphicFrameChg>
        <pc:graphicFrameChg chg="del">
          <ac:chgData name="Silva, Roberta" userId="b835b2b2-069a-475b-82a7-1ba1a55a7774" providerId="ADAL" clId="{67B5730F-1EAC-4BC4-8F74-FFDE1310C63A}" dt="2023-05-22T13:49:06.905" v="247" actId="478"/>
          <ac:graphicFrameMkLst>
            <pc:docMk/>
            <pc:sldMk cId="4097893203" sldId="2147471765"/>
            <ac:graphicFrameMk id="25" creationId="{D21839CB-94BA-EA62-7412-E2C6AEC56C09}"/>
          </ac:graphicFrameMkLst>
        </pc:graphicFrameChg>
        <pc:picChg chg="add del mod">
          <ac:chgData name="Silva, Roberta" userId="b835b2b2-069a-475b-82a7-1ba1a55a7774" providerId="ADAL" clId="{67B5730F-1EAC-4BC4-8F74-FFDE1310C63A}" dt="2023-05-22T13:50:05.685" v="277" actId="478"/>
          <ac:picMkLst>
            <pc:docMk/>
            <pc:sldMk cId="4097893203" sldId="2147471765"/>
            <ac:picMk id="4" creationId="{C6D9EF36-B416-6AE4-C03D-6BD032ABFB92}"/>
          </ac:picMkLst>
        </pc:picChg>
        <pc:picChg chg="add mod">
          <ac:chgData name="Silva, Roberta" userId="b835b2b2-069a-475b-82a7-1ba1a55a7774" providerId="ADAL" clId="{67B5730F-1EAC-4BC4-8F74-FFDE1310C63A}" dt="2023-05-22T13:50:28.178" v="283" actId="1036"/>
          <ac:picMkLst>
            <pc:docMk/>
            <pc:sldMk cId="4097893203" sldId="2147471765"/>
            <ac:picMk id="5" creationId="{EC6E242B-20A3-1A47-A29E-ACC5BE8D3BBC}"/>
          </ac:picMkLst>
        </pc:picChg>
        <pc:picChg chg="add mod ord">
          <ac:chgData name="Silva, Roberta" userId="b835b2b2-069a-475b-82a7-1ba1a55a7774" providerId="ADAL" clId="{67B5730F-1EAC-4BC4-8F74-FFDE1310C63A}" dt="2023-05-22T14:02:18.650" v="343"/>
          <ac:picMkLst>
            <pc:docMk/>
            <pc:sldMk cId="4097893203" sldId="2147471765"/>
            <ac:picMk id="6" creationId="{D9FF3B06-2527-ADB4-4156-923F6A77DF91}"/>
          </ac:picMkLst>
        </pc:picChg>
        <pc:picChg chg="mod ord">
          <ac:chgData name="Silva, Roberta" userId="b835b2b2-069a-475b-82a7-1ba1a55a7774" providerId="ADAL" clId="{67B5730F-1EAC-4BC4-8F74-FFDE1310C63A}" dt="2023-05-22T13:51:59.434" v="292"/>
          <ac:picMkLst>
            <pc:docMk/>
            <pc:sldMk cId="4097893203" sldId="2147471765"/>
            <ac:picMk id="18" creationId="{FDE9BED5-2946-C10A-FB68-4939C92C0172}"/>
          </ac:picMkLst>
        </pc:picChg>
      </pc:sldChg>
      <pc:sldMasterChg chg="del delSldLayout">
        <pc:chgData name="Silva, Roberta" userId="b835b2b2-069a-475b-82a7-1ba1a55a7774" providerId="ADAL" clId="{67B5730F-1EAC-4BC4-8F74-FFDE1310C63A}" dt="2023-05-22T14:08:32.062" v="557" actId="2696"/>
        <pc:sldMasterMkLst>
          <pc:docMk/>
          <pc:sldMasterMk cId="1849632922" sldId="2147483756"/>
        </pc:sldMasterMkLst>
        <pc:sldLayoutChg chg="del">
          <pc:chgData name="Silva, Roberta" userId="b835b2b2-069a-475b-82a7-1ba1a55a7774" providerId="ADAL" clId="{67B5730F-1EAC-4BC4-8F74-FFDE1310C63A}" dt="2023-05-22T14:08:32.054" v="553" actId="2696"/>
          <pc:sldLayoutMkLst>
            <pc:docMk/>
            <pc:sldMasterMk cId="1849632922" sldId="2147483756"/>
            <pc:sldLayoutMk cId="937723497" sldId="2147483757"/>
          </pc:sldLayoutMkLst>
        </pc:sldLayoutChg>
        <pc:sldLayoutChg chg="del">
          <pc:chgData name="Silva, Roberta" userId="b835b2b2-069a-475b-82a7-1ba1a55a7774" providerId="ADAL" clId="{67B5730F-1EAC-4BC4-8F74-FFDE1310C63A}" dt="2023-05-22T14:08:32.055" v="554" actId="2696"/>
          <pc:sldLayoutMkLst>
            <pc:docMk/>
            <pc:sldMasterMk cId="1849632922" sldId="2147483756"/>
            <pc:sldLayoutMk cId="1471573875" sldId="2147483758"/>
          </pc:sldLayoutMkLst>
        </pc:sldLayoutChg>
        <pc:sldLayoutChg chg="del">
          <pc:chgData name="Silva, Roberta" userId="b835b2b2-069a-475b-82a7-1ba1a55a7774" providerId="ADAL" clId="{67B5730F-1EAC-4BC4-8F74-FFDE1310C63A}" dt="2023-05-22T14:08:32.056" v="555" actId="2696"/>
          <pc:sldLayoutMkLst>
            <pc:docMk/>
            <pc:sldMasterMk cId="1849632922" sldId="2147483756"/>
            <pc:sldLayoutMk cId="1303024791" sldId="2147483759"/>
          </pc:sldLayoutMkLst>
        </pc:sldLayoutChg>
        <pc:sldLayoutChg chg="del">
          <pc:chgData name="Silva, Roberta" userId="b835b2b2-069a-475b-82a7-1ba1a55a7774" providerId="ADAL" clId="{67B5730F-1EAC-4BC4-8F74-FFDE1310C63A}" dt="2023-05-22T14:08:32.057" v="556" actId="2696"/>
          <pc:sldLayoutMkLst>
            <pc:docMk/>
            <pc:sldMasterMk cId="1849632922" sldId="2147483756"/>
            <pc:sldLayoutMk cId="1941006253" sldId="2147483760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0.996" v="353" actId="2696"/>
        <pc:sldMasterMkLst>
          <pc:docMk/>
          <pc:sldMasterMk cId="557360586" sldId="2147483771"/>
        </pc:sldMasterMkLst>
        <pc:sldLayoutChg chg="del">
          <pc:chgData name="Silva, Roberta" userId="b835b2b2-069a-475b-82a7-1ba1a55a7774" providerId="ADAL" clId="{67B5730F-1EAC-4BC4-8F74-FFDE1310C63A}" dt="2023-05-22T14:08:30.981" v="349" actId="2696"/>
          <pc:sldLayoutMkLst>
            <pc:docMk/>
            <pc:sldMasterMk cId="557360586" sldId="2147483771"/>
            <pc:sldLayoutMk cId="1461618148" sldId="2147483772"/>
          </pc:sldLayoutMkLst>
        </pc:sldLayoutChg>
        <pc:sldLayoutChg chg="del">
          <pc:chgData name="Silva, Roberta" userId="b835b2b2-069a-475b-82a7-1ba1a55a7774" providerId="ADAL" clId="{67B5730F-1EAC-4BC4-8F74-FFDE1310C63A}" dt="2023-05-22T14:08:30.981" v="350" actId="2696"/>
          <pc:sldLayoutMkLst>
            <pc:docMk/>
            <pc:sldMasterMk cId="557360586" sldId="2147483771"/>
            <pc:sldLayoutMk cId="639587206" sldId="2147483773"/>
          </pc:sldLayoutMkLst>
        </pc:sldLayoutChg>
        <pc:sldLayoutChg chg="del">
          <pc:chgData name="Silva, Roberta" userId="b835b2b2-069a-475b-82a7-1ba1a55a7774" providerId="ADAL" clId="{67B5730F-1EAC-4BC4-8F74-FFDE1310C63A}" dt="2023-05-22T14:08:30.981" v="351" actId="2696"/>
          <pc:sldLayoutMkLst>
            <pc:docMk/>
            <pc:sldMasterMk cId="557360586" sldId="2147483771"/>
            <pc:sldLayoutMk cId="863090052" sldId="2147483774"/>
          </pc:sldLayoutMkLst>
        </pc:sldLayoutChg>
        <pc:sldLayoutChg chg="del">
          <pc:chgData name="Silva, Roberta" userId="b835b2b2-069a-475b-82a7-1ba1a55a7774" providerId="ADAL" clId="{67B5730F-1EAC-4BC4-8F74-FFDE1310C63A}" dt="2023-05-22T14:08:30.981" v="352" actId="2696"/>
          <pc:sldLayoutMkLst>
            <pc:docMk/>
            <pc:sldMasterMk cId="557360586" sldId="2147483771"/>
            <pc:sldLayoutMk cId="877140416" sldId="2147483775"/>
          </pc:sldLayoutMkLst>
        </pc:sldLayoutChg>
        <pc:sldLayoutChg chg="del">
          <pc:chgData name="Silva, Roberta" userId="b835b2b2-069a-475b-82a7-1ba1a55a7774" providerId="ADAL" clId="{67B5730F-1EAC-4BC4-8F74-FFDE1310C63A}" dt="2023-05-22T14:08:30.979" v="347" actId="2696"/>
          <pc:sldLayoutMkLst>
            <pc:docMk/>
            <pc:sldMasterMk cId="557360586" sldId="2147483771"/>
            <pc:sldLayoutMk cId="1672697538" sldId="2147483822"/>
          </pc:sldLayoutMkLst>
        </pc:sldLayoutChg>
        <pc:sldLayoutChg chg="del">
          <pc:chgData name="Silva, Roberta" userId="b835b2b2-069a-475b-82a7-1ba1a55a7774" providerId="ADAL" clId="{67B5730F-1EAC-4BC4-8F74-FFDE1310C63A}" dt="2023-05-22T14:08:30.981" v="348" actId="2696"/>
          <pc:sldLayoutMkLst>
            <pc:docMk/>
            <pc:sldMasterMk cId="557360586" sldId="2147483771"/>
            <pc:sldLayoutMk cId="1652371298" sldId="2147483825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021" v="362" actId="2696"/>
        <pc:sldMasterMkLst>
          <pc:docMk/>
          <pc:sldMasterMk cId="1445034116" sldId="2147483776"/>
        </pc:sldMasterMkLst>
        <pc:sldLayoutChg chg="del">
          <pc:chgData name="Silva, Roberta" userId="b835b2b2-069a-475b-82a7-1ba1a55a7774" providerId="ADAL" clId="{67B5730F-1EAC-4BC4-8F74-FFDE1310C63A}" dt="2023-05-22T14:08:31.006" v="359" actId="2696"/>
          <pc:sldLayoutMkLst>
            <pc:docMk/>
            <pc:sldMasterMk cId="1445034116" sldId="2147483776"/>
            <pc:sldLayoutMk cId="2012804039" sldId="2147483778"/>
          </pc:sldLayoutMkLst>
        </pc:sldLayoutChg>
        <pc:sldLayoutChg chg="del">
          <pc:chgData name="Silva, Roberta" userId="b835b2b2-069a-475b-82a7-1ba1a55a7774" providerId="ADAL" clId="{67B5730F-1EAC-4BC4-8F74-FFDE1310C63A}" dt="2023-05-22T14:08:31.006" v="360" actId="2696"/>
          <pc:sldLayoutMkLst>
            <pc:docMk/>
            <pc:sldMasterMk cId="1445034116" sldId="2147483776"/>
            <pc:sldLayoutMk cId="549092934" sldId="2147483779"/>
          </pc:sldLayoutMkLst>
        </pc:sldLayoutChg>
        <pc:sldLayoutChg chg="del">
          <pc:chgData name="Silva, Roberta" userId="b835b2b2-069a-475b-82a7-1ba1a55a7774" providerId="ADAL" clId="{67B5730F-1EAC-4BC4-8F74-FFDE1310C63A}" dt="2023-05-22T14:08:31.013" v="361" actId="2696"/>
          <pc:sldLayoutMkLst>
            <pc:docMk/>
            <pc:sldMasterMk cId="1445034116" sldId="2147483776"/>
            <pc:sldLayoutMk cId="50254476" sldId="2147483780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590" v="447" actId="2696"/>
        <pc:sldMasterMkLst>
          <pc:docMk/>
          <pc:sldMasterMk cId="704680860" sldId="2147483788"/>
        </pc:sldMasterMkLst>
        <pc:sldLayoutChg chg="del">
          <pc:chgData name="Silva, Roberta" userId="b835b2b2-069a-475b-82a7-1ba1a55a7774" providerId="ADAL" clId="{67B5730F-1EAC-4BC4-8F74-FFDE1310C63A}" dt="2023-05-22T14:08:31.584" v="442" actId="2696"/>
          <pc:sldLayoutMkLst>
            <pc:docMk/>
            <pc:sldMasterMk cId="704680860" sldId="2147483788"/>
            <pc:sldLayoutMk cId="1441442973" sldId="2147483789"/>
          </pc:sldLayoutMkLst>
        </pc:sldLayoutChg>
        <pc:sldLayoutChg chg="del">
          <pc:chgData name="Silva, Roberta" userId="b835b2b2-069a-475b-82a7-1ba1a55a7774" providerId="ADAL" clId="{67B5730F-1EAC-4BC4-8F74-FFDE1310C63A}" dt="2023-05-22T14:08:31.585" v="443" actId="2696"/>
          <pc:sldLayoutMkLst>
            <pc:docMk/>
            <pc:sldMasterMk cId="704680860" sldId="2147483788"/>
            <pc:sldLayoutMk cId="865284937" sldId="2147483790"/>
          </pc:sldLayoutMkLst>
        </pc:sldLayoutChg>
        <pc:sldLayoutChg chg="del">
          <pc:chgData name="Silva, Roberta" userId="b835b2b2-069a-475b-82a7-1ba1a55a7774" providerId="ADAL" clId="{67B5730F-1EAC-4BC4-8F74-FFDE1310C63A}" dt="2023-05-22T14:08:31.585" v="444" actId="2696"/>
          <pc:sldLayoutMkLst>
            <pc:docMk/>
            <pc:sldMasterMk cId="704680860" sldId="2147483788"/>
            <pc:sldLayoutMk cId="1560316411" sldId="2147483791"/>
          </pc:sldLayoutMkLst>
        </pc:sldLayoutChg>
        <pc:sldLayoutChg chg="del">
          <pc:chgData name="Silva, Roberta" userId="b835b2b2-069a-475b-82a7-1ba1a55a7774" providerId="ADAL" clId="{67B5730F-1EAC-4BC4-8F74-FFDE1310C63A}" dt="2023-05-22T14:08:31.589" v="446" actId="2696"/>
          <pc:sldLayoutMkLst>
            <pc:docMk/>
            <pc:sldMasterMk cId="704680860" sldId="2147483788"/>
            <pc:sldLayoutMk cId="1087536196" sldId="2147483792"/>
          </pc:sldLayoutMkLst>
        </pc:sldLayoutChg>
        <pc:sldLayoutChg chg="del">
          <pc:chgData name="Silva, Roberta" userId="b835b2b2-069a-475b-82a7-1ba1a55a7774" providerId="ADAL" clId="{67B5730F-1EAC-4BC4-8F74-FFDE1310C63A}" dt="2023-05-22T14:08:31.582" v="440" actId="2696"/>
          <pc:sldLayoutMkLst>
            <pc:docMk/>
            <pc:sldMasterMk cId="704680860" sldId="2147483788"/>
            <pc:sldLayoutMk cId="1546668886" sldId="2147483833"/>
          </pc:sldLayoutMkLst>
        </pc:sldLayoutChg>
        <pc:sldLayoutChg chg="del">
          <pc:chgData name="Silva, Roberta" userId="b835b2b2-069a-475b-82a7-1ba1a55a7774" providerId="ADAL" clId="{67B5730F-1EAC-4BC4-8F74-FFDE1310C63A}" dt="2023-05-22T14:08:31.583" v="441" actId="2696"/>
          <pc:sldLayoutMkLst>
            <pc:docMk/>
            <pc:sldMasterMk cId="704680860" sldId="2147483788"/>
            <pc:sldLayoutMk cId="546094226" sldId="2147483834"/>
          </pc:sldLayoutMkLst>
        </pc:sldLayoutChg>
        <pc:sldLayoutChg chg="del">
          <pc:chgData name="Silva, Roberta" userId="b835b2b2-069a-475b-82a7-1ba1a55a7774" providerId="ADAL" clId="{67B5730F-1EAC-4BC4-8F74-FFDE1310C63A}" dt="2023-05-22T14:08:31.588" v="445" actId="2696"/>
          <pc:sldLayoutMkLst>
            <pc:docMk/>
            <pc:sldMasterMk cId="704680860" sldId="2147483788"/>
            <pc:sldLayoutMk cId="1330373409" sldId="2147483840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089" v="570" actId="2696"/>
        <pc:sldMasterMkLst>
          <pc:docMk/>
          <pc:sldMasterMk cId="189328310" sldId="2147483799"/>
        </pc:sldMasterMkLst>
        <pc:sldLayoutChg chg="del">
          <pc:chgData name="Silva, Roberta" userId="b835b2b2-069a-475b-82a7-1ba1a55a7774" providerId="ADAL" clId="{67B5730F-1EAC-4BC4-8F74-FFDE1310C63A}" dt="2023-05-22T14:08:32.070" v="566" actId="2696"/>
          <pc:sldLayoutMkLst>
            <pc:docMk/>
            <pc:sldMasterMk cId="189328310" sldId="2147483799"/>
            <pc:sldLayoutMk cId="279782121" sldId="2147483800"/>
          </pc:sldLayoutMkLst>
        </pc:sldLayoutChg>
        <pc:sldLayoutChg chg="del">
          <pc:chgData name="Silva, Roberta" userId="b835b2b2-069a-475b-82a7-1ba1a55a7774" providerId="ADAL" clId="{67B5730F-1EAC-4BC4-8F74-FFDE1310C63A}" dt="2023-05-22T14:08:32.070" v="567" actId="2696"/>
          <pc:sldLayoutMkLst>
            <pc:docMk/>
            <pc:sldMasterMk cId="189328310" sldId="2147483799"/>
            <pc:sldLayoutMk cId="769537242" sldId="2147483801"/>
          </pc:sldLayoutMkLst>
        </pc:sldLayoutChg>
        <pc:sldLayoutChg chg="del">
          <pc:chgData name="Silva, Roberta" userId="b835b2b2-069a-475b-82a7-1ba1a55a7774" providerId="ADAL" clId="{67B5730F-1EAC-4BC4-8F74-FFDE1310C63A}" dt="2023-05-22T14:08:32.070" v="568" actId="2696"/>
          <pc:sldLayoutMkLst>
            <pc:docMk/>
            <pc:sldMasterMk cId="189328310" sldId="2147483799"/>
            <pc:sldLayoutMk cId="1517138036" sldId="2147483802"/>
          </pc:sldLayoutMkLst>
        </pc:sldLayoutChg>
        <pc:sldLayoutChg chg="del">
          <pc:chgData name="Silva, Roberta" userId="b835b2b2-069a-475b-82a7-1ba1a55a7774" providerId="ADAL" clId="{67B5730F-1EAC-4BC4-8F74-FFDE1310C63A}" dt="2023-05-22T14:08:32.070" v="569" actId="2696"/>
          <pc:sldLayoutMkLst>
            <pc:docMk/>
            <pc:sldMasterMk cId="189328310" sldId="2147483799"/>
            <pc:sldLayoutMk cId="1209693257" sldId="2147483803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580" v="439" actId="2696"/>
        <pc:sldMasterMkLst>
          <pc:docMk/>
          <pc:sldMasterMk cId="1653066858" sldId="2147483828"/>
        </pc:sldMasterMkLst>
        <pc:sldLayoutChg chg="del">
          <pc:chgData name="Silva, Roberta" userId="b835b2b2-069a-475b-82a7-1ba1a55a7774" providerId="ADAL" clId="{67B5730F-1EAC-4BC4-8F74-FFDE1310C63A}" dt="2023-05-22T14:08:31.551" v="432" actId="2696"/>
          <pc:sldLayoutMkLst>
            <pc:docMk/>
            <pc:sldMasterMk cId="1653066858" sldId="2147483828"/>
            <pc:sldLayoutMk cId="330913216" sldId="2147483829"/>
          </pc:sldLayoutMkLst>
        </pc:sldLayoutChg>
        <pc:sldLayoutChg chg="del">
          <pc:chgData name="Silva, Roberta" userId="b835b2b2-069a-475b-82a7-1ba1a55a7774" providerId="ADAL" clId="{67B5730F-1EAC-4BC4-8F74-FFDE1310C63A}" dt="2023-05-22T14:08:31.568" v="433" actId="2696"/>
          <pc:sldLayoutMkLst>
            <pc:docMk/>
            <pc:sldMasterMk cId="1653066858" sldId="2147483828"/>
            <pc:sldLayoutMk cId="1073702760" sldId="2147483830"/>
          </pc:sldLayoutMkLst>
        </pc:sldLayoutChg>
        <pc:sldLayoutChg chg="del">
          <pc:chgData name="Silva, Roberta" userId="b835b2b2-069a-475b-82a7-1ba1a55a7774" providerId="ADAL" clId="{67B5730F-1EAC-4BC4-8F74-FFDE1310C63A}" dt="2023-05-22T14:08:31.569" v="434" actId="2696"/>
          <pc:sldLayoutMkLst>
            <pc:docMk/>
            <pc:sldMasterMk cId="1653066858" sldId="2147483828"/>
            <pc:sldLayoutMk cId="372830798" sldId="2147483831"/>
          </pc:sldLayoutMkLst>
        </pc:sldLayoutChg>
        <pc:sldLayoutChg chg="del">
          <pc:chgData name="Silva, Roberta" userId="b835b2b2-069a-475b-82a7-1ba1a55a7774" providerId="ADAL" clId="{67B5730F-1EAC-4BC4-8F74-FFDE1310C63A}" dt="2023-05-22T14:08:31.570" v="435" actId="2696"/>
          <pc:sldLayoutMkLst>
            <pc:docMk/>
            <pc:sldMasterMk cId="1653066858" sldId="2147483828"/>
            <pc:sldLayoutMk cId="1865373181" sldId="2147483835"/>
          </pc:sldLayoutMkLst>
        </pc:sldLayoutChg>
        <pc:sldLayoutChg chg="del">
          <pc:chgData name="Silva, Roberta" userId="b835b2b2-069a-475b-82a7-1ba1a55a7774" providerId="ADAL" clId="{67B5730F-1EAC-4BC4-8F74-FFDE1310C63A}" dt="2023-05-22T14:08:31.571" v="436" actId="2696"/>
          <pc:sldLayoutMkLst>
            <pc:docMk/>
            <pc:sldMasterMk cId="1653066858" sldId="2147483828"/>
            <pc:sldLayoutMk cId="1185656313" sldId="2147483836"/>
          </pc:sldLayoutMkLst>
        </pc:sldLayoutChg>
        <pc:sldLayoutChg chg="del">
          <pc:chgData name="Silva, Roberta" userId="b835b2b2-069a-475b-82a7-1ba1a55a7774" providerId="ADAL" clId="{67B5730F-1EAC-4BC4-8F74-FFDE1310C63A}" dt="2023-05-22T14:08:31.572" v="437" actId="2696"/>
          <pc:sldLayoutMkLst>
            <pc:docMk/>
            <pc:sldMasterMk cId="1653066858" sldId="2147483828"/>
            <pc:sldLayoutMk cId="1908957316" sldId="2147483839"/>
          </pc:sldLayoutMkLst>
        </pc:sldLayoutChg>
        <pc:sldLayoutChg chg="del">
          <pc:chgData name="Silva, Roberta" userId="b835b2b2-069a-475b-82a7-1ba1a55a7774" providerId="ADAL" clId="{67B5730F-1EAC-4BC4-8F74-FFDE1310C63A}" dt="2023-05-22T14:08:31.574" v="438" actId="2696"/>
          <pc:sldLayoutMkLst>
            <pc:docMk/>
            <pc:sldMasterMk cId="1653066858" sldId="2147483828"/>
            <pc:sldLayoutMk cId="3603115522" sldId="2147484044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070" v="565" actId="2696"/>
        <pc:sldMasterMkLst>
          <pc:docMk/>
          <pc:sldMasterMk cId="3346538111" sldId="2147483842"/>
        </pc:sldMasterMkLst>
        <pc:sldLayoutChg chg="del">
          <pc:chgData name="Silva, Roberta" userId="b835b2b2-069a-475b-82a7-1ba1a55a7774" providerId="ADAL" clId="{67B5730F-1EAC-4BC4-8F74-FFDE1310C63A}" dt="2023-05-22T14:08:32.062" v="558" actId="2696"/>
          <pc:sldLayoutMkLst>
            <pc:docMk/>
            <pc:sldMasterMk cId="3346538111" sldId="2147483842"/>
            <pc:sldLayoutMk cId="1024510437" sldId="2147483843"/>
          </pc:sldLayoutMkLst>
        </pc:sldLayoutChg>
        <pc:sldLayoutChg chg="del">
          <pc:chgData name="Silva, Roberta" userId="b835b2b2-069a-475b-82a7-1ba1a55a7774" providerId="ADAL" clId="{67B5730F-1EAC-4BC4-8F74-FFDE1310C63A}" dt="2023-05-22T14:08:32.062" v="559" actId="2696"/>
          <pc:sldLayoutMkLst>
            <pc:docMk/>
            <pc:sldMasterMk cId="3346538111" sldId="2147483842"/>
            <pc:sldLayoutMk cId="836563254" sldId="2147483844"/>
          </pc:sldLayoutMkLst>
        </pc:sldLayoutChg>
        <pc:sldLayoutChg chg="del">
          <pc:chgData name="Silva, Roberta" userId="b835b2b2-069a-475b-82a7-1ba1a55a7774" providerId="ADAL" clId="{67B5730F-1EAC-4BC4-8F74-FFDE1310C63A}" dt="2023-05-22T14:08:32.062" v="560" actId="2696"/>
          <pc:sldLayoutMkLst>
            <pc:docMk/>
            <pc:sldMasterMk cId="3346538111" sldId="2147483842"/>
            <pc:sldLayoutMk cId="3595105038" sldId="2147483845"/>
          </pc:sldLayoutMkLst>
        </pc:sldLayoutChg>
        <pc:sldLayoutChg chg="del">
          <pc:chgData name="Silva, Roberta" userId="b835b2b2-069a-475b-82a7-1ba1a55a7774" providerId="ADAL" clId="{67B5730F-1EAC-4BC4-8F74-FFDE1310C63A}" dt="2023-05-22T14:08:32.062" v="561" actId="2696"/>
          <pc:sldLayoutMkLst>
            <pc:docMk/>
            <pc:sldMasterMk cId="3346538111" sldId="2147483842"/>
            <pc:sldLayoutMk cId="2485060441" sldId="2147483846"/>
          </pc:sldLayoutMkLst>
        </pc:sldLayoutChg>
        <pc:sldLayoutChg chg="del">
          <pc:chgData name="Silva, Roberta" userId="b835b2b2-069a-475b-82a7-1ba1a55a7774" providerId="ADAL" clId="{67B5730F-1EAC-4BC4-8F74-FFDE1310C63A}" dt="2023-05-22T14:08:32.069" v="562" actId="2696"/>
          <pc:sldLayoutMkLst>
            <pc:docMk/>
            <pc:sldMasterMk cId="3346538111" sldId="2147483842"/>
            <pc:sldLayoutMk cId="4159479231" sldId="2147483847"/>
          </pc:sldLayoutMkLst>
        </pc:sldLayoutChg>
        <pc:sldLayoutChg chg="del">
          <pc:chgData name="Silva, Roberta" userId="b835b2b2-069a-475b-82a7-1ba1a55a7774" providerId="ADAL" clId="{67B5730F-1EAC-4BC4-8F74-FFDE1310C63A}" dt="2023-05-22T14:08:32.070" v="563" actId="2696"/>
          <pc:sldLayoutMkLst>
            <pc:docMk/>
            <pc:sldMasterMk cId="3346538111" sldId="2147483842"/>
            <pc:sldLayoutMk cId="251065502" sldId="2147483848"/>
          </pc:sldLayoutMkLst>
        </pc:sldLayoutChg>
        <pc:sldLayoutChg chg="del">
          <pc:chgData name="Silva, Roberta" userId="b835b2b2-069a-475b-82a7-1ba1a55a7774" providerId="ADAL" clId="{67B5730F-1EAC-4BC4-8F74-FFDE1310C63A}" dt="2023-05-22T14:08:32.070" v="564" actId="2696"/>
          <pc:sldLayoutMkLst>
            <pc:docMk/>
            <pc:sldMasterMk cId="3346538111" sldId="2147483842"/>
            <pc:sldLayoutMk cId="161074543" sldId="2147483849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038" v="371" actId="2696"/>
        <pc:sldMasterMkLst>
          <pc:docMk/>
          <pc:sldMasterMk cId="2491793938" sldId="2147483868"/>
        </pc:sldMasterMkLst>
        <pc:sldLayoutChg chg="del">
          <pc:chgData name="Silva, Roberta" userId="b835b2b2-069a-475b-82a7-1ba1a55a7774" providerId="ADAL" clId="{67B5730F-1EAC-4BC4-8F74-FFDE1310C63A}" dt="2023-05-22T14:08:31.021" v="363" actId="2696"/>
          <pc:sldLayoutMkLst>
            <pc:docMk/>
            <pc:sldMasterMk cId="2491793938" sldId="2147483868"/>
            <pc:sldLayoutMk cId="4208467065" sldId="2147483869"/>
          </pc:sldLayoutMkLst>
        </pc:sldLayoutChg>
        <pc:sldLayoutChg chg="del">
          <pc:chgData name="Silva, Roberta" userId="b835b2b2-069a-475b-82a7-1ba1a55a7774" providerId="ADAL" clId="{67B5730F-1EAC-4BC4-8F74-FFDE1310C63A}" dt="2023-05-22T14:08:31.021" v="364" actId="2696"/>
          <pc:sldLayoutMkLst>
            <pc:docMk/>
            <pc:sldMasterMk cId="2491793938" sldId="2147483868"/>
            <pc:sldLayoutMk cId="3563683090" sldId="2147483870"/>
          </pc:sldLayoutMkLst>
        </pc:sldLayoutChg>
        <pc:sldLayoutChg chg="del">
          <pc:chgData name="Silva, Roberta" userId="b835b2b2-069a-475b-82a7-1ba1a55a7774" providerId="ADAL" clId="{67B5730F-1EAC-4BC4-8F74-FFDE1310C63A}" dt="2023-05-22T14:08:31.021" v="365" actId="2696"/>
          <pc:sldLayoutMkLst>
            <pc:docMk/>
            <pc:sldMasterMk cId="2491793938" sldId="2147483868"/>
            <pc:sldLayoutMk cId="2582914580" sldId="2147483871"/>
          </pc:sldLayoutMkLst>
        </pc:sldLayoutChg>
        <pc:sldLayoutChg chg="del">
          <pc:chgData name="Silva, Roberta" userId="b835b2b2-069a-475b-82a7-1ba1a55a7774" providerId="ADAL" clId="{67B5730F-1EAC-4BC4-8F74-FFDE1310C63A}" dt="2023-05-22T14:08:31.026" v="366" actId="2696"/>
          <pc:sldLayoutMkLst>
            <pc:docMk/>
            <pc:sldMasterMk cId="2491793938" sldId="2147483868"/>
            <pc:sldLayoutMk cId="1526245025" sldId="2147483872"/>
          </pc:sldLayoutMkLst>
        </pc:sldLayoutChg>
        <pc:sldLayoutChg chg="del">
          <pc:chgData name="Silva, Roberta" userId="b835b2b2-069a-475b-82a7-1ba1a55a7774" providerId="ADAL" clId="{67B5730F-1EAC-4BC4-8F74-FFDE1310C63A}" dt="2023-05-22T14:08:31.026" v="367" actId="2696"/>
          <pc:sldLayoutMkLst>
            <pc:docMk/>
            <pc:sldMasterMk cId="2491793938" sldId="2147483868"/>
            <pc:sldLayoutMk cId="2048139907" sldId="2147483873"/>
          </pc:sldLayoutMkLst>
        </pc:sldLayoutChg>
        <pc:sldLayoutChg chg="del">
          <pc:chgData name="Silva, Roberta" userId="b835b2b2-069a-475b-82a7-1ba1a55a7774" providerId="ADAL" clId="{67B5730F-1EAC-4BC4-8F74-FFDE1310C63A}" dt="2023-05-22T14:08:31.028" v="368" actId="2696"/>
          <pc:sldLayoutMkLst>
            <pc:docMk/>
            <pc:sldMasterMk cId="2491793938" sldId="2147483868"/>
            <pc:sldLayoutMk cId="3944921844" sldId="2147483874"/>
          </pc:sldLayoutMkLst>
        </pc:sldLayoutChg>
        <pc:sldLayoutChg chg="del">
          <pc:chgData name="Silva, Roberta" userId="b835b2b2-069a-475b-82a7-1ba1a55a7774" providerId="ADAL" clId="{67B5730F-1EAC-4BC4-8F74-FFDE1310C63A}" dt="2023-05-22T14:08:31.030" v="369" actId="2696"/>
          <pc:sldLayoutMkLst>
            <pc:docMk/>
            <pc:sldMasterMk cId="2491793938" sldId="2147483868"/>
            <pc:sldLayoutMk cId="2138032937" sldId="2147483875"/>
          </pc:sldLayoutMkLst>
        </pc:sldLayoutChg>
        <pc:sldLayoutChg chg="del">
          <pc:chgData name="Silva, Roberta" userId="b835b2b2-069a-475b-82a7-1ba1a55a7774" providerId="ADAL" clId="{67B5730F-1EAC-4BC4-8F74-FFDE1310C63A}" dt="2023-05-22T14:08:31.030" v="370" actId="2696"/>
          <pc:sldLayoutMkLst>
            <pc:docMk/>
            <pc:sldMasterMk cId="2491793938" sldId="2147483868"/>
            <pc:sldLayoutMk cId="2353858789" sldId="2147483876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644" v="475" actId="2696"/>
        <pc:sldMasterMkLst>
          <pc:docMk/>
          <pc:sldMasterMk cId="2260039009" sldId="2147483878"/>
        </pc:sldMasterMkLst>
        <pc:sldLayoutChg chg="del">
          <pc:chgData name="Silva, Roberta" userId="b835b2b2-069a-475b-82a7-1ba1a55a7774" providerId="ADAL" clId="{67B5730F-1EAC-4BC4-8F74-FFDE1310C63A}" dt="2023-05-22T14:08:31.624" v="466" actId="2696"/>
          <pc:sldLayoutMkLst>
            <pc:docMk/>
            <pc:sldMasterMk cId="2260039009" sldId="2147483878"/>
            <pc:sldLayoutMk cId="1938490166" sldId="2147483879"/>
          </pc:sldLayoutMkLst>
        </pc:sldLayoutChg>
        <pc:sldLayoutChg chg="del">
          <pc:chgData name="Silva, Roberta" userId="b835b2b2-069a-475b-82a7-1ba1a55a7774" providerId="ADAL" clId="{67B5730F-1EAC-4BC4-8F74-FFDE1310C63A}" dt="2023-05-22T14:08:31.624" v="467" actId="2696"/>
          <pc:sldLayoutMkLst>
            <pc:docMk/>
            <pc:sldMasterMk cId="2260039009" sldId="2147483878"/>
            <pc:sldLayoutMk cId="3361652023" sldId="2147483880"/>
          </pc:sldLayoutMkLst>
        </pc:sldLayoutChg>
        <pc:sldLayoutChg chg="del">
          <pc:chgData name="Silva, Roberta" userId="b835b2b2-069a-475b-82a7-1ba1a55a7774" providerId="ADAL" clId="{67B5730F-1EAC-4BC4-8F74-FFDE1310C63A}" dt="2023-05-22T14:08:31.624" v="468" actId="2696"/>
          <pc:sldLayoutMkLst>
            <pc:docMk/>
            <pc:sldMasterMk cId="2260039009" sldId="2147483878"/>
            <pc:sldLayoutMk cId="178438749" sldId="2147483881"/>
          </pc:sldLayoutMkLst>
        </pc:sldLayoutChg>
        <pc:sldLayoutChg chg="del">
          <pc:chgData name="Silva, Roberta" userId="b835b2b2-069a-475b-82a7-1ba1a55a7774" providerId="ADAL" clId="{67B5730F-1EAC-4BC4-8F74-FFDE1310C63A}" dt="2023-05-22T14:08:31.624" v="469" actId="2696"/>
          <pc:sldLayoutMkLst>
            <pc:docMk/>
            <pc:sldMasterMk cId="2260039009" sldId="2147483878"/>
            <pc:sldLayoutMk cId="1567442331" sldId="2147483882"/>
          </pc:sldLayoutMkLst>
        </pc:sldLayoutChg>
        <pc:sldLayoutChg chg="del">
          <pc:chgData name="Silva, Roberta" userId="b835b2b2-069a-475b-82a7-1ba1a55a7774" providerId="ADAL" clId="{67B5730F-1EAC-4BC4-8F74-FFDE1310C63A}" dt="2023-05-22T14:08:31.624" v="470" actId="2696"/>
          <pc:sldLayoutMkLst>
            <pc:docMk/>
            <pc:sldMasterMk cId="2260039009" sldId="2147483878"/>
            <pc:sldLayoutMk cId="897092679" sldId="2147483883"/>
          </pc:sldLayoutMkLst>
        </pc:sldLayoutChg>
        <pc:sldLayoutChg chg="del">
          <pc:chgData name="Silva, Roberta" userId="b835b2b2-069a-475b-82a7-1ba1a55a7774" providerId="ADAL" clId="{67B5730F-1EAC-4BC4-8F74-FFDE1310C63A}" dt="2023-05-22T14:08:31.624" v="471" actId="2696"/>
          <pc:sldLayoutMkLst>
            <pc:docMk/>
            <pc:sldMasterMk cId="2260039009" sldId="2147483878"/>
            <pc:sldLayoutMk cId="614338316" sldId="2147483884"/>
          </pc:sldLayoutMkLst>
        </pc:sldLayoutChg>
        <pc:sldLayoutChg chg="del">
          <pc:chgData name="Silva, Roberta" userId="b835b2b2-069a-475b-82a7-1ba1a55a7774" providerId="ADAL" clId="{67B5730F-1EAC-4BC4-8F74-FFDE1310C63A}" dt="2023-05-22T14:08:31.636" v="472" actId="2696"/>
          <pc:sldLayoutMkLst>
            <pc:docMk/>
            <pc:sldMasterMk cId="2260039009" sldId="2147483878"/>
            <pc:sldLayoutMk cId="1732863052" sldId="2147483885"/>
          </pc:sldLayoutMkLst>
        </pc:sldLayoutChg>
        <pc:sldLayoutChg chg="del">
          <pc:chgData name="Silva, Roberta" userId="b835b2b2-069a-475b-82a7-1ba1a55a7774" providerId="ADAL" clId="{67B5730F-1EAC-4BC4-8F74-FFDE1310C63A}" dt="2023-05-22T14:08:31.636" v="473" actId="2696"/>
          <pc:sldLayoutMkLst>
            <pc:docMk/>
            <pc:sldMasterMk cId="2260039009" sldId="2147483878"/>
            <pc:sldLayoutMk cId="2454738610" sldId="2147483886"/>
          </pc:sldLayoutMkLst>
        </pc:sldLayoutChg>
        <pc:sldLayoutChg chg="del">
          <pc:chgData name="Silva, Roberta" userId="b835b2b2-069a-475b-82a7-1ba1a55a7774" providerId="ADAL" clId="{67B5730F-1EAC-4BC4-8F74-FFDE1310C63A}" dt="2023-05-22T14:08:31.636" v="474" actId="2696"/>
          <pc:sldLayoutMkLst>
            <pc:docMk/>
            <pc:sldMasterMk cId="2260039009" sldId="2147483878"/>
            <pc:sldLayoutMk cId="1426631738" sldId="2147483887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465" v="625" actId="2696"/>
        <pc:sldMasterMkLst>
          <pc:docMk/>
          <pc:sldMasterMk cId="2302938545" sldId="2147483973"/>
        </pc:sldMasterMkLst>
        <pc:sldLayoutChg chg="del">
          <pc:chgData name="Silva, Roberta" userId="b835b2b2-069a-475b-82a7-1ba1a55a7774" providerId="ADAL" clId="{67B5730F-1EAC-4BC4-8F74-FFDE1310C63A}" dt="2023-05-22T14:08:32.458" v="621" actId="2696"/>
          <pc:sldLayoutMkLst>
            <pc:docMk/>
            <pc:sldMasterMk cId="2302938545" sldId="2147483973"/>
            <pc:sldLayoutMk cId="3619012142" sldId="2147483974"/>
          </pc:sldLayoutMkLst>
        </pc:sldLayoutChg>
        <pc:sldLayoutChg chg="del">
          <pc:chgData name="Silva, Roberta" userId="b835b2b2-069a-475b-82a7-1ba1a55a7774" providerId="ADAL" clId="{67B5730F-1EAC-4BC4-8F74-FFDE1310C63A}" dt="2023-05-22T14:08:32.460" v="622" actId="2696"/>
          <pc:sldLayoutMkLst>
            <pc:docMk/>
            <pc:sldMasterMk cId="2302938545" sldId="2147483973"/>
            <pc:sldLayoutMk cId="1021820034" sldId="2147483975"/>
          </pc:sldLayoutMkLst>
        </pc:sldLayoutChg>
        <pc:sldLayoutChg chg="del">
          <pc:chgData name="Silva, Roberta" userId="b835b2b2-069a-475b-82a7-1ba1a55a7774" providerId="ADAL" clId="{67B5730F-1EAC-4BC4-8F74-FFDE1310C63A}" dt="2023-05-22T14:08:32.461" v="623" actId="2696"/>
          <pc:sldLayoutMkLst>
            <pc:docMk/>
            <pc:sldMasterMk cId="2302938545" sldId="2147483973"/>
            <pc:sldLayoutMk cId="2180490225" sldId="2147483976"/>
          </pc:sldLayoutMkLst>
        </pc:sldLayoutChg>
        <pc:sldLayoutChg chg="del">
          <pc:chgData name="Silva, Roberta" userId="b835b2b2-069a-475b-82a7-1ba1a55a7774" providerId="ADAL" clId="{67B5730F-1EAC-4BC4-8F74-FFDE1310C63A}" dt="2023-05-22T14:08:32.463" v="624" actId="2696"/>
          <pc:sldLayoutMkLst>
            <pc:docMk/>
            <pc:sldMasterMk cId="2302938545" sldId="2147483973"/>
            <pc:sldLayoutMk cId="3424786320" sldId="2147483977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053" v="552" actId="2696"/>
        <pc:sldMasterMkLst>
          <pc:docMk/>
          <pc:sldMasterMk cId="3925373393" sldId="2147484011"/>
        </pc:sldMasterMkLst>
        <pc:sldLayoutChg chg="del">
          <pc:chgData name="Silva, Roberta" userId="b835b2b2-069a-475b-82a7-1ba1a55a7774" providerId="ADAL" clId="{67B5730F-1EAC-4BC4-8F74-FFDE1310C63A}" dt="2023-05-22T14:08:32.036" v="542" actId="2696"/>
          <pc:sldLayoutMkLst>
            <pc:docMk/>
            <pc:sldMasterMk cId="3925373393" sldId="2147484011"/>
            <pc:sldLayoutMk cId="2486394513" sldId="2147484012"/>
          </pc:sldLayoutMkLst>
        </pc:sldLayoutChg>
        <pc:sldLayoutChg chg="del">
          <pc:chgData name="Silva, Roberta" userId="b835b2b2-069a-475b-82a7-1ba1a55a7774" providerId="ADAL" clId="{67B5730F-1EAC-4BC4-8F74-FFDE1310C63A}" dt="2023-05-22T14:08:32.037" v="543" actId="2696"/>
          <pc:sldLayoutMkLst>
            <pc:docMk/>
            <pc:sldMasterMk cId="3925373393" sldId="2147484011"/>
            <pc:sldLayoutMk cId="1656147495" sldId="2147484013"/>
          </pc:sldLayoutMkLst>
        </pc:sldLayoutChg>
        <pc:sldLayoutChg chg="del">
          <pc:chgData name="Silva, Roberta" userId="b835b2b2-069a-475b-82a7-1ba1a55a7774" providerId="ADAL" clId="{67B5730F-1EAC-4BC4-8F74-FFDE1310C63A}" dt="2023-05-22T14:08:32.038" v="544" actId="2696"/>
          <pc:sldLayoutMkLst>
            <pc:docMk/>
            <pc:sldMasterMk cId="3925373393" sldId="2147484011"/>
            <pc:sldLayoutMk cId="1250396952" sldId="2147484014"/>
          </pc:sldLayoutMkLst>
        </pc:sldLayoutChg>
        <pc:sldLayoutChg chg="del">
          <pc:chgData name="Silva, Roberta" userId="b835b2b2-069a-475b-82a7-1ba1a55a7774" providerId="ADAL" clId="{67B5730F-1EAC-4BC4-8F74-FFDE1310C63A}" dt="2023-05-22T14:08:32.039" v="545" actId="2696"/>
          <pc:sldLayoutMkLst>
            <pc:docMk/>
            <pc:sldMasterMk cId="3925373393" sldId="2147484011"/>
            <pc:sldLayoutMk cId="3603585823" sldId="2147484015"/>
          </pc:sldLayoutMkLst>
        </pc:sldLayoutChg>
        <pc:sldLayoutChg chg="del">
          <pc:chgData name="Silva, Roberta" userId="b835b2b2-069a-475b-82a7-1ba1a55a7774" providerId="ADAL" clId="{67B5730F-1EAC-4BC4-8F74-FFDE1310C63A}" dt="2023-05-22T14:08:32.040" v="546" actId="2696"/>
          <pc:sldLayoutMkLst>
            <pc:docMk/>
            <pc:sldMasterMk cId="3925373393" sldId="2147484011"/>
            <pc:sldLayoutMk cId="459376461" sldId="2147484016"/>
          </pc:sldLayoutMkLst>
        </pc:sldLayoutChg>
        <pc:sldLayoutChg chg="del">
          <pc:chgData name="Silva, Roberta" userId="b835b2b2-069a-475b-82a7-1ba1a55a7774" providerId="ADAL" clId="{67B5730F-1EAC-4BC4-8F74-FFDE1310C63A}" dt="2023-05-22T14:08:32.041" v="547" actId="2696"/>
          <pc:sldLayoutMkLst>
            <pc:docMk/>
            <pc:sldMasterMk cId="3925373393" sldId="2147484011"/>
            <pc:sldLayoutMk cId="1601333858" sldId="2147484017"/>
          </pc:sldLayoutMkLst>
        </pc:sldLayoutChg>
        <pc:sldLayoutChg chg="del">
          <pc:chgData name="Silva, Roberta" userId="b835b2b2-069a-475b-82a7-1ba1a55a7774" providerId="ADAL" clId="{67B5730F-1EAC-4BC4-8F74-FFDE1310C63A}" dt="2023-05-22T14:08:32.043" v="548" actId="2696"/>
          <pc:sldLayoutMkLst>
            <pc:docMk/>
            <pc:sldMasterMk cId="3925373393" sldId="2147484011"/>
            <pc:sldLayoutMk cId="3321378280" sldId="2147484018"/>
          </pc:sldLayoutMkLst>
        </pc:sldLayoutChg>
        <pc:sldLayoutChg chg="del">
          <pc:chgData name="Silva, Roberta" userId="b835b2b2-069a-475b-82a7-1ba1a55a7774" providerId="ADAL" clId="{67B5730F-1EAC-4BC4-8F74-FFDE1310C63A}" dt="2023-05-22T14:08:32.043" v="549" actId="2696"/>
          <pc:sldLayoutMkLst>
            <pc:docMk/>
            <pc:sldMasterMk cId="3925373393" sldId="2147484011"/>
            <pc:sldLayoutMk cId="3020395178" sldId="2147484019"/>
          </pc:sldLayoutMkLst>
        </pc:sldLayoutChg>
        <pc:sldLayoutChg chg="del">
          <pc:chgData name="Silva, Roberta" userId="b835b2b2-069a-475b-82a7-1ba1a55a7774" providerId="ADAL" clId="{67B5730F-1EAC-4BC4-8F74-FFDE1310C63A}" dt="2023-05-22T14:08:32.044" v="550" actId="2696"/>
          <pc:sldLayoutMkLst>
            <pc:docMk/>
            <pc:sldMasterMk cId="3925373393" sldId="2147484011"/>
            <pc:sldLayoutMk cId="919299141" sldId="2147484020"/>
          </pc:sldLayoutMkLst>
        </pc:sldLayoutChg>
        <pc:sldLayoutChg chg="del">
          <pc:chgData name="Silva, Roberta" userId="b835b2b2-069a-475b-82a7-1ba1a55a7774" providerId="ADAL" clId="{67B5730F-1EAC-4BC4-8F74-FFDE1310C63A}" dt="2023-05-22T14:08:32.045" v="551" actId="2696"/>
          <pc:sldLayoutMkLst>
            <pc:docMk/>
            <pc:sldMasterMk cId="3925373393" sldId="2147484011"/>
            <pc:sldLayoutMk cId="1875057215" sldId="2147484041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488" v="637" actId="2696"/>
        <pc:sldMasterMkLst>
          <pc:docMk/>
          <pc:sldMasterMk cId="4002298401" sldId="2147484021"/>
        </pc:sldMasterMkLst>
        <pc:sldLayoutChg chg="del">
          <pc:chgData name="Silva, Roberta" userId="b835b2b2-069a-475b-82a7-1ba1a55a7774" providerId="ADAL" clId="{67B5730F-1EAC-4BC4-8F74-FFDE1310C63A}" dt="2023-05-22T14:08:32.477" v="634" actId="2696"/>
          <pc:sldLayoutMkLst>
            <pc:docMk/>
            <pc:sldMasterMk cId="4002298401" sldId="2147484021"/>
            <pc:sldLayoutMk cId="1728299653" sldId="2147484023"/>
          </pc:sldLayoutMkLst>
        </pc:sldLayoutChg>
        <pc:sldLayoutChg chg="del">
          <pc:chgData name="Silva, Roberta" userId="b835b2b2-069a-475b-82a7-1ba1a55a7774" providerId="ADAL" clId="{67B5730F-1EAC-4BC4-8F74-FFDE1310C63A}" dt="2023-05-22T14:08:32.477" v="635" actId="2696"/>
          <pc:sldLayoutMkLst>
            <pc:docMk/>
            <pc:sldMasterMk cId="4002298401" sldId="2147484021"/>
            <pc:sldLayoutMk cId="1359250959" sldId="2147484024"/>
          </pc:sldLayoutMkLst>
        </pc:sldLayoutChg>
        <pc:sldLayoutChg chg="del">
          <pc:chgData name="Silva, Roberta" userId="b835b2b2-069a-475b-82a7-1ba1a55a7774" providerId="ADAL" clId="{67B5730F-1EAC-4BC4-8F74-FFDE1310C63A}" dt="2023-05-22T14:08:32.477" v="636" actId="2696"/>
          <pc:sldLayoutMkLst>
            <pc:docMk/>
            <pc:sldMasterMk cId="4002298401" sldId="2147484021"/>
            <pc:sldLayoutMk cId="873903108" sldId="2147484025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500" v="645" actId="2696"/>
        <pc:sldMasterMkLst>
          <pc:docMk/>
          <pc:sldMasterMk cId="3937613983" sldId="2147484064"/>
        </pc:sldMasterMkLst>
        <pc:sldLayoutChg chg="del">
          <pc:chgData name="Silva, Roberta" userId="b835b2b2-069a-475b-82a7-1ba1a55a7774" providerId="ADAL" clId="{67B5730F-1EAC-4BC4-8F74-FFDE1310C63A}" dt="2023-05-22T14:08:32.490" v="638" actId="2696"/>
          <pc:sldLayoutMkLst>
            <pc:docMk/>
            <pc:sldMasterMk cId="3937613983" sldId="2147484064"/>
            <pc:sldLayoutMk cId="1891881177" sldId="2147484065"/>
          </pc:sldLayoutMkLst>
        </pc:sldLayoutChg>
        <pc:sldLayoutChg chg="del">
          <pc:chgData name="Silva, Roberta" userId="b835b2b2-069a-475b-82a7-1ba1a55a7774" providerId="ADAL" clId="{67B5730F-1EAC-4BC4-8F74-FFDE1310C63A}" dt="2023-05-22T14:08:32.492" v="639" actId="2696"/>
          <pc:sldLayoutMkLst>
            <pc:docMk/>
            <pc:sldMasterMk cId="3937613983" sldId="2147484064"/>
            <pc:sldLayoutMk cId="683376179" sldId="2147484066"/>
          </pc:sldLayoutMkLst>
        </pc:sldLayoutChg>
        <pc:sldLayoutChg chg="del">
          <pc:chgData name="Silva, Roberta" userId="b835b2b2-069a-475b-82a7-1ba1a55a7774" providerId="ADAL" clId="{67B5730F-1EAC-4BC4-8F74-FFDE1310C63A}" dt="2023-05-22T14:08:32.493" v="640" actId="2696"/>
          <pc:sldLayoutMkLst>
            <pc:docMk/>
            <pc:sldMasterMk cId="3937613983" sldId="2147484064"/>
            <pc:sldLayoutMk cId="77949545" sldId="2147484067"/>
          </pc:sldLayoutMkLst>
        </pc:sldLayoutChg>
        <pc:sldLayoutChg chg="del">
          <pc:chgData name="Silva, Roberta" userId="b835b2b2-069a-475b-82a7-1ba1a55a7774" providerId="ADAL" clId="{67B5730F-1EAC-4BC4-8F74-FFDE1310C63A}" dt="2023-05-22T14:08:32.494" v="641" actId="2696"/>
          <pc:sldLayoutMkLst>
            <pc:docMk/>
            <pc:sldMasterMk cId="3937613983" sldId="2147484064"/>
            <pc:sldLayoutMk cId="2317522468" sldId="2147484068"/>
          </pc:sldLayoutMkLst>
        </pc:sldLayoutChg>
        <pc:sldLayoutChg chg="del">
          <pc:chgData name="Silva, Roberta" userId="b835b2b2-069a-475b-82a7-1ba1a55a7774" providerId="ADAL" clId="{67B5730F-1EAC-4BC4-8F74-FFDE1310C63A}" dt="2023-05-22T14:08:32.496" v="642" actId="2696"/>
          <pc:sldLayoutMkLst>
            <pc:docMk/>
            <pc:sldMasterMk cId="3937613983" sldId="2147484064"/>
            <pc:sldLayoutMk cId="1894549200" sldId="2147484069"/>
          </pc:sldLayoutMkLst>
        </pc:sldLayoutChg>
        <pc:sldLayoutChg chg="del">
          <pc:chgData name="Silva, Roberta" userId="b835b2b2-069a-475b-82a7-1ba1a55a7774" providerId="ADAL" clId="{67B5730F-1EAC-4BC4-8F74-FFDE1310C63A}" dt="2023-05-22T14:08:32.497" v="643" actId="2696"/>
          <pc:sldLayoutMkLst>
            <pc:docMk/>
            <pc:sldMasterMk cId="3937613983" sldId="2147484064"/>
            <pc:sldLayoutMk cId="2718121885" sldId="2147484070"/>
          </pc:sldLayoutMkLst>
        </pc:sldLayoutChg>
        <pc:sldLayoutChg chg="del">
          <pc:chgData name="Silva, Roberta" userId="b835b2b2-069a-475b-82a7-1ba1a55a7774" providerId="ADAL" clId="{67B5730F-1EAC-4BC4-8F74-FFDE1310C63A}" dt="2023-05-22T14:08:32.499" v="644" actId="2696"/>
          <pc:sldLayoutMkLst>
            <pc:docMk/>
            <pc:sldMasterMk cId="3937613983" sldId="2147484064"/>
            <pc:sldLayoutMk cId="2764060650" sldId="2147484071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607" v="454" actId="2696"/>
        <pc:sldMasterMkLst>
          <pc:docMk/>
          <pc:sldMasterMk cId="2655749085" sldId="2147484090"/>
        </pc:sldMasterMkLst>
        <pc:sldLayoutChg chg="del">
          <pc:chgData name="Silva, Roberta" userId="b835b2b2-069a-475b-82a7-1ba1a55a7774" providerId="ADAL" clId="{67B5730F-1EAC-4BC4-8F74-FFDE1310C63A}" dt="2023-05-22T14:08:31.590" v="448" actId="2696"/>
          <pc:sldLayoutMkLst>
            <pc:docMk/>
            <pc:sldMasterMk cId="2655749085" sldId="2147484090"/>
            <pc:sldLayoutMk cId="3809692828" sldId="2147484091"/>
          </pc:sldLayoutMkLst>
        </pc:sldLayoutChg>
        <pc:sldLayoutChg chg="del">
          <pc:chgData name="Silva, Roberta" userId="b835b2b2-069a-475b-82a7-1ba1a55a7774" providerId="ADAL" clId="{67B5730F-1EAC-4BC4-8F74-FFDE1310C63A}" dt="2023-05-22T14:08:31.590" v="449" actId="2696"/>
          <pc:sldLayoutMkLst>
            <pc:docMk/>
            <pc:sldMasterMk cId="2655749085" sldId="2147484090"/>
            <pc:sldLayoutMk cId="2124717691" sldId="2147484092"/>
          </pc:sldLayoutMkLst>
        </pc:sldLayoutChg>
        <pc:sldLayoutChg chg="del">
          <pc:chgData name="Silva, Roberta" userId="b835b2b2-069a-475b-82a7-1ba1a55a7774" providerId="ADAL" clId="{67B5730F-1EAC-4BC4-8F74-FFDE1310C63A}" dt="2023-05-22T14:08:31.590" v="450" actId="2696"/>
          <pc:sldLayoutMkLst>
            <pc:docMk/>
            <pc:sldMasterMk cId="2655749085" sldId="2147484090"/>
            <pc:sldLayoutMk cId="39056988" sldId="2147484093"/>
          </pc:sldLayoutMkLst>
        </pc:sldLayoutChg>
        <pc:sldLayoutChg chg="del">
          <pc:chgData name="Silva, Roberta" userId="b835b2b2-069a-475b-82a7-1ba1a55a7774" providerId="ADAL" clId="{67B5730F-1EAC-4BC4-8F74-FFDE1310C63A}" dt="2023-05-22T14:08:31.604" v="451" actId="2696"/>
          <pc:sldLayoutMkLst>
            <pc:docMk/>
            <pc:sldMasterMk cId="2655749085" sldId="2147484090"/>
            <pc:sldLayoutMk cId="4249885691" sldId="2147484094"/>
          </pc:sldLayoutMkLst>
        </pc:sldLayoutChg>
        <pc:sldLayoutChg chg="del">
          <pc:chgData name="Silva, Roberta" userId="b835b2b2-069a-475b-82a7-1ba1a55a7774" providerId="ADAL" clId="{67B5730F-1EAC-4BC4-8F74-FFDE1310C63A}" dt="2023-05-22T14:08:31.606" v="452" actId="2696"/>
          <pc:sldLayoutMkLst>
            <pc:docMk/>
            <pc:sldMasterMk cId="2655749085" sldId="2147484090"/>
            <pc:sldLayoutMk cId="525663342" sldId="2147484095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53" actId="2696"/>
          <pc:sldLayoutMkLst>
            <pc:docMk/>
            <pc:sldMasterMk cId="2655749085" sldId="2147484090"/>
            <pc:sldLayoutMk cId="3930699396" sldId="2147484096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006" v="358" actId="2696"/>
        <pc:sldMasterMkLst>
          <pc:docMk/>
          <pc:sldMasterMk cId="3115366036" sldId="2147484118"/>
        </pc:sldMasterMkLst>
        <pc:sldLayoutChg chg="del">
          <pc:chgData name="Silva, Roberta" userId="b835b2b2-069a-475b-82a7-1ba1a55a7774" providerId="ADAL" clId="{67B5730F-1EAC-4BC4-8F74-FFDE1310C63A}" dt="2023-05-22T14:08:30.997" v="354" actId="2696"/>
          <pc:sldLayoutMkLst>
            <pc:docMk/>
            <pc:sldMasterMk cId="3115366036" sldId="2147484118"/>
            <pc:sldLayoutMk cId="1412750795" sldId="2147484119"/>
          </pc:sldLayoutMkLst>
        </pc:sldLayoutChg>
        <pc:sldLayoutChg chg="del">
          <pc:chgData name="Silva, Roberta" userId="b835b2b2-069a-475b-82a7-1ba1a55a7774" providerId="ADAL" clId="{67B5730F-1EAC-4BC4-8F74-FFDE1310C63A}" dt="2023-05-22T14:08:30.997" v="355" actId="2696"/>
          <pc:sldLayoutMkLst>
            <pc:docMk/>
            <pc:sldMasterMk cId="3115366036" sldId="2147484118"/>
            <pc:sldLayoutMk cId="2699688040" sldId="2147484120"/>
          </pc:sldLayoutMkLst>
        </pc:sldLayoutChg>
        <pc:sldLayoutChg chg="del">
          <pc:chgData name="Silva, Roberta" userId="b835b2b2-069a-475b-82a7-1ba1a55a7774" providerId="ADAL" clId="{67B5730F-1EAC-4BC4-8F74-FFDE1310C63A}" dt="2023-05-22T14:08:30.997" v="356" actId="2696"/>
          <pc:sldLayoutMkLst>
            <pc:docMk/>
            <pc:sldMasterMk cId="3115366036" sldId="2147484118"/>
            <pc:sldLayoutMk cId="3803377241" sldId="2147484121"/>
          </pc:sldLayoutMkLst>
        </pc:sldLayoutChg>
        <pc:sldLayoutChg chg="del">
          <pc:chgData name="Silva, Roberta" userId="b835b2b2-069a-475b-82a7-1ba1a55a7774" providerId="ADAL" clId="{67B5730F-1EAC-4BC4-8F74-FFDE1310C63A}" dt="2023-05-22T14:08:30.997" v="357" actId="2696"/>
          <pc:sldLayoutMkLst>
            <pc:docMk/>
            <pc:sldMasterMk cId="3115366036" sldId="2147484118"/>
            <pc:sldLayoutMk cId="2548228979" sldId="2147484122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661" v="486" actId="2696"/>
        <pc:sldMasterMkLst>
          <pc:docMk/>
          <pc:sldMasterMk cId="1916464186" sldId="2147484136"/>
        </pc:sldMasterMkLst>
        <pc:sldLayoutChg chg="del">
          <pc:chgData name="Silva, Roberta" userId="b835b2b2-069a-475b-82a7-1ba1a55a7774" providerId="ADAL" clId="{67B5730F-1EAC-4BC4-8F74-FFDE1310C63A}" dt="2023-05-22T14:08:31.646" v="476" actId="2696"/>
          <pc:sldLayoutMkLst>
            <pc:docMk/>
            <pc:sldMasterMk cId="1916464186" sldId="2147484136"/>
            <pc:sldLayoutMk cId="2443116159" sldId="2147484137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77" actId="2696"/>
          <pc:sldLayoutMkLst>
            <pc:docMk/>
            <pc:sldMasterMk cId="1916464186" sldId="2147484136"/>
            <pc:sldLayoutMk cId="3718504250" sldId="2147484138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78" actId="2696"/>
          <pc:sldLayoutMkLst>
            <pc:docMk/>
            <pc:sldMasterMk cId="1916464186" sldId="2147484136"/>
            <pc:sldLayoutMk cId="3641886443" sldId="2147484139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79" actId="2696"/>
          <pc:sldLayoutMkLst>
            <pc:docMk/>
            <pc:sldMasterMk cId="1916464186" sldId="2147484136"/>
            <pc:sldLayoutMk cId="4291776840" sldId="2147484140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0" actId="2696"/>
          <pc:sldLayoutMkLst>
            <pc:docMk/>
            <pc:sldMasterMk cId="1916464186" sldId="2147484136"/>
            <pc:sldLayoutMk cId="1088667866" sldId="2147484141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1" actId="2696"/>
          <pc:sldLayoutMkLst>
            <pc:docMk/>
            <pc:sldMasterMk cId="1916464186" sldId="2147484136"/>
            <pc:sldLayoutMk cId="3432099828" sldId="2147484142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2" actId="2696"/>
          <pc:sldLayoutMkLst>
            <pc:docMk/>
            <pc:sldMasterMk cId="1916464186" sldId="2147484136"/>
            <pc:sldLayoutMk cId="1191435820" sldId="2147484143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3" actId="2696"/>
          <pc:sldLayoutMkLst>
            <pc:docMk/>
            <pc:sldMasterMk cId="1916464186" sldId="2147484136"/>
            <pc:sldLayoutMk cId="2247697621" sldId="2147484144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4" actId="2696"/>
          <pc:sldLayoutMkLst>
            <pc:docMk/>
            <pc:sldMasterMk cId="1916464186" sldId="2147484136"/>
            <pc:sldLayoutMk cId="163928761" sldId="2147484145"/>
          </pc:sldLayoutMkLst>
        </pc:sldLayoutChg>
        <pc:sldLayoutChg chg="del">
          <pc:chgData name="Silva, Roberta" userId="b835b2b2-069a-475b-82a7-1ba1a55a7774" providerId="ADAL" clId="{67B5730F-1EAC-4BC4-8F74-FFDE1310C63A}" dt="2023-05-22T14:08:31.647" v="485" actId="2696"/>
          <pc:sldLayoutMkLst>
            <pc:docMk/>
            <pc:sldMasterMk cId="1916464186" sldId="2147484136"/>
            <pc:sldLayoutMk cId="1296445284" sldId="2147484146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624" v="465" actId="2696"/>
        <pc:sldMasterMkLst>
          <pc:docMk/>
          <pc:sldMasterMk cId="3747542329" sldId="2147484178"/>
        </pc:sldMasterMkLst>
        <pc:sldLayoutChg chg="del">
          <pc:chgData name="Silva, Roberta" userId="b835b2b2-069a-475b-82a7-1ba1a55a7774" providerId="ADAL" clId="{67B5730F-1EAC-4BC4-8F74-FFDE1310C63A}" dt="2023-05-22T14:08:31.607" v="455" actId="2696"/>
          <pc:sldLayoutMkLst>
            <pc:docMk/>
            <pc:sldMasterMk cId="3747542329" sldId="2147484178"/>
            <pc:sldLayoutMk cId="3067202018" sldId="2147484179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56" actId="2696"/>
          <pc:sldLayoutMkLst>
            <pc:docMk/>
            <pc:sldMasterMk cId="3747542329" sldId="2147484178"/>
            <pc:sldLayoutMk cId="1301244882" sldId="2147484180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57" actId="2696"/>
          <pc:sldLayoutMkLst>
            <pc:docMk/>
            <pc:sldMasterMk cId="3747542329" sldId="2147484178"/>
            <pc:sldLayoutMk cId="409332433" sldId="2147484181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58" actId="2696"/>
          <pc:sldLayoutMkLst>
            <pc:docMk/>
            <pc:sldMasterMk cId="3747542329" sldId="2147484178"/>
            <pc:sldLayoutMk cId="315793184" sldId="2147484182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59" actId="2696"/>
          <pc:sldLayoutMkLst>
            <pc:docMk/>
            <pc:sldMasterMk cId="3747542329" sldId="2147484178"/>
            <pc:sldLayoutMk cId="1649454737" sldId="2147484183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60" actId="2696"/>
          <pc:sldLayoutMkLst>
            <pc:docMk/>
            <pc:sldMasterMk cId="3747542329" sldId="2147484178"/>
            <pc:sldLayoutMk cId="1217976106" sldId="2147484184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61" actId="2696"/>
          <pc:sldLayoutMkLst>
            <pc:docMk/>
            <pc:sldMasterMk cId="3747542329" sldId="2147484178"/>
            <pc:sldLayoutMk cId="1428961725" sldId="2147484185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62" actId="2696"/>
          <pc:sldLayoutMkLst>
            <pc:docMk/>
            <pc:sldMasterMk cId="3747542329" sldId="2147484178"/>
            <pc:sldLayoutMk cId="663836557" sldId="2147484186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63" actId="2696"/>
          <pc:sldLayoutMkLst>
            <pc:docMk/>
            <pc:sldMasterMk cId="3747542329" sldId="2147484178"/>
            <pc:sldLayoutMk cId="3188023646" sldId="2147484187"/>
          </pc:sldLayoutMkLst>
        </pc:sldLayoutChg>
        <pc:sldLayoutChg chg="del">
          <pc:chgData name="Silva, Roberta" userId="b835b2b2-069a-475b-82a7-1ba1a55a7774" providerId="ADAL" clId="{67B5730F-1EAC-4BC4-8F74-FFDE1310C63A}" dt="2023-05-22T14:08:31.607" v="464" actId="2696"/>
          <pc:sldLayoutMkLst>
            <pc:docMk/>
            <pc:sldMasterMk cId="3747542329" sldId="2147484178"/>
            <pc:sldLayoutMk cId="958346454" sldId="2147484188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469" v="633" actId="2696"/>
        <pc:sldMasterMkLst>
          <pc:docMk/>
          <pc:sldMasterMk cId="3961498170" sldId="2147484192"/>
        </pc:sldMasterMkLst>
        <pc:sldLayoutChg chg="del">
          <pc:chgData name="Silva, Roberta" userId="b835b2b2-069a-475b-82a7-1ba1a55a7774" providerId="ADAL" clId="{67B5730F-1EAC-4BC4-8F74-FFDE1310C63A}" dt="2023-05-22T14:08:32.467" v="626" actId="2696"/>
          <pc:sldLayoutMkLst>
            <pc:docMk/>
            <pc:sldMasterMk cId="3961498170" sldId="2147484192"/>
            <pc:sldLayoutMk cId="2956819087" sldId="2147484193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27" actId="2696"/>
          <pc:sldLayoutMkLst>
            <pc:docMk/>
            <pc:sldMasterMk cId="3961498170" sldId="2147484192"/>
            <pc:sldLayoutMk cId="1766961426" sldId="2147484194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28" actId="2696"/>
          <pc:sldLayoutMkLst>
            <pc:docMk/>
            <pc:sldMasterMk cId="3961498170" sldId="2147484192"/>
            <pc:sldLayoutMk cId="3880981844" sldId="2147484195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29" actId="2696"/>
          <pc:sldLayoutMkLst>
            <pc:docMk/>
            <pc:sldMasterMk cId="3961498170" sldId="2147484192"/>
            <pc:sldLayoutMk cId="2835256052" sldId="2147484196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30" actId="2696"/>
          <pc:sldLayoutMkLst>
            <pc:docMk/>
            <pc:sldMasterMk cId="3961498170" sldId="2147484192"/>
            <pc:sldLayoutMk cId="686814353" sldId="2147484197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31" actId="2696"/>
          <pc:sldLayoutMkLst>
            <pc:docMk/>
            <pc:sldMasterMk cId="3961498170" sldId="2147484192"/>
            <pc:sldLayoutMk cId="1330712060" sldId="2147484198"/>
          </pc:sldLayoutMkLst>
        </pc:sldLayoutChg>
        <pc:sldLayoutChg chg="del">
          <pc:chgData name="Silva, Roberta" userId="b835b2b2-069a-475b-82a7-1ba1a55a7774" providerId="ADAL" clId="{67B5730F-1EAC-4BC4-8F74-FFDE1310C63A}" dt="2023-05-22T14:08:32.469" v="632" actId="2696"/>
          <pc:sldLayoutMkLst>
            <pc:docMk/>
            <pc:sldMasterMk cId="3961498170" sldId="2147484192"/>
            <pc:sldLayoutMk cId="3360584422" sldId="2147484199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1.549" v="426" actId="2696"/>
        <pc:sldMasterMkLst>
          <pc:docMk/>
          <pc:sldMasterMk cId="383815675" sldId="2147484212"/>
        </pc:sldMasterMkLst>
        <pc:sldLayoutChg chg="del">
          <pc:chgData name="Silva, Roberta" userId="b835b2b2-069a-475b-82a7-1ba1a55a7774" providerId="ADAL" clId="{67B5730F-1EAC-4BC4-8F74-FFDE1310C63A}" dt="2023-05-22T14:08:31.038" v="373" actId="2696"/>
          <pc:sldLayoutMkLst>
            <pc:docMk/>
            <pc:sldMasterMk cId="383815675" sldId="2147484212"/>
            <pc:sldLayoutMk cId="1924072617" sldId="2147484213"/>
          </pc:sldLayoutMkLst>
        </pc:sldLayoutChg>
        <pc:sldLayoutChg chg="del">
          <pc:chgData name="Silva, Roberta" userId="b835b2b2-069a-475b-82a7-1ba1a55a7774" providerId="ADAL" clId="{67B5730F-1EAC-4BC4-8F74-FFDE1310C63A}" dt="2023-05-22T14:08:31.038" v="374" actId="2696"/>
          <pc:sldLayoutMkLst>
            <pc:docMk/>
            <pc:sldMasterMk cId="383815675" sldId="2147484212"/>
            <pc:sldLayoutMk cId="2149120609" sldId="2147484214"/>
          </pc:sldLayoutMkLst>
        </pc:sldLayoutChg>
        <pc:sldLayoutChg chg="del">
          <pc:chgData name="Silva, Roberta" userId="b835b2b2-069a-475b-82a7-1ba1a55a7774" providerId="ADAL" clId="{67B5730F-1EAC-4BC4-8F74-FFDE1310C63A}" dt="2023-05-22T14:08:31.218" v="375" actId="2696"/>
          <pc:sldLayoutMkLst>
            <pc:docMk/>
            <pc:sldMasterMk cId="383815675" sldId="2147484212"/>
            <pc:sldLayoutMk cId="2473021129" sldId="2147484215"/>
          </pc:sldLayoutMkLst>
        </pc:sldLayoutChg>
        <pc:sldLayoutChg chg="del">
          <pc:chgData name="Silva, Roberta" userId="b835b2b2-069a-475b-82a7-1ba1a55a7774" providerId="ADAL" clId="{67B5730F-1EAC-4BC4-8F74-FFDE1310C63A}" dt="2023-05-22T14:08:31.298" v="376" actId="2696"/>
          <pc:sldLayoutMkLst>
            <pc:docMk/>
            <pc:sldMasterMk cId="383815675" sldId="2147484212"/>
            <pc:sldLayoutMk cId="2754168921" sldId="2147484216"/>
          </pc:sldLayoutMkLst>
        </pc:sldLayoutChg>
        <pc:sldLayoutChg chg="del">
          <pc:chgData name="Silva, Roberta" userId="b835b2b2-069a-475b-82a7-1ba1a55a7774" providerId="ADAL" clId="{67B5730F-1EAC-4BC4-8F74-FFDE1310C63A}" dt="2023-05-22T14:08:31.299" v="377" actId="2696"/>
          <pc:sldLayoutMkLst>
            <pc:docMk/>
            <pc:sldMasterMk cId="383815675" sldId="2147484212"/>
            <pc:sldLayoutMk cId="631546692" sldId="2147484217"/>
          </pc:sldLayoutMkLst>
        </pc:sldLayoutChg>
        <pc:sldLayoutChg chg="del">
          <pc:chgData name="Silva, Roberta" userId="b835b2b2-069a-475b-82a7-1ba1a55a7774" providerId="ADAL" clId="{67B5730F-1EAC-4BC4-8F74-FFDE1310C63A}" dt="2023-05-22T14:08:31.300" v="378" actId="2696"/>
          <pc:sldLayoutMkLst>
            <pc:docMk/>
            <pc:sldMasterMk cId="383815675" sldId="2147484212"/>
            <pc:sldLayoutMk cId="378914690" sldId="2147484218"/>
          </pc:sldLayoutMkLst>
        </pc:sldLayoutChg>
        <pc:sldLayoutChg chg="del">
          <pc:chgData name="Silva, Roberta" userId="b835b2b2-069a-475b-82a7-1ba1a55a7774" providerId="ADAL" clId="{67B5730F-1EAC-4BC4-8F74-FFDE1310C63A}" dt="2023-05-22T14:08:31.302" v="379" actId="2696"/>
          <pc:sldLayoutMkLst>
            <pc:docMk/>
            <pc:sldMasterMk cId="383815675" sldId="2147484212"/>
            <pc:sldLayoutMk cId="3028993699" sldId="2147484219"/>
          </pc:sldLayoutMkLst>
        </pc:sldLayoutChg>
        <pc:sldLayoutChg chg="del">
          <pc:chgData name="Silva, Roberta" userId="b835b2b2-069a-475b-82a7-1ba1a55a7774" providerId="ADAL" clId="{67B5730F-1EAC-4BC4-8F74-FFDE1310C63A}" dt="2023-05-22T14:08:31.303" v="380" actId="2696"/>
          <pc:sldLayoutMkLst>
            <pc:docMk/>
            <pc:sldMasterMk cId="383815675" sldId="2147484212"/>
            <pc:sldLayoutMk cId="2266449769" sldId="2147484220"/>
          </pc:sldLayoutMkLst>
        </pc:sldLayoutChg>
        <pc:sldLayoutChg chg="del">
          <pc:chgData name="Silva, Roberta" userId="b835b2b2-069a-475b-82a7-1ba1a55a7774" providerId="ADAL" clId="{67B5730F-1EAC-4BC4-8F74-FFDE1310C63A}" dt="2023-05-22T14:08:31.380" v="381" actId="2696"/>
          <pc:sldLayoutMkLst>
            <pc:docMk/>
            <pc:sldMasterMk cId="383815675" sldId="2147484212"/>
            <pc:sldLayoutMk cId="1630556189" sldId="2147484221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2" actId="2696"/>
          <pc:sldLayoutMkLst>
            <pc:docMk/>
            <pc:sldMasterMk cId="383815675" sldId="2147484212"/>
            <pc:sldLayoutMk cId="3678483561" sldId="2147484222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3" actId="2696"/>
          <pc:sldLayoutMkLst>
            <pc:docMk/>
            <pc:sldMasterMk cId="383815675" sldId="2147484212"/>
            <pc:sldLayoutMk cId="110021915" sldId="2147484223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4" actId="2696"/>
          <pc:sldLayoutMkLst>
            <pc:docMk/>
            <pc:sldMasterMk cId="383815675" sldId="2147484212"/>
            <pc:sldLayoutMk cId="3260112247" sldId="2147484224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5" actId="2696"/>
          <pc:sldLayoutMkLst>
            <pc:docMk/>
            <pc:sldMasterMk cId="383815675" sldId="2147484212"/>
            <pc:sldLayoutMk cId="773174220" sldId="2147484225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6" actId="2696"/>
          <pc:sldLayoutMkLst>
            <pc:docMk/>
            <pc:sldMasterMk cId="383815675" sldId="2147484212"/>
            <pc:sldLayoutMk cId="2896014389" sldId="2147484226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7" actId="2696"/>
          <pc:sldLayoutMkLst>
            <pc:docMk/>
            <pc:sldMasterMk cId="383815675" sldId="2147484212"/>
            <pc:sldLayoutMk cId="2352783288" sldId="2147484227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8" actId="2696"/>
          <pc:sldLayoutMkLst>
            <pc:docMk/>
            <pc:sldMasterMk cId="383815675" sldId="2147484212"/>
            <pc:sldLayoutMk cId="908995987" sldId="2147484228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89" actId="2696"/>
          <pc:sldLayoutMkLst>
            <pc:docMk/>
            <pc:sldMasterMk cId="383815675" sldId="2147484212"/>
            <pc:sldLayoutMk cId="2442738556" sldId="2147484229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90" actId="2696"/>
          <pc:sldLayoutMkLst>
            <pc:docMk/>
            <pc:sldMasterMk cId="383815675" sldId="2147484212"/>
            <pc:sldLayoutMk cId="4171995235" sldId="2147484230"/>
          </pc:sldLayoutMkLst>
        </pc:sldLayoutChg>
        <pc:sldLayoutChg chg="del">
          <pc:chgData name="Silva, Roberta" userId="b835b2b2-069a-475b-82a7-1ba1a55a7774" providerId="ADAL" clId="{67B5730F-1EAC-4BC4-8F74-FFDE1310C63A}" dt="2023-05-22T14:08:31.381" v="391" actId="2696"/>
          <pc:sldLayoutMkLst>
            <pc:docMk/>
            <pc:sldMasterMk cId="383815675" sldId="2147484212"/>
            <pc:sldLayoutMk cId="824577554" sldId="2147484231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2" actId="2696"/>
          <pc:sldLayoutMkLst>
            <pc:docMk/>
            <pc:sldMasterMk cId="383815675" sldId="2147484212"/>
            <pc:sldLayoutMk cId="785128224" sldId="2147484232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3" actId="2696"/>
          <pc:sldLayoutMkLst>
            <pc:docMk/>
            <pc:sldMasterMk cId="383815675" sldId="2147484212"/>
            <pc:sldLayoutMk cId="461675861" sldId="2147484233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4" actId="2696"/>
          <pc:sldLayoutMkLst>
            <pc:docMk/>
            <pc:sldMasterMk cId="383815675" sldId="2147484212"/>
            <pc:sldLayoutMk cId="1138148679" sldId="2147484234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5" actId="2696"/>
          <pc:sldLayoutMkLst>
            <pc:docMk/>
            <pc:sldMasterMk cId="383815675" sldId="2147484212"/>
            <pc:sldLayoutMk cId="3760799650" sldId="2147484235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6" actId="2696"/>
          <pc:sldLayoutMkLst>
            <pc:docMk/>
            <pc:sldMasterMk cId="383815675" sldId="2147484212"/>
            <pc:sldLayoutMk cId="1782054016" sldId="2147484236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7" actId="2696"/>
          <pc:sldLayoutMkLst>
            <pc:docMk/>
            <pc:sldMasterMk cId="383815675" sldId="2147484212"/>
            <pc:sldLayoutMk cId="19412362" sldId="2147484237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8" actId="2696"/>
          <pc:sldLayoutMkLst>
            <pc:docMk/>
            <pc:sldMasterMk cId="383815675" sldId="2147484212"/>
            <pc:sldLayoutMk cId="3313415122" sldId="2147484238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399" actId="2696"/>
          <pc:sldLayoutMkLst>
            <pc:docMk/>
            <pc:sldMasterMk cId="383815675" sldId="2147484212"/>
            <pc:sldLayoutMk cId="262506116" sldId="2147484239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400" actId="2696"/>
          <pc:sldLayoutMkLst>
            <pc:docMk/>
            <pc:sldMasterMk cId="383815675" sldId="2147484212"/>
            <pc:sldLayoutMk cId="3021531032" sldId="2147484240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401" actId="2696"/>
          <pc:sldLayoutMkLst>
            <pc:docMk/>
            <pc:sldMasterMk cId="383815675" sldId="2147484212"/>
            <pc:sldLayoutMk cId="4294822377" sldId="2147484241"/>
          </pc:sldLayoutMkLst>
        </pc:sldLayoutChg>
        <pc:sldLayoutChg chg="del">
          <pc:chgData name="Silva, Roberta" userId="b835b2b2-069a-475b-82a7-1ba1a55a7774" providerId="ADAL" clId="{67B5730F-1EAC-4BC4-8F74-FFDE1310C63A}" dt="2023-05-22T14:08:31.396" v="402" actId="2696"/>
          <pc:sldLayoutMkLst>
            <pc:docMk/>
            <pc:sldMasterMk cId="383815675" sldId="2147484212"/>
            <pc:sldLayoutMk cId="412263331" sldId="2147484242"/>
          </pc:sldLayoutMkLst>
        </pc:sldLayoutChg>
        <pc:sldLayoutChg chg="del">
          <pc:chgData name="Silva, Roberta" userId="b835b2b2-069a-475b-82a7-1ba1a55a7774" providerId="ADAL" clId="{67B5730F-1EAC-4BC4-8F74-FFDE1310C63A}" dt="2023-05-22T14:08:31.414" v="403" actId="2696"/>
          <pc:sldLayoutMkLst>
            <pc:docMk/>
            <pc:sldMasterMk cId="383815675" sldId="2147484212"/>
            <pc:sldLayoutMk cId="3179991348" sldId="2147484243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4" actId="2696"/>
          <pc:sldLayoutMkLst>
            <pc:docMk/>
            <pc:sldMasterMk cId="383815675" sldId="2147484212"/>
            <pc:sldLayoutMk cId="571008734" sldId="2147484244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5" actId="2696"/>
          <pc:sldLayoutMkLst>
            <pc:docMk/>
            <pc:sldMasterMk cId="383815675" sldId="2147484212"/>
            <pc:sldLayoutMk cId="2045144883" sldId="2147484245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6" actId="2696"/>
          <pc:sldLayoutMkLst>
            <pc:docMk/>
            <pc:sldMasterMk cId="383815675" sldId="2147484212"/>
            <pc:sldLayoutMk cId="2376471886" sldId="2147484246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7" actId="2696"/>
          <pc:sldLayoutMkLst>
            <pc:docMk/>
            <pc:sldMasterMk cId="383815675" sldId="2147484212"/>
            <pc:sldLayoutMk cId="226934929" sldId="2147484247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8" actId="2696"/>
          <pc:sldLayoutMkLst>
            <pc:docMk/>
            <pc:sldMasterMk cId="383815675" sldId="2147484212"/>
            <pc:sldLayoutMk cId="2130251740" sldId="2147484248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09" actId="2696"/>
          <pc:sldLayoutMkLst>
            <pc:docMk/>
            <pc:sldMasterMk cId="383815675" sldId="2147484212"/>
            <pc:sldLayoutMk cId="168763640" sldId="2147484249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10" actId="2696"/>
          <pc:sldLayoutMkLst>
            <pc:docMk/>
            <pc:sldMasterMk cId="383815675" sldId="2147484212"/>
            <pc:sldLayoutMk cId="667502918" sldId="2147484250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11" actId="2696"/>
          <pc:sldLayoutMkLst>
            <pc:docMk/>
            <pc:sldMasterMk cId="383815675" sldId="2147484212"/>
            <pc:sldLayoutMk cId="970967753" sldId="2147484251"/>
          </pc:sldLayoutMkLst>
        </pc:sldLayoutChg>
        <pc:sldLayoutChg chg="del">
          <pc:chgData name="Silva, Roberta" userId="b835b2b2-069a-475b-82a7-1ba1a55a7774" providerId="ADAL" clId="{67B5730F-1EAC-4BC4-8F74-FFDE1310C63A}" dt="2023-05-22T14:08:31.415" v="412" actId="2696"/>
          <pc:sldLayoutMkLst>
            <pc:docMk/>
            <pc:sldMasterMk cId="383815675" sldId="2147484212"/>
            <pc:sldLayoutMk cId="632434122" sldId="2147484252"/>
          </pc:sldLayoutMkLst>
        </pc:sldLayoutChg>
        <pc:sldLayoutChg chg="del">
          <pc:chgData name="Silva, Roberta" userId="b835b2b2-069a-475b-82a7-1ba1a55a7774" providerId="ADAL" clId="{67B5730F-1EAC-4BC4-8F74-FFDE1310C63A}" dt="2023-05-22T14:08:31.431" v="413" actId="2696"/>
          <pc:sldLayoutMkLst>
            <pc:docMk/>
            <pc:sldMasterMk cId="383815675" sldId="2147484212"/>
            <pc:sldLayoutMk cId="2056682934" sldId="2147484253"/>
          </pc:sldLayoutMkLst>
        </pc:sldLayoutChg>
        <pc:sldLayoutChg chg="del">
          <pc:chgData name="Silva, Roberta" userId="b835b2b2-069a-475b-82a7-1ba1a55a7774" providerId="ADAL" clId="{67B5730F-1EAC-4BC4-8F74-FFDE1310C63A}" dt="2023-05-22T14:08:31.432" v="414" actId="2696"/>
          <pc:sldLayoutMkLst>
            <pc:docMk/>
            <pc:sldMasterMk cId="383815675" sldId="2147484212"/>
            <pc:sldLayoutMk cId="3901087340" sldId="2147484254"/>
          </pc:sldLayoutMkLst>
        </pc:sldLayoutChg>
        <pc:sldLayoutChg chg="del">
          <pc:chgData name="Silva, Roberta" userId="b835b2b2-069a-475b-82a7-1ba1a55a7774" providerId="ADAL" clId="{67B5730F-1EAC-4BC4-8F74-FFDE1310C63A}" dt="2023-05-22T14:08:31.433" v="415" actId="2696"/>
          <pc:sldLayoutMkLst>
            <pc:docMk/>
            <pc:sldMasterMk cId="383815675" sldId="2147484212"/>
            <pc:sldLayoutMk cId="2876367807" sldId="2147484255"/>
          </pc:sldLayoutMkLst>
        </pc:sldLayoutChg>
        <pc:sldLayoutChg chg="del">
          <pc:chgData name="Silva, Roberta" userId="b835b2b2-069a-475b-82a7-1ba1a55a7774" providerId="ADAL" clId="{67B5730F-1EAC-4BC4-8F74-FFDE1310C63A}" dt="2023-05-22T14:08:31.433" v="416" actId="2696"/>
          <pc:sldLayoutMkLst>
            <pc:docMk/>
            <pc:sldMasterMk cId="383815675" sldId="2147484212"/>
            <pc:sldLayoutMk cId="2704339764" sldId="2147484256"/>
          </pc:sldLayoutMkLst>
        </pc:sldLayoutChg>
        <pc:sldLayoutChg chg="del">
          <pc:chgData name="Silva, Roberta" userId="b835b2b2-069a-475b-82a7-1ba1a55a7774" providerId="ADAL" clId="{67B5730F-1EAC-4BC4-8F74-FFDE1310C63A}" dt="2023-05-22T14:08:31.436" v="417" actId="2696"/>
          <pc:sldLayoutMkLst>
            <pc:docMk/>
            <pc:sldMasterMk cId="383815675" sldId="2147484212"/>
            <pc:sldLayoutMk cId="958434249" sldId="2147484257"/>
          </pc:sldLayoutMkLst>
        </pc:sldLayoutChg>
        <pc:sldLayoutChg chg="del">
          <pc:chgData name="Silva, Roberta" userId="b835b2b2-069a-475b-82a7-1ba1a55a7774" providerId="ADAL" clId="{67B5730F-1EAC-4BC4-8F74-FFDE1310C63A}" dt="2023-05-22T14:08:31.437" v="418" actId="2696"/>
          <pc:sldLayoutMkLst>
            <pc:docMk/>
            <pc:sldMasterMk cId="383815675" sldId="2147484212"/>
            <pc:sldLayoutMk cId="661151118" sldId="2147484258"/>
          </pc:sldLayoutMkLst>
        </pc:sldLayoutChg>
        <pc:sldLayoutChg chg="del">
          <pc:chgData name="Silva, Roberta" userId="b835b2b2-069a-475b-82a7-1ba1a55a7774" providerId="ADAL" clId="{67B5730F-1EAC-4BC4-8F74-FFDE1310C63A}" dt="2023-05-22T14:08:31.438" v="419" actId="2696"/>
          <pc:sldLayoutMkLst>
            <pc:docMk/>
            <pc:sldMasterMk cId="383815675" sldId="2147484212"/>
            <pc:sldLayoutMk cId="1775008357" sldId="2147484259"/>
          </pc:sldLayoutMkLst>
        </pc:sldLayoutChg>
        <pc:sldLayoutChg chg="del">
          <pc:chgData name="Silva, Roberta" userId="b835b2b2-069a-475b-82a7-1ba1a55a7774" providerId="ADAL" clId="{67B5730F-1EAC-4BC4-8F74-FFDE1310C63A}" dt="2023-05-22T14:08:31.473" v="420" actId="2696"/>
          <pc:sldLayoutMkLst>
            <pc:docMk/>
            <pc:sldMasterMk cId="383815675" sldId="2147484212"/>
            <pc:sldLayoutMk cId="1043710806" sldId="2147484260"/>
          </pc:sldLayoutMkLst>
        </pc:sldLayoutChg>
        <pc:sldLayoutChg chg="del">
          <pc:chgData name="Silva, Roberta" userId="b835b2b2-069a-475b-82a7-1ba1a55a7774" providerId="ADAL" clId="{67B5730F-1EAC-4BC4-8F74-FFDE1310C63A}" dt="2023-05-22T14:08:31.530" v="421" actId="2696"/>
          <pc:sldLayoutMkLst>
            <pc:docMk/>
            <pc:sldMasterMk cId="383815675" sldId="2147484212"/>
            <pc:sldLayoutMk cId="3921553309" sldId="2147484261"/>
          </pc:sldLayoutMkLst>
        </pc:sldLayoutChg>
        <pc:sldLayoutChg chg="del">
          <pc:chgData name="Silva, Roberta" userId="b835b2b2-069a-475b-82a7-1ba1a55a7774" providerId="ADAL" clId="{67B5730F-1EAC-4BC4-8F74-FFDE1310C63A}" dt="2023-05-22T14:08:31.530" v="422" actId="2696"/>
          <pc:sldLayoutMkLst>
            <pc:docMk/>
            <pc:sldMasterMk cId="383815675" sldId="2147484212"/>
            <pc:sldLayoutMk cId="4287910776" sldId="2147484262"/>
          </pc:sldLayoutMkLst>
        </pc:sldLayoutChg>
        <pc:sldLayoutChg chg="del">
          <pc:chgData name="Silva, Roberta" userId="b835b2b2-069a-475b-82a7-1ba1a55a7774" providerId="ADAL" clId="{67B5730F-1EAC-4BC4-8F74-FFDE1310C63A}" dt="2023-05-22T14:08:31.546" v="423" actId="2696"/>
          <pc:sldLayoutMkLst>
            <pc:docMk/>
            <pc:sldMasterMk cId="383815675" sldId="2147484212"/>
            <pc:sldLayoutMk cId="3585897888" sldId="2147484263"/>
          </pc:sldLayoutMkLst>
        </pc:sldLayoutChg>
        <pc:sldLayoutChg chg="del">
          <pc:chgData name="Silva, Roberta" userId="b835b2b2-069a-475b-82a7-1ba1a55a7774" providerId="ADAL" clId="{67B5730F-1EAC-4BC4-8F74-FFDE1310C63A}" dt="2023-05-22T14:08:31.547" v="424" actId="2696"/>
          <pc:sldLayoutMkLst>
            <pc:docMk/>
            <pc:sldMasterMk cId="383815675" sldId="2147484212"/>
            <pc:sldLayoutMk cId="2485578038" sldId="2147484264"/>
          </pc:sldLayoutMkLst>
        </pc:sldLayoutChg>
        <pc:sldLayoutChg chg="del">
          <pc:chgData name="Silva, Roberta" userId="b835b2b2-069a-475b-82a7-1ba1a55a7774" providerId="ADAL" clId="{67B5730F-1EAC-4BC4-8F74-FFDE1310C63A}" dt="2023-05-22T14:08:31.548" v="425" actId="2696"/>
          <pc:sldLayoutMkLst>
            <pc:docMk/>
            <pc:sldMasterMk cId="383815675" sldId="2147484212"/>
            <pc:sldLayoutMk cId="1861519662" sldId="2147484265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016" v="536" actId="2696"/>
        <pc:sldMasterMkLst>
          <pc:docMk/>
          <pc:sldMasterMk cId="1886178736" sldId="2147484266"/>
        </pc:sldMasterMkLst>
        <pc:sldLayoutChg chg="del">
          <pc:chgData name="Silva, Roberta" userId="b835b2b2-069a-475b-82a7-1ba1a55a7774" providerId="ADAL" clId="{67B5730F-1EAC-4BC4-8F74-FFDE1310C63A}" dt="2023-05-22T14:08:31.661" v="487" actId="2696"/>
          <pc:sldLayoutMkLst>
            <pc:docMk/>
            <pc:sldMasterMk cId="1886178736" sldId="2147484266"/>
            <pc:sldLayoutMk cId="1300986666" sldId="2147484267"/>
          </pc:sldLayoutMkLst>
        </pc:sldLayoutChg>
        <pc:sldLayoutChg chg="del">
          <pc:chgData name="Silva, Roberta" userId="b835b2b2-069a-475b-82a7-1ba1a55a7774" providerId="ADAL" clId="{67B5730F-1EAC-4BC4-8F74-FFDE1310C63A}" dt="2023-05-22T14:08:31.661" v="488" actId="2696"/>
          <pc:sldLayoutMkLst>
            <pc:docMk/>
            <pc:sldMasterMk cId="1886178736" sldId="2147484266"/>
            <pc:sldLayoutMk cId="2937343892" sldId="2147484268"/>
          </pc:sldLayoutMkLst>
        </pc:sldLayoutChg>
        <pc:sldLayoutChg chg="del">
          <pc:chgData name="Silva, Roberta" userId="b835b2b2-069a-475b-82a7-1ba1a55a7774" providerId="ADAL" clId="{67B5730F-1EAC-4BC4-8F74-FFDE1310C63A}" dt="2023-05-22T14:08:31.727" v="489" actId="2696"/>
          <pc:sldLayoutMkLst>
            <pc:docMk/>
            <pc:sldMasterMk cId="1886178736" sldId="2147484266"/>
            <pc:sldLayoutMk cId="1928180126" sldId="2147484269"/>
          </pc:sldLayoutMkLst>
        </pc:sldLayoutChg>
        <pc:sldLayoutChg chg="del">
          <pc:chgData name="Silva, Roberta" userId="b835b2b2-069a-475b-82a7-1ba1a55a7774" providerId="ADAL" clId="{67B5730F-1EAC-4BC4-8F74-FFDE1310C63A}" dt="2023-05-22T14:08:31.800" v="490" actId="2696"/>
          <pc:sldLayoutMkLst>
            <pc:docMk/>
            <pc:sldMasterMk cId="1886178736" sldId="2147484266"/>
            <pc:sldLayoutMk cId="2995636978" sldId="2147484270"/>
          </pc:sldLayoutMkLst>
        </pc:sldLayoutChg>
        <pc:sldLayoutChg chg="del">
          <pc:chgData name="Silva, Roberta" userId="b835b2b2-069a-475b-82a7-1ba1a55a7774" providerId="ADAL" clId="{67B5730F-1EAC-4BC4-8F74-FFDE1310C63A}" dt="2023-05-22T14:08:31.802" v="491" actId="2696"/>
          <pc:sldLayoutMkLst>
            <pc:docMk/>
            <pc:sldMasterMk cId="1886178736" sldId="2147484266"/>
            <pc:sldLayoutMk cId="2952393915" sldId="2147484271"/>
          </pc:sldLayoutMkLst>
        </pc:sldLayoutChg>
        <pc:sldLayoutChg chg="del">
          <pc:chgData name="Silva, Roberta" userId="b835b2b2-069a-475b-82a7-1ba1a55a7774" providerId="ADAL" clId="{67B5730F-1EAC-4BC4-8F74-FFDE1310C63A}" dt="2023-05-22T14:08:31.803" v="492" actId="2696"/>
          <pc:sldLayoutMkLst>
            <pc:docMk/>
            <pc:sldMasterMk cId="1886178736" sldId="2147484266"/>
            <pc:sldLayoutMk cId="1809578034" sldId="2147484272"/>
          </pc:sldLayoutMkLst>
        </pc:sldLayoutChg>
        <pc:sldLayoutChg chg="del">
          <pc:chgData name="Silva, Roberta" userId="b835b2b2-069a-475b-82a7-1ba1a55a7774" providerId="ADAL" clId="{67B5730F-1EAC-4BC4-8F74-FFDE1310C63A}" dt="2023-05-22T14:08:31.804" v="493" actId="2696"/>
          <pc:sldLayoutMkLst>
            <pc:docMk/>
            <pc:sldMasterMk cId="1886178736" sldId="2147484266"/>
            <pc:sldLayoutMk cId="2853943385" sldId="2147484273"/>
          </pc:sldLayoutMkLst>
        </pc:sldLayoutChg>
        <pc:sldLayoutChg chg="del">
          <pc:chgData name="Silva, Roberta" userId="b835b2b2-069a-475b-82a7-1ba1a55a7774" providerId="ADAL" clId="{67B5730F-1EAC-4BC4-8F74-FFDE1310C63A}" dt="2023-05-22T14:08:31.806" v="494" actId="2696"/>
          <pc:sldLayoutMkLst>
            <pc:docMk/>
            <pc:sldMasterMk cId="1886178736" sldId="2147484266"/>
            <pc:sldLayoutMk cId="2710581622" sldId="2147484274"/>
          </pc:sldLayoutMkLst>
        </pc:sldLayoutChg>
        <pc:sldLayoutChg chg="del">
          <pc:chgData name="Silva, Roberta" userId="b835b2b2-069a-475b-82a7-1ba1a55a7774" providerId="ADAL" clId="{67B5730F-1EAC-4BC4-8F74-FFDE1310C63A}" dt="2023-05-22T14:08:31.872" v="495" actId="2696"/>
          <pc:sldLayoutMkLst>
            <pc:docMk/>
            <pc:sldMasterMk cId="1886178736" sldId="2147484266"/>
            <pc:sldLayoutMk cId="4202849981" sldId="2147484275"/>
          </pc:sldLayoutMkLst>
        </pc:sldLayoutChg>
        <pc:sldLayoutChg chg="del">
          <pc:chgData name="Silva, Roberta" userId="b835b2b2-069a-475b-82a7-1ba1a55a7774" providerId="ADAL" clId="{67B5730F-1EAC-4BC4-8F74-FFDE1310C63A}" dt="2023-05-22T14:08:31.874" v="496" actId="2696"/>
          <pc:sldLayoutMkLst>
            <pc:docMk/>
            <pc:sldMasterMk cId="1886178736" sldId="2147484266"/>
            <pc:sldLayoutMk cId="226536265" sldId="2147484276"/>
          </pc:sldLayoutMkLst>
        </pc:sldLayoutChg>
        <pc:sldLayoutChg chg="del">
          <pc:chgData name="Silva, Roberta" userId="b835b2b2-069a-475b-82a7-1ba1a55a7774" providerId="ADAL" clId="{67B5730F-1EAC-4BC4-8F74-FFDE1310C63A}" dt="2023-05-22T14:08:31.874" v="497" actId="2696"/>
          <pc:sldLayoutMkLst>
            <pc:docMk/>
            <pc:sldMasterMk cId="1886178736" sldId="2147484266"/>
            <pc:sldLayoutMk cId="2325110226" sldId="2147484277"/>
          </pc:sldLayoutMkLst>
        </pc:sldLayoutChg>
        <pc:sldLayoutChg chg="del">
          <pc:chgData name="Silva, Roberta" userId="b835b2b2-069a-475b-82a7-1ba1a55a7774" providerId="ADAL" clId="{67B5730F-1EAC-4BC4-8F74-FFDE1310C63A}" dt="2023-05-22T14:08:31.876" v="498" actId="2696"/>
          <pc:sldLayoutMkLst>
            <pc:docMk/>
            <pc:sldMasterMk cId="1886178736" sldId="2147484266"/>
            <pc:sldLayoutMk cId="4001739906" sldId="2147484278"/>
          </pc:sldLayoutMkLst>
        </pc:sldLayoutChg>
        <pc:sldLayoutChg chg="del">
          <pc:chgData name="Silva, Roberta" userId="b835b2b2-069a-475b-82a7-1ba1a55a7774" providerId="ADAL" clId="{67B5730F-1EAC-4BC4-8F74-FFDE1310C63A}" dt="2023-05-22T14:08:31.878" v="499" actId="2696"/>
          <pc:sldLayoutMkLst>
            <pc:docMk/>
            <pc:sldMasterMk cId="1886178736" sldId="2147484266"/>
            <pc:sldLayoutMk cId="3303458832" sldId="2147484279"/>
          </pc:sldLayoutMkLst>
        </pc:sldLayoutChg>
        <pc:sldLayoutChg chg="del">
          <pc:chgData name="Silva, Roberta" userId="b835b2b2-069a-475b-82a7-1ba1a55a7774" providerId="ADAL" clId="{67B5730F-1EAC-4BC4-8F74-FFDE1310C63A}" dt="2023-05-22T14:08:31.879" v="500" actId="2696"/>
          <pc:sldLayoutMkLst>
            <pc:docMk/>
            <pc:sldMasterMk cId="1886178736" sldId="2147484266"/>
            <pc:sldLayoutMk cId="1512985151" sldId="2147484280"/>
          </pc:sldLayoutMkLst>
        </pc:sldLayoutChg>
        <pc:sldLayoutChg chg="del">
          <pc:chgData name="Silva, Roberta" userId="b835b2b2-069a-475b-82a7-1ba1a55a7774" providerId="ADAL" clId="{67B5730F-1EAC-4BC4-8F74-FFDE1310C63A}" dt="2023-05-22T14:08:31.881" v="501" actId="2696"/>
          <pc:sldLayoutMkLst>
            <pc:docMk/>
            <pc:sldMasterMk cId="1886178736" sldId="2147484266"/>
            <pc:sldLayoutMk cId="63062239" sldId="2147484281"/>
          </pc:sldLayoutMkLst>
        </pc:sldLayoutChg>
        <pc:sldLayoutChg chg="del">
          <pc:chgData name="Silva, Roberta" userId="b835b2b2-069a-475b-82a7-1ba1a55a7774" providerId="ADAL" clId="{67B5730F-1EAC-4BC4-8F74-FFDE1310C63A}" dt="2023-05-22T14:08:31.883" v="502" actId="2696"/>
          <pc:sldLayoutMkLst>
            <pc:docMk/>
            <pc:sldMasterMk cId="1886178736" sldId="2147484266"/>
            <pc:sldLayoutMk cId="211538383" sldId="2147484282"/>
          </pc:sldLayoutMkLst>
        </pc:sldLayoutChg>
        <pc:sldLayoutChg chg="del">
          <pc:chgData name="Silva, Roberta" userId="b835b2b2-069a-475b-82a7-1ba1a55a7774" providerId="ADAL" clId="{67B5730F-1EAC-4BC4-8F74-FFDE1310C63A}" dt="2023-05-22T14:08:31.885" v="503" actId="2696"/>
          <pc:sldLayoutMkLst>
            <pc:docMk/>
            <pc:sldMasterMk cId="1886178736" sldId="2147484266"/>
            <pc:sldLayoutMk cId="86632684" sldId="2147484283"/>
          </pc:sldLayoutMkLst>
        </pc:sldLayoutChg>
        <pc:sldLayoutChg chg="del">
          <pc:chgData name="Silva, Roberta" userId="b835b2b2-069a-475b-82a7-1ba1a55a7774" providerId="ADAL" clId="{67B5730F-1EAC-4BC4-8F74-FFDE1310C63A}" dt="2023-05-22T14:08:31.887" v="504" actId="2696"/>
          <pc:sldLayoutMkLst>
            <pc:docMk/>
            <pc:sldMasterMk cId="1886178736" sldId="2147484266"/>
            <pc:sldLayoutMk cId="2589532161" sldId="2147484284"/>
          </pc:sldLayoutMkLst>
        </pc:sldLayoutChg>
        <pc:sldLayoutChg chg="del">
          <pc:chgData name="Silva, Roberta" userId="b835b2b2-069a-475b-82a7-1ba1a55a7774" providerId="ADAL" clId="{67B5730F-1EAC-4BC4-8F74-FFDE1310C63A}" dt="2023-05-22T14:08:31.889" v="505" actId="2696"/>
          <pc:sldLayoutMkLst>
            <pc:docMk/>
            <pc:sldMasterMk cId="1886178736" sldId="2147484266"/>
            <pc:sldLayoutMk cId="400861586" sldId="2147484285"/>
          </pc:sldLayoutMkLst>
        </pc:sldLayoutChg>
        <pc:sldLayoutChg chg="del">
          <pc:chgData name="Silva, Roberta" userId="b835b2b2-069a-475b-82a7-1ba1a55a7774" providerId="ADAL" clId="{67B5730F-1EAC-4BC4-8F74-FFDE1310C63A}" dt="2023-05-22T14:08:31.890" v="506" actId="2696"/>
          <pc:sldLayoutMkLst>
            <pc:docMk/>
            <pc:sldMasterMk cId="1886178736" sldId="2147484266"/>
            <pc:sldLayoutMk cId="388171709" sldId="2147484286"/>
          </pc:sldLayoutMkLst>
        </pc:sldLayoutChg>
        <pc:sldLayoutChg chg="del">
          <pc:chgData name="Silva, Roberta" userId="b835b2b2-069a-475b-82a7-1ba1a55a7774" providerId="ADAL" clId="{67B5730F-1EAC-4BC4-8F74-FFDE1310C63A}" dt="2023-05-22T14:08:31.892" v="507" actId="2696"/>
          <pc:sldLayoutMkLst>
            <pc:docMk/>
            <pc:sldMasterMk cId="1886178736" sldId="2147484266"/>
            <pc:sldLayoutMk cId="3219305598" sldId="2147484287"/>
          </pc:sldLayoutMkLst>
        </pc:sldLayoutChg>
        <pc:sldLayoutChg chg="del">
          <pc:chgData name="Silva, Roberta" userId="b835b2b2-069a-475b-82a7-1ba1a55a7774" providerId="ADAL" clId="{67B5730F-1EAC-4BC4-8F74-FFDE1310C63A}" dt="2023-05-22T14:08:31.893" v="508" actId="2696"/>
          <pc:sldLayoutMkLst>
            <pc:docMk/>
            <pc:sldMasterMk cId="1886178736" sldId="2147484266"/>
            <pc:sldLayoutMk cId="2093606766" sldId="2147484288"/>
          </pc:sldLayoutMkLst>
        </pc:sldLayoutChg>
        <pc:sldLayoutChg chg="del">
          <pc:chgData name="Silva, Roberta" userId="b835b2b2-069a-475b-82a7-1ba1a55a7774" providerId="ADAL" clId="{67B5730F-1EAC-4BC4-8F74-FFDE1310C63A}" dt="2023-05-22T14:08:31.894" v="509" actId="2696"/>
          <pc:sldLayoutMkLst>
            <pc:docMk/>
            <pc:sldMasterMk cId="1886178736" sldId="2147484266"/>
            <pc:sldLayoutMk cId="4177495812" sldId="2147484289"/>
          </pc:sldLayoutMkLst>
        </pc:sldLayoutChg>
        <pc:sldLayoutChg chg="del">
          <pc:chgData name="Silva, Roberta" userId="b835b2b2-069a-475b-82a7-1ba1a55a7774" providerId="ADAL" clId="{67B5730F-1EAC-4BC4-8F74-FFDE1310C63A}" dt="2023-05-22T14:08:31.895" v="510" actId="2696"/>
          <pc:sldLayoutMkLst>
            <pc:docMk/>
            <pc:sldMasterMk cId="1886178736" sldId="2147484266"/>
            <pc:sldLayoutMk cId="4267394029" sldId="2147484290"/>
          </pc:sldLayoutMkLst>
        </pc:sldLayoutChg>
        <pc:sldLayoutChg chg="del">
          <pc:chgData name="Silva, Roberta" userId="b835b2b2-069a-475b-82a7-1ba1a55a7774" providerId="ADAL" clId="{67B5730F-1EAC-4BC4-8F74-FFDE1310C63A}" dt="2023-05-22T14:08:31.896" v="511" actId="2696"/>
          <pc:sldLayoutMkLst>
            <pc:docMk/>
            <pc:sldMasterMk cId="1886178736" sldId="2147484266"/>
            <pc:sldLayoutMk cId="3100711862" sldId="2147484291"/>
          </pc:sldLayoutMkLst>
        </pc:sldLayoutChg>
        <pc:sldLayoutChg chg="del">
          <pc:chgData name="Silva, Roberta" userId="b835b2b2-069a-475b-82a7-1ba1a55a7774" providerId="ADAL" clId="{67B5730F-1EAC-4BC4-8F74-FFDE1310C63A}" dt="2023-05-22T14:08:31.897" v="512" actId="2696"/>
          <pc:sldLayoutMkLst>
            <pc:docMk/>
            <pc:sldMasterMk cId="1886178736" sldId="2147484266"/>
            <pc:sldLayoutMk cId="871502535" sldId="2147484292"/>
          </pc:sldLayoutMkLst>
        </pc:sldLayoutChg>
        <pc:sldLayoutChg chg="del">
          <pc:chgData name="Silva, Roberta" userId="b835b2b2-069a-475b-82a7-1ba1a55a7774" providerId="ADAL" clId="{67B5730F-1EAC-4BC4-8F74-FFDE1310C63A}" dt="2023-05-22T14:08:31.898" v="513" actId="2696"/>
          <pc:sldLayoutMkLst>
            <pc:docMk/>
            <pc:sldMasterMk cId="1886178736" sldId="2147484266"/>
            <pc:sldLayoutMk cId="3705835030" sldId="2147484293"/>
          </pc:sldLayoutMkLst>
        </pc:sldLayoutChg>
        <pc:sldLayoutChg chg="del">
          <pc:chgData name="Silva, Roberta" userId="b835b2b2-069a-475b-82a7-1ba1a55a7774" providerId="ADAL" clId="{67B5730F-1EAC-4BC4-8F74-FFDE1310C63A}" dt="2023-05-22T14:08:31.899" v="514" actId="2696"/>
          <pc:sldLayoutMkLst>
            <pc:docMk/>
            <pc:sldMasterMk cId="1886178736" sldId="2147484266"/>
            <pc:sldLayoutMk cId="321737104" sldId="2147484294"/>
          </pc:sldLayoutMkLst>
        </pc:sldLayoutChg>
        <pc:sldLayoutChg chg="del">
          <pc:chgData name="Silva, Roberta" userId="b835b2b2-069a-475b-82a7-1ba1a55a7774" providerId="ADAL" clId="{67B5730F-1EAC-4BC4-8F74-FFDE1310C63A}" dt="2023-05-22T14:08:31.901" v="515" actId="2696"/>
          <pc:sldLayoutMkLst>
            <pc:docMk/>
            <pc:sldMasterMk cId="1886178736" sldId="2147484266"/>
            <pc:sldLayoutMk cId="2250576668" sldId="2147484295"/>
          </pc:sldLayoutMkLst>
        </pc:sldLayoutChg>
        <pc:sldLayoutChg chg="del">
          <pc:chgData name="Silva, Roberta" userId="b835b2b2-069a-475b-82a7-1ba1a55a7774" providerId="ADAL" clId="{67B5730F-1EAC-4BC4-8F74-FFDE1310C63A}" dt="2023-05-22T14:08:31.901" v="516" actId="2696"/>
          <pc:sldLayoutMkLst>
            <pc:docMk/>
            <pc:sldMasterMk cId="1886178736" sldId="2147484266"/>
            <pc:sldLayoutMk cId="4163085017" sldId="2147484296"/>
          </pc:sldLayoutMkLst>
        </pc:sldLayoutChg>
        <pc:sldLayoutChg chg="del">
          <pc:chgData name="Silva, Roberta" userId="b835b2b2-069a-475b-82a7-1ba1a55a7774" providerId="ADAL" clId="{67B5730F-1EAC-4BC4-8F74-FFDE1310C63A}" dt="2023-05-22T14:08:31.904" v="517" actId="2696"/>
          <pc:sldLayoutMkLst>
            <pc:docMk/>
            <pc:sldMasterMk cId="1886178736" sldId="2147484266"/>
            <pc:sldLayoutMk cId="715301066" sldId="2147484297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18" actId="2696"/>
          <pc:sldLayoutMkLst>
            <pc:docMk/>
            <pc:sldMasterMk cId="1886178736" sldId="2147484266"/>
            <pc:sldLayoutMk cId="255638811" sldId="2147484298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19" actId="2696"/>
          <pc:sldLayoutMkLst>
            <pc:docMk/>
            <pc:sldMasterMk cId="1886178736" sldId="2147484266"/>
            <pc:sldLayoutMk cId="1103649482" sldId="2147484299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0" actId="2696"/>
          <pc:sldLayoutMkLst>
            <pc:docMk/>
            <pc:sldMasterMk cId="1886178736" sldId="2147484266"/>
            <pc:sldLayoutMk cId="1541096743" sldId="2147484300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1" actId="2696"/>
          <pc:sldLayoutMkLst>
            <pc:docMk/>
            <pc:sldMasterMk cId="1886178736" sldId="2147484266"/>
            <pc:sldLayoutMk cId="4206977776" sldId="2147484301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2" actId="2696"/>
          <pc:sldLayoutMkLst>
            <pc:docMk/>
            <pc:sldMasterMk cId="1886178736" sldId="2147484266"/>
            <pc:sldLayoutMk cId="1047457762" sldId="2147484302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3" actId="2696"/>
          <pc:sldLayoutMkLst>
            <pc:docMk/>
            <pc:sldMasterMk cId="1886178736" sldId="2147484266"/>
            <pc:sldLayoutMk cId="3617938846" sldId="2147484303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4" actId="2696"/>
          <pc:sldLayoutMkLst>
            <pc:docMk/>
            <pc:sldMasterMk cId="1886178736" sldId="2147484266"/>
            <pc:sldLayoutMk cId="983717807" sldId="2147484304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5" actId="2696"/>
          <pc:sldLayoutMkLst>
            <pc:docMk/>
            <pc:sldMasterMk cId="1886178736" sldId="2147484266"/>
            <pc:sldLayoutMk cId="2774993267" sldId="2147484305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6" actId="2696"/>
          <pc:sldLayoutMkLst>
            <pc:docMk/>
            <pc:sldMasterMk cId="1886178736" sldId="2147484266"/>
            <pc:sldLayoutMk cId="1637437718" sldId="2147484306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7" actId="2696"/>
          <pc:sldLayoutMkLst>
            <pc:docMk/>
            <pc:sldMasterMk cId="1886178736" sldId="2147484266"/>
            <pc:sldLayoutMk cId="2784796416" sldId="2147484307"/>
          </pc:sldLayoutMkLst>
        </pc:sldLayoutChg>
        <pc:sldLayoutChg chg="del">
          <pc:chgData name="Silva, Roberta" userId="b835b2b2-069a-475b-82a7-1ba1a55a7774" providerId="ADAL" clId="{67B5730F-1EAC-4BC4-8F74-FFDE1310C63A}" dt="2023-05-22T14:08:31.906" v="528" actId="2696"/>
          <pc:sldLayoutMkLst>
            <pc:docMk/>
            <pc:sldMasterMk cId="1886178736" sldId="2147484266"/>
            <pc:sldLayoutMk cId="93647696" sldId="2147484308"/>
          </pc:sldLayoutMkLst>
        </pc:sldLayoutChg>
        <pc:sldLayoutChg chg="del">
          <pc:chgData name="Silva, Roberta" userId="b835b2b2-069a-475b-82a7-1ba1a55a7774" providerId="ADAL" clId="{67B5730F-1EAC-4BC4-8F74-FFDE1310C63A}" dt="2023-05-22T14:08:31.922" v="529" actId="2696"/>
          <pc:sldLayoutMkLst>
            <pc:docMk/>
            <pc:sldMasterMk cId="1886178736" sldId="2147484266"/>
            <pc:sldLayoutMk cId="896349163" sldId="2147484309"/>
          </pc:sldLayoutMkLst>
        </pc:sldLayoutChg>
        <pc:sldLayoutChg chg="del">
          <pc:chgData name="Silva, Roberta" userId="b835b2b2-069a-475b-82a7-1ba1a55a7774" providerId="ADAL" clId="{67B5730F-1EAC-4BC4-8F74-FFDE1310C63A}" dt="2023-05-22T14:08:31.923" v="530" actId="2696"/>
          <pc:sldLayoutMkLst>
            <pc:docMk/>
            <pc:sldMasterMk cId="1886178736" sldId="2147484266"/>
            <pc:sldLayoutMk cId="68915629" sldId="2147484310"/>
          </pc:sldLayoutMkLst>
        </pc:sldLayoutChg>
        <pc:sldLayoutChg chg="del">
          <pc:chgData name="Silva, Roberta" userId="b835b2b2-069a-475b-82a7-1ba1a55a7774" providerId="ADAL" clId="{67B5730F-1EAC-4BC4-8F74-FFDE1310C63A}" dt="2023-05-22T14:08:31.923" v="531" actId="2696"/>
          <pc:sldLayoutMkLst>
            <pc:docMk/>
            <pc:sldMasterMk cId="1886178736" sldId="2147484266"/>
            <pc:sldLayoutMk cId="3841959535" sldId="2147484311"/>
          </pc:sldLayoutMkLst>
        </pc:sldLayoutChg>
        <pc:sldLayoutChg chg="del">
          <pc:chgData name="Silva, Roberta" userId="b835b2b2-069a-475b-82a7-1ba1a55a7774" providerId="ADAL" clId="{67B5730F-1EAC-4BC4-8F74-FFDE1310C63A}" dt="2023-05-22T14:08:31.923" v="532" actId="2696"/>
          <pc:sldLayoutMkLst>
            <pc:docMk/>
            <pc:sldMasterMk cId="1886178736" sldId="2147484266"/>
            <pc:sldLayoutMk cId="1042307940" sldId="2147484312"/>
          </pc:sldLayoutMkLst>
        </pc:sldLayoutChg>
        <pc:sldLayoutChg chg="del">
          <pc:chgData name="Silva, Roberta" userId="b835b2b2-069a-475b-82a7-1ba1a55a7774" providerId="ADAL" clId="{67B5730F-1EAC-4BC4-8F74-FFDE1310C63A}" dt="2023-05-22T14:08:31.923" v="533" actId="2696"/>
          <pc:sldLayoutMkLst>
            <pc:docMk/>
            <pc:sldMasterMk cId="1886178736" sldId="2147484266"/>
            <pc:sldLayoutMk cId="3463340604" sldId="2147484313"/>
          </pc:sldLayoutMkLst>
        </pc:sldLayoutChg>
        <pc:sldLayoutChg chg="del">
          <pc:chgData name="Silva, Roberta" userId="b835b2b2-069a-475b-82a7-1ba1a55a7774" providerId="ADAL" clId="{67B5730F-1EAC-4BC4-8F74-FFDE1310C63A}" dt="2023-05-22T14:08:31.956" v="534" actId="2696"/>
          <pc:sldLayoutMkLst>
            <pc:docMk/>
            <pc:sldMasterMk cId="1886178736" sldId="2147484266"/>
            <pc:sldLayoutMk cId="2971692355" sldId="2147484314"/>
          </pc:sldLayoutMkLst>
        </pc:sldLayoutChg>
        <pc:sldLayoutChg chg="del">
          <pc:chgData name="Silva, Roberta" userId="b835b2b2-069a-475b-82a7-1ba1a55a7774" providerId="ADAL" clId="{67B5730F-1EAC-4BC4-8F74-FFDE1310C63A}" dt="2023-05-22T14:08:32.016" v="535" actId="2696"/>
          <pc:sldLayoutMkLst>
            <pc:docMk/>
            <pc:sldMasterMk cId="1886178736" sldId="2147484266"/>
            <pc:sldLayoutMk cId="1219653882" sldId="2147484315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456" v="620" actId="2696"/>
        <pc:sldMasterMkLst>
          <pc:docMk/>
          <pc:sldMasterMk cId="2538402172" sldId="2147484316"/>
        </pc:sldMasterMkLst>
        <pc:sldLayoutChg chg="del">
          <pc:chgData name="Silva, Roberta" userId="b835b2b2-069a-475b-82a7-1ba1a55a7774" providerId="ADAL" clId="{67B5730F-1EAC-4BC4-8F74-FFDE1310C63A}" dt="2023-05-22T14:08:32.090" v="571" actId="2696"/>
          <pc:sldLayoutMkLst>
            <pc:docMk/>
            <pc:sldMasterMk cId="2538402172" sldId="2147484316"/>
            <pc:sldLayoutMk cId="2842355695" sldId="2147484317"/>
          </pc:sldLayoutMkLst>
        </pc:sldLayoutChg>
        <pc:sldLayoutChg chg="del">
          <pc:chgData name="Silva, Roberta" userId="b835b2b2-069a-475b-82a7-1ba1a55a7774" providerId="ADAL" clId="{67B5730F-1EAC-4BC4-8F74-FFDE1310C63A}" dt="2023-05-22T14:08:32.091" v="572" actId="2696"/>
          <pc:sldLayoutMkLst>
            <pc:docMk/>
            <pc:sldMasterMk cId="2538402172" sldId="2147484316"/>
            <pc:sldLayoutMk cId="1466328954" sldId="2147484318"/>
          </pc:sldLayoutMkLst>
        </pc:sldLayoutChg>
        <pc:sldLayoutChg chg="del">
          <pc:chgData name="Silva, Roberta" userId="b835b2b2-069a-475b-82a7-1ba1a55a7774" providerId="ADAL" clId="{67B5730F-1EAC-4BC4-8F74-FFDE1310C63A}" dt="2023-05-22T14:08:32.157" v="573" actId="2696"/>
          <pc:sldLayoutMkLst>
            <pc:docMk/>
            <pc:sldMasterMk cId="2538402172" sldId="2147484316"/>
            <pc:sldLayoutMk cId="3554631236" sldId="2147484319"/>
          </pc:sldLayoutMkLst>
        </pc:sldLayoutChg>
        <pc:sldLayoutChg chg="del">
          <pc:chgData name="Silva, Roberta" userId="b835b2b2-069a-475b-82a7-1ba1a55a7774" providerId="ADAL" clId="{67B5730F-1EAC-4BC4-8F74-FFDE1310C63A}" dt="2023-05-22T14:08:32.220" v="574" actId="2696"/>
          <pc:sldLayoutMkLst>
            <pc:docMk/>
            <pc:sldMasterMk cId="2538402172" sldId="2147484316"/>
            <pc:sldLayoutMk cId="552251629" sldId="2147484320"/>
          </pc:sldLayoutMkLst>
        </pc:sldLayoutChg>
        <pc:sldLayoutChg chg="del">
          <pc:chgData name="Silva, Roberta" userId="b835b2b2-069a-475b-82a7-1ba1a55a7774" providerId="ADAL" clId="{67B5730F-1EAC-4BC4-8F74-FFDE1310C63A}" dt="2023-05-22T14:08:32.220" v="575" actId="2696"/>
          <pc:sldLayoutMkLst>
            <pc:docMk/>
            <pc:sldMasterMk cId="2538402172" sldId="2147484316"/>
            <pc:sldLayoutMk cId="3542950543" sldId="2147484321"/>
          </pc:sldLayoutMkLst>
        </pc:sldLayoutChg>
        <pc:sldLayoutChg chg="del">
          <pc:chgData name="Silva, Roberta" userId="b835b2b2-069a-475b-82a7-1ba1a55a7774" providerId="ADAL" clId="{67B5730F-1EAC-4BC4-8F74-FFDE1310C63A}" dt="2023-05-22T14:08:32.227" v="576" actId="2696"/>
          <pc:sldLayoutMkLst>
            <pc:docMk/>
            <pc:sldMasterMk cId="2538402172" sldId="2147484316"/>
            <pc:sldLayoutMk cId="1927445245" sldId="2147484322"/>
          </pc:sldLayoutMkLst>
        </pc:sldLayoutChg>
        <pc:sldLayoutChg chg="del">
          <pc:chgData name="Silva, Roberta" userId="b835b2b2-069a-475b-82a7-1ba1a55a7774" providerId="ADAL" clId="{67B5730F-1EAC-4BC4-8F74-FFDE1310C63A}" dt="2023-05-22T14:08:32.227" v="577" actId="2696"/>
          <pc:sldLayoutMkLst>
            <pc:docMk/>
            <pc:sldMasterMk cId="2538402172" sldId="2147484316"/>
            <pc:sldLayoutMk cId="1637753824" sldId="2147484323"/>
          </pc:sldLayoutMkLst>
        </pc:sldLayoutChg>
        <pc:sldLayoutChg chg="del">
          <pc:chgData name="Silva, Roberta" userId="b835b2b2-069a-475b-82a7-1ba1a55a7774" providerId="ADAL" clId="{67B5730F-1EAC-4BC4-8F74-FFDE1310C63A}" dt="2023-05-22T14:08:32.227" v="578" actId="2696"/>
          <pc:sldLayoutMkLst>
            <pc:docMk/>
            <pc:sldMasterMk cId="2538402172" sldId="2147484316"/>
            <pc:sldLayoutMk cId="1737232330" sldId="2147484324"/>
          </pc:sldLayoutMkLst>
        </pc:sldLayoutChg>
        <pc:sldLayoutChg chg="del">
          <pc:chgData name="Silva, Roberta" userId="b835b2b2-069a-475b-82a7-1ba1a55a7774" providerId="ADAL" clId="{67B5730F-1EAC-4BC4-8F74-FFDE1310C63A}" dt="2023-05-22T14:08:32.295" v="579" actId="2696"/>
          <pc:sldLayoutMkLst>
            <pc:docMk/>
            <pc:sldMasterMk cId="2538402172" sldId="2147484316"/>
            <pc:sldLayoutMk cId="2308997606" sldId="2147484325"/>
          </pc:sldLayoutMkLst>
        </pc:sldLayoutChg>
        <pc:sldLayoutChg chg="del">
          <pc:chgData name="Silva, Roberta" userId="b835b2b2-069a-475b-82a7-1ba1a55a7774" providerId="ADAL" clId="{67B5730F-1EAC-4BC4-8F74-FFDE1310C63A}" dt="2023-05-22T14:08:32.296" v="580" actId="2696"/>
          <pc:sldLayoutMkLst>
            <pc:docMk/>
            <pc:sldMasterMk cId="2538402172" sldId="2147484316"/>
            <pc:sldLayoutMk cId="3863811965" sldId="2147484326"/>
          </pc:sldLayoutMkLst>
        </pc:sldLayoutChg>
        <pc:sldLayoutChg chg="del">
          <pc:chgData name="Silva, Roberta" userId="b835b2b2-069a-475b-82a7-1ba1a55a7774" providerId="ADAL" clId="{67B5730F-1EAC-4BC4-8F74-FFDE1310C63A}" dt="2023-05-22T14:08:32.297" v="581" actId="2696"/>
          <pc:sldLayoutMkLst>
            <pc:docMk/>
            <pc:sldMasterMk cId="2538402172" sldId="2147484316"/>
            <pc:sldLayoutMk cId="1023862186" sldId="2147484327"/>
          </pc:sldLayoutMkLst>
        </pc:sldLayoutChg>
        <pc:sldLayoutChg chg="del">
          <pc:chgData name="Silva, Roberta" userId="b835b2b2-069a-475b-82a7-1ba1a55a7774" providerId="ADAL" clId="{67B5730F-1EAC-4BC4-8F74-FFDE1310C63A}" dt="2023-05-22T14:08:32.299" v="582" actId="2696"/>
          <pc:sldLayoutMkLst>
            <pc:docMk/>
            <pc:sldMasterMk cId="2538402172" sldId="2147484316"/>
            <pc:sldLayoutMk cId="843833980" sldId="2147484328"/>
          </pc:sldLayoutMkLst>
        </pc:sldLayoutChg>
        <pc:sldLayoutChg chg="del">
          <pc:chgData name="Silva, Roberta" userId="b835b2b2-069a-475b-82a7-1ba1a55a7774" providerId="ADAL" clId="{67B5730F-1EAC-4BC4-8F74-FFDE1310C63A}" dt="2023-05-22T14:08:32.300" v="583" actId="2696"/>
          <pc:sldLayoutMkLst>
            <pc:docMk/>
            <pc:sldMasterMk cId="2538402172" sldId="2147484316"/>
            <pc:sldLayoutMk cId="720065744" sldId="2147484329"/>
          </pc:sldLayoutMkLst>
        </pc:sldLayoutChg>
        <pc:sldLayoutChg chg="del">
          <pc:chgData name="Silva, Roberta" userId="b835b2b2-069a-475b-82a7-1ba1a55a7774" providerId="ADAL" clId="{67B5730F-1EAC-4BC4-8F74-FFDE1310C63A}" dt="2023-05-22T14:08:32.302" v="584" actId="2696"/>
          <pc:sldLayoutMkLst>
            <pc:docMk/>
            <pc:sldMasterMk cId="2538402172" sldId="2147484316"/>
            <pc:sldLayoutMk cId="3158412202" sldId="2147484330"/>
          </pc:sldLayoutMkLst>
        </pc:sldLayoutChg>
        <pc:sldLayoutChg chg="del">
          <pc:chgData name="Silva, Roberta" userId="b835b2b2-069a-475b-82a7-1ba1a55a7774" providerId="ADAL" clId="{67B5730F-1EAC-4BC4-8F74-FFDE1310C63A}" dt="2023-05-22T14:08:32.303" v="585" actId="2696"/>
          <pc:sldLayoutMkLst>
            <pc:docMk/>
            <pc:sldMasterMk cId="2538402172" sldId="2147484316"/>
            <pc:sldLayoutMk cId="1623954633" sldId="2147484331"/>
          </pc:sldLayoutMkLst>
        </pc:sldLayoutChg>
        <pc:sldLayoutChg chg="del">
          <pc:chgData name="Silva, Roberta" userId="b835b2b2-069a-475b-82a7-1ba1a55a7774" providerId="ADAL" clId="{67B5730F-1EAC-4BC4-8F74-FFDE1310C63A}" dt="2023-05-22T14:08:32.306" v="586" actId="2696"/>
          <pc:sldLayoutMkLst>
            <pc:docMk/>
            <pc:sldMasterMk cId="2538402172" sldId="2147484316"/>
            <pc:sldLayoutMk cId="4248440834" sldId="2147484332"/>
          </pc:sldLayoutMkLst>
        </pc:sldLayoutChg>
        <pc:sldLayoutChg chg="del">
          <pc:chgData name="Silva, Roberta" userId="b835b2b2-069a-475b-82a7-1ba1a55a7774" providerId="ADAL" clId="{67B5730F-1EAC-4BC4-8F74-FFDE1310C63A}" dt="2023-05-22T14:08:32.307" v="587" actId="2696"/>
          <pc:sldLayoutMkLst>
            <pc:docMk/>
            <pc:sldMasterMk cId="2538402172" sldId="2147484316"/>
            <pc:sldLayoutMk cId="3391577358" sldId="2147484333"/>
          </pc:sldLayoutMkLst>
        </pc:sldLayoutChg>
        <pc:sldLayoutChg chg="del">
          <pc:chgData name="Silva, Roberta" userId="b835b2b2-069a-475b-82a7-1ba1a55a7774" providerId="ADAL" clId="{67B5730F-1EAC-4BC4-8F74-FFDE1310C63A}" dt="2023-05-22T14:08:32.308" v="588" actId="2696"/>
          <pc:sldLayoutMkLst>
            <pc:docMk/>
            <pc:sldMasterMk cId="2538402172" sldId="2147484316"/>
            <pc:sldLayoutMk cId="646087848" sldId="2147484334"/>
          </pc:sldLayoutMkLst>
        </pc:sldLayoutChg>
        <pc:sldLayoutChg chg="del">
          <pc:chgData name="Silva, Roberta" userId="b835b2b2-069a-475b-82a7-1ba1a55a7774" providerId="ADAL" clId="{67B5730F-1EAC-4BC4-8F74-FFDE1310C63A}" dt="2023-05-22T14:08:32.310" v="589" actId="2696"/>
          <pc:sldLayoutMkLst>
            <pc:docMk/>
            <pc:sldMasterMk cId="2538402172" sldId="2147484316"/>
            <pc:sldLayoutMk cId="686071368" sldId="2147484335"/>
          </pc:sldLayoutMkLst>
        </pc:sldLayoutChg>
        <pc:sldLayoutChg chg="del">
          <pc:chgData name="Silva, Roberta" userId="b835b2b2-069a-475b-82a7-1ba1a55a7774" providerId="ADAL" clId="{67B5730F-1EAC-4BC4-8F74-FFDE1310C63A}" dt="2023-05-22T14:08:32.311" v="590" actId="2696"/>
          <pc:sldLayoutMkLst>
            <pc:docMk/>
            <pc:sldMasterMk cId="2538402172" sldId="2147484316"/>
            <pc:sldLayoutMk cId="2368219297" sldId="2147484336"/>
          </pc:sldLayoutMkLst>
        </pc:sldLayoutChg>
        <pc:sldLayoutChg chg="del">
          <pc:chgData name="Silva, Roberta" userId="b835b2b2-069a-475b-82a7-1ba1a55a7774" providerId="ADAL" clId="{67B5730F-1EAC-4BC4-8F74-FFDE1310C63A}" dt="2023-05-22T14:08:32.312" v="591" actId="2696"/>
          <pc:sldLayoutMkLst>
            <pc:docMk/>
            <pc:sldMasterMk cId="2538402172" sldId="2147484316"/>
            <pc:sldLayoutMk cId="3988702476" sldId="2147484337"/>
          </pc:sldLayoutMkLst>
        </pc:sldLayoutChg>
        <pc:sldLayoutChg chg="del">
          <pc:chgData name="Silva, Roberta" userId="b835b2b2-069a-475b-82a7-1ba1a55a7774" providerId="ADAL" clId="{67B5730F-1EAC-4BC4-8F74-FFDE1310C63A}" dt="2023-05-22T14:08:32.314" v="592" actId="2696"/>
          <pc:sldLayoutMkLst>
            <pc:docMk/>
            <pc:sldMasterMk cId="2538402172" sldId="2147484316"/>
            <pc:sldLayoutMk cId="2673320295" sldId="2147484338"/>
          </pc:sldLayoutMkLst>
        </pc:sldLayoutChg>
        <pc:sldLayoutChg chg="del">
          <pc:chgData name="Silva, Roberta" userId="b835b2b2-069a-475b-82a7-1ba1a55a7774" providerId="ADAL" clId="{67B5730F-1EAC-4BC4-8F74-FFDE1310C63A}" dt="2023-05-22T14:08:32.315" v="593" actId="2696"/>
          <pc:sldLayoutMkLst>
            <pc:docMk/>
            <pc:sldMasterMk cId="2538402172" sldId="2147484316"/>
            <pc:sldLayoutMk cId="3387749511" sldId="2147484339"/>
          </pc:sldLayoutMkLst>
        </pc:sldLayoutChg>
        <pc:sldLayoutChg chg="del">
          <pc:chgData name="Silva, Roberta" userId="b835b2b2-069a-475b-82a7-1ba1a55a7774" providerId="ADAL" clId="{67B5730F-1EAC-4BC4-8F74-FFDE1310C63A}" dt="2023-05-22T14:08:32.316" v="594" actId="2696"/>
          <pc:sldLayoutMkLst>
            <pc:docMk/>
            <pc:sldMasterMk cId="2538402172" sldId="2147484316"/>
            <pc:sldLayoutMk cId="997302210" sldId="2147484340"/>
          </pc:sldLayoutMkLst>
        </pc:sldLayoutChg>
        <pc:sldLayoutChg chg="del">
          <pc:chgData name="Silva, Roberta" userId="b835b2b2-069a-475b-82a7-1ba1a55a7774" providerId="ADAL" clId="{67B5730F-1EAC-4BC4-8F74-FFDE1310C63A}" dt="2023-05-22T14:08:32.317" v="595" actId="2696"/>
          <pc:sldLayoutMkLst>
            <pc:docMk/>
            <pc:sldMasterMk cId="2538402172" sldId="2147484316"/>
            <pc:sldLayoutMk cId="2487208767" sldId="2147484341"/>
          </pc:sldLayoutMkLst>
        </pc:sldLayoutChg>
        <pc:sldLayoutChg chg="del">
          <pc:chgData name="Silva, Roberta" userId="b835b2b2-069a-475b-82a7-1ba1a55a7774" providerId="ADAL" clId="{67B5730F-1EAC-4BC4-8F74-FFDE1310C63A}" dt="2023-05-22T14:08:32.318" v="596" actId="2696"/>
          <pc:sldLayoutMkLst>
            <pc:docMk/>
            <pc:sldMasterMk cId="2538402172" sldId="2147484316"/>
            <pc:sldLayoutMk cId="49412426" sldId="2147484342"/>
          </pc:sldLayoutMkLst>
        </pc:sldLayoutChg>
        <pc:sldLayoutChg chg="del">
          <pc:chgData name="Silva, Roberta" userId="b835b2b2-069a-475b-82a7-1ba1a55a7774" providerId="ADAL" clId="{67B5730F-1EAC-4BC4-8F74-FFDE1310C63A}" dt="2023-05-22T14:08:32.320" v="597" actId="2696"/>
          <pc:sldLayoutMkLst>
            <pc:docMk/>
            <pc:sldMasterMk cId="2538402172" sldId="2147484316"/>
            <pc:sldLayoutMk cId="310098780" sldId="2147484343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598" actId="2696"/>
          <pc:sldLayoutMkLst>
            <pc:docMk/>
            <pc:sldMasterMk cId="2538402172" sldId="2147484316"/>
            <pc:sldLayoutMk cId="2511074956" sldId="2147484344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599" actId="2696"/>
          <pc:sldLayoutMkLst>
            <pc:docMk/>
            <pc:sldMasterMk cId="2538402172" sldId="2147484316"/>
            <pc:sldLayoutMk cId="3970023407" sldId="2147484345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600" actId="2696"/>
          <pc:sldLayoutMkLst>
            <pc:docMk/>
            <pc:sldMasterMk cId="2538402172" sldId="2147484316"/>
            <pc:sldLayoutMk cId="1544017437" sldId="2147484346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601" actId="2696"/>
          <pc:sldLayoutMkLst>
            <pc:docMk/>
            <pc:sldMasterMk cId="2538402172" sldId="2147484316"/>
            <pc:sldLayoutMk cId="3847782420" sldId="2147484347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602" actId="2696"/>
          <pc:sldLayoutMkLst>
            <pc:docMk/>
            <pc:sldMasterMk cId="2538402172" sldId="2147484316"/>
            <pc:sldLayoutMk cId="1518596790" sldId="2147484348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603" actId="2696"/>
          <pc:sldLayoutMkLst>
            <pc:docMk/>
            <pc:sldMasterMk cId="2538402172" sldId="2147484316"/>
            <pc:sldLayoutMk cId="1380181978" sldId="2147484349"/>
          </pc:sldLayoutMkLst>
        </pc:sldLayoutChg>
        <pc:sldLayoutChg chg="del">
          <pc:chgData name="Silva, Roberta" userId="b835b2b2-069a-475b-82a7-1ba1a55a7774" providerId="ADAL" clId="{67B5730F-1EAC-4BC4-8F74-FFDE1310C63A}" dt="2023-05-22T14:08:32.321" v="604" actId="2696"/>
          <pc:sldLayoutMkLst>
            <pc:docMk/>
            <pc:sldMasterMk cId="2538402172" sldId="2147484316"/>
            <pc:sldLayoutMk cId="888569641" sldId="2147484350"/>
          </pc:sldLayoutMkLst>
        </pc:sldLayoutChg>
        <pc:sldLayoutChg chg="del">
          <pc:chgData name="Silva, Roberta" userId="b835b2b2-069a-475b-82a7-1ba1a55a7774" providerId="ADAL" clId="{67B5730F-1EAC-4BC4-8F74-FFDE1310C63A}" dt="2023-05-22T14:08:32.329" v="605" actId="2696"/>
          <pc:sldLayoutMkLst>
            <pc:docMk/>
            <pc:sldMasterMk cId="2538402172" sldId="2147484316"/>
            <pc:sldLayoutMk cId="2903970045" sldId="2147484351"/>
          </pc:sldLayoutMkLst>
        </pc:sldLayoutChg>
        <pc:sldLayoutChg chg="del">
          <pc:chgData name="Silva, Roberta" userId="b835b2b2-069a-475b-82a7-1ba1a55a7774" providerId="ADAL" clId="{67B5730F-1EAC-4BC4-8F74-FFDE1310C63A}" dt="2023-05-22T14:08:32.329" v="606" actId="2696"/>
          <pc:sldLayoutMkLst>
            <pc:docMk/>
            <pc:sldMasterMk cId="2538402172" sldId="2147484316"/>
            <pc:sldLayoutMk cId="970326658" sldId="2147484352"/>
          </pc:sldLayoutMkLst>
        </pc:sldLayoutChg>
        <pc:sldLayoutChg chg="del">
          <pc:chgData name="Silva, Roberta" userId="b835b2b2-069a-475b-82a7-1ba1a55a7774" providerId="ADAL" clId="{67B5730F-1EAC-4BC4-8F74-FFDE1310C63A}" dt="2023-05-22T14:08:32.329" v="607" actId="2696"/>
          <pc:sldLayoutMkLst>
            <pc:docMk/>
            <pc:sldMasterMk cId="2538402172" sldId="2147484316"/>
            <pc:sldLayoutMk cId="3442156945" sldId="2147484353"/>
          </pc:sldLayoutMkLst>
        </pc:sldLayoutChg>
        <pc:sldLayoutChg chg="del">
          <pc:chgData name="Silva, Roberta" userId="b835b2b2-069a-475b-82a7-1ba1a55a7774" providerId="ADAL" clId="{67B5730F-1EAC-4BC4-8F74-FFDE1310C63A}" dt="2023-05-22T14:08:32.335" v="608" actId="2696"/>
          <pc:sldLayoutMkLst>
            <pc:docMk/>
            <pc:sldMasterMk cId="2538402172" sldId="2147484316"/>
            <pc:sldLayoutMk cId="82474470" sldId="2147484354"/>
          </pc:sldLayoutMkLst>
        </pc:sldLayoutChg>
        <pc:sldLayoutChg chg="del">
          <pc:chgData name="Silva, Roberta" userId="b835b2b2-069a-475b-82a7-1ba1a55a7774" providerId="ADAL" clId="{67B5730F-1EAC-4BC4-8F74-FFDE1310C63A}" dt="2023-05-22T14:08:32.336" v="609" actId="2696"/>
          <pc:sldLayoutMkLst>
            <pc:docMk/>
            <pc:sldMasterMk cId="2538402172" sldId="2147484316"/>
            <pc:sldLayoutMk cId="746634306" sldId="2147484355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0" actId="2696"/>
          <pc:sldLayoutMkLst>
            <pc:docMk/>
            <pc:sldMasterMk cId="2538402172" sldId="2147484316"/>
            <pc:sldLayoutMk cId="782586325" sldId="2147484356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1" actId="2696"/>
          <pc:sldLayoutMkLst>
            <pc:docMk/>
            <pc:sldMasterMk cId="2538402172" sldId="2147484316"/>
            <pc:sldLayoutMk cId="212788840" sldId="2147484357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2" actId="2696"/>
          <pc:sldLayoutMkLst>
            <pc:docMk/>
            <pc:sldMasterMk cId="2538402172" sldId="2147484316"/>
            <pc:sldLayoutMk cId="3220111737" sldId="2147484358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3" actId="2696"/>
          <pc:sldLayoutMkLst>
            <pc:docMk/>
            <pc:sldMasterMk cId="2538402172" sldId="2147484316"/>
            <pc:sldLayoutMk cId="228931136" sldId="2147484359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4" actId="2696"/>
          <pc:sldLayoutMkLst>
            <pc:docMk/>
            <pc:sldMasterMk cId="2538402172" sldId="2147484316"/>
            <pc:sldLayoutMk cId="420726325" sldId="2147484360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5" actId="2696"/>
          <pc:sldLayoutMkLst>
            <pc:docMk/>
            <pc:sldMasterMk cId="2538402172" sldId="2147484316"/>
            <pc:sldLayoutMk cId="1206560662" sldId="2147484361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6" actId="2696"/>
          <pc:sldLayoutMkLst>
            <pc:docMk/>
            <pc:sldMasterMk cId="2538402172" sldId="2147484316"/>
            <pc:sldLayoutMk cId="3068186519" sldId="2147484362"/>
          </pc:sldLayoutMkLst>
        </pc:sldLayoutChg>
        <pc:sldLayoutChg chg="del">
          <pc:chgData name="Silva, Roberta" userId="b835b2b2-069a-475b-82a7-1ba1a55a7774" providerId="ADAL" clId="{67B5730F-1EAC-4BC4-8F74-FFDE1310C63A}" dt="2023-05-22T14:08:32.338" v="617" actId="2696"/>
          <pc:sldLayoutMkLst>
            <pc:docMk/>
            <pc:sldMasterMk cId="2538402172" sldId="2147484316"/>
            <pc:sldLayoutMk cId="301582133" sldId="2147484363"/>
          </pc:sldLayoutMkLst>
        </pc:sldLayoutChg>
        <pc:sldLayoutChg chg="del">
          <pc:chgData name="Silva, Roberta" userId="b835b2b2-069a-475b-82a7-1ba1a55a7774" providerId="ADAL" clId="{67B5730F-1EAC-4BC4-8F74-FFDE1310C63A}" dt="2023-05-22T14:08:32.380" v="618" actId="2696"/>
          <pc:sldLayoutMkLst>
            <pc:docMk/>
            <pc:sldMasterMk cId="2538402172" sldId="2147484316"/>
            <pc:sldLayoutMk cId="3001549960" sldId="2147484364"/>
          </pc:sldLayoutMkLst>
        </pc:sldLayoutChg>
        <pc:sldLayoutChg chg="del">
          <pc:chgData name="Silva, Roberta" userId="b835b2b2-069a-475b-82a7-1ba1a55a7774" providerId="ADAL" clId="{67B5730F-1EAC-4BC4-8F74-FFDE1310C63A}" dt="2023-05-22T14:08:32.453" v="619" actId="2696"/>
          <pc:sldLayoutMkLst>
            <pc:docMk/>
            <pc:sldMasterMk cId="2538402172" sldId="2147484316"/>
            <pc:sldLayoutMk cId="558816670" sldId="2147484365"/>
          </pc:sldLayoutMkLst>
        </pc:sldLayoutChg>
      </pc:sldMasterChg>
      <pc:sldMasterChg chg="del">
        <pc:chgData name="Silva, Roberta" userId="b835b2b2-069a-475b-82a7-1ba1a55a7774" providerId="ADAL" clId="{67B5730F-1EAC-4BC4-8F74-FFDE1310C63A}" dt="2023-05-22T14:08:32.505" v="646" actId="2696"/>
        <pc:sldMasterMkLst>
          <pc:docMk/>
          <pc:sldMasterMk cId="569893386" sldId="2147484366"/>
        </pc:sldMasterMkLst>
      </pc:sldMasterChg>
      <pc:sldMasterChg chg="del">
        <pc:chgData name="Silva, Roberta" userId="b835b2b2-069a-475b-82a7-1ba1a55a7774" providerId="ADAL" clId="{67B5730F-1EAC-4BC4-8F74-FFDE1310C63A}" dt="2023-05-22T14:08:31.038" v="372" actId="2696"/>
        <pc:sldMasterMkLst>
          <pc:docMk/>
          <pc:sldMasterMk cId="2333020714" sldId="2147484556"/>
        </pc:sldMasterMkLst>
      </pc:sldMasterChg>
      <pc:sldMasterChg chg="del delSldLayout">
        <pc:chgData name="Silva, Roberta" userId="b835b2b2-069a-475b-82a7-1ba1a55a7774" providerId="ADAL" clId="{67B5730F-1EAC-4BC4-8F74-FFDE1310C63A}" dt="2023-05-22T14:08:31.551" v="431" actId="2696"/>
        <pc:sldMasterMkLst>
          <pc:docMk/>
          <pc:sldMasterMk cId="2248599939" sldId="2147484557"/>
        </pc:sldMasterMkLst>
        <pc:sldLayoutChg chg="del">
          <pc:chgData name="Silva, Roberta" userId="b835b2b2-069a-475b-82a7-1ba1a55a7774" providerId="ADAL" clId="{67B5730F-1EAC-4BC4-8F74-FFDE1310C63A}" dt="2023-05-22T14:08:31.551" v="427" actId="2696"/>
          <pc:sldLayoutMkLst>
            <pc:docMk/>
            <pc:sldMasterMk cId="2248599939" sldId="2147484557"/>
            <pc:sldLayoutMk cId="4119790819" sldId="2147484558"/>
          </pc:sldLayoutMkLst>
        </pc:sldLayoutChg>
        <pc:sldLayoutChg chg="del">
          <pc:chgData name="Silva, Roberta" userId="b835b2b2-069a-475b-82a7-1ba1a55a7774" providerId="ADAL" clId="{67B5730F-1EAC-4BC4-8F74-FFDE1310C63A}" dt="2023-05-22T14:08:31.551" v="428" actId="2696"/>
          <pc:sldLayoutMkLst>
            <pc:docMk/>
            <pc:sldMasterMk cId="2248599939" sldId="2147484557"/>
            <pc:sldLayoutMk cId="393197160" sldId="2147484559"/>
          </pc:sldLayoutMkLst>
        </pc:sldLayoutChg>
        <pc:sldLayoutChg chg="del">
          <pc:chgData name="Silva, Roberta" userId="b835b2b2-069a-475b-82a7-1ba1a55a7774" providerId="ADAL" clId="{67B5730F-1EAC-4BC4-8F74-FFDE1310C63A}" dt="2023-05-22T14:08:31.551" v="429" actId="2696"/>
          <pc:sldLayoutMkLst>
            <pc:docMk/>
            <pc:sldMasterMk cId="2248599939" sldId="2147484557"/>
            <pc:sldLayoutMk cId="672879122" sldId="2147484561"/>
          </pc:sldLayoutMkLst>
        </pc:sldLayoutChg>
        <pc:sldLayoutChg chg="del">
          <pc:chgData name="Silva, Roberta" userId="b835b2b2-069a-475b-82a7-1ba1a55a7774" providerId="ADAL" clId="{67B5730F-1EAC-4BC4-8F74-FFDE1310C63A}" dt="2023-05-22T14:08:31.551" v="430" actId="2696"/>
          <pc:sldLayoutMkLst>
            <pc:docMk/>
            <pc:sldMasterMk cId="2248599939" sldId="2147484557"/>
            <pc:sldLayoutMk cId="3533249866" sldId="2147484562"/>
          </pc:sldLayoutMkLst>
        </pc:sldLayoutChg>
      </pc:sldMasterChg>
      <pc:sldMasterChg chg="del delSldLayout">
        <pc:chgData name="Silva, Roberta" userId="b835b2b2-069a-475b-82a7-1ba1a55a7774" providerId="ADAL" clId="{67B5730F-1EAC-4BC4-8F74-FFDE1310C63A}" dt="2023-05-22T14:08:32.035" v="541" actId="2696"/>
        <pc:sldMasterMkLst>
          <pc:docMk/>
          <pc:sldMasterMk cId="3086287290" sldId="2147484611"/>
        </pc:sldMasterMkLst>
        <pc:sldLayoutChg chg="del">
          <pc:chgData name="Silva, Roberta" userId="b835b2b2-069a-475b-82a7-1ba1a55a7774" providerId="ADAL" clId="{67B5730F-1EAC-4BC4-8F74-FFDE1310C63A}" dt="2023-05-22T14:08:32.016" v="537" actId="2696"/>
          <pc:sldLayoutMkLst>
            <pc:docMk/>
            <pc:sldMasterMk cId="3086287290" sldId="2147484611"/>
            <pc:sldLayoutMk cId="3407887063" sldId="2147484612"/>
          </pc:sldLayoutMkLst>
        </pc:sldLayoutChg>
        <pc:sldLayoutChg chg="del">
          <pc:chgData name="Silva, Roberta" userId="b835b2b2-069a-475b-82a7-1ba1a55a7774" providerId="ADAL" clId="{67B5730F-1EAC-4BC4-8F74-FFDE1310C63A}" dt="2023-05-22T14:08:32.016" v="538" actId="2696"/>
          <pc:sldLayoutMkLst>
            <pc:docMk/>
            <pc:sldMasterMk cId="3086287290" sldId="2147484611"/>
            <pc:sldLayoutMk cId="1719944978" sldId="2147484613"/>
          </pc:sldLayoutMkLst>
        </pc:sldLayoutChg>
        <pc:sldLayoutChg chg="del">
          <pc:chgData name="Silva, Roberta" userId="b835b2b2-069a-475b-82a7-1ba1a55a7774" providerId="ADAL" clId="{67B5730F-1EAC-4BC4-8F74-FFDE1310C63A}" dt="2023-05-22T14:08:32.016" v="539" actId="2696"/>
          <pc:sldLayoutMkLst>
            <pc:docMk/>
            <pc:sldMasterMk cId="3086287290" sldId="2147484611"/>
            <pc:sldLayoutMk cId="1359464266" sldId="2147484614"/>
          </pc:sldLayoutMkLst>
        </pc:sldLayoutChg>
        <pc:sldLayoutChg chg="del">
          <pc:chgData name="Silva, Roberta" userId="b835b2b2-069a-475b-82a7-1ba1a55a7774" providerId="ADAL" clId="{67B5730F-1EAC-4BC4-8F74-FFDE1310C63A}" dt="2023-05-22T14:08:32.033" v="540" actId="2696"/>
          <pc:sldLayoutMkLst>
            <pc:docMk/>
            <pc:sldMasterMk cId="3086287290" sldId="2147484611"/>
            <pc:sldLayoutMk cId="361275835" sldId="2147484615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7A69E-6FDF-4EDA-9605-15B08366A1DA}" type="datetimeFigureOut">
              <a:rPr lang="pt-BR" smtClean="0"/>
              <a:t>09/01/2025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E8BC1-4BE7-4EF6-AC8C-90189BF8E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65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B3371-C7D7-F048-A57E-C03D5C4E4947}" type="datetimeFigureOut">
              <a:rPr lang="en-US" smtClean="0"/>
              <a:t>1/9/2025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AF3DB-B6A1-2444-9DD8-53D016F8E6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0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092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624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987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e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766900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773826" y="4599086"/>
            <a:ext cx="2700002" cy="1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467" name="Google Shape;353;p87"/>
          <p:cNvSpPr/>
          <p:nvPr/>
        </p:nvSpPr>
        <p:spPr>
          <a:xfrm>
            <a:off x="254480" y="866955"/>
            <a:ext cx="3937958" cy="5003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8531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0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356;p88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476" name="Google Shape;357;p8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7" name="Google Shape;358;p8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8" name="Google Shape;359;p8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9" name="Google Shape;360;p8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0" name="Google Shape;361;p8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1" name="Google Shape;362;p8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2" name="Google Shape;363;p8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3" name="Google Shape;364;p8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4" name="Google Shape;365;p8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5" name="Google Shape;366;p8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6" name="Google Shape;367;p8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7" name="Google Shape;368;p8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8" name="Google Shape;369;p8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9" name="Google Shape;370;p8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0" name="Google Shape;371;p8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1" name="Google Shape;372;p8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2" name="Google Shape;373;p8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3" name="Google Shape;374;p8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4" name="Google Shape;375;p8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5" name="Google Shape;376;p8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6" name="Google Shape;377;p8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7" name="Google Shape;378;p8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8" name="Google Shape;379;p8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9" name="Google Shape;380;p8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00" name="Google Shape;381;p8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02" name="Google Shape;382;p88" descr="Google Shape;382;p8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134462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21259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971372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08882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88005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8530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7692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89709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8076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676" name="Google Shape;477;p98"/>
          <p:cNvGrpSpPr/>
          <p:nvPr/>
        </p:nvGrpSpPr>
        <p:grpSpPr>
          <a:xfrm>
            <a:off x="0" y="3108960"/>
            <a:ext cx="3301511" cy="80772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870626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41002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8" y="-76200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857115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53617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252753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60536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156695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24288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98953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773826" y="4599086"/>
            <a:ext cx="2700002" cy="1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8" name="Google Shape;771;p21"/>
          <p:cNvSpPr/>
          <p:nvPr/>
        </p:nvSpPr>
        <p:spPr>
          <a:xfrm>
            <a:off x="254480" y="866955"/>
            <a:ext cx="3937958" cy="5003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69230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4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052147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0" y="0"/>
            <a:ext cx="5611483" cy="51435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773826" y="4599086"/>
            <a:ext cx="2700002" cy="135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6" name="Google Shape;831;p83"/>
          <p:cNvSpPr/>
          <p:nvPr/>
        </p:nvSpPr>
        <p:spPr>
          <a:xfrm>
            <a:off x="254480" y="866955"/>
            <a:ext cx="3937958" cy="50033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28394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13773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79953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6390855" y="-1"/>
            <a:ext cx="2311186" cy="565437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8195" y="3972673"/>
            <a:ext cx="1231313" cy="1231313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506185" y="1097279"/>
            <a:ext cx="8195855" cy="296037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4" name="Google Shape;895;p25"/>
          <p:cNvSpPr/>
          <p:nvPr/>
        </p:nvSpPr>
        <p:spPr>
          <a:xfrm>
            <a:off x="112047" y="112832"/>
            <a:ext cx="1631759" cy="270024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323945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0" y="3108960"/>
            <a:ext cx="3301511" cy="80772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428929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03269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11875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8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935;p34" descr="Google Shape;935;p3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093356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58778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036545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825312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883920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14137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653584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11542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6597968" y="4500912"/>
            <a:ext cx="2311186" cy="565436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883920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6226051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0348935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484994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6969149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0" y="-53652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7832236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7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4307211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IVIANE_ME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1" name="Slide do think-cell" r:id="rId6" imgW="421" imgH="423" progId="TCLayout.ActiveDocument.1">
                  <p:embed/>
                </p:oleObj>
              </mc:Choice>
              <mc:Fallback>
                <p:oleObj name="Slide do think-cell" r:id="rId6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Grp="1" noChangeArrowheads="1"/>
          </p:cNvSpPr>
          <p:nvPr>
            <p:ph type="title" hasCustomPrompt="1"/>
            <p:custDataLst>
              <p:tags r:id="rId3"/>
            </p:custDataLst>
          </p:nvPr>
        </p:nvSpPr>
        <p:spPr bwMode="auto">
          <a:xfrm>
            <a:off x="197514" y="249091"/>
            <a:ext cx="8436976" cy="46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>
            <a:lvl1pPr algn="l" defTabSz="793692" rtl="0" fontAlgn="base">
              <a:spcBef>
                <a:spcPct val="0"/>
              </a:spcBef>
              <a:spcAft>
                <a:spcPct val="0"/>
              </a:spcAft>
              <a:defRPr lang="pt-BR" sz="1600" b="1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Oi Headline" pitchFamily="2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07306" y="46375"/>
            <a:ext cx="8439779" cy="229441"/>
          </a:xfrm>
          <a:prstGeom prst="rect">
            <a:avLst/>
          </a:prstGeom>
        </p:spPr>
        <p:txBody>
          <a:bodyPr lIns="36000"/>
          <a:lstStyle>
            <a:lvl1pPr marL="0" indent="0">
              <a:buNone/>
              <a:defRPr lang="pt-BR" sz="1050" b="1" kern="1200" baseline="0" dirty="0" smtClean="0">
                <a:solidFill>
                  <a:srgbClr val="FF6D00"/>
                </a:solidFill>
                <a:latin typeface="Simplon Oi Headline" pitchFamily="2" charset="0"/>
                <a:ea typeface="+mj-ea"/>
                <a:cs typeface="Arial" panose="020B0604020202020204" pitchFamily="34" charset="0"/>
              </a:defRPr>
            </a:lvl1pPr>
            <a:lvl2pPr marL="1353" indent="0">
              <a:buNone/>
              <a:defRPr/>
            </a:lvl2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1" name="Slide Number Placeholder 1"/>
          <p:cNvSpPr txBox="1">
            <a:spLocks/>
          </p:cNvSpPr>
          <p:nvPr userDrawn="1"/>
        </p:nvSpPr>
        <p:spPr bwMode="auto">
          <a:xfrm>
            <a:off x="8588702" y="4962620"/>
            <a:ext cx="460375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543D946-5134-1748-A050-11636790511E}" type="slidenum">
              <a:rPr lang="en-US" sz="900" smtClean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pPr eaLnBrk="1" hangingPunct="1"/>
              <a:t>‹nº›</a:t>
            </a:fld>
            <a:endParaRPr lang="en-US" sz="900" dirty="0">
              <a:solidFill>
                <a:srgbClr val="4D4D4D"/>
              </a:solidFill>
              <a:latin typeface="Simplon BP Regular"/>
              <a:cs typeface="Simplon BP Regular"/>
              <a:sym typeface="Simplon BP Regular"/>
            </a:endParaRPr>
          </a:p>
        </p:txBody>
      </p: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5772946" y="4962621"/>
            <a:ext cx="2894573" cy="2730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900" dirty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t>MATERIAL CONFIDENCIAL  |  SLIDE Nº</a:t>
            </a:r>
          </a:p>
        </p:txBody>
      </p:sp>
    </p:spTree>
    <p:extLst>
      <p:ext uri="{BB962C8B-B14F-4D97-AF65-F5344CB8AC3E}">
        <p14:creationId xmlns:p14="http://schemas.microsoft.com/office/powerpoint/2010/main" val="337496248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_body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297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_body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9809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5673975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773827" y="4599087"/>
            <a:ext cx="2700002" cy="1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467" name="Google Shape;353;p87"/>
          <p:cNvSpPr/>
          <p:nvPr/>
        </p:nvSpPr>
        <p:spPr>
          <a:xfrm>
            <a:off x="254481" y="866955"/>
            <a:ext cx="3937958" cy="5003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929024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0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356;p88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476" name="Google Shape;357;p8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7" name="Google Shape;358;p8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8" name="Google Shape;359;p8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9" name="Google Shape;360;p8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0" name="Google Shape;361;p8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1" name="Google Shape;362;p8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2" name="Google Shape;363;p8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3" name="Google Shape;364;p8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4" name="Google Shape;365;p8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5" name="Google Shape;366;p8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6" name="Google Shape;367;p8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7" name="Google Shape;368;p8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8" name="Google Shape;369;p8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9" name="Google Shape;370;p8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0" name="Google Shape;371;p8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1" name="Google Shape;372;p8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2" name="Google Shape;373;p8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3" name="Google Shape;374;p8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4" name="Google Shape;375;p8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5" name="Google Shape;376;p8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6" name="Google Shape;377;p8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7" name="Google Shape;378;p8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8" name="Google Shape;379;p8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9" name="Google Shape;380;p8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00" name="Google Shape;381;p8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02" name="Google Shape;382;p88" descr="Google Shape;382;p8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390506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806514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014899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515550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800573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40899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537048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4894396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727758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676" name="Google Shape;477;p98"/>
          <p:cNvGrpSpPr/>
          <p:nvPr/>
        </p:nvGrpSpPr>
        <p:grpSpPr>
          <a:xfrm>
            <a:off x="1" y="3108961"/>
            <a:ext cx="3301511" cy="80772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39569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125657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2999" y="-76199"/>
            <a:ext cx="841003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314072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0523693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845023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352643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68028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112319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32179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773827" y="4599087"/>
            <a:ext cx="2700002" cy="1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8" name="Google Shape;771;p21"/>
          <p:cNvSpPr/>
          <p:nvPr/>
        </p:nvSpPr>
        <p:spPr>
          <a:xfrm>
            <a:off x="254481" y="866955"/>
            <a:ext cx="3937958" cy="5003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2038028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2685" y="-148661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581273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1" y="0"/>
            <a:ext cx="5611483" cy="51435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773827" y="4599087"/>
            <a:ext cx="2700002" cy="135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6" name="Google Shape;831;p83"/>
          <p:cNvSpPr/>
          <p:nvPr/>
        </p:nvSpPr>
        <p:spPr>
          <a:xfrm>
            <a:off x="254481" y="866955"/>
            <a:ext cx="3937958" cy="50033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7390569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683295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2757019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6390855" y="-1"/>
            <a:ext cx="2311186" cy="565437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8196" y="3972674"/>
            <a:ext cx="1231313" cy="1231313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506186" y="1097279"/>
            <a:ext cx="8195855" cy="296037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4" name="Google Shape;895;p25"/>
          <p:cNvSpPr/>
          <p:nvPr/>
        </p:nvSpPr>
        <p:spPr>
          <a:xfrm>
            <a:off x="112048" y="112832"/>
            <a:ext cx="1631759" cy="270024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8874192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1" y="3108961"/>
            <a:ext cx="3301511" cy="80772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654193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1629012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115064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8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935;p34" descr="Google Shape;935;p3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2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360183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563387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2113568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3241028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883921" y="3267075"/>
            <a:ext cx="1965956" cy="146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5177549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0416777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110531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6597969" y="4500913"/>
            <a:ext cx="2311186" cy="565436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05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9543" y="689482"/>
            <a:ext cx="3513080" cy="3513080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883921" y="3206691"/>
            <a:ext cx="1965956" cy="146686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05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5045850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7325003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655877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583986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9571" y="-53651"/>
            <a:ext cx="841004" cy="841003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7212565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6" y="4651848"/>
            <a:ext cx="275074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991523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IVIANE_ME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Slide do think-cell" r:id="rId6" imgW="421" imgH="423" progId="TCLayout.ActiveDocument.1">
                  <p:embed/>
                </p:oleObj>
              </mc:Choice>
              <mc:Fallback>
                <p:oleObj name="Slide do think-cell" r:id="rId6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Grp="1" noChangeArrowheads="1"/>
          </p:cNvSpPr>
          <p:nvPr>
            <p:ph type="title" hasCustomPrompt="1"/>
            <p:custDataLst>
              <p:tags r:id="rId3"/>
            </p:custDataLst>
          </p:nvPr>
        </p:nvSpPr>
        <p:spPr bwMode="auto">
          <a:xfrm>
            <a:off x="197514" y="249091"/>
            <a:ext cx="8436976" cy="46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>
            <a:lvl1pPr algn="l" defTabSz="793673" rtl="0" fontAlgn="base">
              <a:spcBef>
                <a:spcPct val="0"/>
              </a:spcBef>
              <a:spcAft>
                <a:spcPct val="0"/>
              </a:spcAft>
              <a:defRPr lang="pt-BR" sz="1600" b="1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Oi Headline" pitchFamily="2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07307" y="46376"/>
            <a:ext cx="8439779" cy="229441"/>
          </a:xfrm>
          <a:prstGeom prst="rect">
            <a:avLst/>
          </a:prstGeom>
        </p:spPr>
        <p:txBody>
          <a:bodyPr lIns="36000"/>
          <a:lstStyle>
            <a:lvl1pPr marL="0" indent="0">
              <a:buNone/>
              <a:defRPr lang="pt-BR" sz="1050" b="1" kern="1200" baseline="0" dirty="0" smtClean="0">
                <a:solidFill>
                  <a:srgbClr val="FF6D00"/>
                </a:solidFill>
                <a:latin typeface="Simplon Oi Headline" pitchFamily="2" charset="0"/>
                <a:ea typeface="+mj-ea"/>
                <a:cs typeface="Arial" panose="020B0604020202020204" pitchFamily="34" charset="0"/>
              </a:defRPr>
            </a:lvl1pPr>
            <a:lvl2pPr marL="1353" indent="0">
              <a:buNone/>
              <a:defRPr/>
            </a:lvl2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1" name="Slide Number Placeholder 1"/>
          <p:cNvSpPr txBox="1">
            <a:spLocks/>
          </p:cNvSpPr>
          <p:nvPr userDrawn="1"/>
        </p:nvSpPr>
        <p:spPr bwMode="auto">
          <a:xfrm>
            <a:off x="8588703" y="4962620"/>
            <a:ext cx="460375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543D946-5134-1748-A050-11636790511E}" type="slidenum">
              <a:rPr lang="en-US" sz="900" smtClean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pPr eaLnBrk="1" hangingPunct="1"/>
              <a:t>‹nº›</a:t>
            </a:fld>
            <a:endParaRPr lang="en-US" sz="900" dirty="0">
              <a:solidFill>
                <a:srgbClr val="4D4D4D"/>
              </a:solidFill>
              <a:latin typeface="Simplon BP Regular"/>
              <a:cs typeface="Simplon BP Regular"/>
              <a:sym typeface="Simplon BP Regular"/>
            </a:endParaRPr>
          </a:p>
        </p:txBody>
      </p: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5772947" y="4962622"/>
            <a:ext cx="2894573" cy="2730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900" dirty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t>MATERIAL CONFIDENCIAL  |  SLIDE Nº</a:t>
            </a:r>
          </a:p>
        </p:txBody>
      </p:sp>
    </p:spTree>
    <p:extLst>
      <p:ext uri="{BB962C8B-B14F-4D97-AF65-F5344CB8AC3E}">
        <p14:creationId xmlns:p14="http://schemas.microsoft.com/office/powerpoint/2010/main" val="472621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theme" Target="../theme/theme2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vmlDrawing" Target="../drawings/vmlDrawing3.v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oleObject" Target="../embeddings/oleObject4.bin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vmlDrawing" Target="../drawings/vmlDrawing4.v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theme" Target="../theme/theme3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tags" Target="../tags/tag8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46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" name="Slide do think-cell" r:id="rId47" imgW="421" imgH="423" progId="TCLayout.ActiveDocument.1">
                  <p:embed/>
                </p:oleObj>
              </mc:Choice>
              <mc:Fallback>
                <p:oleObj name="Slide do think-cell" r:id="rId47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94157" y="4651847"/>
            <a:ext cx="259043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Simplon BP Regular"/>
                <a:sym typeface="Simplon BP Regular"/>
              </a:rPr>
              <a:pPr hangingPunct="0"/>
              <a:t>‹nº›</a:t>
            </a:fld>
            <a:endParaRPr kern="0"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08415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64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3" r:id="rId9"/>
    <p:sldLayoutId id="2147484574" r:id="rId10"/>
    <p:sldLayoutId id="2147484575" r:id="rId11"/>
    <p:sldLayoutId id="2147484576" r:id="rId12"/>
    <p:sldLayoutId id="2147484577" r:id="rId13"/>
    <p:sldLayoutId id="2147484578" r:id="rId14"/>
    <p:sldLayoutId id="2147484579" r:id="rId15"/>
    <p:sldLayoutId id="2147484580" r:id="rId16"/>
    <p:sldLayoutId id="2147484581" r:id="rId17"/>
    <p:sldLayoutId id="2147484582" r:id="rId18"/>
    <p:sldLayoutId id="2147484583" r:id="rId19"/>
    <p:sldLayoutId id="2147484584" r:id="rId20"/>
    <p:sldLayoutId id="2147484586" r:id="rId21"/>
    <p:sldLayoutId id="2147484588" r:id="rId22"/>
    <p:sldLayoutId id="2147484589" r:id="rId23"/>
    <p:sldLayoutId id="2147484590" r:id="rId24"/>
    <p:sldLayoutId id="2147484591" r:id="rId25"/>
    <p:sldLayoutId id="2147484592" r:id="rId26"/>
    <p:sldLayoutId id="2147484593" r:id="rId27"/>
    <p:sldLayoutId id="2147484595" r:id="rId28"/>
    <p:sldLayoutId id="2147484596" r:id="rId29"/>
    <p:sldLayoutId id="2147484597" r:id="rId30"/>
    <p:sldLayoutId id="2147484598" r:id="rId31"/>
    <p:sldLayoutId id="2147484599" r:id="rId32"/>
    <p:sldLayoutId id="2147484600" r:id="rId33"/>
    <p:sldLayoutId id="2147484601" r:id="rId34"/>
    <p:sldLayoutId id="2147484602" r:id="rId35"/>
    <p:sldLayoutId id="2147484603" r:id="rId36"/>
    <p:sldLayoutId id="2147484604" r:id="rId37"/>
    <p:sldLayoutId id="2147484605" r:id="rId38"/>
    <p:sldLayoutId id="2147484606" r:id="rId39"/>
    <p:sldLayoutId id="2147484607" r:id="rId40"/>
    <p:sldLayoutId id="2147484608" r:id="rId41"/>
    <p:sldLayoutId id="2147484609" r:id="rId42"/>
    <p:sldLayoutId id="2147484610" r:id="rId43"/>
  </p:sldLayoutIdLst>
  <p:transition spd="med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1" y="9"/>
          <a:ext cx="161984" cy="121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8" name="Slide do think-cell" r:id="rId7" imgW="360" imgH="360" progId="TCLayout.ActiveDocument.1">
                  <p:embed/>
                </p:oleObj>
              </mc:Choice>
              <mc:Fallback>
                <p:oleObj name="Slide do think-cell" r:id="rId7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9"/>
                        <a:ext cx="161984" cy="1214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 hidden="1"/>
          <p:cNvSpPr/>
          <p:nvPr userDrawn="1">
            <p:custDataLst>
              <p:tags r:id="rId6"/>
            </p:custDataLst>
          </p:nvPr>
        </p:nvSpPr>
        <p:spPr>
          <a:xfrm>
            <a:off x="1" y="1"/>
            <a:ext cx="158750" cy="158750"/>
          </a:xfrm>
          <a:prstGeom prst="rect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en-US" sz="1875" b="1" i="0" baseline="0" err="1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33" name="doc id"/>
          <p:cNvSpPr>
            <a:spLocks noChangeArrowheads="1"/>
          </p:cNvSpPr>
          <p:nvPr userDrawn="1"/>
        </p:nvSpPr>
        <p:spPr bwMode="auto">
          <a:xfrm>
            <a:off x="8246611" y="27941"/>
            <a:ext cx="670616" cy="93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895116" fontAlgn="base">
              <a:spcBef>
                <a:spcPct val="0"/>
              </a:spcBef>
              <a:spcAft>
                <a:spcPct val="0"/>
              </a:spcAft>
            </a:pPr>
            <a:endParaRPr lang="en-US" sz="825">
              <a:solidFill>
                <a:srgbClr val="000000"/>
              </a:solidFill>
              <a:latin typeface="Simplon Oi Headline"/>
              <a:sym typeface="Simplon Oi Headline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7870470" y="1474179"/>
            <a:ext cx="2404504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68564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>
                <a:solidFill>
                  <a:srgbClr val="000000"/>
                </a:solidFill>
                <a:latin typeface="Simplon Oi Headline"/>
                <a:sym typeface="Simplon Oi Headline"/>
              </a:rPr>
              <a:t>Last Modified 22/07/2016 07:40 E. South America Standard </a:t>
            </a:r>
            <a:r>
              <a:rPr lang="en-US" sz="600" err="1">
                <a:solidFill>
                  <a:srgbClr val="000000"/>
                </a:solidFill>
                <a:latin typeface="Simplon Oi Headline"/>
                <a:sym typeface="Simplon Oi Headline"/>
              </a:rPr>
              <a:t>TIMe</a:t>
            </a:r>
            <a:endParaRPr lang="en-US" sz="1575">
              <a:solidFill>
                <a:srgbClr val="000000"/>
              </a:solidFill>
              <a:latin typeface="Simplon Oi Headline"/>
              <a:sym typeface="Simplon Oi Headline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7992315" y="3137664"/>
            <a:ext cx="2160848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68564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>
                <a:solidFill>
                  <a:srgbClr val="000000"/>
                </a:solidFill>
                <a:latin typeface="Simplon Oi Headline"/>
                <a:sym typeface="Simplon Oi Headline"/>
              </a:rPr>
              <a:t>Printed 29/04/2016 09:17 E. South America Standard </a:t>
            </a:r>
            <a:r>
              <a:rPr lang="en-US" sz="600" err="1">
                <a:solidFill>
                  <a:srgbClr val="000000"/>
                </a:solidFill>
                <a:latin typeface="Simplon Oi Headline"/>
                <a:sym typeface="Simplon Oi Headline"/>
              </a:rPr>
              <a:t>TIMe</a:t>
            </a:r>
            <a:endParaRPr lang="en-US" sz="1575">
              <a:solidFill>
                <a:srgbClr val="000000"/>
              </a:solidFill>
              <a:latin typeface="Simplon Oi Headline"/>
              <a:sym typeface="Simplon Oi Headline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5" y="1493001"/>
            <a:ext cx="4389768" cy="111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21492" y="176151"/>
            <a:ext cx="8058059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/>
        </p:nvSpPr>
        <p:spPr bwMode="auto">
          <a:xfrm>
            <a:off x="121493" y="-2208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685640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808080"/>
                </a:solidFill>
                <a:sym typeface="Simplon Oi Headline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121491" y="479404"/>
            <a:ext cx="8794113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25">
                <a:solidFill>
                  <a:srgbClr val="808080"/>
                </a:solidFill>
                <a:latin typeface="Arial"/>
                <a:sym typeface="Simplon Oi Headline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/>
        </p:nvGrpSpPr>
        <p:grpSpPr bwMode="auto">
          <a:xfrm>
            <a:off x="121494" y="4785634"/>
            <a:ext cx="8722840" cy="293983"/>
            <a:chOff x="75" y="3869"/>
            <a:chExt cx="5385" cy="242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69"/>
              <a:ext cx="5385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825">
                  <a:solidFill>
                    <a:srgbClr val="4D4D4D"/>
                  </a:solidFill>
                  <a:latin typeface="Arial"/>
                  <a:sym typeface="Simplon Oi Headline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06"/>
              <a:ext cx="4323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t" anchorCtr="0">
              <a:spAutoFit/>
            </a:bodyPr>
            <a:lstStyle/>
            <a:p>
              <a:pPr marL="609443" indent="-609443" defTabSz="895116" fontAlgn="base">
                <a:spcBef>
                  <a:spcPct val="0"/>
                </a:spcBef>
                <a:spcAft>
                  <a:spcPct val="0"/>
                </a:spcAft>
                <a:tabLst>
                  <a:tab pos="612618" algn="l"/>
                </a:tabLst>
              </a:pPr>
              <a:r>
                <a:rPr lang="en-US" sz="825">
                  <a:solidFill>
                    <a:srgbClr val="4D4D4D"/>
                  </a:solidFill>
                  <a:sym typeface="Simplon Oi Headline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5" y="748328"/>
            <a:ext cx="4350893" cy="502933"/>
            <a:chOff x="915" y="616"/>
            <a:chExt cx="2686" cy="414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616"/>
              <a:ext cx="2686" cy="414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68564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575" b="1">
                  <a:solidFill>
                    <a:srgbClr val="000000"/>
                  </a:solidFill>
                  <a:latin typeface="Simplon Oi Headline"/>
                  <a:sym typeface="Simplon Oi Headline"/>
                </a:rPr>
                <a:t>Title</a:t>
              </a:r>
            </a:p>
            <a:p>
              <a:pPr defTabSz="68564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575">
                  <a:solidFill>
                    <a:srgbClr val="808080"/>
                  </a:solidFill>
                  <a:latin typeface="Simplon Oi Headline"/>
                  <a:sym typeface="Simplon Oi Headline"/>
                </a:rPr>
                <a:t>Unit of measure</a:t>
              </a:r>
            </a:p>
          </p:txBody>
        </p:sp>
      </p:grpSp>
      <p:sp>
        <p:nvSpPr>
          <p:cNvPr id="2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19605" y="4924265"/>
            <a:ext cx="213009" cy="11662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lang="en-US" sz="975" kern="1200" baseline="0" smtClean="0">
                <a:solidFill>
                  <a:srgbClr val="4D4D4D"/>
                </a:solidFill>
                <a:latin typeface="+mj-lt"/>
                <a:ea typeface="+mn-ea"/>
                <a:cs typeface="+mn-cs"/>
                <a:sym typeface="Simplon Oi Headline"/>
              </a:defRPr>
            </a:lvl1pPr>
          </a:lstStyle>
          <a:p>
            <a:pPr defTabSz="685640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pt-BR" smtClean="0"/>
              <a:pPr defTabSz="68564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39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917" r:id="rId2"/>
  </p:sldLayoutIdLst>
  <p:hf hdr="0" ftr="0" dt="0"/>
  <p:txStyles>
    <p:titleStyle>
      <a:lvl1pPr algn="l" defTabSz="895116" rtl="0" eaLnBrk="1" fontAlgn="base" hangingPunct="1">
        <a:spcBef>
          <a:spcPct val="0"/>
        </a:spcBef>
        <a:spcAft>
          <a:spcPct val="0"/>
        </a:spcAft>
        <a:tabLst>
          <a:tab pos="269810" algn="l"/>
        </a:tabLst>
        <a:defRPr sz="1875" b="1" baseline="0">
          <a:solidFill>
            <a:schemeClr val="tx1"/>
          </a:solidFill>
          <a:latin typeface="+mj-lt"/>
          <a:ea typeface="+mj-ea"/>
          <a:cs typeface="+mj-cs"/>
          <a:sym typeface="Simplon Oi Headline"/>
        </a:defRPr>
      </a:lvl1pPr>
      <a:lvl2pPr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2pPr>
      <a:lvl3pPr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3pPr>
      <a:lvl4pPr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4pPr>
      <a:lvl5pPr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5pPr>
      <a:lvl6pPr marL="457078"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6pPr>
      <a:lvl7pPr marL="914165"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7pPr>
      <a:lvl8pPr marL="1371245"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8pPr>
      <a:lvl9pPr marL="1828329" algn="l" defTabSz="895116" rtl="0" eaLnBrk="1" fontAlgn="base" hangingPunct="1">
        <a:spcBef>
          <a:spcPct val="0"/>
        </a:spcBef>
        <a:spcAft>
          <a:spcPct val="0"/>
        </a:spcAft>
        <a:defRPr sz="1875" b="1">
          <a:solidFill>
            <a:schemeClr val="tx2"/>
          </a:solidFill>
          <a:latin typeface="Arial" charset="0"/>
        </a:defRPr>
      </a:lvl9pPr>
    </p:titleStyle>
    <p:bodyStyle>
      <a:lvl1pPr marL="0" indent="0" algn="l" defTabSz="895116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575" baseline="0">
          <a:solidFill>
            <a:srgbClr val="4D4D4D"/>
          </a:solidFill>
          <a:latin typeface="+mn-lt"/>
          <a:ea typeface="+mn-ea"/>
          <a:cs typeface="+mn-cs"/>
          <a:sym typeface="Simplon Oi Headline"/>
        </a:defRPr>
      </a:lvl1pPr>
      <a:lvl2pPr marL="193628" indent="-193628" algn="l" defTabSz="895116" rtl="0" eaLnBrk="1" fontAlgn="base" hangingPunct="1">
        <a:spcBef>
          <a:spcPct val="0"/>
        </a:spcBef>
        <a:spcAft>
          <a:spcPct val="0"/>
        </a:spcAft>
        <a:buClr>
          <a:schemeClr val="accent4"/>
        </a:buClr>
        <a:buSzPct val="115000"/>
        <a:buFont typeface="Wingdings" pitchFamily="2" charset="2"/>
        <a:buChar char="§"/>
        <a:defRPr sz="1425" baseline="0">
          <a:solidFill>
            <a:srgbClr val="4D4D4D"/>
          </a:solidFill>
          <a:latin typeface="+mn-lt"/>
          <a:sym typeface="Simplon Oi Headline"/>
        </a:defRPr>
      </a:lvl2pPr>
      <a:lvl3pPr marL="457078" indent="-261875" algn="l" defTabSz="895116" rtl="0" eaLnBrk="1" fontAlgn="base" hangingPunct="1">
        <a:spcBef>
          <a:spcPct val="0"/>
        </a:spcBef>
        <a:spcAft>
          <a:spcPct val="0"/>
        </a:spcAft>
        <a:buClr>
          <a:schemeClr val="accent4"/>
        </a:buClr>
        <a:buSzPct val="120000"/>
        <a:buFont typeface="Arial" charset="0"/>
        <a:buChar char="–"/>
        <a:defRPr sz="1425" baseline="0">
          <a:solidFill>
            <a:srgbClr val="4D4D4D"/>
          </a:solidFill>
          <a:latin typeface="+mn-lt"/>
          <a:sym typeface="Simplon Oi Headline"/>
        </a:defRPr>
      </a:lvl3pPr>
      <a:lvl4pPr marL="614206" indent="-155534" algn="l" defTabSz="895116" rtl="0" eaLnBrk="1" fontAlgn="base" hangingPunct="1">
        <a:spcBef>
          <a:spcPct val="0"/>
        </a:spcBef>
        <a:spcAft>
          <a:spcPct val="0"/>
        </a:spcAft>
        <a:buClr>
          <a:schemeClr val="accent4"/>
        </a:buClr>
        <a:buSzPct val="120000"/>
        <a:buFont typeface="Arial" pitchFamily="34" charset="0"/>
        <a:buChar char="▫"/>
        <a:defRPr sz="1425" baseline="0">
          <a:solidFill>
            <a:srgbClr val="4D4D4D"/>
          </a:solidFill>
          <a:latin typeface="+mn-lt"/>
          <a:sym typeface="Simplon Oi Headline"/>
        </a:defRPr>
      </a:lvl4pPr>
      <a:lvl5pPr marL="749618" indent="-130144" algn="l" defTabSz="895116" rtl="0" eaLnBrk="1" fontAlgn="base" hangingPunct="1">
        <a:spcBef>
          <a:spcPct val="0"/>
        </a:spcBef>
        <a:spcAft>
          <a:spcPct val="0"/>
        </a:spcAft>
        <a:buClr>
          <a:schemeClr val="accent4"/>
        </a:buClr>
        <a:buSzPct val="89000"/>
        <a:buFont typeface="Arial" charset="0"/>
        <a:buChar char="-"/>
        <a:defRPr sz="1425" baseline="0">
          <a:solidFill>
            <a:srgbClr val="4D4D4D"/>
          </a:solidFill>
          <a:latin typeface="+mn-lt"/>
          <a:sym typeface="Simplon Oi Headline"/>
        </a:defRPr>
      </a:lvl5pPr>
      <a:lvl6pPr marL="749618" indent="-130144" algn="l" defTabSz="89511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575" baseline="0">
          <a:solidFill>
            <a:schemeClr val="tx1"/>
          </a:solidFill>
          <a:latin typeface="+mn-lt"/>
        </a:defRPr>
      </a:lvl6pPr>
      <a:lvl7pPr marL="749618" indent="-130144" algn="l" defTabSz="89511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575" baseline="0">
          <a:solidFill>
            <a:schemeClr val="tx1"/>
          </a:solidFill>
          <a:latin typeface="+mn-lt"/>
        </a:defRPr>
      </a:lvl7pPr>
      <a:lvl8pPr marL="749618" indent="-130144" algn="l" defTabSz="89511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575" baseline="0">
          <a:solidFill>
            <a:schemeClr val="tx1"/>
          </a:solidFill>
          <a:latin typeface="+mn-lt"/>
        </a:defRPr>
      </a:lvl8pPr>
      <a:lvl9pPr marL="749618" indent="-130144" algn="l" defTabSz="89511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575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8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65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45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29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05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82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65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46" algn="l" defTabSz="9141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46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Slide do think-cell" r:id="rId47" imgW="421" imgH="423" progId="TCLayout.ActiveDocument.1">
                  <p:embed/>
                </p:oleObj>
              </mc:Choice>
              <mc:Fallback>
                <p:oleObj name="Slide do think-cell" r:id="rId47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7"/>
            <a:ext cx="8229600" cy="113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8127" y="4651848"/>
            <a:ext cx="275074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Simplon BP Regular"/>
                <a:sym typeface="Simplon BP Regular"/>
              </a:rPr>
              <a:pPr hangingPunct="0"/>
              <a:t>‹nº›</a:t>
            </a:fld>
            <a:endParaRPr kern="0"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06443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19" r:id="rId1"/>
    <p:sldLayoutId id="2147484920" r:id="rId2"/>
    <p:sldLayoutId id="2147484921" r:id="rId3"/>
    <p:sldLayoutId id="2147484922" r:id="rId4"/>
    <p:sldLayoutId id="2147484923" r:id="rId5"/>
    <p:sldLayoutId id="2147484924" r:id="rId6"/>
    <p:sldLayoutId id="2147484925" r:id="rId7"/>
    <p:sldLayoutId id="2147484926" r:id="rId8"/>
    <p:sldLayoutId id="2147484927" r:id="rId9"/>
    <p:sldLayoutId id="2147484928" r:id="rId10"/>
    <p:sldLayoutId id="2147484929" r:id="rId11"/>
    <p:sldLayoutId id="2147484930" r:id="rId12"/>
    <p:sldLayoutId id="2147484931" r:id="rId13"/>
    <p:sldLayoutId id="2147484932" r:id="rId14"/>
    <p:sldLayoutId id="2147484933" r:id="rId15"/>
    <p:sldLayoutId id="2147484934" r:id="rId16"/>
    <p:sldLayoutId id="2147484935" r:id="rId17"/>
    <p:sldLayoutId id="2147484936" r:id="rId18"/>
    <p:sldLayoutId id="2147484937" r:id="rId19"/>
    <p:sldLayoutId id="2147484938" r:id="rId20"/>
    <p:sldLayoutId id="2147484939" r:id="rId21"/>
    <p:sldLayoutId id="2147484940" r:id="rId22"/>
    <p:sldLayoutId id="2147484941" r:id="rId23"/>
    <p:sldLayoutId id="2147484942" r:id="rId24"/>
    <p:sldLayoutId id="2147484943" r:id="rId25"/>
    <p:sldLayoutId id="2147484944" r:id="rId26"/>
    <p:sldLayoutId id="2147484945" r:id="rId27"/>
    <p:sldLayoutId id="2147484946" r:id="rId28"/>
    <p:sldLayoutId id="2147484947" r:id="rId29"/>
    <p:sldLayoutId id="2147484948" r:id="rId30"/>
    <p:sldLayoutId id="2147484949" r:id="rId31"/>
    <p:sldLayoutId id="2147484950" r:id="rId32"/>
    <p:sldLayoutId id="2147484951" r:id="rId33"/>
    <p:sldLayoutId id="2147484952" r:id="rId34"/>
    <p:sldLayoutId id="2147484953" r:id="rId35"/>
    <p:sldLayoutId id="2147484954" r:id="rId36"/>
    <p:sldLayoutId id="2147484955" r:id="rId37"/>
    <p:sldLayoutId id="2147484956" r:id="rId38"/>
    <p:sldLayoutId id="2147484957" r:id="rId39"/>
    <p:sldLayoutId id="2147484958" r:id="rId40"/>
    <p:sldLayoutId id="2147484959" r:id="rId41"/>
    <p:sldLayoutId id="2147484960" r:id="rId42"/>
    <p:sldLayoutId id="2147484961" r:id="rId43"/>
  </p:sldLayoutIdLst>
  <p:transition spd="med"/>
  <p:txStyles>
    <p:titleStyle>
      <a:lvl1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68578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emf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46.xml"/><Relationship Id="rId7" Type="http://schemas.openxmlformats.org/officeDocument/2006/relationships/image" Target="../media/image19.png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2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46.xml"/><Relationship Id="rId7" Type="http://schemas.openxmlformats.org/officeDocument/2006/relationships/image" Target="../media/image19.png"/><Relationship Id="rId2" Type="http://schemas.openxmlformats.org/officeDocument/2006/relationships/tags" Target="../tags/tag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116" y="1696219"/>
            <a:ext cx="1409700" cy="419100"/>
          </a:xfrm>
          <a:prstGeom prst="rect">
            <a:avLst/>
          </a:prstGeom>
        </p:spPr>
      </p:pic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Slide do think-cell" r:id="rId6" imgW="421" imgH="423" progId="TCLayout.ActiveDocument.1">
                  <p:embed/>
                </p:oleObj>
              </mc:Choice>
              <mc:Fallback>
                <p:oleObj name="Slide do think-cell" r:id="rId6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101908" y="142525"/>
            <a:ext cx="8326473" cy="1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lvl="0" defTabSz="685800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1600" kern="0" dirty="0">
                <a:solidFill>
                  <a:schemeClr val="accent1"/>
                </a:solidFill>
                <a:sym typeface="Simplon BP Bold"/>
              </a:rPr>
              <a:t>Módulos do NG </a:t>
            </a:r>
            <a:r>
              <a:rPr lang="pt-BR" sz="1600" kern="0" dirty="0" err="1" smtClean="0">
                <a:solidFill>
                  <a:schemeClr val="accent1"/>
                </a:solidFill>
                <a:sym typeface="Simplon BP Bold"/>
              </a:rPr>
              <a:t>Billing</a:t>
            </a:r>
            <a:r>
              <a:rPr lang="pt-BR" sz="1600" kern="0" dirty="0" smtClean="0">
                <a:solidFill>
                  <a:schemeClr val="accent1"/>
                </a:solidFill>
                <a:sym typeface="Simplon BP Bold"/>
              </a:rPr>
              <a:t> (SINN</a:t>
            </a:r>
            <a:r>
              <a:rPr lang="pt-BR" sz="1600" kern="0" dirty="0">
                <a:solidFill>
                  <a:schemeClr val="accent1"/>
                </a:solidFill>
                <a:sym typeface="Simplon BP Bold"/>
              </a:rPr>
              <a:t>)</a:t>
            </a:r>
          </a:p>
        </p:txBody>
      </p:sp>
      <p:sp>
        <p:nvSpPr>
          <p:cNvPr id="20" name="Google Shape;1186;p46"/>
          <p:cNvSpPr/>
          <p:nvPr/>
        </p:nvSpPr>
        <p:spPr>
          <a:xfrm>
            <a:off x="1483425" y="2469591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SEGURANÇA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1" name="Google Shape;1187;p46"/>
          <p:cNvSpPr/>
          <p:nvPr/>
        </p:nvSpPr>
        <p:spPr>
          <a:xfrm>
            <a:off x="3072960" y="2469591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PORTFÓLIO DE PRODUTOS 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2" name="Google Shape;1188;p46"/>
          <p:cNvSpPr/>
          <p:nvPr/>
        </p:nvSpPr>
        <p:spPr>
          <a:xfrm>
            <a:off x="4662496" y="2469591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GESTÃO DE CONTRATOS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3" name="Google Shape;1189;p46"/>
          <p:cNvSpPr/>
          <p:nvPr/>
        </p:nvSpPr>
        <p:spPr>
          <a:xfrm>
            <a:off x="6252031" y="2458553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ATENDIMENTO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4" name="Google Shape;1197;p46"/>
          <p:cNvSpPr/>
          <p:nvPr/>
        </p:nvSpPr>
        <p:spPr>
          <a:xfrm>
            <a:off x="1483425" y="3002109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COBRANÇA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5" name="Google Shape;1198;p46"/>
          <p:cNvSpPr/>
          <p:nvPr/>
        </p:nvSpPr>
        <p:spPr>
          <a:xfrm>
            <a:off x="3072952" y="3002109"/>
            <a:ext cx="1510808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FATURAMENTO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6" name="Google Shape;1199;p46"/>
          <p:cNvSpPr/>
          <p:nvPr/>
        </p:nvSpPr>
        <p:spPr>
          <a:xfrm>
            <a:off x="4662496" y="3002109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FINANCEIRO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7" name="Google Shape;1200;p46"/>
          <p:cNvSpPr/>
          <p:nvPr/>
        </p:nvSpPr>
        <p:spPr>
          <a:xfrm>
            <a:off x="6252030" y="3002109"/>
            <a:ext cx="1539419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ARRECADAÇÃO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8" name="Google Shape;1201;p46"/>
          <p:cNvSpPr/>
          <p:nvPr/>
        </p:nvSpPr>
        <p:spPr>
          <a:xfrm>
            <a:off x="1483425" y="3533138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FISCAL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29" name="Google Shape;1202;p46"/>
          <p:cNvSpPr/>
          <p:nvPr/>
        </p:nvSpPr>
        <p:spPr>
          <a:xfrm>
            <a:off x="3072952" y="3533138"/>
            <a:ext cx="1510808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 smtClean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ATIVAÇÃO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30" name="Google Shape;1203;p46"/>
          <p:cNvSpPr/>
          <p:nvPr/>
        </p:nvSpPr>
        <p:spPr>
          <a:xfrm>
            <a:off x="4662496" y="3533138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RELATÓRIOS/</a:t>
            </a:r>
          </a:p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DASHBOARDS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31" name="Google Shape;1204;p46"/>
          <p:cNvSpPr/>
          <p:nvPr/>
        </p:nvSpPr>
        <p:spPr>
          <a:xfrm>
            <a:off x="6252031" y="3533138"/>
            <a:ext cx="15108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PROMOÇÕES E CAMPANHAS 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32" name="Google Shape;1205;p46"/>
          <p:cNvSpPr/>
          <p:nvPr/>
        </p:nvSpPr>
        <p:spPr>
          <a:xfrm>
            <a:off x="3072952" y="4077966"/>
            <a:ext cx="3100500" cy="438000"/>
          </a:xfrm>
          <a:prstGeom prst="roundRect">
            <a:avLst>
              <a:gd name="adj" fmla="val 50000"/>
            </a:avLst>
          </a:prstGeom>
          <a:solidFill>
            <a:srgbClr val="56B14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pt-BR" sz="1050" kern="0" dirty="0">
                <a:solidFill>
                  <a:prstClr val="white"/>
                </a:solidFill>
                <a:latin typeface="Arial Black" panose="020B0A04020102020204" pitchFamily="34" charset="0"/>
                <a:sym typeface="Poppins"/>
              </a:rPr>
              <a:t>WFM – Gestão de Times de Campo</a:t>
            </a:r>
            <a:endParaRPr sz="1050" kern="0" dirty="0">
              <a:solidFill>
                <a:prstClr val="white"/>
              </a:solidFill>
              <a:latin typeface="Arial Black" panose="020B0A04020102020204" pitchFamily="34" charset="0"/>
              <a:sym typeface="Poppin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482" y="608973"/>
            <a:ext cx="871296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Clr>
                <a:srgbClr val="000000"/>
              </a:buClr>
              <a:buSzPts val="1500"/>
            </a:pPr>
            <a:r>
              <a:rPr lang="pt-BR" sz="1400" kern="0" dirty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O </a:t>
            </a:r>
            <a:r>
              <a:rPr lang="pt-BR" sz="1400" kern="0" dirty="0" err="1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NGBilling</a:t>
            </a:r>
            <a:r>
              <a:rPr lang="pt-BR" sz="1400" kern="0" dirty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 é uma Solução de CRM, </a:t>
            </a:r>
            <a:r>
              <a:rPr lang="pt-BR" sz="1400" kern="0" dirty="0" err="1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Billing</a:t>
            </a:r>
            <a:r>
              <a:rPr lang="pt-BR" sz="1400" kern="0" dirty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 e WFM integrados com o objetivo de gerenciar o relacionamento com os clientes e os diversos processos de negócio de faturamento recorrente, proporcionando uma maior produtividade, redução de custos e melhor gestão da receita, através da automação de processos de maneira inteligente e com total </a:t>
            </a:r>
            <a:r>
              <a:rPr lang="pt-BR" sz="1400" kern="0" dirty="0" err="1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acuracidade</a:t>
            </a:r>
            <a:r>
              <a:rPr lang="pt-BR" sz="1400" kern="0" dirty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 das </a:t>
            </a:r>
            <a:r>
              <a:rPr lang="pt-BR" sz="1400" kern="0" dirty="0" smtClean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informações externas, </a:t>
            </a:r>
            <a:r>
              <a:rPr lang="pt-BR" sz="1400" kern="0" dirty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inclusive </a:t>
            </a:r>
            <a:r>
              <a:rPr lang="pt-BR" sz="1400" kern="0" dirty="0" smtClean="0">
                <a:solidFill>
                  <a:srgbClr val="535353"/>
                </a:solidFill>
                <a:latin typeface="Simplon BP Bold"/>
                <a:ea typeface="Simplon BP Bold"/>
                <a:cs typeface="Simplon BP Bold"/>
                <a:sym typeface="Poppins"/>
              </a:rPr>
              <a:t>bancárias</a:t>
            </a:r>
            <a:r>
              <a:rPr lang="pt-BR" dirty="0">
                <a:solidFill>
                  <a:srgbClr val="1D252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40" name="Google Shape;1129;p44"/>
          <p:cNvGrpSpPr/>
          <p:nvPr/>
        </p:nvGrpSpPr>
        <p:grpSpPr>
          <a:xfrm>
            <a:off x="4028516" y="2072798"/>
            <a:ext cx="929594" cy="229351"/>
            <a:chOff x="463325" y="392975"/>
            <a:chExt cx="1312947" cy="304880"/>
          </a:xfrm>
        </p:grpSpPr>
        <p:sp>
          <p:nvSpPr>
            <p:cNvPr id="41" name="Google Shape;1130;p44"/>
            <p:cNvSpPr/>
            <p:nvPr/>
          </p:nvSpPr>
          <p:spPr>
            <a:xfrm>
              <a:off x="647264" y="466966"/>
              <a:ext cx="168747" cy="230889"/>
            </a:xfrm>
            <a:custGeom>
              <a:avLst/>
              <a:gdLst/>
              <a:ahLst/>
              <a:cxnLst/>
              <a:rect l="l" t="t" r="r" b="b"/>
              <a:pathLst>
                <a:path w="8714" h="11923" extrusionOk="0">
                  <a:moveTo>
                    <a:pt x="4455" y="1878"/>
                  </a:moveTo>
                  <a:lnTo>
                    <a:pt x="4673" y="1900"/>
                  </a:lnTo>
                  <a:lnTo>
                    <a:pt x="4892" y="1922"/>
                  </a:lnTo>
                  <a:lnTo>
                    <a:pt x="5088" y="1966"/>
                  </a:lnTo>
                  <a:lnTo>
                    <a:pt x="5285" y="2053"/>
                  </a:lnTo>
                  <a:lnTo>
                    <a:pt x="5460" y="2118"/>
                  </a:lnTo>
                  <a:lnTo>
                    <a:pt x="5634" y="2228"/>
                  </a:lnTo>
                  <a:lnTo>
                    <a:pt x="5787" y="2359"/>
                  </a:lnTo>
                  <a:lnTo>
                    <a:pt x="5940" y="2490"/>
                  </a:lnTo>
                  <a:lnTo>
                    <a:pt x="6071" y="2643"/>
                  </a:lnTo>
                  <a:lnTo>
                    <a:pt x="6180" y="2795"/>
                  </a:lnTo>
                  <a:lnTo>
                    <a:pt x="6289" y="2970"/>
                  </a:lnTo>
                  <a:lnTo>
                    <a:pt x="6377" y="3145"/>
                  </a:lnTo>
                  <a:lnTo>
                    <a:pt x="6442" y="3363"/>
                  </a:lnTo>
                  <a:lnTo>
                    <a:pt x="6486" y="3560"/>
                  </a:lnTo>
                  <a:lnTo>
                    <a:pt x="6508" y="3778"/>
                  </a:lnTo>
                  <a:lnTo>
                    <a:pt x="6529" y="3996"/>
                  </a:lnTo>
                  <a:lnTo>
                    <a:pt x="6508" y="4237"/>
                  </a:lnTo>
                  <a:lnTo>
                    <a:pt x="6486" y="4455"/>
                  </a:lnTo>
                  <a:lnTo>
                    <a:pt x="6442" y="4651"/>
                  </a:lnTo>
                  <a:lnTo>
                    <a:pt x="6377" y="4848"/>
                  </a:lnTo>
                  <a:lnTo>
                    <a:pt x="6289" y="5044"/>
                  </a:lnTo>
                  <a:lnTo>
                    <a:pt x="6180" y="5219"/>
                  </a:lnTo>
                  <a:lnTo>
                    <a:pt x="6071" y="5394"/>
                  </a:lnTo>
                  <a:lnTo>
                    <a:pt x="5940" y="5525"/>
                  </a:lnTo>
                  <a:lnTo>
                    <a:pt x="5787" y="5678"/>
                  </a:lnTo>
                  <a:lnTo>
                    <a:pt x="5634" y="5787"/>
                  </a:lnTo>
                  <a:lnTo>
                    <a:pt x="5460" y="5896"/>
                  </a:lnTo>
                  <a:lnTo>
                    <a:pt x="5285" y="5983"/>
                  </a:lnTo>
                  <a:lnTo>
                    <a:pt x="5088" y="6049"/>
                  </a:lnTo>
                  <a:lnTo>
                    <a:pt x="4892" y="6093"/>
                  </a:lnTo>
                  <a:lnTo>
                    <a:pt x="4673" y="6114"/>
                  </a:lnTo>
                  <a:lnTo>
                    <a:pt x="4455" y="6136"/>
                  </a:lnTo>
                  <a:lnTo>
                    <a:pt x="4215" y="6114"/>
                  </a:lnTo>
                  <a:lnTo>
                    <a:pt x="4018" y="6093"/>
                  </a:lnTo>
                  <a:lnTo>
                    <a:pt x="3800" y="6049"/>
                  </a:lnTo>
                  <a:lnTo>
                    <a:pt x="3603" y="5983"/>
                  </a:lnTo>
                  <a:lnTo>
                    <a:pt x="3429" y="5896"/>
                  </a:lnTo>
                  <a:lnTo>
                    <a:pt x="3254" y="5787"/>
                  </a:lnTo>
                  <a:lnTo>
                    <a:pt x="3101" y="5678"/>
                  </a:lnTo>
                  <a:lnTo>
                    <a:pt x="2948" y="5525"/>
                  </a:lnTo>
                  <a:lnTo>
                    <a:pt x="2817" y="5394"/>
                  </a:lnTo>
                  <a:lnTo>
                    <a:pt x="2708" y="5219"/>
                  </a:lnTo>
                  <a:lnTo>
                    <a:pt x="2599" y="5044"/>
                  </a:lnTo>
                  <a:lnTo>
                    <a:pt x="2512" y="4848"/>
                  </a:lnTo>
                  <a:lnTo>
                    <a:pt x="2446" y="4651"/>
                  </a:lnTo>
                  <a:lnTo>
                    <a:pt x="2402" y="4455"/>
                  </a:lnTo>
                  <a:lnTo>
                    <a:pt x="2381" y="4237"/>
                  </a:lnTo>
                  <a:lnTo>
                    <a:pt x="2359" y="3996"/>
                  </a:lnTo>
                  <a:lnTo>
                    <a:pt x="2381" y="3778"/>
                  </a:lnTo>
                  <a:lnTo>
                    <a:pt x="2402" y="3560"/>
                  </a:lnTo>
                  <a:lnTo>
                    <a:pt x="2446" y="3363"/>
                  </a:lnTo>
                  <a:lnTo>
                    <a:pt x="2512" y="3145"/>
                  </a:lnTo>
                  <a:lnTo>
                    <a:pt x="2599" y="2970"/>
                  </a:lnTo>
                  <a:lnTo>
                    <a:pt x="2708" y="2795"/>
                  </a:lnTo>
                  <a:lnTo>
                    <a:pt x="2817" y="2643"/>
                  </a:lnTo>
                  <a:lnTo>
                    <a:pt x="2948" y="2490"/>
                  </a:lnTo>
                  <a:lnTo>
                    <a:pt x="3101" y="2359"/>
                  </a:lnTo>
                  <a:lnTo>
                    <a:pt x="3254" y="2228"/>
                  </a:lnTo>
                  <a:lnTo>
                    <a:pt x="3429" y="2118"/>
                  </a:lnTo>
                  <a:lnTo>
                    <a:pt x="3603" y="2053"/>
                  </a:lnTo>
                  <a:lnTo>
                    <a:pt x="3800" y="1966"/>
                  </a:lnTo>
                  <a:lnTo>
                    <a:pt x="4018" y="1922"/>
                  </a:lnTo>
                  <a:lnTo>
                    <a:pt x="4215" y="1900"/>
                  </a:lnTo>
                  <a:lnTo>
                    <a:pt x="4455" y="1878"/>
                  </a:lnTo>
                  <a:close/>
                  <a:moveTo>
                    <a:pt x="3953" y="0"/>
                  </a:moveTo>
                  <a:lnTo>
                    <a:pt x="3538" y="22"/>
                  </a:lnTo>
                  <a:lnTo>
                    <a:pt x="3145" y="88"/>
                  </a:lnTo>
                  <a:lnTo>
                    <a:pt x="2752" y="175"/>
                  </a:lnTo>
                  <a:lnTo>
                    <a:pt x="2381" y="306"/>
                  </a:lnTo>
                  <a:lnTo>
                    <a:pt x="2031" y="481"/>
                  </a:lnTo>
                  <a:lnTo>
                    <a:pt x="1704" y="677"/>
                  </a:lnTo>
                  <a:lnTo>
                    <a:pt x="1420" y="896"/>
                  </a:lnTo>
                  <a:lnTo>
                    <a:pt x="1136" y="1158"/>
                  </a:lnTo>
                  <a:lnTo>
                    <a:pt x="874" y="1442"/>
                  </a:lnTo>
                  <a:lnTo>
                    <a:pt x="656" y="1747"/>
                  </a:lnTo>
                  <a:lnTo>
                    <a:pt x="459" y="2075"/>
                  </a:lnTo>
                  <a:lnTo>
                    <a:pt x="306" y="2424"/>
                  </a:lnTo>
                  <a:lnTo>
                    <a:pt x="175" y="2795"/>
                  </a:lnTo>
                  <a:lnTo>
                    <a:pt x="66" y="3188"/>
                  </a:lnTo>
                  <a:lnTo>
                    <a:pt x="22" y="3581"/>
                  </a:lnTo>
                  <a:lnTo>
                    <a:pt x="0" y="3996"/>
                  </a:lnTo>
                  <a:lnTo>
                    <a:pt x="22" y="4433"/>
                  </a:lnTo>
                  <a:lnTo>
                    <a:pt x="66" y="4848"/>
                  </a:lnTo>
                  <a:lnTo>
                    <a:pt x="175" y="5241"/>
                  </a:lnTo>
                  <a:lnTo>
                    <a:pt x="284" y="5612"/>
                  </a:lnTo>
                  <a:lnTo>
                    <a:pt x="459" y="5962"/>
                  </a:lnTo>
                  <a:lnTo>
                    <a:pt x="656" y="6289"/>
                  </a:lnTo>
                  <a:lnTo>
                    <a:pt x="874" y="6595"/>
                  </a:lnTo>
                  <a:lnTo>
                    <a:pt x="1114" y="6857"/>
                  </a:lnTo>
                  <a:lnTo>
                    <a:pt x="1398" y="7119"/>
                  </a:lnTo>
                  <a:lnTo>
                    <a:pt x="1704" y="7337"/>
                  </a:lnTo>
                  <a:lnTo>
                    <a:pt x="2031" y="7534"/>
                  </a:lnTo>
                  <a:lnTo>
                    <a:pt x="2381" y="7708"/>
                  </a:lnTo>
                  <a:lnTo>
                    <a:pt x="2752" y="7818"/>
                  </a:lnTo>
                  <a:lnTo>
                    <a:pt x="3123" y="7927"/>
                  </a:lnTo>
                  <a:lnTo>
                    <a:pt x="3538" y="7971"/>
                  </a:lnTo>
                  <a:lnTo>
                    <a:pt x="3953" y="7992"/>
                  </a:lnTo>
                  <a:lnTo>
                    <a:pt x="4237" y="7992"/>
                  </a:lnTo>
                  <a:lnTo>
                    <a:pt x="4521" y="7949"/>
                  </a:lnTo>
                  <a:lnTo>
                    <a:pt x="4783" y="7905"/>
                  </a:lnTo>
                  <a:lnTo>
                    <a:pt x="5045" y="7839"/>
                  </a:lnTo>
                  <a:lnTo>
                    <a:pt x="5307" y="7752"/>
                  </a:lnTo>
                  <a:lnTo>
                    <a:pt x="5547" y="7665"/>
                  </a:lnTo>
                  <a:lnTo>
                    <a:pt x="5787" y="7534"/>
                  </a:lnTo>
                  <a:lnTo>
                    <a:pt x="6027" y="7403"/>
                  </a:lnTo>
                  <a:lnTo>
                    <a:pt x="6442" y="7141"/>
                  </a:lnTo>
                  <a:lnTo>
                    <a:pt x="6442" y="8211"/>
                  </a:lnTo>
                  <a:lnTo>
                    <a:pt x="6442" y="8407"/>
                  </a:lnTo>
                  <a:lnTo>
                    <a:pt x="6398" y="8604"/>
                  </a:lnTo>
                  <a:lnTo>
                    <a:pt x="6355" y="8800"/>
                  </a:lnTo>
                  <a:lnTo>
                    <a:pt x="6289" y="8975"/>
                  </a:lnTo>
                  <a:lnTo>
                    <a:pt x="6224" y="9128"/>
                  </a:lnTo>
                  <a:lnTo>
                    <a:pt x="6115" y="9281"/>
                  </a:lnTo>
                  <a:lnTo>
                    <a:pt x="6005" y="9434"/>
                  </a:lnTo>
                  <a:lnTo>
                    <a:pt x="5874" y="9565"/>
                  </a:lnTo>
                  <a:lnTo>
                    <a:pt x="5722" y="9696"/>
                  </a:lnTo>
                  <a:lnTo>
                    <a:pt x="5569" y="9805"/>
                  </a:lnTo>
                  <a:lnTo>
                    <a:pt x="5416" y="9892"/>
                  </a:lnTo>
                  <a:lnTo>
                    <a:pt x="5219" y="9958"/>
                  </a:lnTo>
                  <a:lnTo>
                    <a:pt x="5045" y="10023"/>
                  </a:lnTo>
                  <a:lnTo>
                    <a:pt x="4826" y="10067"/>
                  </a:lnTo>
                  <a:lnTo>
                    <a:pt x="4630" y="10089"/>
                  </a:lnTo>
                  <a:lnTo>
                    <a:pt x="4411" y="10110"/>
                  </a:lnTo>
                  <a:lnTo>
                    <a:pt x="4149" y="10089"/>
                  </a:lnTo>
                  <a:lnTo>
                    <a:pt x="3887" y="10045"/>
                  </a:lnTo>
                  <a:lnTo>
                    <a:pt x="3625" y="9979"/>
                  </a:lnTo>
                  <a:lnTo>
                    <a:pt x="3363" y="9892"/>
                  </a:lnTo>
                  <a:lnTo>
                    <a:pt x="3145" y="9783"/>
                  </a:lnTo>
                  <a:lnTo>
                    <a:pt x="2927" y="9630"/>
                  </a:lnTo>
                  <a:lnTo>
                    <a:pt x="2752" y="9455"/>
                  </a:lnTo>
                  <a:lnTo>
                    <a:pt x="2599" y="9237"/>
                  </a:lnTo>
                  <a:lnTo>
                    <a:pt x="306" y="9237"/>
                  </a:lnTo>
                  <a:lnTo>
                    <a:pt x="393" y="9543"/>
                  </a:lnTo>
                  <a:lnTo>
                    <a:pt x="525" y="9827"/>
                  </a:lnTo>
                  <a:lnTo>
                    <a:pt x="677" y="10110"/>
                  </a:lnTo>
                  <a:lnTo>
                    <a:pt x="852" y="10372"/>
                  </a:lnTo>
                  <a:lnTo>
                    <a:pt x="1049" y="10613"/>
                  </a:lnTo>
                  <a:lnTo>
                    <a:pt x="1245" y="10831"/>
                  </a:lnTo>
                  <a:lnTo>
                    <a:pt x="1485" y="11028"/>
                  </a:lnTo>
                  <a:lnTo>
                    <a:pt x="1747" y="11202"/>
                  </a:lnTo>
                  <a:lnTo>
                    <a:pt x="2009" y="11377"/>
                  </a:lnTo>
                  <a:lnTo>
                    <a:pt x="2315" y="11508"/>
                  </a:lnTo>
                  <a:lnTo>
                    <a:pt x="2621" y="11639"/>
                  </a:lnTo>
                  <a:lnTo>
                    <a:pt x="2948" y="11726"/>
                  </a:lnTo>
                  <a:lnTo>
                    <a:pt x="3298" y="11814"/>
                  </a:lnTo>
                  <a:lnTo>
                    <a:pt x="3669" y="11879"/>
                  </a:lnTo>
                  <a:lnTo>
                    <a:pt x="4040" y="11901"/>
                  </a:lnTo>
                  <a:lnTo>
                    <a:pt x="4433" y="11923"/>
                  </a:lnTo>
                  <a:lnTo>
                    <a:pt x="4914" y="11901"/>
                  </a:lnTo>
                  <a:lnTo>
                    <a:pt x="5372" y="11835"/>
                  </a:lnTo>
                  <a:lnTo>
                    <a:pt x="5809" y="11748"/>
                  </a:lnTo>
                  <a:lnTo>
                    <a:pt x="6224" y="11639"/>
                  </a:lnTo>
                  <a:lnTo>
                    <a:pt x="6595" y="11486"/>
                  </a:lnTo>
                  <a:lnTo>
                    <a:pt x="6944" y="11290"/>
                  </a:lnTo>
                  <a:lnTo>
                    <a:pt x="7272" y="11071"/>
                  </a:lnTo>
                  <a:lnTo>
                    <a:pt x="7556" y="10831"/>
                  </a:lnTo>
                  <a:lnTo>
                    <a:pt x="7818" y="10547"/>
                  </a:lnTo>
                  <a:lnTo>
                    <a:pt x="8058" y="10241"/>
                  </a:lnTo>
                  <a:lnTo>
                    <a:pt x="8255" y="9914"/>
                  </a:lnTo>
                  <a:lnTo>
                    <a:pt x="8407" y="9565"/>
                  </a:lnTo>
                  <a:lnTo>
                    <a:pt x="8538" y="9171"/>
                  </a:lnTo>
                  <a:lnTo>
                    <a:pt x="8626" y="8757"/>
                  </a:lnTo>
                  <a:lnTo>
                    <a:pt x="8691" y="8320"/>
                  </a:lnTo>
                  <a:lnTo>
                    <a:pt x="8713" y="7861"/>
                  </a:lnTo>
                  <a:lnTo>
                    <a:pt x="8713" y="284"/>
                  </a:lnTo>
                  <a:lnTo>
                    <a:pt x="7163" y="284"/>
                  </a:lnTo>
                  <a:lnTo>
                    <a:pt x="6726" y="1158"/>
                  </a:lnTo>
                  <a:lnTo>
                    <a:pt x="6464" y="939"/>
                  </a:lnTo>
                  <a:lnTo>
                    <a:pt x="6180" y="721"/>
                  </a:lnTo>
                  <a:lnTo>
                    <a:pt x="5896" y="524"/>
                  </a:lnTo>
                  <a:lnTo>
                    <a:pt x="5612" y="372"/>
                  </a:lnTo>
                  <a:lnTo>
                    <a:pt x="5307" y="241"/>
                  </a:lnTo>
                  <a:lnTo>
                    <a:pt x="4979" y="153"/>
                  </a:lnTo>
                  <a:lnTo>
                    <a:pt x="4652" y="66"/>
                  </a:lnTo>
                  <a:lnTo>
                    <a:pt x="4302" y="22"/>
                  </a:lnTo>
                  <a:lnTo>
                    <a:pt x="3953" y="0"/>
                  </a:lnTo>
                  <a:close/>
                </a:path>
              </a:pathLst>
            </a:custGeom>
            <a:solidFill>
              <a:srgbClr val="EC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131;p44"/>
            <p:cNvSpPr/>
            <p:nvPr/>
          </p:nvSpPr>
          <p:spPr>
            <a:xfrm>
              <a:off x="862495" y="409454"/>
              <a:ext cx="172542" cy="218631"/>
            </a:xfrm>
            <a:custGeom>
              <a:avLst/>
              <a:gdLst/>
              <a:ahLst/>
              <a:cxnLst/>
              <a:rect l="l" t="t" r="r" b="b"/>
              <a:pathLst>
                <a:path w="8910" h="11290" extrusionOk="0">
                  <a:moveTo>
                    <a:pt x="4324" y="4826"/>
                  </a:moveTo>
                  <a:lnTo>
                    <a:pt x="4542" y="4848"/>
                  </a:lnTo>
                  <a:lnTo>
                    <a:pt x="4782" y="4870"/>
                  </a:lnTo>
                  <a:lnTo>
                    <a:pt x="4979" y="4936"/>
                  </a:lnTo>
                  <a:lnTo>
                    <a:pt x="5175" y="5001"/>
                  </a:lnTo>
                  <a:lnTo>
                    <a:pt x="5372" y="5088"/>
                  </a:lnTo>
                  <a:lnTo>
                    <a:pt x="5547" y="5198"/>
                  </a:lnTo>
                  <a:lnTo>
                    <a:pt x="5721" y="5329"/>
                  </a:lnTo>
                  <a:lnTo>
                    <a:pt x="5874" y="5460"/>
                  </a:lnTo>
                  <a:lnTo>
                    <a:pt x="6005" y="5634"/>
                  </a:lnTo>
                  <a:lnTo>
                    <a:pt x="6136" y="5787"/>
                  </a:lnTo>
                  <a:lnTo>
                    <a:pt x="6245" y="5984"/>
                  </a:lnTo>
                  <a:lnTo>
                    <a:pt x="6333" y="6158"/>
                  </a:lnTo>
                  <a:lnTo>
                    <a:pt x="6398" y="6377"/>
                  </a:lnTo>
                  <a:lnTo>
                    <a:pt x="6442" y="6595"/>
                  </a:lnTo>
                  <a:lnTo>
                    <a:pt x="6486" y="6814"/>
                  </a:lnTo>
                  <a:lnTo>
                    <a:pt x="6486" y="7054"/>
                  </a:lnTo>
                  <a:lnTo>
                    <a:pt x="6486" y="7272"/>
                  </a:lnTo>
                  <a:lnTo>
                    <a:pt x="6442" y="7490"/>
                  </a:lnTo>
                  <a:lnTo>
                    <a:pt x="6398" y="7709"/>
                  </a:lnTo>
                  <a:lnTo>
                    <a:pt x="6333" y="7905"/>
                  </a:lnTo>
                  <a:lnTo>
                    <a:pt x="6245" y="8102"/>
                  </a:lnTo>
                  <a:lnTo>
                    <a:pt x="6136" y="8298"/>
                  </a:lnTo>
                  <a:lnTo>
                    <a:pt x="6005" y="8451"/>
                  </a:lnTo>
                  <a:lnTo>
                    <a:pt x="5874" y="8604"/>
                  </a:lnTo>
                  <a:lnTo>
                    <a:pt x="5721" y="8757"/>
                  </a:lnTo>
                  <a:lnTo>
                    <a:pt x="5547" y="8866"/>
                  </a:lnTo>
                  <a:lnTo>
                    <a:pt x="5372" y="8975"/>
                  </a:lnTo>
                  <a:lnTo>
                    <a:pt x="5175" y="9084"/>
                  </a:lnTo>
                  <a:lnTo>
                    <a:pt x="4979" y="9150"/>
                  </a:lnTo>
                  <a:lnTo>
                    <a:pt x="4782" y="9194"/>
                  </a:lnTo>
                  <a:lnTo>
                    <a:pt x="4542" y="9237"/>
                  </a:lnTo>
                  <a:lnTo>
                    <a:pt x="4105" y="9237"/>
                  </a:lnTo>
                  <a:lnTo>
                    <a:pt x="3865" y="9194"/>
                  </a:lnTo>
                  <a:lnTo>
                    <a:pt x="3669" y="9150"/>
                  </a:lnTo>
                  <a:lnTo>
                    <a:pt x="3472" y="9084"/>
                  </a:lnTo>
                  <a:lnTo>
                    <a:pt x="3276" y="8975"/>
                  </a:lnTo>
                  <a:lnTo>
                    <a:pt x="3101" y="8866"/>
                  </a:lnTo>
                  <a:lnTo>
                    <a:pt x="2926" y="8757"/>
                  </a:lnTo>
                  <a:lnTo>
                    <a:pt x="2773" y="8604"/>
                  </a:lnTo>
                  <a:lnTo>
                    <a:pt x="2642" y="8451"/>
                  </a:lnTo>
                  <a:lnTo>
                    <a:pt x="2511" y="8298"/>
                  </a:lnTo>
                  <a:lnTo>
                    <a:pt x="2402" y="8102"/>
                  </a:lnTo>
                  <a:lnTo>
                    <a:pt x="2315" y="7905"/>
                  </a:lnTo>
                  <a:lnTo>
                    <a:pt x="2249" y="7709"/>
                  </a:lnTo>
                  <a:lnTo>
                    <a:pt x="2206" y="7490"/>
                  </a:lnTo>
                  <a:lnTo>
                    <a:pt x="2162" y="7272"/>
                  </a:lnTo>
                  <a:lnTo>
                    <a:pt x="2162" y="7054"/>
                  </a:lnTo>
                  <a:lnTo>
                    <a:pt x="2162" y="6814"/>
                  </a:lnTo>
                  <a:lnTo>
                    <a:pt x="2206" y="6595"/>
                  </a:lnTo>
                  <a:lnTo>
                    <a:pt x="2249" y="6377"/>
                  </a:lnTo>
                  <a:lnTo>
                    <a:pt x="2315" y="6158"/>
                  </a:lnTo>
                  <a:lnTo>
                    <a:pt x="2402" y="5984"/>
                  </a:lnTo>
                  <a:lnTo>
                    <a:pt x="2511" y="5787"/>
                  </a:lnTo>
                  <a:lnTo>
                    <a:pt x="2642" y="5634"/>
                  </a:lnTo>
                  <a:lnTo>
                    <a:pt x="2773" y="5460"/>
                  </a:lnTo>
                  <a:lnTo>
                    <a:pt x="2926" y="5329"/>
                  </a:lnTo>
                  <a:lnTo>
                    <a:pt x="3101" y="5198"/>
                  </a:lnTo>
                  <a:lnTo>
                    <a:pt x="3276" y="5088"/>
                  </a:lnTo>
                  <a:lnTo>
                    <a:pt x="3472" y="5001"/>
                  </a:lnTo>
                  <a:lnTo>
                    <a:pt x="3669" y="4936"/>
                  </a:lnTo>
                  <a:lnTo>
                    <a:pt x="3865" y="4870"/>
                  </a:lnTo>
                  <a:lnTo>
                    <a:pt x="4105" y="4848"/>
                  </a:lnTo>
                  <a:lnTo>
                    <a:pt x="4324" y="4826"/>
                  </a:lnTo>
                  <a:close/>
                  <a:moveTo>
                    <a:pt x="0" y="1"/>
                  </a:moveTo>
                  <a:lnTo>
                    <a:pt x="0" y="11006"/>
                  </a:lnTo>
                  <a:lnTo>
                    <a:pt x="1703" y="11006"/>
                  </a:lnTo>
                  <a:lnTo>
                    <a:pt x="2053" y="10198"/>
                  </a:lnTo>
                  <a:lnTo>
                    <a:pt x="2337" y="10438"/>
                  </a:lnTo>
                  <a:lnTo>
                    <a:pt x="2577" y="10635"/>
                  </a:lnTo>
                  <a:lnTo>
                    <a:pt x="2861" y="10809"/>
                  </a:lnTo>
                  <a:lnTo>
                    <a:pt x="3145" y="10941"/>
                  </a:lnTo>
                  <a:lnTo>
                    <a:pt x="3428" y="11072"/>
                  </a:lnTo>
                  <a:lnTo>
                    <a:pt x="3734" y="11159"/>
                  </a:lnTo>
                  <a:lnTo>
                    <a:pt x="4062" y="11224"/>
                  </a:lnTo>
                  <a:lnTo>
                    <a:pt x="4389" y="11268"/>
                  </a:lnTo>
                  <a:lnTo>
                    <a:pt x="4717" y="11290"/>
                  </a:lnTo>
                  <a:lnTo>
                    <a:pt x="5175" y="11268"/>
                  </a:lnTo>
                  <a:lnTo>
                    <a:pt x="5612" y="11203"/>
                  </a:lnTo>
                  <a:lnTo>
                    <a:pt x="6005" y="11115"/>
                  </a:lnTo>
                  <a:lnTo>
                    <a:pt x="6398" y="10962"/>
                  </a:lnTo>
                  <a:lnTo>
                    <a:pt x="6769" y="10809"/>
                  </a:lnTo>
                  <a:lnTo>
                    <a:pt x="7119" y="10591"/>
                  </a:lnTo>
                  <a:lnTo>
                    <a:pt x="7446" y="10373"/>
                  </a:lnTo>
                  <a:lnTo>
                    <a:pt x="7730" y="10111"/>
                  </a:lnTo>
                  <a:lnTo>
                    <a:pt x="7992" y="9805"/>
                  </a:lnTo>
                  <a:lnTo>
                    <a:pt x="8232" y="9477"/>
                  </a:lnTo>
                  <a:lnTo>
                    <a:pt x="8429" y="9128"/>
                  </a:lnTo>
                  <a:lnTo>
                    <a:pt x="8582" y="8757"/>
                  </a:lnTo>
                  <a:lnTo>
                    <a:pt x="8735" y="8364"/>
                  </a:lnTo>
                  <a:lnTo>
                    <a:pt x="8822" y="7949"/>
                  </a:lnTo>
                  <a:lnTo>
                    <a:pt x="8888" y="7512"/>
                  </a:lnTo>
                  <a:lnTo>
                    <a:pt x="8909" y="7054"/>
                  </a:lnTo>
                  <a:lnTo>
                    <a:pt x="8888" y="6595"/>
                  </a:lnTo>
                  <a:lnTo>
                    <a:pt x="8822" y="6158"/>
                  </a:lnTo>
                  <a:lnTo>
                    <a:pt x="8735" y="5744"/>
                  </a:lnTo>
                  <a:lnTo>
                    <a:pt x="8604" y="5350"/>
                  </a:lnTo>
                  <a:lnTo>
                    <a:pt x="8429" y="4979"/>
                  </a:lnTo>
                  <a:lnTo>
                    <a:pt x="8232" y="4630"/>
                  </a:lnTo>
                  <a:lnTo>
                    <a:pt x="7992" y="4302"/>
                  </a:lnTo>
                  <a:lnTo>
                    <a:pt x="7730" y="3997"/>
                  </a:lnTo>
                  <a:lnTo>
                    <a:pt x="7424" y="3713"/>
                  </a:lnTo>
                  <a:lnTo>
                    <a:pt x="7097" y="3473"/>
                  </a:lnTo>
                  <a:lnTo>
                    <a:pt x="6748" y="3276"/>
                  </a:lnTo>
                  <a:lnTo>
                    <a:pt x="6376" y="3101"/>
                  </a:lnTo>
                  <a:lnTo>
                    <a:pt x="5983" y="2970"/>
                  </a:lnTo>
                  <a:lnTo>
                    <a:pt x="5590" y="2883"/>
                  </a:lnTo>
                  <a:lnTo>
                    <a:pt x="5153" y="2818"/>
                  </a:lnTo>
                  <a:lnTo>
                    <a:pt x="4717" y="2796"/>
                  </a:lnTo>
                  <a:lnTo>
                    <a:pt x="4455" y="2818"/>
                  </a:lnTo>
                  <a:lnTo>
                    <a:pt x="4193" y="2839"/>
                  </a:lnTo>
                  <a:lnTo>
                    <a:pt x="3931" y="2883"/>
                  </a:lnTo>
                  <a:lnTo>
                    <a:pt x="3690" y="2949"/>
                  </a:lnTo>
                  <a:lnTo>
                    <a:pt x="3428" y="3014"/>
                  </a:lnTo>
                  <a:lnTo>
                    <a:pt x="3210" y="3123"/>
                  </a:lnTo>
                  <a:lnTo>
                    <a:pt x="2970" y="3232"/>
                  </a:lnTo>
                  <a:lnTo>
                    <a:pt x="2752" y="3342"/>
                  </a:lnTo>
                  <a:lnTo>
                    <a:pt x="2337" y="3604"/>
                  </a:lnTo>
                  <a:lnTo>
                    <a:pt x="2337" y="1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132;p44"/>
            <p:cNvSpPr/>
            <p:nvPr/>
          </p:nvSpPr>
          <p:spPr>
            <a:xfrm>
              <a:off x="1157215" y="394660"/>
              <a:ext cx="46108" cy="231741"/>
            </a:xfrm>
            <a:custGeom>
              <a:avLst/>
              <a:gdLst/>
              <a:ahLst/>
              <a:cxnLst/>
              <a:rect l="l" t="t" r="r" b="b"/>
              <a:pathLst>
                <a:path w="2381" h="11967" extrusionOk="0">
                  <a:moveTo>
                    <a:pt x="0" y="0"/>
                  </a:moveTo>
                  <a:lnTo>
                    <a:pt x="0" y="11967"/>
                  </a:lnTo>
                  <a:lnTo>
                    <a:pt x="2380" y="11967"/>
                  </a:lnTo>
                  <a:lnTo>
                    <a:pt x="2380" y="0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133;p44"/>
            <p:cNvSpPr/>
            <p:nvPr/>
          </p:nvSpPr>
          <p:spPr>
            <a:xfrm>
              <a:off x="1246425" y="394660"/>
              <a:ext cx="46108" cy="231741"/>
            </a:xfrm>
            <a:custGeom>
              <a:avLst/>
              <a:gdLst/>
              <a:ahLst/>
              <a:cxnLst/>
              <a:rect l="l" t="t" r="r" b="b"/>
              <a:pathLst>
                <a:path w="2381" h="11967" extrusionOk="0">
                  <a:moveTo>
                    <a:pt x="0" y="0"/>
                  </a:moveTo>
                  <a:lnTo>
                    <a:pt x="0" y="11967"/>
                  </a:lnTo>
                  <a:lnTo>
                    <a:pt x="2381" y="11967"/>
                  </a:lnTo>
                  <a:lnTo>
                    <a:pt x="2381" y="0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134;p44"/>
            <p:cNvSpPr/>
            <p:nvPr/>
          </p:nvSpPr>
          <p:spPr>
            <a:xfrm>
              <a:off x="1424864" y="462318"/>
              <a:ext cx="151822" cy="164080"/>
            </a:xfrm>
            <a:custGeom>
              <a:avLst/>
              <a:gdLst/>
              <a:ahLst/>
              <a:cxnLst/>
              <a:rect l="l" t="t" r="r" b="b"/>
              <a:pathLst>
                <a:path w="7840" h="8473" extrusionOk="0">
                  <a:moveTo>
                    <a:pt x="4848" y="0"/>
                  </a:moveTo>
                  <a:lnTo>
                    <a:pt x="4477" y="22"/>
                  </a:lnTo>
                  <a:lnTo>
                    <a:pt x="4127" y="66"/>
                  </a:lnTo>
                  <a:lnTo>
                    <a:pt x="3800" y="153"/>
                  </a:lnTo>
                  <a:lnTo>
                    <a:pt x="3472" y="284"/>
                  </a:lnTo>
                  <a:lnTo>
                    <a:pt x="3167" y="415"/>
                  </a:lnTo>
                  <a:lnTo>
                    <a:pt x="2883" y="590"/>
                  </a:lnTo>
                  <a:lnTo>
                    <a:pt x="2621" y="808"/>
                  </a:lnTo>
                  <a:lnTo>
                    <a:pt x="2381" y="1048"/>
                  </a:lnTo>
                  <a:lnTo>
                    <a:pt x="2097" y="1354"/>
                  </a:lnTo>
                  <a:lnTo>
                    <a:pt x="1594" y="262"/>
                  </a:lnTo>
                  <a:lnTo>
                    <a:pt x="0" y="262"/>
                  </a:lnTo>
                  <a:lnTo>
                    <a:pt x="0" y="8473"/>
                  </a:lnTo>
                  <a:lnTo>
                    <a:pt x="2381" y="8473"/>
                  </a:lnTo>
                  <a:lnTo>
                    <a:pt x="2381" y="3931"/>
                  </a:lnTo>
                  <a:lnTo>
                    <a:pt x="2381" y="3712"/>
                  </a:lnTo>
                  <a:lnTo>
                    <a:pt x="2402" y="3494"/>
                  </a:lnTo>
                  <a:lnTo>
                    <a:pt x="2446" y="3297"/>
                  </a:lnTo>
                  <a:lnTo>
                    <a:pt x="2490" y="3101"/>
                  </a:lnTo>
                  <a:lnTo>
                    <a:pt x="2555" y="2926"/>
                  </a:lnTo>
                  <a:lnTo>
                    <a:pt x="2643" y="2773"/>
                  </a:lnTo>
                  <a:lnTo>
                    <a:pt x="2730" y="2620"/>
                  </a:lnTo>
                  <a:lnTo>
                    <a:pt x="2839" y="2489"/>
                  </a:lnTo>
                  <a:lnTo>
                    <a:pt x="2948" y="2358"/>
                  </a:lnTo>
                  <a:lnTo>
                    <a:pt x="3079" y="2249"/>
                  </a:lnTo>
                  <a:lnTo>
                    <a:pt x="3210" y="2162"/>
                  </a:lnTo>
                  <a:lnTo>
                    <a:pt x="3363" y="2096"/>
                  </a:lnTo>
                  <a:lnTo>
                    <a:pt x="3538" y="2031"/>
                  </a:lnTo>
                  <a:lnTo>
                    <a:pt x="3713" y="1987"/>
                  </a:lnTo>
                  <a:lnTo>
                    <a:pt x="3887" y="1965"/>
                  </a:lnTo>
                  <a:lnTo>
                    <a:pt x="4084" y="1944"/>
                  </a:lnTo>
                  <a:lnTo>
                    <a:pt x="4280" y="1965"/>
                  </a:lnTo>
                  <a:lnTo>
                    <a:pt x="4521" y="2009"/>
                  </a:lnTo>
                  <a:lnTo>
                    <a:pt x="4630" y="2053"/>
                  </a:lnTo>
                  <a:lnTo>
                    <a:pt x="4739" y="2096"/>
                  </a:lnTo>
                  <a:lnTo>
                    <a:pt x="4848" y="2162"/>
                  </a:lnTo>
                  <a:lnTo>
                    <a:pt x="4957" y="2249"/>
                  </a:lnTo>
                  <a:lnTo>
                    <a:pt x="5066" y="2358"/>
                  </a:lnTo>
                  <a:lnTo>
                    <a:pt x="5154" y="2468"/>
                  </a:lnTo>
                  <a:lnTo>
                    <a:pt x="5241" y="2620"/>
                  </a:lnTo>
                  <a:lnTo>
                    <a:pt x="5328" y="2795"/>
                  </a:lnTo>
                  <a:lnTo>
                    <a:pt x="5372" y="2970"/>
                  </a:lnTo>
                  <a:lnTo>
                    <a:pt x="5416" y="3188"/>
                  </a:lnTo>
                  <a:lnTo>
                    <a:pt x="5460" y="3428"/>
                  </a:lnTo>
                  <a:lnTo>
                    <a:pt x="5460" y="3690"/>
                  </a:lnTo>
                  <a:lnTo>
                    <a:pt x="5460" y="8473"/>
                  </a:lnTo>
                  <a:lnTo>
                    <a:pt x="7840" y="8473"/>
                  </a:lnTo>
                  <a:lnTo>
                    <a:pt x="7840" y="3297"/>
                  </a:lnTo>
                  <a:lnTo>
                    <a:pt x="7818" y="2926"/>
                  </a:lnTo>
                  <a:lnTo>
                    <a:pt x="7796" y="2577"/>
                  </a:lnTo>
                  <a:lnTo>
                    <a:pt x="7709" y="2249"/>
                  </a:lnTo>
                  <a:lnTo>
                    <a:pt x="7621" y="1944"/>
                  </a:lnTo>
                  <a:lnTo>
                    <a:pt x="7512" y="1638"/>
                  </a:lnTo>
                  <a:lnTo>
                    <a:pt x="7381" y="1376"/>
                  </a:lnTo>
                  <a:lnTo>
                    <a:pt x="7206" y="1136"/>
                  </a:lnTo>
                  <a:lnTo>
                    <a:pt x="7032" y="895"/>
                  </a:lnTo>
                  <a:lnTo>
                    <a:pt x="6813" y="699"/>
                  </a:lnTo>
                  <a:lnTo>
                    <a:pt x="6595" y="524"/>
                  </a:lnTo>
                  <a:lnTo>
                    <a:pt x="6355" y="371"/>
                  </a:lnTo>
                  <a:lnTo>
                    <a:pt x="6093" y="240"/>
                  </a:lnTo>
                  <a:lnTo>
                    <a:pt x="5809" y="131"/>
                  </a:lnTo>
                  <a:lnTo>
                    <a:pt x="5503" y="66"/>
                  </a:lnTo>
                  <a:lnTo>
                    <a:pt x="5176" y="22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135;p44"/>
            <p:cNvSpPr/>
            <p:nvPr/>
          </p:nvSpPr>
          <p:spPr>
            <a:xfrm>
              <a:off x="1336061" y="392975"/>
              <a:ext cx="45701" cy="45682"/>
            </a:xfrm>
            <a:custGeom>
              <a:avLst/>
              <a:gdLst/>
              <a:ahLst/>
              <a:cxnLst/>
              <a:rect l="l" t="t" r="r" b="b"/>
              <a:pathLst>
                <a:path w="2360" h="2359" extrusionOk="0">
                  <a:moveTo>
                    <a:pt x="1" y="0"/>
                  </a:moveTo>
                  <a:lnTo>
                    <a:pt x="1" y="2358"/>
                  </a:lnTo>
                  <a:lnTo>
                    <a:pt x="2359" y="2358"/>
                  </a:lnTo>
                  <a:lnTo>
                    <a:pt x="2359" y="0"/>
                  </a:lnTo>
                  <a:close/>
                </a:path>
              </a:pathLst>
            </a:custGeom>
            <a:solidFill>
              <a:srgbClr val="EC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136;p44"/>
            <p:cNvSpPr/>
            <p:nvPr/>
          </p:nvSpPr>
          <p:spPr>
            <a:xfrm>
              <a:off x="1335635" y="461466"/>
              <a:ext cx="46127" cy="165358"/>
            </a:xfrm>
            <a:custGeom>
              <a:avLst/>
              <a:gdLst/>
              <a:ahLst/>
              <a:cxnLst/>
              <a:rect l="l" t="t" r="r" b="b"/>
              <a:pathLst>
                <a:path w="2382" h="8539" extrusionOk="0">
                  <a:moveTo>
                    <a:pt x="1" y="1"/>
                  </a:moveTo>
                  <a:lnTo>
                    <a:pt x="1" y="8538"/>
                  </a:lnTo>
                  <a:lnTo>
                    <a:pt x="2381" y="8538"/>
                  </a:lnTo>
                  <a:lnTo>
                    <a:pt x="2381" y="1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137;p44"/>
            <p:cNvSpPr/>
            <p:nvPr/>
          </p:nvSpPr>
          <p:spPr>
            <a:xfrm>
              <a:off x="1068412" y="392975"/>
              <a:ext cx="45682" cy="45682"/>
            </a:xfrm>
            <a:custGeom>
              <a:avLst/>
              <a:gdLst/>
              <a:ahLst/>
              <a:cxnLst/>
              <a:rect l="l" t="t" r="r" b="b"/>
              <a:pathLst>
                <a:path w="2359" h="2359" extrusionOk="0">
                  <a:moveTo>
                    <a:pt x="0" y="0"/>
                  </a:moveTo>
                  <a:lnTo>
                    <a:pt x="0" y="2358"/>
                  </a:lnTo>
                  <a:lnTo>
                    <a:pt x="2359" y="2358"/>
                  </a:lnTo>
                  <a:lnTo>
                    <a:pt x="2359" y="0"/>
                  </a:lnTo>
                  <a:close/>
                </a:path>
              </a:pathLst>
            </a:custGeom>
            <a:solidFill>
              <a:srgbClr val="EC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138;p44"/>
            <p:cNvSpPr/>
            <p:nvPr/>
          </p:nvSpPr>
          <p:spPr>
            <a:xfrm>
              <a:off x="1067986" y="461466"/>
              <a:ext cx="46534" cy="165358"/>
            </a:xfrm>
            <a:custGeom>
              <a:avLst/>
              <a:gdLst/>
              <a:ahLst/>
              <a:cxnLst/>
              <a:rect l="l" t="t" r="r" b="b"/>
              <a:pathLst>
                <a:path w="2403" h="8539" extrusionOk="0">
                  <a:moveTo>
                    <a:pt x="1" y="1"/>
                  </a:moveTo>
                  <a:lnTo>
                    <a:pt x="1" y="8538"/>
                  </a:lnTo>
                  <a:lnTo>
                    <a:pt x="2403" y="8538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1139;p44"/>
            <p:cNvSpPr/>
            <p:nvPr/>
          </p:nvSpPr>
          <p:spPr>
            <a:xfrm>
              <a:off x="463325" y="462318"/>
              <a:ext cx="151822" cy="164080"/>
            </a:xfrm>
            <a:custGeom>
              <a:avLst/>
              <a:gdLst/>
              <a:ahLst/>
              <a:cxnLst/>
              <a:rect l="l" t="t" r="r" b="b"/>
              <a:pathLst>
                <a:path w="7840" h="8473" extrusionOk="0">
                  <a:moveTo>
                    <a:pt x="4848" y="0"/>
                  </a:moveTo>
                  <a:lnTo>
                    <a:pt x="4499" y="22"/>
                  </a:lnTo>
                  <a:lnTo>
                    <a:pt x="4128" y="66"/>
                  </a:lnTo>
                  <a:lnTo>
                    <a:pt x="3800" y="153"/>
                  </a:lnTo>
                  <a:lnTo>
                    <a:pt x="3473" y="284"/>
                  </a:lnTo>
                  <a:lnTo>
                    <a:pt x="3167" y="415"/>
                  </a:lnTo>
                  <a:lnTo>
                    <a:pt x="2883" y="590"/>
                  </a:lnTo>
                  <a:lnTo>
                    <a:pt x="2621" y="808"/>
                  </a:lnTo>
                  <a:lnTo>
                    <a:pt x="2381" y="1048"/>
                  </a:lnTo>
                  <a:lnTo>
                    <a:pt x="2119" y="1354"/>
                  </a:lnTo>
                  <a:lnTo>
                    <a:pt x="1617" y="262"/>
                  </a:lnTo>
                  <a:lnTo>
                    <a:pt x="1" y="262"/>
                  </a:lnTo>
                  <a:lnTo>
                    <a:pt x="1" y="8473"/>
                  </a:lnTo>
                  <a:lnTo>
                    <a:pt x="2381" y="8473"/>
                  </a:lnTo>
                  <a:lnTo>
                    <a:pt x="2381" y="3931"/>
                  </a:lnTo>
                  <a:lnTo>
                    <a:pt x="2381" y="3712"/>
                  </a:lnTo>
                  <a:lnTo>
                    <a:pt x="2424" y="3494"/>
                  </a:lnTo>
                  <a:lnTo>
                    <a:pt x="2446" y="3297"/>
                  </a:lnTo>
                  <a:lnTo>
                    <a:pt x="2512" y="3101"/>
                  </a:lnTo>
                  <a:lnTo>
                    <a:pt x="2577" y="2926"/>
                  </a:lnTo>
                  <a:lnTo>
                    <a:pt x="2643" y="2773"/>
                  </a:lnTo>
                  <a:lnTo>
                    <a:pt x="2730" y="2620"/>
                  </a:lnTo>
                  <a:lnTo>
                    <a:pt x="2839" y="2489"/>
                  </a:lnTo>
                  <a:lnTo>
                    <a:pt x="2949" y="2358"/>
                  </a:lnTo>
                  <a:lnTo>
                    <a:pt x="3080" y="2249"/>
                  </a:lnTo>
                  <a:lnTo>
                    <a:pt x="3232" y="2162"/>
                  </a:lnTo>
                  <a:lnTo>
                    <a:pt x="3385" y="2096"/>
                  </a:lnTo>
                  <a:lnTo>
                    <a:pt x="3538" y="2031"/>
                  </a:lnTo>
                  <a:lnTo>
                    <a:pt x="3713" y="1987"/>
                  </a:lnTo>
                  <a:lnTo>
                    <a:pt x="3909" y="1965"/>
                  </a:lnTo>
                  <a:lnTo>
                    <a:pt x="4084" y="1944"/>
                  </a:lnTo>
                  <a:lnTo>
                    <a:pt x="4302" y="1965"/>
                  </a:lnTo>
                  <a:lnTo>
                    <a:pt x="4521" y="2009"/>
                  </a:lnTo>
                  <a:lnTo>
                    <a:pt x="4630" y="2053"/>
                  </a:lnTo>
                  <a:lnTo>
                    <a:pt x="4761" y="2096"/>
                  </a:lnTo>
                  <a:lnTo>
                    <a:pt x="4870" y="2162"/>
                  </a:lnTo>
                  <a:lnTo>
                    <a:pt x="4979" y="2249"/>
                  </a:lnTo>
                  <a:lnTo>
                    <a:pt x="5067" y="2358"/>
                  </a:lnTo>
                  <a:lnTo>
                    <a:pt x="5176" y="2468"/>
                  </a:lnTo>
                  <a:lnTo>
                    <a:pt x="5263" y="2620"/>
                  </a:lnTo>
                  <a:lnTo>
                    <a:pt x="5329" y="2795"/>
                  </a:lnTo>
                  <a:lnTo>
                    <a:pt x="5394" y="2970"/>
                  </a:lnTo>
                  <a:lnTo>
                    <a:pt x="5438" y="3188"/>
                  </a:lnTo>
                  <a:lnTo>
                    <a:pt x="5460" y="3428"/>
                  </a:lnTo>
                  <a:lnTo>
                    <a:pt x="5460" y="3690"/>
                  </a:lnTo>
                  <a:lnTo>
                    <a:pt x="5460" y="8473"/>
                  </a:lnTo>
                  <a:lnTo>
                    <a:pt x="7840" y="8473"/>
                  </a:lnTo>
                  <a:lnTo>
                    <a:pt x="7840" y="3297"/>
                  </a:lnTo>
                  <a:lnTo>
                    <a:pt x="7840" y="2926"/>
                  </a:lnTo>
                  <a:lnTo>
                    <a:pt x="7796" y="2577"/>
                  </a:lnTo>
                  <a:lnTo>
                    <a:pt x="7731" y="2249"/>
                  </a:lnTo>
                  <a:lnTo>
                    <a:pt x="7643" y="1944"/>
                  </a:lnTo>
                  <a:lnTo>
                    <a:pt x="7512" y="1638"/>
                  </a:lnTo>
                  <a:lnTo>
                    <a:pt x="7381" y="1376"/>
                  </a:lnTo>
                  <a:lnTo>
                    <a:pt x="7207" y="1136"/>
                  </a:lnTo>
                  <a:lnTo>
                    <a:pt x="7032" y="895"/>
                  </a:lnTo>
                  <a:lnTo>
                    <a:pt x="6835" y="699"/>
                  </a:lnTo>
                  <a:lnTo>
                    <a:pt x="6595" y="524"/>
                  </a:lnTo>
                  <a:lnTo>
                    <a:pt x="6355" y="371"/>
                  </a:lnTo>
                  <a:lnTo>
                    <a:pt x="6093" y="240"/>
                  </a:lnTo>
                  <a:lnTo>
                    <a:pt x="5809" y="131"/>
                  </a:lnTo>
                  <a:lnTo>
                    <a:pt x="5503" y="66"/>
                  </a:lnTo>
                  <a:lnTo>
                    <a:pt x="5198" y="22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EC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140;p44"/>
            <p:cNvSpPr/>
            <p:nvPr/>
          </p:nvSpPr>
          <p:spPr>
            <a:xfrm>
              <a:off x="1607525" y="466966"/>
              <a:ext cx="168747" cy="230889"/>
            </a:xfrm>
            <a:custGeom>
              <a:avLst/>
              <a:gdLst/>
              <a:ahLst/>
              <a:cxnLst/>
              <a:rect l="l" t="t" r="r" b="b"/>
              <a:pathLst>
                <a:path w="8714" h="11923" extrusionOk="0">
                  <a:moveTo>
                    <a:pt x="4455" y="1878"/>
                  </a:moveTo>
                  <a:lnTo>
                    <a:pt x="4674" y="1900"/>
                  </a:lnTo>
                  <a:lnTo>
                    <a:pt x="4892" y="1922"/>
                  </a:lnTo>
                  <a:lnTo>
                    <a:pt x="5089" y="1966"/>
                  </a:lnTo>
                  <a:lnTo>
                    <a:pt x="5285" y="2053"/>
                  </a:lnTo>
                  <a:lnTo>
                    <a:pt x="5460" y="2118"/>
                  </a:lnTo>
                  <a:lnTo>
                    <a:pt x="5634" y="2228"/>
                  </a:lnTo>
                  <a:lnTo>
                    <a:pt x="5787" y="2359"/>
                  </a:lnTo>
                  <a:lnTo>
                    <a:pt x="5940" y="2490"/>
                  </a:lnTo>
                  <a:lnTo>
                    <a:pt x="6071" y="2643"/>
                  </a:lnTo>
                  <a:lnTo>
                    <a:pt x="6180" y="2795"/>
                  </a:lnTo>
                  <a:lnTo>
                    <a:pt x="6290" y="2970"/>
                  </a:lnTo>
                  <a:lnTo>
                    <a:pt x="6377" y="3145"/>
                  </a:lnTo>
                  <a:lnTo>
                    <a:pt x="6442" y="3363"/>
                  </a:lnTo>
                  <a:lnTo>
                    <a:pt x="6486" y="3560"/>
                  </a:lnTo>
                  <a:lnTo>
                    <a:pt x="6530" y="3778"/>
                  </a:lnTo>
                  <a:lnTo>
                    <a:pt x="6530" y="3996"/>
                  </a:lnTo>
                  <a:lnTo>
                    <a:pt x="6530" y="4237"/>
                  </a:lnTo>
                  <a:lnTo>
                    <a:pt x="6486" y="4455"/>
                  </a:lnTo>
                  <a:lnTo>
                    <a:pt x="6442" y="4651"/>
                  </a:lnTo>
                  <a:lnTo>
                    <a:pt x="6377" y="4848"/>
                  </a:lnTo>
                  <a:lnTo>
                    <a:pt x="6290" y="5044"/>
                  </a:lnTo>
                  <a:lnTo>
                    <a:pt x="6180" y="5219"/>
                  </a:lnTo>
                  <a:lnTo>
                    <a:pt x="6071" y="5394"/>
                  </a:lnTo>
                  <a:lnTo>
                    <a:pt x="5940" y="5525"/>
                  </a:lnTo>
                  <a:lnTo>
                    <a:pt x="5787" y="5678"/>
                  </a:lnTo>
                  <a:lnTo>
                    <a:pt x="5634" y="5787"/>
                  </a:lnTo>
                  <a:lnTo>
                    <a:pt x="5460" y="5896"/>
                  </a:lnTo>
                  <a:lnTo>
                    <a:pt x="5285" y="5983"/>
                  </a:lnTo>
                  <a:lnTo>
                    <a:pt x="5089" y="6049"/>
                  </a:lnTo>
                  <a:lnTo>
                    <a:pt x="4892" y="6093"/>
                  </a:lnTo>
                  <a:lnTo>
                    <a:pt x="4674" y="6114"/>
                  </a:lnTo>
                  <a:lnTo>
                    <a:pt x="4455" y="6136"/>
                  </a:lnTo>
                  <a:lnTo>
                    <a:pt x="4237" y="6114"/>
                  </a:lnTo>
                  <a:lnTo>
                    <a:pt x="4019" y="6093"/>
                  </a:lnTo>
                  <a:lnTo>
                    <a:pt x="3822" y="6049"/>
                  </a:lnTo>
                  <a:lnTo>
                    <a:pt x="3626" y="5983"/>
                  </a:lnTo>
                  <a:lnTo>
                    <a:pt x="3429" y="5896"/>
                  </a:lnTo>
                  <a:lnTo>
                    <a:pt x="3254" y="5787"/>
                  </a:lnTo>
                  <a:lnTo>
                    <a:pt x="3101" y="5678"/>
                  </a:lnTo>
                  <a:lnTo>
                    <a:pt x="2949" y="5525"/>
                  </a:lnTo>
                  <a:lnTo>
                    <a:pt x="2818" y="5394"/>
                  </a:lnTo>
                  <a:lnTo>
                    <a:pt x="2708" y="5219"/>
                  </a:lnTo>
                  <a:lnTo>
                    <a:pt x="2599" y="5044"/>
                  </a:lnTo>
                  <a:lnTo>
                    <a:pt x="2534" y="4848"/>
                  </a:lnTo>
                  <a:lnTo>
                    <a:pt x="2468" y="4651"/>
                  </a:lnTo>
                  <a:lnTo>
                    <a:pt x="2403" y="4455"/>
                  </a:lnTo>
                  <a:lnTo>
                    <a:pt x="2381" y="4237"/>
                  </a:lnTo>
                  <a:lnTo>
                    <a:pt x="2381" y="3996"/>
                  </a:lnTo>
                  <a:lnTo>
                    <a:pt x="2381" y="3778"/>
                  </a:lnTo>
                  <a:lnTo>
                    <a:pt x="2403" y="3560"/>
                  </a:lnTo>
                  <a:lnTo>
                    <a:pt x="2468" y="3363"/>
                  </a:lnTo>
                  <a:lnTo>
                    <a:pt x="2534" y="3145"/>
                  </a:lnTo>
                  <a:lnTo>
                    <a:pt x="2599" y="2970"/>
                  </a:lnTo>
                  <a:lnTo>
                    <a:pt x="2708" y="2795"/>
                  </a:lnTo>
                  <a:lnTo>
                    <a:pt x="2818" y="2643"/>
                  </a:lnTo>
                  <a:lnTo>
                    <a:pt x="2949" y="2490"/>
                  </a:lnTo>
                  <a:lnTo>
                    <a:pt x="3101" y="2359"/>
                  </a:lnTo>
                  <a:lnTo>
                    <a:pt x="3254" y="2228"/>
                  </a:lnTo>
                  <a:lnTo>
                    <a:pt x="3429" y="2118"/>
                  </a:lnTo>
                  <a:lnTo>
                    <a:pt x="3626" y="2053"/>
                  </a:lnTo>
                  <a:lnTo>
                    <a:pt x="3822" y="1966"/>
                  </a:lnTo>
                  <a:lnTo>
                    <a:pt x="4019" y="1922"/>
                  </a:lnTo>
                  <a:lnTo>
                    <a:pt x="4237" y="1900"/>
                  </a:lnTo>
                  <a:lnTo>
                    <a:pt x="4455" y="1878"/>
                  </a:lnTo>
                  <a:close/>
                  <a:moveTo>
                    <a:pt x="3975" y="0"/>
                  </a:moveTo>
                  <a:lnTo>
                    <a:pt x="3560" y="22"/>
                  </a:lnTo>
                  <a:lnTo>
                    <a:pt x="3145" y="88"/>
                  </a:lnTo>
                  <a:lnTo>
                    <a:pt x="2752" y="175"/>
                  </a:lnTo>
                  <a:lnTo>
                    <a:pt x="2403" y="306"/>
                  </a:lnTo>
                  <a:lnTo>
                    <a:pt x="2053" y="481"/>
                  </a:lnTo>
                  <a:lnTo>
                    <a:pt x="1726" y="677"/>
                  </a:lnTo>
                  <a:lnTo>
                    <a:pt x="1420" y="896"/>
                  </a:lnTo>
                  <a:lnTo>
                    <a:pt x="1136" y="1158"/>
                  </a:lnTo>
                  <a:lnTo>
                    <a:pt x="874" y="1442"/>
                  </a:lnTo>
                  <a:lnTo>
                    <a:pt x="656" y="1747"/>
                  </a:lnTo>
                  <a:lnTo>
                    <a:pt x="459" y="2075"/>
                  </a:lnTo>
                  <a:lnTo>
                    <a:pt x="306" y="2424"/>
                  </a:lnTo>
                  <a:lnTo>
                    <a:pt x="175" y="2795"/>
                  </a:lnTo>
                  <a:lnTo>
                    <a:pt x="88" y="3188"/>
                  </a:lnTo>
                  <a:lnTo>
                    <a:pt x="23" y="3581"/>
                  </a:lnTo>
                  <a:lnTo>
                    <a:pt x="1" y="3996"/>
                  </a:lnTo>
                  <a:lnTo>
                    <a:pt x="23" y="4433"/>
                  </a:lnTo>
                  <a:lnTo>
                    <a:pt x="88" y="4848"/>
                  </a:lnTo>
                  <a:lnTo>
                    <a:pt x="175" y="5241"/>
                  </a:lnTo>
                  <a:lnTo>
                    <a:pt x="306" y="5612"/>
                  </a:lnTo>
                  <a:lnTo>
                    <a:pt x="459" y="5962"/>
                  </a:lnTo>
                  <a:lnTo>
                    <a:pt x="656" y="6289"/>
                  </a:lnTo>
                  <a:lnTo>
                    <a:pt x="874" y="6595"/>
                  </a:lnTo>
                  <a:lnTo>
                    <a:pt x="1114" y="6857"/>
                  </a:lnTo>
                  <a:lnTo>
                    <a:pt x="1398" y="7119"/>
                  </a:lnTo>
                  <a:lnTo>
                    <a:pt x="1704" y="7337"/>
                  </a:lnTo>
                  <a:lnTo>
                    <a:pt x="2031" y="7534"/>
                  </a:lnTo>
                  <a:lnTo>
                    <a:pt x="2381" y="7708"/>
                  </a:lnTo>
                  <a:lnTo>
                    <a:pt x="2752" y="7818"/>
                  </a:lnTo>
                  <a:lnTo>
                    <a:pt x="3145" y="7927"/>
                  </a:lnTo>
                  <a:lnTo>
                    <a:pt x="3538" y="7971"/>
                  </a:lnTo>
                  <a:lnTo>
                    <a:pt x="3975" y="7992"/>
                  </a:lnTo>
                  <a:lnTo>
                    <a:pt x="4237" y="7992"/>
                  </a:lnTo>
                  <a:lnTo>
                    <a:pt x="4521" y="7949"/>
                  </a:lnTo>
                  <a:lnTo>
                    <a:pt x="4783" y="7905"/>
                  </a:lnTo>
                  <a:lnTo>
                    <a:pt x="5045" y="7839"/>
                  </a:lnTo>
                  <a:lnTo>
                    <a:pt x="5307" y="7752"/>
                  </a:lnTo>
                  <a:lnTo>
                    <a:pt x="5547" y="7665"/>
                  </a:lnTo>
                  <a:lnTo>
                    <a:pt x="5809" y="7534"/>
                  </a:lnTo>
                  <a:lnTo>
                    <a:pt x="6028" y="7403"/>
                  </a:lnTo>
                  <a:lnTo>
                    <a:pt x="6464" y="7141"/>
                  </a:lnTo>
                  <a:lnTo>
                    <a:pt x="6464" y="8211"/>
                  </a:lnTo>
                  <a:lnTo>
                    <a:pt x="6442" y="8407"/>
                  </a:lnTo>
                  <a:lnTo>
                    <a:pt x="6421" y="8604"/>
                  </a:lnTo>
                  <a:lnTo>
                    <a:pt x="6377" y="8800"/>
                  </a:lnTo>
                  <a:lnTo>
                    <a:pt x="6311" y="8975"/>
                  </a:lnTo>
                  <a:lnTo>
                    <a:pt x="6224" y="9128"/>
                  </a:lnTo>
                  <a:lnTo>
                    <a:pt x="6115" y="9281"/>
                  </a:lnTo>
                  <a:lnTo>
                    <a:pt x="6006" y="9434"/>
                  </a:lnTo>
                  <a:lnTo>
                    <a:pt x="5875" y="9565"/>
                  </a:lnTo>
                  <a:lnTo>
                    <a:pt x="5744" y="9696"/>
                  </a:lnTo>
                  <a:lnTo>
                    <a:pt x="5569" y="9805"/>
                  </a:lnTo>
                  <a:lnTo>
                    <a:pt x="5416" y="9892"/>
                  </a:lnTo>
                  <a:lnTo>
                    <a:pt x="5241" y="9958"/>
                  </a:lnTo>
                  <a:lnTo>
                    <a:pt x="5045" y="10023"/>
                  </a:lnTo>
                  <a:lnTo>
                    <a:pt x="4848" y="10067"/>
                  </a:lnTo>
                  <a:lnTo>
                    <a:pt x="4630" y="10089"/>
                  </a:lnTo>
                  <a:lnTo>
                    <a:pt x="4412" y="10110"/>
                  </a:lnTo>
                  <a:lnTo>
                    <a:pt x="4150" y="10089"/>
                  </a:lnTo>
                  <a:lnTo>
                    <a:pt x="3888" y="10045"/>
                  </a:lnTo>
                  <a:lnTo>
                    <a:pt x="3626" y="9979"/>
                  </a:lnTo>
                  <a:lnTo>
                    <a:pt x="3385" y="9892"/>
                  </a:lnTo>
                  <a:lnTo>
                    <a:pt x="3145" y="9783"/>
                  </a:lnTo>
                  <a:lnTo>
                    <a:pt x="2927" y="9630"/>
                  </a:lnTo>
                  <a:lnTo>
                    <a:pt x="2752" y="9455"/>
                  </a:lnTo>
                  <a:lnTo>
                    <a:pt x="2599" y="9237"/>
                  </a:lnTo>
                  <a:lnTo>
                    <a:pt x="306" y="9237"/>
                  </a:lnTo>
                  <a:lnTo>
                    <a:pt x="416" y="9543"/>
                  </a:lnTo>
                  <a:lnTo>
                    <a:pt x="525" y="9827"/>
                  </a:lnTo>
                  <a:lnTo>
                    <a:pt x="678" y="10110"/>
                  </a:lnTo>
                  <a:lnTo>
                    <a:pt x="852" y="10372"/>
                  </a:lnTo>
                  <a:lnTo>
                    <a:pt x="1049" y="10613"/>
                  </a:lnTo>
                  <a:lnTo>
                    <a:pt x="1267" y="10831"/>
                  </a:lnTo>
                  <a:lnTo>
                    <a:pt x="1486" y="11028"/>
                  </a:lnTo>
                  <a:lnTo>
                    <a:pt x="1748" y="11202"/>
                  </a:lnTo>
                  <a:lnTo>
                    <a:pt x="2031" y="11377"/>
                  </a:lnTo>
                  <a:lnTo>
                    <a:pt x="2315" y="11508"/>
                  </a:lnTo>
                  <a:lnTo>
                    <a:pt x="2621" y="11639"/>
                  </a:lnTo>
                  <a:lnTo>
                    <a:pt x="2970" y="11726"/>
                  </a:lnTo>
                  <a:lnTo>
                    <a:pt x="3298" y="11814"/>
                  </a:lnTo>
                  <a:lnTo>
                    <a:pt x="3669" y="11879"/>
                  </a:lnTo>
                  <a:lnTo>
                    <a:pt x="4040" y="11901"/>
                  </a:lnTo>
                  <a:lnTo>
                    <a:pt x="4433" y="11923"/>
                  </a:lnTo>
                  <a:lnTo>
                    <a:pt x="4936" y="11901"/>
                  </a:lnTo>
                  <a:lnTo>
                    <a:pt x="5372" y="11835"/>
                  </a:lnTo>
                  <a:lnTo>
                    <a:pt x="5809" y="11748"/>
                  </a:lnTo>
                  <a:lnTo>
                    <a:pt x="6224" y="11639"/>
                  </a:lnTo>
                  <a:lnTo>
                    <a:pt x="6595" y="11486"/>
                  </a:lnTo>
                  <a:lnTo>
                    <a:pt x="6945" y="11290"/>
                  </a:lnTo>
                  <a:lnTo>
                    <a:pt x="7272" y="11071"/>
                  </a:lnTo>
                  <a:lnTo>
                    <a:pt x="7578" y="10831"/>
                  </a:lnTo>
                  <a:lnTo>
                    <a:pt x="7840" y="10547"/>
                  </a:lnTo>
                  <a:lnTo>
                    <a:pt x="8058" y="10241"/>
                  </a:lnTo>
                  <a:lnTo>
                    <a:pt x="8255" y="9914"/>
                  </a:lnTo>
                  <a:lnTo>
                    <a:pt x="8430" y="9565"/>
                  </a:lnTo>
                  <a:lnTo>
                    <a:pt x="8539" y="9171"/>
                  </a:lnTo>
                  <a:lnTo>
                    <a:pt x="8648" y="8757"/>
                  </a:lnTo>
                  <a:lnTo>
                    <a:pt x="8692" y="8320"/>
                  </a:lnTo>
                  <a:lnTo>
                    <a:pt x="8713" y="7861"/>
                  </a:lnTo>
                  <a:lnTo>
                    <a:pt x="8713" y="284"/>
                  </a:lnTo>
                  <a:lnTo>
                    <a:pt x="7185" y="284"/>
                  </a:lnTo>
                  <a:lnTo>
                    <a:pt x="6726" y="1158"/>
                  </a:lnTo>
                  <a:lnTo>
                    <a:pt x="6464" y="939"/>
                  </a:lnTo>
                  <a:lnTo>
                    <a:pt x="6202" y="721"/>
                  </a:lnTo>
                  <a:lnTo>
                    <a:pt x="5918" y="524"/>
                  </a:lnTo>
                  <a:lnTo>
                    <a:pt x="5613" y="372"/>
                  </a:lnTo>
                  <a:lnTo>
                    <a:pt x="5307" y="241"/>
                  </a:lnTo>
                  <a:lnTo>
                    <a:pt x="4979" y="153"/>
                  </a:lnTo>
                  <a:lnTo>
                    <a:pt x="4652" y="66"/>
                  </a:lnTo>
                  <a:lnTo>
                    <a:pt x="4324" y="22"/>
                  </a:lnTo>
                  <a:lnTo>
                    <a:pt x="3975" y="0"/>
                  </a:lnTo>
                  <a:close/>
                </a:path>
              </a:pathLst>
            </a:custGeom>
            <a:solidFill>
              <a:srgbClr val="1D25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Seta para a Esquerda 5">
            <a:hlinkClick r:id="" action="ppaction://noaction"/>
          </p:cNvPr>
          <p:cNvSpPr/>
          <p:nvPr/>
        </p:nvSpPr>
        <p:spPr>
          <a:xfrm>
            <a:off x="8248361" y="4731990"/>
            <a:ext cx="360040" cy="288032"/>
          </a:xfrm>
          <a:prstGeom prst="leftArrow">
            <a:avLst/>
          </a:prstGeom>
          <a:solidFill>
            <a:schemeClr val="bg1"/>
          </a:solidFill>
          <a:ln w="25400" cap="flat">
            <a:solidFill>
              <a:schemeClr val="tx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0966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Conector reto 215"/>
          <p:cNvCxnSpPr/>
          <p:nvPr/>
        </p:nvCxnSpPr>
        <p:spPr>
          <a:xfrm flipH="1">
            <a:off x="467546" y="3054630"/>
            <a:ext cx="243038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Conector de Seta Reta 145"/>
          <p:cNvCxnSpPr/>
          <p:nvPr/>
        </p:nvCxnSpPr>
        <p:spPr>
          <a:xfrm>
            <a:off x="4725854" y="2901211"/>
            <a:ext cx="1" cy="110700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3860281" y="2892635"/>
            <a:ext cx="1" cy="110700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166256" y="110412"/>
            <a:ext cx="8326473" cy="1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685783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Topologia da TV DTH (PRÉ E </a:t>
            </a: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PÓS(DTH e IPTV)) </a:t>
            </a: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– AS IS 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5766881" y="2237529"/>
            <a:ext cx="1214415" cy="55275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999" y="2233571"/>
            <a:ext cx="1210807" cy="552754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7491097" y="2788355"/>
            <a:ext cx="913712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1570829" y="771551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166256" y="771551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</a:t>
            </a:r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OI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APP/WEB</a:t>
            </a:r>
            <a:endParaRPr lang="pt-BR" sz="140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1559914" y="2328075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7340747" y="780447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SISRAF/SFA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5772491" y="774965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TVAS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1422031" y="3940977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BR-NOTAS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7325858" y="1521111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3" name="Retângulo 82"/>
          <p:cNvSpPr/>
          <p:nvPr/>
        </p:nvSpPr>
        <p:spPr>
          <a:xfrm>
            <a:off x="35497" y="3222675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COMPLY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1422032" y="3219822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SAP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07504" y="2283719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FPW/SISJUR/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3789634" y="780447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3639133" y="2065680"/>
            <a:ext cx="1493263" cy="8355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78230" y="426904"/>
            <a:ext cx="1763368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914378"/>
            <a:r>
              <a:rPr lang="pt-BR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1565180" y="1397015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805109" y="2971585"/>
            <a:ext cx="139461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1655001" y="2079943"/>
            <a:ext cx="106920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89378" y="1995686"/>
            <a:ext cx="1314271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grpSp>
        <p:nvGrpSpPr>
          <p:cNvPr id="11" name="Agrupar 10"/>
          <p:cNvGrpSpPr/>
          <p:nvPr/>
        </p:nvGrpSpPr>
        <p:grpSpPr>
          <a:xfrm>
            <a:off x="6597946" y="3731779"/>
            <a:ext cx="1214415" cy="558014"/>
            <a:chOff x="6597945" y="3885945"/>
            <a:chExt cx="1214415" cy="558014"/>
          </a:xfrm>
        </p:grpSpPr>
        <p:pic>
          <p:nvPicPr>
            <p:cNvPr id="161" name="Imagem 1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09636" y="3885945"/>
              <a:ext cx="1202724" cy="558014"/>
            </a:xfrm>
            <a:prstGeom prst="rect">
              <a:avLst/>
            </a:prstGeom>
          </p:spPr>
        </p:pic>
        <p:sp>
          <p:nvSpPr>
            <p:cNvPr id="106" name="Retângulo 105"/>
            <p:cNvSpPr/>
            <p:nvPr/>
          </p:nvSpPr>
          <p:spPr>
            <a:xfrm>
              <a:off x="6597945" y="3891204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914378" hangingPunct="0"/>
              <a:endPara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09" name="CaixaDeTexto 108"/>
          <p:cNvSpPr txBox="1"/>
          <p:nvPr/>
        </p:nvSpPr>
        <p:spPr>
          <a:xfrm>
            <a:off x="6724549" y="3448973"/>
            <a:ext cx="894476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940153" y="411511"/>
            <a:ext cx="2426755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563203" y="411511"/>
            <a:ext cx="1664366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3199088" y="3970307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4495520" y="3991328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563203" y="3079730"/>
            <a:ext cx="163070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5767925" y="1527189"/>
            <a:ext cx="1214415" cy="552754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914378" hangingPunct="0"/>
              <a:endPara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380671" y="1047927"/>
            <a:ext cx="19015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2785245" y="1047927"/>
            <a:ext cx="861166" cy="1115916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37" name="Conector de Seta Reta 136"/>
          <p:cNvCxnSpPr>
            <a:stCxn id="84" idx="1"/>
            <a:endCxn id="83" idx="3"/>
          </p:cNvCxnSpPr>
          <p:nvPr/>
        </p:nvCxnSpPr>
        <p:spPr>
          <a:xfrm flipH="1">
            <a:off x="1249911" y="3496200"/>
            <a:ext cx="172120" cy="2852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8" name="Conector de Seta Reta 137"/>
          <p:cNvCxnSpPr/>
          <p:nvPr/>
        </p:nvCxnSpPr>
        <p:spPr>
          <a:xfrm flipV="1">
            <a:off x="2029238" y="3779870"/>
            <a:ext cx="0" cy="148494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4" name="Conector de Seta Reta 143"/>
          <p:cNvCxnSpPr/>
          <p:nvPr/>
        </p:nvCxnSpPr>
        <p:spPr>
          <a:xfrm>
            <a:off x="930027" y="4217353"/>
            <a:ext cx="466780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" name="Agrupar 3"/>
          <p:cNvGrpSpPr/>
          <p:nvPr/>
        </p:nvGrpSpPr>
        <p:grpSpPr>
          <a:xfrm>
            <a:off x="186994" y="3888815"/>
            <a:ext cx="835746" cy="669181"/>
            <a:chOff x="347360" y="4408886"/>
            <a:chExt cx="835746" cy="669181"/>
          </a:xfrm>
        </p:grpSpPr>
        <p:pic>
          <p:nvPicPr>
            <p:cNvPr id="19472" name="Picture 16" descr="Grupo de usuários - ícones de pessoas grátis"/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93" y="4408886"/>
              <a:ext cx="582325" cy="582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5" name="CaixaDeTexto 144"/>
            <p:cNvSpPr txBox="1"/>
            <p:nvPr/>
          </p:nvSpPr>
          <p:spPr>
            <a:xfrm>
              <a:off x="347360" y="4916484"/>
              <a:ext cx="835746" cy="161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914378" hangingPunct="0"/>
              <a:r>
                <a:rPr lang="pt-BR" sz="1050" dirty="0">
                  <a:solidFill>
                    <a:srgbClr val="535353"/>
                  </a:solidFill>
                  <a:latin typeface="Simplon BP Regular"/>
                  <a:ea typeface="+mj-ea"/>
                  <a:cs typeface="+mj-cs"/>
                  <a:sym typeface="Simplon BP Regular"/>
                </a:rPr>
                <a:t>Fornecedores</a:t>
              </a:r>
            </a:p>
          </p:txBody>
        </p: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4385765" y="1333201"/>
            <a:ext cx="11077" cy="73247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5594471" y="2493445"/>
            <a:ext cx="0" cy="403004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7150588" y="2696539"/>
            <a:ext cx="0" cy="19609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7148076" y="2696537"/>
            <a:ext cx="19015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5142019" y="2497361"/>
            <a:ext cx="45262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6991618" y="1797488"/>
            <a:ext cx="33562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5142017" y="1803568"/>
            <a:ext cx="624864" cy="336134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1" name="Conector reto 230"/>
          <p:cNvCxnSpPr/>
          <p:nvPr/>
        </p:nvCxnSpPr>
        <p:spPr>
          <a:xfrm flipV="1">
            <a:off x="5250997" y="1051144"/>
            <a:ext cx="10519" cy="54632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5" name="Conector de Seta Reta 234"/>
          <p:cNvCxnSpPr>
            <a:endCxn id="77" idx="1"/>
          </p:cNvCxnSpPr>
          <p:nvPr/>
        </p:nvCxnSpPr>
        <p:spPr>
          <a:xfrm>
            <a:off x="5261144" y="1051341"/>
            <a:ext cx="51134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489" name="Conector de Seta Reta 19488"/>
          <p:cNvCxnSpPr/>
          <p:nvPr/>
        </p:nvCxnSpPr>
        <p:spPr>
          <a:xfrm>
            <a:off x="6986441" y="1047927"/>
            <a:ext cx="35951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etângulo 86"/>
          <p:cNvSpPr/>
          <p:nvPr/>
        </p:nvSpPr>
        <p:spPr>
          <a:xfrm>
            <a:off x="6597946" y="4467269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sp>
        <p:nvSpPr>
          <p:cNvPr id="96" name="Nuvem 95"/>
          <p:cNvSpPr/>
          <p:nvPr/>
        </p:nvSpPr>
        <p:spPr>
          <a:xfrm>
            <a:off x="191242" y="4732687"/>
            <a:ext cx="903773" cy="281465"/>
          </a:xfrm>
          <a:prstGeom prst="cloud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SEFAZ</a:t>
            </a:r>
          </a:p>
        </p:txBody>
      </p:sp>
      <p:sp>
        <p:nvSpPr>
          <p:cNvPr id="99" name="Retângulo 98"/>
          <p:cNvSpPr/>
          <p:nvPr/>
        </p:nvSpPr>
        <p:spPr>
          <a:xfrm>
            <a:off x="1422031" y="4539276"/>
            <a:ext cx="1214414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NEOGRID</a:t>
            </a:r>
          </a:p>
        </p:txBody>
      </p:sp>
      <p:cxnSp>
        <p:nvCxnSpPr>
          <p:cNvPr id="89" name="Conector reto 88"/>
          <p:cNvCxnSpPr/>
          <p:nvPr/>
        </p:nvCxnSpPr>
        <p:spPr>
          <a:xfrm flipH="1">
            <a:off x="5594472" y="2892635"/>
            <a:ext cx="1553608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5132395" y="2355726"/>
            <a:ext cx="63047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Conector reto 138"/>
          <p:cNvCxnSpPr/>
          <p:nvPr/>
        </p:nvCxnSpPr>
        <p:spPr>
          <a:xfrm flipH="1">
            <a:off x="4854432" y="1592520"/>
            <a:ext cx="39222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7" name="Conector reto 146"/>
          <p:cNvCxnSpPr/>
          <p:nvPr/>
        </p:nvCxnSpPr>
        <p:spPr>
          <a:xfrm flipH="1">
            <a:off x="5141682" y="2643758"/>
            <a:ext cx="375136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5353178" y="3158783"/>
            <a:ext cx="49392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5849479" y="3159414"/>
            <a:ext cx="0" cy="1585178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5849479" y="4743645"/>
            <a:ext cx="74846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5" name="Conector de Seta Reta 164"/>
          <p:cNvCxnSpPr/>
          <p:nvPr/>
        </p:nvCxnSpPr>
        <p:spPr>
          <a:xfrm>
            <a:off x="6084169" y="4016000"/>
            <a:ext cx="50405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ector reto 165"/>
          <p:cNvCxnSpPr/>
          <p:nvPr/>
        </p:nvCxnSpPr>
        <p:spPr>
          <a:xfrm>
            <a:off x="4861152" y="1587245"/>
            <a:ext cx="0" cy="476746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2" name="Conector reto 171"/>
          <p:cNvCxnSpPr/>
          <p:nvPr/>
        </p:nvCxnSpPr>
        <p:spPr>
          <a:xfrm flipH="1">
            <a:off x="3059832" y="2787774"/>
            <a:ext cx="586198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8" name="Conector reto 177"/>
          <p:cNvCxnSpPr/>
          <p:nvPr/>
        </p:nvCxnSpPr>
        <p:spPr>
          <a:xfrm flipV="1">
            <a:off x="3059832" y="2790283"/>
            <a:ext cx="0" cy="708768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8" name="Conector reto 187"/>
          <p:cNvCxnSpPr/>
          <p:nvPr/>
        </p:nvCxnSpPr>
        <p:spPr>
          <a:xfrm flipV="1">
            <a:off x="2897932" y="3664886"/>
            <a:ext cx="0" cy="1163595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0" name="Conector de Seta Reta 189"/>
          <p:cNvCxnSpPr/>
          <p:nvPr/>
        </p:nvCxnSpPr>
        <p:spPr>
          <a:xfrm flipH="1">
            <a:off x="2652051" y="3494752"/>
            <a:ext cx="40769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3" name="Conector de Seta Reta 192"/>
          <p:cNvCxnSpPr/>
          <p:nvPr/>
        </p:nvCxnSpPr>
        <p:spPr>
          <a:xfrm flipH="1">
            <a:off x="2638145" y="3667451"/>
            <a:ext cx="25978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5141683" y="2796158"/>
            <a:ext cx="217713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Conector de Seta Reta 196"/>
          <p:cNvCxnSpPr>
            <a:endCxn id="97" idx="1"/>
          </p:cNvCxnSpPr>
          <p:nvPr/>
        </p:nvCxnSpPr>
        <p:spPr>
          <a:xfrm>
            <a:off x="2774328" y="2483445"/>
            <a:ext cx="86480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5357014" y="2796159"/>
            <a:ext cx="0" cy="360092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8" name="Conector reto 207"/>
          <p:cNvCxnSpPr/>
          <p:nvPr/>
        </p:nvCxnSpPr>
        <p:spPr>
          <a:xfrm flipV="1">
            <a:off x="5517991" y="2643759"/>
            <a:ext cx="0" cy="339632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Conector reto 209"/>
          <p:cNvCxnSpPr/>
          <p:nvPr/>
        </p:nvCxnSpPr>
        <p:spPr>
          <a:xfrm flipH="1">
            <a:off x="5516818" y="2981558"/>
            <a:ext cx="567350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3" name="Conector reto 212"/>
          <p:cNvCxnSpPr/>
          <p:nvPr/>
        </p:nvCxnSpPr>
        <p:spPr>
          <a:xfrm flipV="1">
            <a:off x="6084169" y="2981558"/>
            <a:ext cx="3481" cy="1034442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4" name="Conector reto 213"/>
          <p:cNvCxnSpPr/>
          <p:nvPr/>
        </p:nvCxnSpPr>
        <p:spPr>
          <a:xfrm flipH="1">
            <a:off x="2897934" y="2629974"/>
            <a:ext cx="74119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5" name="Conector reto 214"/>
          <p:cNvCxnSpPr/>
          <p:nvPr/>
        </p:nvCxnSpPr>
        <p:spPr>
          <a:xfrm flipV="1">
            <a:off x="2897932" y="2629974"/>
            <a:ext cx="0" cy="424656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Conector de Seta Reta 217"/>
          <p:cNvCxnSpPr/>
          <p:nvPr/>
        </p:nvCxnSpPr>
        <p:spPr>
          <a:xfrm>
            <a:off x="469686" y="3054630"/>
            <a:ext cx="0" cy="165192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0" name="Conector de Seta Reta 219"/>
          <p:cNvCxnSpPr/>
          <p:nvPr/>
        </p:nvCxnSpPr>
        <p:spPr>
          <a:xfrm flipH="1">
            <a:off x="2642755" y="4825306"/>
            <a:ext cx="25517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Conector de Seta Reta 221"/>
          <p:cNvCxnSpPr/>
          <p:nvPr/>
        </p:nvCxnSpPr>
        <p:spPr>
          <a:xfrm flipH="1">
            <a:off x="1115617" y="4853644"/>
            <a:ext cx="30738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etângulo 94"/>
          <p:cNvSpPr/>
          <p:nvPr/>
        </p:nvSpPr>
        <p:spPr>
          <a:xfrm>
            <a:off x="3786069" y="3498780"/>
            <a:ext cx="1052070" cy="166107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SIS</a:t>
            </a:r>
            <a:endParaRPr lang="pt-BR" sz="140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1" name="Retângulo 100"/>
          <p:cNvSpPr/>
          <p:nvPr/>
        </p:nvSpPr>
        <p:spPr>
          <a:xfrm>
            <a:off x="181338" y="1377516"/>
            <a:ext cx="1214415" cy="552754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05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JOICE/TÉCNICO VIRTUAL/E-</a:t>
            </a:r>
            <a:r>
              <a:rPr lang="pt-BR" sz="1050" b="1" dirty="0" err="1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billing</a:t>
            </a:r>
            <a:endParaRPr lang="pt-BR" sz="105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9" name="Conector Angulado 8"/>
          <p:cNvCxnSpPr>
            <a:stCxn id="97" idx="1"/>
            <a:endCxn id="98" idx="3"/>
          </p:cNvCxnSpPr>
          <p:nvPr/>
        </p:nvCxnSpPr>
        <p:spPr>
          <a:xfrm rot="10800000">
            <a:off x="2779595" y="1673392"/>
            <a:ext cx="859538" cy="810054"/>
          </a:xfrm>
          <a:prstGeom prst="bentConnector3">
            <a:avLst/>
          </a:prstGeom>
          <a:noFill/>
          <a:ln w="25400" cap="flat">
            <a:solidFill>
              <a:schemeClr val="accent6">
                <a:lumMod val="25000"/>
                <a:lumOff val="7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" name="Retângulo 101"/>
          <p:cNvSpPr/>
          <p:nvPr/>
        </p:nvSpPr>
        <p:spPr>
          <a:xfrm>
            <a:off x="7912407" y="3054630"/>
            <a:ext cx="1180894" cy="490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975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*Integrações Contidas: SOA. Informática e OM</a:t>
            </a:r>
            <a:endParaRPr lang="pt-BR" sz="975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7902282" y="3633639"/>
            <a:ext cx="1180894" cy="161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975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*DA</a:t>
            </a:r>
            <a:endParaRPr lang="pt-BR" sz="975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153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Conector de Seta Reta 145"/>
          <p:cNvCxnSpPr/>
          <p:nvPr/>
        </p:nvCxnSpPr>
        <p:spPr>
          <a:xfrm>
            <a:off x="4727838" y="2901211"/>
            <a:ext cx="1" cy="81000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3860281" y="2892635"/>
            <a:ext cx="1" cy="78300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166256" y="110412"/>
            <a:ext cx="8326473" cy="1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685783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Topologia da TV DTH (PRÉ E </a:t>
            </a: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PÓS(DTH e IPTV)) </a:t>
            </a:r>
            <a:r>
              <a:rPr lang="pt-BR" sz="1600" kern="0" dirty="0">
                <a:solidFill>
                  <a:srgbClr val="2B2B2B"/>
                </a:solidFill>
                <a:sym typeface="Simplon BP Bold"/>
              </a:rPr>
              <a:t>– TO BE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5766881" y="2237529"/>
            <a:ext cx="1214415" cy="552754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999" y="2233571"/>
            <a:ext cx="1210807" cy="552754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7491097" y="2788355"/>
            <a:ext cx="913712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1570829" y="771551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166256" y="771551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OI/APP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1559914" y="2537841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7325858" y="1521111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20880" y="2525292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3789634" y="780447"/>
            <a:ext cx="1214415" cy="552754"/>
          </a:xfrm>
          <a:prstGeom prst="rect">
            <a:avLst/>
          </a:prstGeom>
          <a:solidFill>
            <a:schemeClr val="bg2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3639133" y="2065680"/>
            <a:ext cx="1493263" cy="835532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78230" y="426904"/>
            <a:ext cx="1763368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914378"/>
            <a:r>
              <a:rPr lang="pt-BR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1582396" y="1476495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353501" y="3650393"/>
            <a:ext cx="139461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1655001" y="2289709"/>
            <a:ext cx="106920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89378" y="2269063"/>
            <a:ext cx="1314271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6757914" y="4211746"/>
            <a:ext cx="894476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934699" y="1159810"/>
            <a:ext cx="2426755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563203" y="411511"/>
            <a:ext cx="1664366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3004080" y="3712023"/>
            <a:ext cx="1214415" cy="552754"/>
          </a:xfrm>
          <a:prstGeom prst="rect">
            <a:avLst/>
          </a:prstGeom>
          <a:solidFill>
            <a:schemeClr val="accent5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4532862" y="3718464"/>
            <a:ext cx="1214415" cy="552754"/>
          </a:xfrm>
          <a:prstGeom prst="rect">
            <a:avLst/>
          </a:prstGeom>
          <a:solidFill>
            <a:schemeClr val="accent5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5767925" y="1527189"/>
            <a:ext cx="1214415" cy="552754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914378" hangingPunct="0"/>
              <a:endPara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380671" y="1047927"/>
            <a:ext cx="19015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2785245" y="1047927"/>
            <a:ext cx="861166" cy="1115916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4385765" y="1333201"/>
            <a:ext cx="11077" cy="73247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5594471" y="2493445"/>
            <a:ext cx="0" cy="403004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7150588" y="2696539"/>
            <a:ext cx="0" cy="19609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7148076" y="2696537"/>
            <a:ext cx="19015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5142019" y="2497361"/>
            <a:ext cx="45262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6991618" y="1797488"/>
            <a:ext cx="335628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5142017" y="1803568"/>
            <a:ext cx="624864" cy="336134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7" name="Retângulo 86"/>
          <p:cNvSpPr/>
          <p:nvPr/>
        </p:nvSpPr>
        <p:spPr>
          <a:xfrm>
            <a:off x="6597946" y="4467269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cxnSp>
        <p:nvCxnSpPr>
          <p:cNvPr id="74" name="Conector reto 73"/>
          <p:cNvCxnSpPr/>
          <p:nvPr/>
        </p:nvCxnSpPr>
        <p:spPr>
          <a:xfrm flipH="1">
            <a:off x="3203849" y="2283718"/>
            <a:ext cx="438652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Conector reto 74"/>
          <p:cNvCxnSpPr/>
          <p:nvPr/>
        </p:nvCxnSpPr>
        <p:spPr>
          <a:xfrm flipV="1">
            <a:off x="3203848" y="1797489"/>
            <a:ext cx="0" cy="48623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de Seta Reta 77"/>
          <p:cNvCxnSpPr/>
          <p:nvPr/>
        </p:nvCxnSpPr>
        <p:spPr>
          <a:xfrm flipH="1">
            <a:off x="2804313" y="1797488"/>
            <a:ext cx="39953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reto 88"/>
          <p:cNvCxnSpPr/>
          <p:nvPr/>
        </p:nvCxnSpPr>
        <p:spPr>
          <a:xfrm flipH="1">
            <a:off x="5594472" y="2892635"/>
            <a:ext cx="1553608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5132395" y="2355726"/>
            <a:ext cx="63047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5353178" y="3158783"/>
            <a:ext cx="49392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5849479" y="3159414"/>
            <a:ext cx="0" cy="1585178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5849479" y="4743645"/>
            <a:ext cx="74846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5141683" y="2796158"/>
            <a:ext cx="217713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5357014" y="2796159"/>
            <a:ext cx="0" cy="360092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etângulo 94"/>
          <p:cNvSpPr/>
          <p:nvPr/>
        </p:nvSpPr>
        <p:spPr>
          <a:xfrm>
            <a:off x="309381" y="3964288"/>
            <a:ext cx="1493263" cy="835532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TOTVS</a:t>
            </a:r>
          </a:p>
        </p:txBody>
      </p:sp>
      <p:sp>
        <p:nvSpPr>
          <p:cNvPr id="101" name="Retângulo 100"/>
          <p:cNvSpPr/>
          <p:nvPr/>
        </p:nvSpPr>
        <p:spPr>
          <a:xfrm>
            <a:off x="162197" y="1409210"/>
            <a:ext cx="1214415" cy="552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2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JOICE/TÉCNICO </a:t>
            </a:r>
            <a:r>
              <a:rPr lang="pt-BR" sz="12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VIRTUAL/E-</a:t>
            </a:r>
            <a:r>
              <a:rPr lang="pt-BR" sz="1200" b="1" dirty="0" err="1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Billing</a:t>
            </a:r>
            <a:endParaRPr lang="pt-BR" sz="120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6" name="Conector Angulado 5"/>
          <p:cNvCxnSpPr>
            <a:stCxn id="97" idx="1"/>
            <a:endCxn id="70" idx="3"/>
          </p:cNvCxnSpPr>
          <p:nvPr/>
        </p:nvCxnSpPr>
        <p:spPr>
          <a:xfrm rot="10800000" flipV="1">
            <a:off x="2774328" y="2483445"/>
            <a:ext cx="864804" cy="330772"/>
          </a:xfrm>
          <a:prstGeom prst="bentConnector3">
            <a:avLst/>
          </a:prstGeom>
          <a:noFill/>
          <a:ln w="6350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Conector Angulado 8"/>
          <p:cNvCxnSpPr>
            <a:stCxn id="97" idx="2"/>
            <a:endCxn id="95" idx="3"/>
          </p:cNvCxnSpPr>
          <p:nvPr/>
        </p:nvCxnSpPr>
        <p:spPr>
          <a:xfrm rot="5400000">
            <a:off x="2353783" y="2350073"/>
            <a:ext cx="1480842" cy="2583121"/>
          </a:xfrm>
          <a:prstGeom prst="bentConnector2">
            <a:avLst/>
          </a:prstGeom>
          <a:noFill/>
          <a:ln w="3175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CaixaDeTexto 114"/>
          <p:cNvSpPr txBox="1"/>
          <p:nvPr/>
        </p:nvSpPr>
        <p:spPr>
          <a:xfrm>
            <a:off x="3563203" y="3008788"/>
            <a:ext cx="1630703" cy="18466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2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058622" y="82587"/>
            <a:ext cx="262426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914378" hangingPunct="0"/>
            <a:r>
              <a:rPr lang="pt-BR" sz="1000" b="1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Legenda</a:t>
            </a:r>
          </a:p>
          <a:p>
            <a:pPr defTabSz="914378" hangingPunct="0"/>
            <a:r>
              <a:rPr lang="pt-BR" sz="1000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com TSA</a:t>
            </a:r>
          </a:p>
          <a:p>
            <a:pPr defTabSz="914378" hangingPunct="0"/>
            <a:r>
              <a:rPr lang="pt-BR" sz="1000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</a:t>
            </a:r>
            <a:r>
              <a:rPr lang="pt-BR" sz="1000" dirty="0" err="1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Dropados</a:t>
            </a:r>
            <a:r>
              <a:rPr lang="pt-BR" sz="1000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 para TVCO</a:t>
            </a:r>
          </a:p>
          <a:p>
            <a:pPr defTabSz="914378" hangingPunct="0"/>
            <a:r>
              <a:rPr lang="pt-BR" sz="1000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 Externo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190547" y="164171"/>
            <a:ext cx="261061" cy="2154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914378" hangingPunct="0"/>
            <a:endParaRPr lang="pt-BR" sz="1400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7879808" y="357395"/>
            <a:ext cx="261061" cy="215444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914378" hangingPunct="0"/>
            <a:endParaRPr lang="pt-BR" sz="1400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Retângulo 107"/>
          <p:cNvSpPr/>
          <p:nvPr/>
        </p:nvSpPr>
        <p:spPr>
          <a:xfrm>
            <a:off x="7060749" y="564474"/>
            <a:ext cx="261061" cy="215444"/>
          </a:xfrm>
          <a:prstGeom prst="rect">
            <a:avLst/>
          </a:prstGeom>
          <a:solidFill>
            <a:srgbClr val="7030A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914378" hangingPunct="0"/>
            <a:endParaRPr lang="pt-BR" sz="1400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9" name="Retângulo Arredondado 18"/>
          <p:cNvSpPr/>
          <p:nvPr/>
        </p:nvSpPr>
        <p:spPr>
          <a:xfrm>
            <a:off x="5934699" y="70999"/>
            <a:ext cx="2426755" cy="238363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914378" hangingPunct="0"/>
            <a:endParaRPr lang="pt-BR" sz="1400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3658434" y="1517470"/>
            <a:ext cx="563798" cy="3819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NDS</a:t>
            </a:r>
            <a:endParaRPr lang="pt-BR" sz="140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5" name="Conector Angulado 4"/>
          <p:cNvCxnSpPr>
            <a:stCxn id="67" idx="2"/>
          </p:cNvCxnSpPr>
          <p:nvPr/>
        </p:nvCxnSpPr>
        <p:spPr>
          <a:xfrm rot="16200000" flipH="1">
            <a:off x="3885152" y="1954576"/>
            <a:ext cx="174470" cy="64109"/>
          </a:xfrm>
          <a:prstGeom prst="bentConnector3">
            <a:avLst/>
          </a:prstGeom>
          <a:noFill/>
          <a:ln w="25400" cap="flat">
            <a:solidFill>
              <a:schemeClr val="accent6">
                <a:lumMod val="25000"/>
                <a:lumOff val="7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1" name="Retângulo 70"/>
          <p:cNvSpPr/>
          <p:nvPr/>
        </p:nvSpPr>
        <p:spPr>
          <a:xfrm>
            <a:off x="7933065" y="3396503"/>
            <a:ext cx="1180894" cy="490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975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*Integrações Contidas: SOA. Informática e OM</a:t>
            </a:r>
            <a:endParaRPr lang="pt-BR" sz="975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3786069" y="3325363"/>
            <a:ext cx="1052070" cy="166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14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SIS</a:t>
            </a:r>
            <a:endParaRPr lang="pt-BR" sz="1400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Multiplicar 6"/>
          <p:cNvSpPr/>
          <p:nvPr/>
        </p:nvSpPr>
        <p:spPr>
          <a:xfrm>
            <a:off x="3962800" y="502768"/>
            <a:ext cx="930956" cy="214714"/>
          </a:xfrm>
          <a:prstGeom prst="mathMultiply">
            <a:avLst/>
          </a:prstGeom>
          <a:solidFill>
            <a:srgbClr val="FF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685800" hangingPunct="0"/>
            <a:endParaRPr lang="pt-BR" sz="1050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Retângulo 78"/>
          <p:cNvSpPr/>
          <p:nvPr/>
        </p:nvSpPr>
        <p:spPr>
          <a:xfrm>
            <a:off x="7902282" y="3933183"/>
            <a:ext cx="1180894" cy="161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914378" hangingPunct="0"/>
            <a:r>
              <a:rPr lang="pt-BR" sz="975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*DA</a:t>
            </a:r>
            <a:endParaRPr lang="pt-BR" sz="975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2276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57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8.49905364703000998361E+00&quot;&gt;&lt;m_msothmcolidx val=&quot;0&quot;/&gt;&lt;m_rgb r=&quot;05&quot; g=&quot;A7&quot; b=&quot;1A&quot;/&gt;&lt;/elem&gt;&lt;elem m_fUsage=&quot;2.56661826357868549930E-01&quot;&gt;&lt;m_msothmcolidx val=&quot;0&quot;/&gt;&lt;m_rgb r=&quot;FF&quot; g=&quot;C0&quot; b=&quot;3E&quot;/&gt;&lt;/elem&gt;&lt;elem m_fUsage=&quot;2.48571725515360442138E-01&quot;&gt;&lt;m_msothmcolidx val=&quot;0&quot;/&gt;&lt;m_rgb r=&quot;FF&quot; g=&quot;DF&quot; b=&quot;9D&quot;/&gt;&lt;/elem&gt;&lt;elem m_fUsage=&quot;1.98048370328037459664E-01&quot;&gt;&lt;m_msothmcolidx val=&quot;0&quot;/&gt;&lt;m_rgb r=&quot;35&quot; g=&quot;3A&quot; b=&quot;FF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JzYOvfr1z7WrcCy0iBr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56_Blank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bf5eb9-28f4-4767-999c-54cd19f1ae40" xsi:nil="true"/>
    <lcf76f155ced4ddcb4097134ff3c332f xmlns="32a9fb84-960d-40c8-b149-44f878c48cf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A1CCD3E887B54493895D7A586024EE" ma:contentTypeVersion="10" ma:contentTypeDescription="Crie um novo documento." ma:contentTypeScope="" ma:versionID="d60e02eded7bec77f0709113086f2093">
  <xsd:schema xmlns:xsd="http://www.w3.org/2001/XMLSchema" xmlns:xs="http://www.w3.org/2001/XMLSchema" xmlns:p="http://schemas.microsoft.com/office/2006/metadata/properties" xmlns:ns2="32a9fb84-960d-40c8-b149-44f878c48cf9" xmlns:ns3="bebf5eb9-28f4-4767-999c-54cd19f1ae40" targetNamespace="http://schemas.microsoft.com/office/2006/metadata/properties" ma:root="true" ma:fieldsID="ac88bef80f31b1e9c04646bf78b80aaf" ns2:_="" ns3:_="">
    <xsd:import namespace="32a9fb84-960d-40c8-b149-44f878c48cf9"/>
    <xsd:import namespace="bebf5eb9-28f4-4767-999c-54cd19f1ae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9fb84-960d-40c8-b149-44f878c48c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f5eb9-28f4-4767-999c-54cd19f1ae4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95c544b-0327-4f39-ab5f-844c146a4b6c}" ma:internalName="TaxCatchAll" ma:showField="CatchAllData" ma:web="bebf5eb9-28f4-4767-999c-54cd19f1ae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80F3E-678B-4104-83E9-113159B9D84F}">
  <ds:schemaRefs>
    <ds:schemaRef ds:uri="http://purl.org/dc/terms/"/>
    <ds:schemaRef ds:uri="http://schemas.openxmlformats.org/package/2006/metadata/core-properties"/>
    <ds:schemaRef ds:uri="bebf5eb9-28f4-4767-999c-54cd19f1ae40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2a9fb84-960d-40c8-b149-44f878c48cf9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F7C68A2-B368-498F-9589-28A4674082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08586F-7DEF-416D-BC14-C3CB17028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a9fb84-960d-40c8-b149-44f878c48cf9"/>
    <ds:schemaRef ds:uri="bebf5eb9-28f4-4767-999c-54cd19f1ae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60519</TotalTime>
  <Words>249</Words>
  <Application>Microsoft Office PowerPoint</Application>
  <PresentationFormat>Apresentação na tela (16:9)</PresentationFormat>
  <Paragraphs>89</Paragraphs>
  <Slides>3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8" baseType="lpstr">
      <vt:lpstr>ＭＳ Ｐゴシック</vt:lpstr>
      <vt:lpstr>Arial</vt:lpstr>
      <vt:lpstr>Arial Black</vt:lpstr>
      <vt:lpstr>Calibri</vt:lpstr>
      <vt:lpstr>Helvetica</vt:lpstr>
      <vt:lpstr>Poppins</vt:lpstr>
      <vt:lpstr>Simplon BP Bold</vt:lpstr>
      <vt:lpstr>Simplon BP Regular</vt:lpstr>
      <vt:lpstr>Simplon Oi Headline</vt:lpstr>
      <vt:lpstr>Verdana</vt:lpstr>
      <vt:lpstr>Wingdings</vt:lpstr>
      <vt:lpstr>5_Tema do Office</vt:lpstr>
      <vt:lpstr>56_Blank</vt:lpstr>
      <vt:lpstr>6_Tema do Office</vt:lpstr>
      <vt:lpstr>Slide do think-cell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&lt;projeto xpto&gt; &lt;rso/rse&gt;</dc:title>
  <dc:creator>Edja Mara De M Souza Mattar</dc:creator>
  <cp:lastModifiedBy>Vivian Aparecida De Jesus</cp:lastModifiedBy>
  <cp:revision>3441</cp:revision>
  <dcterms:created xsi:type="dcterms:W3CDTF">2016-04-01T13:10:02Z</dcterms:created>
  <dcterms:modified xsi:type="dcterms:W3CDTF">2025-01-09T18:22:27Z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0x010100C9A1CCD3E887B54493895D7A586024EE</vt:lpwstr>
  </property>
  <property fmtid="{D5CDD505-2E9C-101B-9397-08002B2CF9AE}" pid="3" name="MediaServiceImageTags">
    <vt:lpwstr/>
  </property>
</Properties>
</file>