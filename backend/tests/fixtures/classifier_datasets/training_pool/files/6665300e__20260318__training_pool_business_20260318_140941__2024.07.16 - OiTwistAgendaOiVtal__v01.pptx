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tags/tag14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harts/chart2.xml" ContentType="application/vnd.openxmlformats-officedocument.drawingml.chart+xml"/>
  <Override PartName="/ppt/tags/tag26.xml" ContentType="application/vnd.openxmlformats-officedocument.presentationml.tags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heme/theme6.xml" ContentType="application/vnd.openxmlformats-officedocument.them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1" r:id="rId4"/>
    <p:sldMasterId id="2147483800" r:id="rId5"/>
    <p:sldMasterId id="2147483974" r:id="rId6"/>
    <p:sldMasterId id="2147483977" r:id="rId7"/>
    <p:sldMasterId id="2147483980" r:id="rId8"/>
  </p:sldMasterIdLst>
  <p:notesMasterIdLst>
    <p:notesMasterId r:id="rId11"/>
  </p:notesMasterIdLst>
  <p:sldIdLst>
    <p:sldId id="6176" r:id="rId9"/>
    <p:sldId id="6177" r:id="rId10"/>
  </p:sldIdLst>
  <p:sldSz cx="12192000" cy="6858000"/>
  <p:notesSz cx="6858000" cy="9144000"/>
  <p:custDataLst>
    <p:tags r:id="rId12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9pPr>
  </p:defaultTextStyle>
  <p:extLst>
    <p:ext uri="{521415D9-36F7-43E2-AB2F-B90AF26B5E84}">
      <p14:sectionLst xmlns:p14="http://schemas.microsoft.com/office/powerpoint/2010/main">
        <p14:section name="Status" id="{202FF789-DC45-4328-A236-E1A5089AFEB2}">
          <p14:sldIdLst>
            <p14:sldId id="6176"/>
            <p14:sldId id="61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FFCA"/>
    <a:srgbClr val="009E0B"/>
    <a:srgbClr val="404040"/>
    <a:srgbClr val="000000"/>
    <a:srgbClr val="00D318"/>
    <a:srgbClr val="FF0000"/>
    <a:srgbClr val="A6A6A6"/>
    <a:srgbClr val="D9D9D9"/>
    <a:srgbClr val="F2F2F2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150DF0-EE04-464C-85EC-652B98365A90}" v="26" dt="2024-07-17T00:39:19.58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F7E7"/>
          </a:solidFill>
        </a:fill>
      </a:tcStyle>
    </a:wholeTbl>
    <a:band2H>
      <a:tcTxStyle/>
      <a:tcStyle>
        <a:tcBdr/>
        <a:fill>
          <a:solidFill>
            <a:schemeClr val="accent2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77"/>
    <p:restoredTop sz="94685"/>
  </p:normalViewPr>
  <p:slideViewPr>
    <p:cSldViewPr snapToGrid="0">
      <p:cViewPr varScale="1">
        <p:scale>
          <a:sx n="72" d="100"/>
          <a:sy n="72" d="100"/>
        </p:scale>
        <p:origin x="232" y="2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ves, Cecilia" userId="200c28e0-e818-4101-b903-0ab330524be4" providerId="ADAL" clId="{46150DF0-EE04-464C-85EC-652B98365A90}"/>
    <pc:docChg chg="undo custSel addSld delSld modSld delSection modSection">
      <pc:chgData name="Chaves, Cecilia" userId="200c28e0-e818-4101-b903-0ab330524be4" providerId="ADAL" clId="{46150DF0-EE04-464C-85EC-652B98365A90}" dt="2024-07-17T00:40:59.661" v="800" actId="108"/>
      <pc:docMkLst>
        <pc:docMk/>
      </pc:docMkLst>
      <pc:sldChg chg="del">
        <pc:chgData name="Chaves, Cecilia" userId="200c28e0-e818-4101-b903-0ab330524be4" providerId="ADAL" clId="{46150DF0-EE04-464C-85EC-652B98365A90}" dt="2024-07-15T20:14:53.689" v="0" actId="47"/>
        <pc:sldMkLst>
          <pc:docMk/>
          <pc:sldMk cId="3509312284" sldId="293"/>
        </pc:sldMkLst>
      </pc:sldChg>
      <pc:sldChg chg="del">
        <pc:chgData name="Chaves, Cecilia" userId="200c28e0-e818-4101-b903-0ab330524be4" providerId="ADAL" clId="{46150DF0-EE04-464C-85EC-652B98365A90}" dt="2024-07-15T20:15:04.759" v="33" actId="47"/>
        <pc:sldMkLst>
          <pc:docMk/>
          <pc:sldMk cId="3135213843" sldId="6128"/>
        </pc:sldMkLst>
      </pc:sldChg>
      <pc:sldChg chg="del">
        <pc:chgData name="Chaves, Cecilia" userId="200c28e0-e818-4101-b903-0ab330524be4" providerId="ADAL" clId="{46150DF0-EE04-464C-85EC-652B98365A90}" dt="2024-07-15T20:14:54.528" v="1" actId="47"/>
        <pc:sldMkLst>
          <pc:docMk/>
          <pc:sldMk cId="221502616" sldId="6152"/>
        </pc:sldMkLst>
      </pc:sldChg>
      <pc:sldChg chg="del">
        <pc:chgData name="Chaves, Cecilia" userId="200c28e0-e818-4101-b903-0ab330524be4" providerId="ADAL" clId="{46150DF0-EE04-464C-85EC-652B98365A90}" dt="2024-07-15T20:14:55.205" v="3" actId="47"/>
        <pc:sldMkLst>
          <pc:docMk/>
          <pc:sldMk cId="1998698415" sldId="6153"/>
        </pc:sldMkLst>
      </pc:sldChg>
      <pc:sldChg chg="del">
        <pc:chgData name="Chaves, Cecilia" userId="200c28e0-e818-4101-b903-0ab330524be4" providerId="ADAL" clId="{46150DF0-EE04-464C-85EC-652B98365A90}" dt="2024-07-15T20:15:01.721" v="17" actId="47"/>
        <pc:sldMkLst>
          <pc:docMk/>
          <pc:sldMk cId="2837919655" sldId="6156"/>
        </pc:sldMkLst>
      </pc:sldChg>
      <pc:sldChg chg="del">
        <pc:chgData name="Chaves, Cecilia" userId="200c28e0-e818-4101-b903-0ab330524be4" providerId="ADAL" clId="{46150DF0-EE04-464C-85EC-652B98365A90}" dt="2024-07-15T20:15:03.765" v="28" actId="47"/>
        <pc:sldMkLst>
          <pc:docMk/>
          <pc:sldMk cId="2954861652" sldId="6157"/>
        </pc:sldMkLst>
      </pc:sldChg>
      <pc:sldChg chg="del">
        <pc:chgData name="Chaves, Cecilia" userId="200c28e0-e818-4101-b903-0ab330524be4" providerId="ADAL" clId="{46150DF0-EE04-464C-85EC-652B98365A90}" dt="2024-07-15T20:15:04.406" v="31" actId="47"/>
        <pc:sldMkLst>
          <pc:docMk/>
          <pc:sldMk cId="3024388135" sldId="6159"/>
        </pc:sldMkLst>
      </pc:sldChg>
      <pc:sldChg chg="del">
        <pc:chgData name="Chaves, Cecilia" userId="200c28e0-e818-4101-b903-0ab330524be4" providerId="ADAL" clId="{46150DF0-EE04-464C-85EC-652B98365A90}" dt="2024-07-15T20:15:04.230" v="30" actId="47"/>
        <pc:sldMkLst>
          <pc:docMk/>
          <pc:sldMk cId="613444685" sldId="6160"/>
        </pc:sldMkLst>
      </pc:sldChg>
      <pc:sldChg chg="del">
        <pc:chgData name="Chaves, Cecilia" userId="200c28e0-e818-4101-b903-0ab330524be4" providerId="ADAL" clId="{46150DF0-EE04-464C-85EC-652B98365A90}" dt="2024-07-15T20:15:04.537" v="32" actId="47"/>
        <pc:sldMkLst>
          <pc:docMk/>
          <pc:sldMk cId="329010978" sldId="6161"/>
        </pc:sldMkLst>
      </pc:sldChg>
      <pc:sldChg chg="del">
        <pc:chgData name="Chaves, Cecilia" userId="200c28e0-e818-4101-b903-0ab330524be4" providerId="ADAL" clId="{46150DF0-EE04-464C-85EC-652B98365A90}" dt="2024-07-15T20:15:01.843" v="18" actId="47"/>
        <pc:sldMkLst>
          <pc:docMk/>
          <pc:sldMk cId="4234332012" sldId="6162"/>
        </pc:sldMkLst>
      </pc:sldChg>
      <pc:sldChg chg="del">
        <pc:chgData name="Chaves, Cecilia" userId="200c28e0-e818-4101-b903-0ab330524be4" providerId="ADAL" clId="{46150DF0-EE04-464C-85EC-652B98365A90}" dt="2024-07-15T20:15:04.018" v="29" actId="47"/>
        <pc:sldMkLst>
          <pc:docMk/>
          <pc:sldMk cId="602555659" sldId="6163"/>
        </pc:sldMkLst>
      </pc:sldChg>
      <pc:sldChg chg="del">
        <pc:chgData name="Chaves, Cecilia" userId="200c28e0-e818-4101-b903-0ab330524be4" providerId="ADAL" clId="{46150DF0-EE04-464C-85EC-652B98365A90}" dt="2024-07-15T20:15:01.973" v="19" actId="47"/>
        <pc:sldMkLst>
          <pc:docMk/>
          <pc:sldMk cId="672428217" sldId="6164"/>
        </pc:sldMkLst>
      </pc:sldChg>
      <pc:sldChg chg="del">
        <pc:chgData name="Chaves, Cecilia" userId="200c28e0-e818-4101-b903-0ab330524be4" providerId="ADAL" clId="{46150DF0-EE04-464C-85EC-652B98365A90}" dt="2024-07-15T20:14:54.918" v="2" actId="47"/>
        <pc:sldMkLst>
          <pc:docMk/>
          <pc:sldMk cId="1687600308" sldId="6165"/>
        </pc:sldMkLst>
      </pc:sldChg>
      <pc:sldChg chg="del">
        <pc:chgData name="Chaves, Cecilia" userId="200c28e0-e818-4101-b903-0ab330524be4" providerId="ADAL" clId="{46150DF0-EE04-464C-85EC-652B98365A90}" dt="2024-07-15T20:14:56.663" v="6" actId="47"/>
        <pc:sldMkLst>
          <pc:docMk/>
          <pc:sldMk cId="392726849" sldId="6166"/>
        </pc:sldMkLst>
      </pc:sldChg>
      <pc:sldChg chg="del">
        <pc:chgData name="Chaves, Cecilia" userId="200c28e0-e818-4101-b903-0ab330524be4" providerId="ADAL" clId="{46150DF0-EE04-464C-85EC-652B98365A90}" dt="2024-07-15T20:14:55.889" v="4" actId="47"/>
        <pc:sldMkLst>
          <pc:docMk/>
          <pc:sldMk cId="465468129" sldId="6167"/>
        </pc:sldMkLst>
      </pc:sldChg>
      <pc:sldChg chg="del">
        <pc:chgData name="Chaves, Cecilia" userId="200c28e0-e818-4101-b903-0ab330524be4" providerId="ADAL" clId="{46150DF0-EE04-464C-85EC-652B98365A90}" dt="2024-07-15T20:14:56.417" v="5" actId="47"/>
        <pc:sldMkLst>
          <pc:docMk/>
          <pc:sldMk cId="382513515" sldId="6168"/>
        </pc:sldMkLst>
      </pc:sldChg>
      <pc:sldChg chg="del">
        <pc:chgData name="Chaves, Cecilia" userId="200c28e0-e818-4101-b903-0ab330524be4" providerId="ADAL" clId="{46150DF0-EE04-464C-85EC-652B98365A90}" dt="2024-07-15T20:14:56.885" v="7" actId="47"/>
        <pc:sldMkLst>
          <pc:docMk/>
          <pc:sldMk cId="1576789091" sldId="6169"/>
        </pc:sldMkLst>
      </pc:sldChg>
      <pc:sldChg chg="del">
        <pc:chgData name="Chaves, Cecilia" userId="200c28e0-e818-4101-b903-0ab330524be4" providerId="ADAL" clId="{46150DF0-EE04-464C-85EC-652B98365A90}" dt="2024-07-15T20:14:57.008" v="8" actId="47"/>
        <pc:sldMkLst>
          <pc:docMk/>
          <pc:sldMk cId="472539466" sldId="6170"/>
        </pc:sldMkLst>
      </pc:sldChg>
      <pc:sldChg chg="del">
        <pc:chgData name="Chaves, Cecilia" userId="200c28e0-e818-4101-b903-0ab330524be4" providerId="ADAL" clId="{46150DF0-EE04-464C-85EC-652B98365A90}" dt="2024-07-15T20:14:57.149" v="9" actId="47"/>
        <pc:sldMkLst>
          <pc:docMk/>
          <pc:sldMk cId="2791037180" sldId="6171"/>
        </pc:sldMkLst>
      </pc:sldChg>
      <pc:sldChg chg="del">
        <pc:chgData name="Chaves, Cecilia" userId="200c28e0-e818-4101-b903-0ab330524be4" providerId="ADAL" clId="{46150DF0-EE04-464C-85EC-652B98365A90}" dt="2024-07-15T20:14:58.307" v="10" actId="47"/>
        <pc:sldMkLst>
          <pc:docMk/>
          <pc:sldMk cId="747582988" sldId="6172"/>
        </pc:sldMkLst>
      </pc:sldChg>
      <pc:sldChg chg="del">
        <pc:chgData name="Chaves, Cecilia" userId="200c28e0-e818-4101-b903-0ab330524be4" providerId="ADAL" clId="{46150DF0-EE04-464C-85EC-652B98365A90}" dt="2024-07-15T20:14:58.493" v="11" actId="47"/>
        <pc:sldMkLst>
          <pc:docMk/>
          <pc:sldMk cId="824568115" sldId="6173"/>
        </pc:sldMkLst>
      </pc:sldChg>
      <pc:sldChg chg="del">
        <pc:chgData name="Chaves, Cecilia" userId="200c28e0-e818-4101-b903-0ab330524be4" providerId="ADAL" clId="{46150DF0-EE04-464C-85EC-652B98365A90}" dt="2024-07-15T20:15:01.409" v="16" actId="47"/>
        <pc:sldMkLst>
          <pc:docMk/>
          <pc:sldMk cId="1844959957" sldId="6174"/>
        </pc:sldMkLst>
      </pc:sldChg>
      <pc:sldChg chg="addSp delSp modSp add del mod modShow">
        <pc:chgData name="Chaves, Cecilia" userId="200c28e0-e818-4101-b903-0ab330524be4" providerId="ADAL" clId="{46150DF0-EE04-464C-85EC-652B98365A90}" dt="2024-07-16T22:04:49.124" v="508" actId="47"/>
        <pc:sldMkLst>
          <pc:docMk/>
          <pc:sldMk cId="4291870892" sldId="6175"/>
        </pc:sldMkLst>
        <pc:spChg chg="mod">
          <ac:chgData name="Chaves, Cecilia" userId="200c28e0-e818-4101-b903-0ab330524be4" providerId="ADAL" clId="{46150DF0-EE04-464C-85EC-652B98365A90}" dt="2024-07-16T21:20:26.470" v="85" actId="20577"/>
          <ac:spMkLst>
            <pc:docMk/>
            <pc:sldMk cId="4291870892" sldId="6175"/>
            <ac:spMk id="4" creationId="{85E3CEC8-D479-5878-5AD6-B28266D9AD72}"/>
          </ac:spMkLst>
        </pc:spChg>
        <pc:spChg chg="del">
          <ac:chgData name="Chaves, Cecilia" userId="200c28e0-e818-4101-b903-0ab330524be4" providerId="ADAL" clId="{46150DF0-EE04-464C-85EC-652B98365A90}" dt="2024-07-15T20:15:19.442" v="38" actId="478"/>
          <ac:spMkLst>
            <pc:docMk/>
            <pc:sldMk cId="4291870892" sldId="6175"/>
            <ac:spMk id="10" creationId="{69F01199-B418-D590-2D82-A91F10F97FAD}"/>
          </ac:spMkLst>
        </pc:spChg>
        <pc:spChg chg="add mod">
          <ac:chgData name="Chaves, Cecilia" userId="200c28e0-e818-4101-b903-0ab330524be4" providerId="ADAL" clId="{46150DF0-EE04-464C-85EC-652B98365A90}" dt="2024-07-16T21:20:34.232" v="127" actId="1035"/>
          <ac:spMkLst>
            <pc:docMk/>
            <pc:sldMk cId="4291870892" sldId="6175"/>
            <ac:spMk id="10" creationId="{C59B5140-0838-5FEE-D48F-805604A21F46}"/>
          </ac:spMkLst>
        </pc:spChg>
        <pc:spChg chg="add del mod">
          <ac:chgData name="Chaves, Cecilia" userId="200c28e0-e818-4101-b903-0ab330524be4" providerId="ADAL" clId="{46150DF0-EE04-464C-85EC-652B98365A90}" dt="2024-07-16T21:22:41.781" v="147" actId="478"/>
          <ac:spMkLst>
            <pc:docMk/>
            <pc:sldMk cId="4291870892" sldId="6175"/>
            <ac:spMk id="13" creationId="{B4A3347E-828F-282C-DFE5-11469717F8AF}"/>
          </ac:spMkLst>
        </pc:spChg>
        <pc:spChg chg="add mod">
          <ac:chgData name="Chaves, Cecilia" userId="200c28e0-e818-4101-b903-0ab330524be4" providerId="ADAL" clId="{46150DF0-EE04-464C-85EC-652B98365A90}" dt="2024-07-16T21:29:44.148" v="178" actId="1076"/>
          <ac:spMkLst>
            <pc:docMk/>
            <pc:sldMk cId="4291870892" sldId="6175"/>
            <ac:spMk id="14" creationId="{A4F7879E-0DD8-702C-E83F-9207BB4BE669}"/>
          </ac:spMkLst>
        </pc:spChg>
        <pc:spChg chg="add mod">
          <ac:chgData name="Chaves, Cecilia" userId="200c28e0-e818-4101-b903-0ab330524be4" providerId="ADAL" clId="{46150DF0-EE04-464C-85EC-652B98365A90}" dt="2024-07-16T21:23:23.265" v="167" actId="20577"/>
          <ac:spMkLst>
            <pc:docMk/>
            <pc:sldMk cId="4291870892" sldId="6175"/>
            <ac:spMk id="15" creationId="{14F9122A-523D-E33C-F4B8-04FBD7037FC9}"/>
          </ac:spMkLst>
        </pc:spChg>
        <pc:spChg chg="add mod">
          <ac:chgData name="Chaves, Cecilia" userId="200c28e0-e818-4101-b903-0ab330524be4" providerId="ADAL" clId="{46150DF0-EE04-464C-85EC-652B98365A90}" dt="2024-07-16T21:34:15.821" v="198" actId="553"/>
          <ac:spMkLst>
            <pc:docMk/>
            <pc:sldMk cId="4291870892" sldId="6175"/>
            <ac:spMk id="17" creationId="{5ADA76CA-29F0-8BA1-29B4-7281FBAAF2A8}"/>
          </ac:spMkLst>
        </pc:spChg>
        <pc:spChg chg="add mod">
          <ac:chgData name="Chaves, Cecilia" userId="200c28e0-e818-4101-b903-0ab330524be4" providerId="ADAL" clId="{46150DF0-EE04-464C-85EC-652B98365A90}" dt="2024-07-16T21:29:38.957" v="177"/>
          <ac:spMkLst>
            <pc:docMk/>
            <pc:sldMk cId="4291870892" sldId="6175"/>
            <ac:spMk id="18" creationId="{DF90E233-9372-5FDD-B563-23C83493DB27}"/>
          </ac:spMkLst>
        </pc:spChg>
        <pc:spChg chg="add mod">
          <ac:chgData name="Chaves, Cecilia" userId="200c28e0-e818-4101-b903-0ab330524be4" providerId="ADAL" clId="{46150DF0-EE04-464C-85EC-652B98365A90}" dt="2024-07-16T21:32:32.389" v="189" actId="20577"/>
          <ac:spMkLst>
            <pc:docMk/>
            <pc:sldMk cId="4291870892" sldId="6175"/>
            <ac:spMk id="19" creationId="{056AA421-5F77-67CE-DE8F-3D56E44E81C6}"/>
          </ac:spMkLst>
        </pc:spChg>
        <pc:spChg chg="add mod">
          <ac:chgData name="Chaves, Cecilia" userId="200c28e0-e818-4101-b903-0ab330524be4" providerId="ADAL" clId="{46150DF0-EE04-464C-85EC-652B98365A90}" dt="2024-07-16T21:40:34.863" v="199" actId="1076"/>
          <ac:spMkLst>
            <pc:docMk/>
            <pc:sldMk cId="4291870892" sldId="6175"/>
            <ac:spMk id="20" creationId="{BC482244-8094-5EB5-B329-29A9066C0287}"/>
          </ac:spMkLst>
        </pc:spChg>
        <pc:spChg chg="del">
          <ac:chgData name="Chaves, Cecilia" userId="200c28e0-e818-4101-b903-0ab330524be4" providerId="ADAL" clId="{46150DF0-EE04-464C-85EC-652B98365A90}" dt="2024-07-16T21:20:43.028" v="145" actId="478"/>
          <ac:spMkLst>
            <pc:docMk/>
            <pc:sldMk cId="4291870892" sldId="6175"/>
            <ac:spMk id="62" creationId="{34D8ED48-49B3-0251-5488-44B9B4CCFE80}"/>
          </ac:spMkLst>
        </pc:spChg>
        <pc:spChg chg="mod">
          <ac:chgData name="Chaves, Cecilia" userId="200c28e0-e818-4101-b903-0ab330524be4" providerId="ADAL" clId="{46150DF0-EE04-464C-85EC-652B98365A90}" dt="2024-07-16T21:20:38.283" v="144" actId="1035"/>
          <ac:spMkLst>
            <pc:docMk/>
            <pc:sldMk cId="4291870892" sldId="6175"/>
            <ac:spMk id="63" creationId="{2DE7A81D-33CE-22D3-4F7F-93B6FF1C123A}"/>
          </ac:spMkLst>
        </pc:spChg>
        <pc:spChg chg="del">
          <ac:chgData name="Chaves, Cecilia" userId="200c28e0-e818-4101-b903-0ab330524be4" providerId="ADAL" clId="{46150DF0-EE04-464C-85EC-652B98365A90}" dt="2024-07-16T21:20:43.028" v="145" actId="478"/>
          <ac:spMkLst>
            <pc:docMk/>
            <pc:sldMk cId="4291870892" sldId="6175"/>
            <ac:spMk id="64" creationId="{E90CFD8E-7FF7-752F-16F2-60ED55120A64}"/>
          </ac:spMkLst>
        </pc:spChg>
      </pc:sldChg>
      <pc:sldChg chg="addSp delSp modSp add mod modShow">
        <pc:chgData name="Chaves, Cecilia" userId="200c28e0-e818-4101-b903-0ab330524be4" providerId="ADAL" clId="{46150DF0-EE04-464C-85EC-652B98365A90}" dt="2024-07-17T00:38:00.980" v="772"/>
        <pc:sldMkLst>
          <pc:docMk/>
          <pc:sldMk cId="1677670569" sldId="6176"/>
        </pc:sldMkLst>
        <pc:spChg chg="mod">
          <ac:chgData name="Chaves, Cecilia" userId="200c28e0-e818-4101-b903-0ab330524be4" providerId="ADAL" clId="{46150DF0-EE04-464C-85EC-652B98365A90}" dt="2024-07-16T22:04:59.009" v="518" actId="20577"/>
          <ac:spMkLst>
            <pc:docMk/>
            <pc:sldMk cId="1677670569" sldId="6176"/>
            <ac:spMk id="3" creationId="{9D9C5760-5966-0465-85C4-A867BBBBD05D}"/>
          </ac:spMkLst>
        </pc:spChg>
        <pc:spChg chg="add mod">
          <ac:chgData name="Chaves, Cecilia" userId="200c28e0-e818-4101-b903-0ab330524be4" providerId="ADAL" clId="{46150DF0-EE04-464C-85EC-652B98365A90}" dt="2024-07-17T00:38:00.980" v="772"/>
          <ac:spMkLst>
            <pc:docMk/>
            <pc:sldMk cId="1677670569" sldId="6176"/>
            <ac:spMk id="4" creationId="{F8FE4DFB-1A36-0E65-C347-2294BC02950C}"/>
          </ac:spMkLst>
        </pc:spChg>
        <pc:spChg chg="mod">
          <ac:chgData name="Chaves, Cecilia" userId="200c28e0-e818-4101-b903-0ab330524be4" providerId="ADAL" clId="{46150DF0-EE04-464C-85EC-652B98365A90}" dt="2024-07-16T22:04:20.245" v="505" actId="2085"/>
          <ac:spMkLst>
            <pc:docMk/>
            <pc:sldMk cId="1677670569" sldId="6176"/>
            <ac:spMk id="17" creationId="{5AAB27D0-BAAA-49CF-F1A6-7013064E8D6E}"/>
          </ac:spMkLst>
        </pc:spChg>
        <pc:spChg chg="mod">
          <ac:chgData name="Chaves, Cecilia" userId="200c28e0-e818-4101-b903-0ab330524be4" providerId="ADAL" clId="{46150DF0-EE04-464C-85EC-652B98365A90}" dt="2024-07-16T22:04:20.245" v="505" actId="2085"/>
          <ac:spMkLst>
            <pc:docMk/>
            <pc:sldMk cId="1677670569" sldId="6176"/>
            <ac:spMk id="19" creationId="{4AB70322-D959-8DEA-5485-DC1D6F9E1A8F}"/>
          </ac:spMkLst>
        </pc:spChg>
        <pc:spChg chg="mod">
          <ac:chgData name="Chaves, Cecilia" userId="200c28e0-e818-4101-b903-0ab330524be4" providerId="ADAL" clId="{46150DF0-EE04-464C-85EC-652B98365A90}" dt="2024-07-16T22:03:58.157" v="473" actId="1038"/>
          <ac:spMkLst>
            <pc:docMk/>
            <pc:sldMk cId="1677670569" sldId="6176"/>
            <ac:spMk id="24" creationId="{58B5BECB-D7FF-CB2D-6D29-46A8FCDD647E}"/>
          </ac:spMkLst>
        </pc:spChg>
        <pc:spChg chg="mod">
          <ac:chgData name="Chaves, Cecilia" userId="200c28e0-e818-4101-b903-0ab330524be4" providerId="ADAL" clId="{46150DF0-EE04-464C-85EC-652B98365A90}" dt="2024-07-16T22:04:20.245" v="505" actId="2085"/>
          <ac:spMkLst>
            <pc:docMk/>
            <pc:sldMk cId="1677670569" sldId="6176"/>
            <ac:spMk id="53" creationId="{9FEB22F7-9257-EAE9-BBD1-41E8A39880EC}"/>
          </ac:spMkLst>
        </pc:spChg>
        <pc:spChg chg="del mod">
          <ac:chgData name="Chaves, Cecilia" userId="200c28e0-e818-4101-b903-0ab330524be4" providerId="ADAL" clId="{46150DF0-EE04-464C-85EC-652B98365A90}" dt="2024-07-17T00:37:50.163" v="770" actId="478"/>
          <ac:spMkLst>
            <pc:docMk/>
            <pc:sldMk cId="1677670569" sldId="6176"/>
            <ac:spMk id="60" creationId="{7AD480EF-85F4-9174-2583-97F252A47D38}"/>
          </ac:spMkLst>
        </pc:spChg>
        <pc:spChg chg="mod">
          <ac:chgData name="Chaves, Cecilia" userId="200c28e0-e818-4101-b903-0ab330524be4" providerId="ADAL" clId="{46150DF0-EE04-464C-85EC-652B98365A90}" dt="2024-07-16T22:04:28.114" v="507" actId="2085"/>
          <ac:spMkLst>
            <pc:docMk/>
            <pc:sldMk cId="1677670569" sldId="6176"/>
            <ac:spMk id="61" creationId="{C719E798-08DE-E8B7-A320-36F77C686414}"/>
          </ac:spMkLst>
        </pc:spChg>
        <pc:picChg chg="add">
          <ac:chgData name="Chaves, Cecilia" userId="200c28e0-e818-4101-b903-0ab330524be4" providerId="ADAL" clId="{46150DF0-EE04-464C-85EC-652B98365A90}" dt="2024-07-17T00:37:52.302" v="771"/>
          <ac:picMkLst>
            <pc:docMk/>
            <pc:sldMk cId="1677670569" sldId="6176"/>
            <ac:picMk id="1026" creationId="{96EF6767-154C-CCC4-26F1-D5D1CD2FF853}"/>
          </ac:picMkLst>
        </pc:picChg>
      </pc:sldChg>
      <pc:sldChg chg="del">
        <pc:chgData name="Chaves, Cecilia" userId="200c28e0-e818-4101-b903-0ab330524be4" providerId="ADAL" clId="{46150DF0-EE04-464C-85EC-652B98365A90}" dt="2024-07-15T20:15:01.148" v="14" actId="47"/>
        <pc:sldMkLst>
          <pc:docMk/>
          <pc:sldMk cId="3881443381" sldId="6176"/>
        </pc:sldMkLst>
      </pc:sldChg>
      <pc:sldChg chg="addSp delSp modSp add mod modShow">
        <pc:chgData name="Chaves, Cecilia" userId="200c28e0-e818-4101-b903-0ab330524be4" providerId="ADAL" clId="{46150DF0-EE04-464C-85EC-652B98365A90}" dt="2024-07-17T00:40:59.661" v="800" actId="108"/>
        <pc:sldMkLst>
          <pc:docMk/>
          <pc:sldMk cId="3621435609" sldId="6177"/>
        </pc:sldMkLst>
        <pc:spChg chg="mod">
          <ac:chgData name="Chaves, Cecilia" userId="200c28e0-e818-4101-b903-0ab330524be4" providerId="ADAL" clId="{46150DF0-EE04-464C-85EC-652B98365A90}" dt="2024-07-16T22:05:05.812" v="532" actId="20577"/>
          <ac:spMkLst>
            <pc:docMk/>
            <pc:sldMk cId="3621435609" sldId="6177"/>
            <ac:spMk id="3" creationId="{9D9C5760-5966-0465-85C4-A867BBBBD05D}"/>
          </ac:spMkLst>
        </pc:spChg>
        <pc:spChg chg="add mod">
          <ac:chgData name="Chaves, Cecilia" userId="200c28e0-e818-4101-b903-0ab330524be4" providerId="ADAL" clId="{46150DF0-EE04-464C-85EC-652B98365A90}" dt="2024-07-16T21:57:32.898" v="212" actId="14100"/>
          <ac:spMkLst>
            <pc:docMk/>
            <pc:sldMk cId="3621435609" sldId="6177"/>
            <ac:spMk id="4" creationId="{EEBD8038-8AE7-6888-7BD1-6D56495F3982}"/>
          </ac:spMkLst>
        </pc:spChg>
        <pc:spChg chg="mod">
          <ac:chgData name="Chaves, Cecilia" userId="200c28e0-e818-4101-b903-0ab330524be4" providerId="ADAL" clId="{46150DF0-EE04-464C-85EC-652B98365A90}" dt="2024-07-16T22:03:06.899" v="387" actId="2085"/>
          <ac:spMkLst>
            <pc:docMk/>
            <pc:sldMk cId="3621435609" sldId="6177"/>
            <ac:spMk id="17" creationId="{5AAB27D0-BAAA-49CF-F1A6-7013064E8D6E}"/>
          </ac:spMkLst>
        </pc:spChg>
        <pc:spChg chg="mod">
          <ac:chgData name="Chaves, Cecilia" userId="200c28e0-e818-4101-b903-0ab330524be4" providerId="ADAL" clId="{46150DF0-EE04-464C-85EC-652B98365A90}" dt="2024-07-16T22:03:08.805" v="388" actId="2085"/>
          <ac:spMkLst>
            <pc:docMk/>
            <pc:sldMk cId="3621435609" sldId="6177"/>
            <ac:spMk id="19" creationId="{4AB70322-D959-8DEA-5485-DC1D6F9E1A8F}"/>
          </ac:spMkLst>
        </pc:spChg>
        <pc:spChg chg="mod">
          <ac:chgData name="Chaves, Cecilia" userId="200c28e0-e818-4101-b903-0ab330524be4" providerId="ADAL" clId="{46150DF0-EE04-464C-85EC-652B98365A90}" dt="2024-07-17T00:37:01.979" v="766" actId="552"/>
          <ac:spMkLst>
            <pc:docMk/>
            <pc:sldMk cId="3621435609" sldId="6177"/>
            <ac:spMk id="20" creationId="{5B8B79E4-B864-BFF4-7CA7-DEFE2A61D332}"/>
          </ac:spMkLst>
        </pc:spChg>
        <pc:spChg chg="mod">
          <ac:chgData name="Chaves, Cecilia" userId="200c28e0-e818-4101-b903-0ab330524be4" providerId="ADAL" clId="{46150DF0-EE04-464C-85EC-652B98365A90}" dt="2024-07-16T22:03:20.984" v="390" actId="2085"/>
          <ac:spMkLst>
            <pc:docMk/>
            <pc:sldMk cId="3621435609" sldId="6177"/>
            <ac:spMk id="21" creationId="{D10A6AB8-03B1-94E0-4997-8A71EF35E636}"/>
          </ac:spMkLst>
        </pc:spChg>
        <pc:spChg chg="mod">
          <ac:chgData name="Chaves, Cecilia" userId="200c28e0-e818-4101-b903-0ab330524be4" providerId="ADAL" clId="{46150DF0-EE04-464C-85EC-652B98365A90}" dt="2024-07-17T00:39:24.038" v="780" actId="20577"/>
          <ac:spMkLst>
            <pc:docMk/>
            <pc:sldMk cId="3621435609" sldId="6177"/>
            <ac:spMk id="24" creationId="{58B5BECB-D7FF-CB2D-6D29-46A8FCDD647E}"/>
          </ac:spMkLst>
        </pc:spChg>
        <pc:spChg chg="mod">
          <ac:chgData name="Chaves, Cecilia" userId="200c28e0-e818-4101-b903-0ab330524be4" providerId="ADAL" clId="{46150DF0-EE04-464C-85EC-652B98365A90}" dt="2024-07-16T22:03:14.214" v="389" actId="2085"/>
          <ac:spMkLst>
            <pc:docMk/>
            <pc:sldMk cId="3621435609" sldId="6177"/>
            <ac:spMk id="53" creationId="{9FEB22F7-9257-EAE9-BBD1-41E8A39880EC}"/>
          </ac:spMkLst>
        </pc:spChg>
        <pc:spChg chg="del mod">
          <ac:chgData name="Chaves, Cecilia" userId="200c28e0-e818-4101-b903-0ab330524be4" providerId="ADAL" clId="{46150DF0-EE04-464C-85EC-652B98365A90}" dt="2024-07-17T00:37:37.068" v="767" actId="478"/>
          <ac:spMkLst>
            <pc:docMk/>
            <pc:sldMk cId="3621435609" sldId="6177"/>
            <ac:spMk id="60" creationId="{7AD480EF-85F4-9174-2583-97F252A47D38}"/>
          </ac:spMkLst>
        </pc:spChg>
        <pc:spChg chg="mod">
          <ac:chgData name="Chaves, Cecilia" userId="200c28e0-e818-4101-b903-0ab330524be4" providerId="ADAL" clId="{46150DF0-EE04-464C-85EC-652B98365A90}" dt="2024-07-17T00:40:59.661" v="800" actId="108"/>
          <ac:spMkLst>
            <pc:docMk/>
            <pc:sldMk cId="3621435609" sldId="6177"/>
            <ac:spMk id="61" creationId="{C719E798-08DE-E8B7-A320-36F77C686414}"/>
          </ac:spMkLst>
        </pc:spChg>
        <pc:spChg chg="add mod">
          <ac:chgData name="Chaves, Cecilia" userId="200c28e0-e818-4101-b903-0ab330524be4" providerId="ADAL" clId="{46150DF0-EE04-464C-85EC-652B98365A90}" dt="2024-07-16T21:57:24.219" v="210" actId="20577"/>
          <ac:spMkLst>
            <pc:docMk/>
            <pc:sldMk cId="3621435609" sldId="6177"/>
            <ac:spMk id="62" creationId="{441275C5-A9EA-21A7-6B87-FE7B6C142AF0}"/>
          </ac:spMkLst>
        </pc:spChg>
        <pc:spChg chg="add mod">
          <ac:chgData name="Chaves, Cecilia" userId="200c28e0-e818-4101-b903-0ab330524be4" providerId="ADAL" clId="{46150DF0-EE04-464C-85EC-652B98365A90}" dt="2024-07-17T00:37:46.104" v="769" actId="108"/>
          <ac:spMkLst>
            <pc:docMk/>
            <pc:sldMk cId="3621435609" sldId="6177"/>
            <ac:spMk id="63" creationId="{43CB9A27-5B12-6DA4-A690-C9B860D3B423}"/>
          </ac:spMkLst>
        </pc:spChg>
        <pc:spChg chg="add del mod">
          <ac:chgData name="Chaves, Cecilia" userId="200c28e0-e818-4101-b903-0ab330524be4" providerId="ADAL" clId="{46150DF0-EE04-464C-85EC-652B98365A90}" dt="2024-07-16T21:57:34.813" v="213" actId="478"/>
          <ac:spMkLst>
            <pc:docMk/>
            <pc:sldMk cId="3621435609" sldId="6177"/>
            <ac:spMk id="63" creationId="{DEC9FED2-6481-E248-3572-EC0DBEBF245D}"/>
          </ac:spMkLst>
        </pc:spChg>
        <pc:spChg chg="add mod">
          <ac:chgData name="Chaves, Cecilia" userId="200c28e0-e818-4101-b903-0ab330524be4" providerId="ADAL" clId="{46150DF0-EE04-464C-85EC-652B98365A90}" dt="2024-07-16T21:57:40.541" v="214" actId="571"/>
          <ac:spMkLst>
            <pc:docMk/>
            <pc:sldMk cId="3621435609" sldId="6177"/>
            <ac:spMk id="64" creationId="{02BC65A5-293B-A931-3085-72D1FC6E87CE}"/>
          </ac:spMkLst>
        </pc:spChg>
        <pc:spChg chg="add del mod">
          <ac:chgData name="Chaves, Cecilia" userId="200c28e0-e818-4101-b903-0ab330524be4" providerId="ADAL" clId="{46150DF0-EE04-464C-85EC-652B98365A90}" dt="2024-07-17T00:38:57.177" v="773" actId="21"/>
          <ac:spMkLst>
            <pc:docMk/>
            <pc:sldMk cId="3621435609" sldId="6177"/>
            <ac:spMk id="65" creationId="{72EB4A90-42F4-45B8-DF4E-14C31670EBB9}"/>
          </ac:spMkLst>
        </pc:spChg>
        <pc:spChg chg="add mod">
          <ac:chgData name="Chaves, Cecilia" userId="200c28e0-e818-4101-b903-0ab330524be4" providerId="ADAL" clId="{46150DF0-EE04-464C-85EC-652B98365A90}" dt="2024-07-16T22:00:28.418" v="285" actId="108"/>
          <ac:spMkLst>
            <pc:docMk/>
            <pc:sldMk cId="3621435609" sldId="6177"/>
            <ac:spMk id="66" creationId="{E17CAF6D-1369-F55F-AF9C-D620057A00FB}"/>
          </ac:spMkLst>
        </pc:spChg>
        <pc:spChg chg="add mod">
          <ac:chgData name="Chaves, Cecilia" userId="200c28e0-e818-4101-b903-0ab330524be4" providerId="ADAL" clId="{46150DF0-EE04-464C-85EC-652B98365A90}" dt="2024-07-17T00:37:01.979" v="766" actId="552"/>
          <ac:spMkLst>
            <pc:docMk/>
            <pc:sldMk cId="3621435609" sldId="6177"/>
            <ac:spMk id="67" creationId="{36102009-DE08-BF08-D3EC-8D8EABBFAF96}"/>
          </ac:spMkLst>
        </pc:spChg>
        <pc:spChg chg="add mod">
          <ac:chgData name="Chaves, Cecilia" userId="200c28e0-e818-4101-b903-0ab330524be4" providerId="ADAL" clId="{46150DF0-EE04-464C-85EC-652B98365A90}" dt="2024-07-16T22:02:35.276" v="348" actId="1036"/>
          <ac:spMkLst>
            <pc:docMk/>
            <pc:sldMk cId="3621435609" sldId="6177"/>
            <ac:spMk id="68" creationId="{0DE67163-8813-21A3-3A55-34722767DAF8}"/>
          </ac:spMkLst>
        </pc:spChg>
        <pc:spChg chg="add mod">
          <ac:chgData name="Chaves, Cecilia" userId="200c28e0-e818-4101-b903-0ab330524be4" providerId="ADAL" clId="{46150DF0-EE04-464C-85EC-652B98365A90}" dt="2024-07-16T22:03:44.981" v="428" actId="20577"/>
          <ac:spMkLst>
            <pc:docMk/>
            <pc:sldMk cId="3621435609" sldId="6177"/>
            <ac:spMk id="69" creationId="{F8156A47-5592-4949-050B-7E7624F9CA0F}"/>
          </ac:spMkLst>
        </pc:spChg>
        <pc:spChg chg="add mod">
          <ac:chgData name="Chaves, Cecilia" userId="200c28e0-e818-4101-b903-0ab330524be4" providerId="ADAL" clId="{46150DF0-EE04-464C-85EC-652B98365A90}" dt="2024-07-17T00:39:02.943" v="775" actId="1076"/>
          <ac:spMkLst>
            <pc:docMk/>
            <pc:sldMk cId="3621435609" sldId="6177"/>
            <ac:spMk id="70" creationId="{72EB4A90-42F4-45B8-DF4E-14C31670EBB9}"/>
          </ac:spMkLst>
        </pc:spChg>
        <pc:spChg chg="add mod">
          <ac:chgData name="Chaves, Cecilia" userId="200c28e0-e818-4101-b903-0ab330524be4" providerId="ADAL" clId="{46150DF0-EE04-464C-85EC-652B98365A90}" dt="2024-07-17T00:39:31.222" v="798" actId="20577"/>
          <ac:spMkLst>
            <pc:docMk/>
            <pc:sldMk cId="3621435609" sldId="6177"/>
            <ac:spMk id="71" creationId="{A203F037-AD21-E9B1-A790-9331C1BA8D79}"/>
          </ac:spMkLst>
        </pc:spChg>
      </pc:sldChg>
      <pc:sldChg chg="del">
        <pc:chgData name="Chaves, Cecilia" userId="200c28e0-e818-4101-b903-0ab330524be4" providerId="ADAL" clId="{46150DF0-EE04-464C-85EC-652B98365A90}" dt="2024-07-15T20:15:01.219" v="15" actId="47"/>
        <pc:sldMkLst>
          <pc:docMk/>
          <pc:sldMk cId="3769759277" sldId="6177"/>
        </pc:sldMkLst>
      </pc:sldChg>
      <pc:sldChg chg="addSp modSp new add del mod">
        <pc:chgData name="Chaves, Cecilia" userId="200c28e0-e818-4101-b903-0ab330524be4" providerId="ADAL" clId="{46150DF0-EE04-464C-85EC-652B98365A90}" dt="2024-07-17T00:36:27.715" v="691" actId="47"/>
        <pc:sldMkLst>
          <pc:docMk/>
          <pc:sldMk cId="3998054433" sldId="6178"/>
        </pc:sldMkLst>
        <pc:spChg chg="mod">
          <ac:chgData name="Chaves, Cecilia" userId="200c28e0-e818-4101-b903-0ab330524be4" providerId="ADAL" clId="{46150DF0-EE04-464C-85EC-652B98365A90}" dt="2024-07-16T22:46:42.347" v="660" actId="20577"/>
          <ac:spMkLst>
            <pc:docMk/>
            <pc:sldMk cId="3998054433" sldId="6178"/>
            <ac:spMk id="3" creationId="{1242E16A-D798-3816-71A5-59EB73B2E858}"/>
          </ac:spMkLst>
        </pc:spChg>
        <pc:spChg chg="add mod">
          <ac:chgData name="Chaves, Cecilia" userId="200c28e0-e818-4101-b903-0ab330524be4" providerId="ADAL" clId="{46150DF0-EE04-464C-85EC-652B98365A90}" dt="2024-07-16T22:41:18.137" v="596" actId="2085"/>
          <ac:spMkLst>
            <pc:docMk/>
            <pc:sldMk cId="3998054433" sldId="6178"/>
            <ac:spMk id="4" creationId="{F2971590-DDF0-3226-4CDC-BBED22009F75}"/>
          </ac:spMkLst>
        </pc:spChg>
        <pc:spChg chg="add mod">
          <ac:chgData name="Chaves, Cecilia" userId="200c28e0-e818-4101-b903-0ab330524be4" providerId="ADAL" clId="{46150DF0-EE04-464C-85EC-652B98365A90}" dt="2024-07-16T22:41:18.137" v="596" actId="2085"/>
          <ac:spMkLst>
            <pc:docMk/>
            <pc:sldMk cId="3998054433" sldId="6178"/>
            <ac:spMk id="5" creationId="{FD17639D-BDB4-4A8E-F077-AE8B5A1DC447}"/>
          </ac:spMkLst>
        </pc:spChg>
        <pc:spChg chg="add mod">
          <ac:chgData name="Chaves, Cecilia" userId="200c28e0-e818-4101-b903-0ab330524be4" providerId="ADAL" clId="{46150DF0-EE04-464C-85EC-652B98365A90}" dt="2024-07-16T22:41:18.137" v="596" actId="2085"/>
          <ac:spMkLst>
            <pc:docMk/>
            <pc:sldMk cId="3998054433" sldId="6178"/>
            <ac:spMk id="6" creationId="{938D6A66-614E-1C37-5477-4F8FD42ADCAF}"/>
          </ac:spMkLst>
        </pc:spChg>
        <pc:spChg chg="add mod">
          <ac:chgData name="Chaves, Cecilia" userId="200c28e0-e818-4101-b903-0ab330524be4" providerId="ADAL" clId="{46150DF0-EE04-464C-85EC-652B98365A90}" dt="2024-07-16T22:41:18.137" v="596" actId="2085"/>
          <ac:spMkLst>
            <pc:docMk/>
            <pc:sldMk cId="3998054433" sldId="6178"/>
            <ac:spMk id="7" creationId="{E33B83E1-542A-F301-2A99-A512A978E12A}"/>
          </ac:spMkLst>
        </pc:spChg>
        <pc:spChg chg="add mod">
          <ac:chgData name="Chaves, Cecilia" userId="200c28e0-e818-4101-b903-0ab330524be4" providerId="ADAL" clId="{46150DF0-EE04-464C-85EC-652B98365A90}" dt="2024-07-16T22:41:18.137" v="596" actId="2085"/>
          <ac:spMkLst>
            <pc:docMk/>
            <pc:sldMk cId="3998054433" sldId="6178"/>
            <ac:spMk id="8" creationId="{6D077041-2F02-E01E-0622-9AB9647AF655}"/>
          </ac:spMkLst>
        </pc:spChg>
        <pc:spChg chg="add mod">
          <ac:chgData name="Chaves, Cecilia" userId="200c28e0-e818-4101-b903-0ab330524be4" providerId="ADAL" clId="{46150DF0-EE04-464C-85EC-652B98365A90}" dt="2024-07-16T22:41:18.137" v="596" actId="2085"/>
          <ac:spMkLst>
            <pc:docMk/>
            <pc:sldMk cId="3998054433" sldId="6178"/>
            <ac:spMk id="9" creationId="{9E208013-37BC-E050-918A-9860A9BC450A}"/>
          </ac:spMkLst>
        </pc:spChg>
        <pc:spChg chg="add mod">
          <ac:chgData name="Chaves, Cecilia" userId="200c28e0-e818-4101-b903-0ab330524be4" providerId="ADAL" clId="{46150DF0-EE04-464C-85EC-652B98365A90}" dt="2024-07-16T22:46:59.657" v="690" actId="20577"/>
          <ac:spMkLst>
            <pc:docMk/>
            <pc:sldMk cId="3998054433" sldId="6178"/>
            <ac:spMk id="10" creationId="{B79CAEF0-4CA9-A278-2778-12A94A0C590F}"/>
          </ac:spMkLst>
        </pc:spChg>
        <pc:spChg chg="add mod">
          <ac:chgData name="Chaves, Cecilia" userId="200c28e0-e818-4101-b903-0ab330524be4" providerId="ADAL" clId="{46150DF0-EE04-464C-85EC-652B98365A90}" dt="2024-07-16T22:41:35.124" v="600" actId="207"/>
          <ac:spMkLst>
            <pc:docMk/>
            <pc:sldMk cId="3998054433" sldId="6178"/>
            <ac:spMk id="11" creationId="{702333E8-B55B-269D-5292-2E273B938D64}"/>
          </ac:spMkLst>
        </pc:spChg>
        <pc:spChg chg="add mod">
          <ac:chgData name="Chaves, Cecilia" userId="200c28e0-e818-4101-b903-0ab330524be4" providerId="ADAL" clId="{46150DF0-EE04-464C-85EC-652B98365A90}" dt="2024-07-16T22:41:35.124" v="600" actId="207"/>
          <ac:spMkLst>
            <pc:docMk/>
            <pc:sldMk cId="3998054433" sldId="6178"/>
            <ac:spMk id="12" creationId="{384A217F-AFFB-37AD-EE2C-47567929D780}"/>
          </ac:spMkLst>
        </pc:spChg>
        <pc:spChg chg="add mod">
          <ac:chgData name="Chaves, Cecilia" userId="200c28e0-e818-4101-b903-0ab330524be4" providerId="ADAL" clId="{46150DF0-EE04-464C-85EC-652B98365A90}" dt="2024-07-16T22:41:35.124" v="600" actId="207"/>
          <ac:spMkLst>
            <pc:docMk/>
            <pc:sldMk cId="3998054433" sldId="6178"/>
            <ac:spMk id="13" creationId="{948ACDAC-5F65-53D8-0093-BA1336C2E932}"/>
          </ac:spMkLst>
        </pc:spChg>
        <pc:spChg chg="add mod">
          <ac:chgData name="Chaves, Cecilia" userId="200c28e0-e818-4101-b903-0ab330524be4" providerId="ADAL" clId="{46150DF0-EE04-464C-85EC-652B98365A90}" dt="2024-07-16T22:41:35.124" v="600" actId="207"/>
          <ac:spMkLst>
            <pc:docMk/>
            <pc:sldMk cId="3998054433" sldId="6178"/>
            <ac:spMk id="14" creationId="{1646A873-CF62-121C-1670-71BAB225551D}"/>
          </ac:spMkLst>
        </pc:spChg>
        <pc:spChg chg="add mod">
          <ac:chgData name="Chaves, Cecilia" userId="200c28e0-e818-4101-b903-0ab330524be4" providerId="ADAL" clId="{46150DF0-EE04-464C-85EC-652B98365A90}" dt="2024-07-16T22:46:25.843" v="651" actId="20577"/>
          <ac:spMkLst>
            <pc:docMk/>
            <pc:sldMk cId="3998054433" sldId="6178"/>
            <ac:spMk id="15" creationId="{5F87E24F-BDF3-5D25-96E8-5EF1128C90D9}"/>
          </ac:spMkLst>
        </pc:spChg>
      </pc:sldChg>
      <pc:sldChg chg="del">
        <pc:chgData name="Chaves, Cecilia" userId="200c28e0-e818-4101-b903-0ab330524be4" providerId="ADAL" clId="{46150DF0-EE04-464C-85EC-652B98365A90}" dt="2024-07-15T20:15:02.410" v="21" actId="47"/>
        <pc:sldMkLst>
          <pc:docMk/>
          <pc:sldMk cId="2703645134" sldId="6180"/>
        </pc:sldMkLst>
      </pc:sldChg>
      <pc:sldChg chg="del">
        <pc:chgData name="Chaves, Cecilia" userId="200c28e0-e818-4101-b903-0ab330524be4" providerId="ADAL" clId="{46150DF0-EE04-464C-85EC-652B98365A90}" dt="2024-07-15T20:15:02.930" v="24" actId="47"/>
        <pc:sldMkLst>
          <pc:docMk/>
          <pc:sldMk cId="2887774099" sldId="6181"/>
        </pc:sldMkLst>
      </pc:sldChg>
      <pc:sldChg chg="del">
        <pc:chgData name="Chaves, Cecilia" userId="200c28e0-e818-4101-b903-0ab330524be4" providerId="ADAL" clId="{46150DF0-EE04-464C-85EC-652B98365A90}" dt="2024-07-15T20:15:03.059" v="25" actId="47"/>
        <pc:sldMkLst>
          <pc:docMk/>
          <pc:sldMk cId="2907360700" sldId="6184"/>
        </pc:sldMkLst>
      </pc:sldChg>
      <pc:sldChg chg="del">
        <pc:chgData name="Chaves, Cecilia" userId="200c28e0-e818-4101-b903-0ab330524be4" providerId="ADAL" clId="{46150DF0-EE04-464C-85EC-652B98365A90}" dt="2024-07-15T20:15:03.409" v="27" actId="47"/>
        <pc:sldMkLst>
          <pc:docMk/>
          <pc:sldMk cId="414692350" sldId="6185"/>
        </pc:sldMkLst>
      </pc:sldChg>
      <pc:sldChg chg="del">
        <pc:chgData name="Chaves, Cecilia" userId="200c28e0-e818-4101-b903-0ab330524be4" providerId="ADAL" clId="{46150DF0-EE04-464C-85EC-652B98365A90}" dt="2024-07-15T20:15:02.101" v="20" actId="47"/>
        <pc:sldMkLst>
          <pc:docMk/>
          <pc:sldMk cId="1040573994" sldId="6187"/>
        </pc:sldMkLst>
      </pc:sldChg>
      <pc:sldChg chg="del">
        <pc:chgData name="Chaves, Cecilia" userId="200c28e0-e818-4101-b903-0ab330524be4" providerId="ADAL" clId="{46150DF0-EE04-464C-85EC-652B98365A90}" dt="2024-07-15T20:15:03.238" v="26" actId="47"/>
        <pc:sldMkLst>
          <pc:docMk/>
          <pc:sldMk cId="70658132" sldId="6188"/>
        </pc:sldMkLst>
      </pc:sldChg>
      <pc:sldChg chg="del">
        <pc:chgData name="Chaves, Cecilia" userId="200c28e0-e818-4101-b903-0ab330524be4" providerId="ADAL" clId="{46150DF0-EE04-464C-85EC-652B98365A90}" dt="2024-07-15T20:15:02.788" v="23" actId="47"/>
        <pc:sldMkLst>
          <pc:docMk/>
          <pc:sldMk cId="2962928172" sldId="6189"/>
        </pc:sldMkLst>
      </pc:sldChg>
      <pc:sldChg chg="del">
        <pc:chgData name="Chaves, Cecilia" userId="200c28e0-e818-4101-b903-0ab330524be4" providerId="ADAL" clId="{46150DF0-EE04-464C-85EC-652B98365A90}" dt="2024-07-15T20:15:02.641" v="22" actId="47"/>
        <pc:sldMkLst>
          <pc:docMk/>
          <pc:sldMk cId="1942877088" sldId="6190"/>
        </pc:sldMkLst>
      </pc:sldChg>
    </pc:docChg>
  </pc:docChgLst>
  <pc:docChgLst>
    <pc:chgData name="Alessandro Barbosa" userId="f43270e39eaaf1d1" providerId="LiveId" clId="{65D74F6F-D627-C34A-A770-50D1C77A49D8}"/>
    <pc:docChg chg="custSel modSld">
      <pc:chgData name="Alessandro Barbosa" userId="f43270e39eaaf1d1" providerId="LiveId" clId="{65D74F6F-D627-C34A-A770-50D1C77A49D8}" dt="2024-07-17T19:33:33.403" v="1" actId="478"/>
      <pc:docMkLst>
        <pc:docMk/>
      </pc:docMkLst>
      <pc:sldChg chg="delSp modSp mod">
        <pc:chgData name="Alessandro Barbosa" userId="f43270e39eaaf1d1" providerId="LiveId" clId="{65D74F6F-D627-C34A-A770-50D1C77A49D8}" dt="2024-07-17T19:33:33.403" v="1" actId="478"/>
        <pc:sldMkLst>
          <pc:docMk/>
          <pc:sldMk cId="3621435609" sldId="6177"/>
        </pc:sldMkLst>
        <pc:spChg chg="mod">
          <ac:chgData name="Alessandro Barbosa" userId="f43270e39eaaf1d1" providerId="LiveId" clId="{65D74F6F-D627-C34A-A770-50D1C77A49D8}" dt="2024-07-17T19:33:27.445" v="0" actId="20577"/>
          <ac:spMkLst>
            <pc:docMk/>
            <pc:sldMk cId="3621435609" sldId="6177"/>
            <ac:spMk id="69" creationId="{F8156A47-5592-4949-050B-7E7624F9CA0F}"/>
          </ac:spMkLst>
        </pc:spChg>
        <pc:spChg chg="del">
          <ac:chgData name="Alessandro Barbosa" userId="f43270e39eaaf1d1" providerId="LiveId" clId="{65D74F6F-D627-C34A-A770-50D1C77A49D8}" dt="2024-07-17T19:33:33.403" v="1" actId="478"/>
          <ac:spMkLst>
            <pc:docMk/>
            <pc:sldMk cId="3621435609" sldId="6177"/>
            <ac:spMk id="70" creationId="{72EB4A90-42F4-45B8-DF4E-14C31670EBB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Shape 15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7" name="Shape 15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Simplon BP Regular"/>
      </a:defRPr>
    </a:lvl1pPr>
    <a:lvl2pPr indent="228600" latinLnBrk="0">
      <a:defRPr sz="1400">
        <a:latin typeface="+mj-lt"/>
        <a:ea typeface="+mj-ea"/>
        <a:cs typeface="+mj-cs"/>
        <a:sym typeface="Simplon BP Regular"/>
      </a:defRPr>
    </a:lvl2pPr>
    <a:lvl3pPr indent="457200" latinLnBrk="0">
      <a:defRPr sz="1400">
        <a:latin typeface="+mj-lt"/>
        <a:ea typeface="+mj-ea"/>
        <a:cs typeface="+mj-cs"/>
        <a:sym typeface="Simplon BP Regular"/>
      </a:defRPr>
    </a:lvl3pPr>
    <a:lvl4pPr indent="685800" latinLnBrk="0">
      <a:defRPr sz="1400">
        <a:latin typeface="+mj-lt"/>
        <a:ea typeface="+mj-ea"/>
        <a:cs typeface="+mj-cs"/>
        <a:sym typeface="Simplon BP Regular"/>
      </a:defRPr>
    </a:lvl4pPr>
    <a:lvl5pPr indent="914400" latinLnBrk="0">
      <a:defRPr sz="1400">
        <a:latin typeface="+mj-lt"/>
        <a:ea typeface="+mj-ea"/>
        <a:cs typeface="+mj-cs"/>
        <a:sym typeface="Simplon BP Regular"/>
      </a:defRPr>
    </a:lvl5pPr>
    <a:lvl6pPr indent="1143000" latinLnBrk="0">
      <a:defRPr sz="1400">
        <a:latin typeface="+mj-lt"/>
        <a:ea typeface="+mj-ea"/>
        <a:cs typeface="+mj-cs"/>
        <a:sym typeface="Simplon BP Regular"/>
      </a:defRPr>
    </a:lvl6pPr>
    <a:lvl7pPr indent="1371600" latinLnBrk="0">
      <a:defRPr sz="1400">
        <a:latin typeface="+mj-lt"/>
        <a:ea typeface="+mj-ea"/>
        <a:cs typeface="+mj-cs"/>
        <a:sym typeface="Simplon BP Regular"/>
      </a:defRPr>
    </a:lvl7pPr>
    <a:lvl8pPr indent="1600200" latinLnBrk="0">
      <a:defRPr sz="1400">
        <a:latin typeface="+mj-lt"/>
        <a:ea typeface="+mj-ea"/>
        <a:cs typeface="+mj-cs"/>
        <a:sym typeface="Simplon BP Regular"/>
      </a:defRPr>
    </a:lvl8pPr>
    <a:lvl9pPr indent="1828800" latinLnBrk="0">
      <a:defRPr sz="1400">
        <a:latin typeface="+mj-lt"/>
        <a:ea typeface="+mj-ea"/>
        <a:cs typeface="+mj-cs"/>
        <a:sym typeface="Simplon BP Regular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9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10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21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6" Type="http://schemas.openxmlformats.org/officeDocument/2006/relationships/chart" Target="../charts/chart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8.xml"/><Relationship Id="rId4" Type="http://schemas.openxmlformats.org/officeDocument/2006/relationships/image" Target="../media/image36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0.xml"/><Relationship Id="rId4" Type="http://schemas.openxmlformats.org/officeDocument/2006/relationships/image" Target="../media/image36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2.xml"/><Relationship Id="rId4" Type="http://schemas.openxmlformats.org/officeDocument/2006/relationships/image" Target="../media/image3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42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5187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317799701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841538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2784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588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4759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2223578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6915954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2375183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0258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4179681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440019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9890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7922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23657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81955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25431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8439699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7174800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5151281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11745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9504267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9470272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C Slide Design Pack">
    <p:bg>
      <p:bgPr>
        <a:gradFill>
          <a:gsLst>
            <a:gs pos="83000">
              <a:srgbClr val="5F0095">
                <a:lumMod val="96000"/>
              </a:srgbClr>
            </a:gs>
            <a:gs pos="0">
              <a:srgbClr val="A100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B587283-E1FF-438D-A5CF-0D7D6050D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B587283-E1FF-438D-A5CF-0D7D6050D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TS_WH">
            <a:extLst>
              <a:ext uri="{FF2B5EF4-FFF2-40B4-BE49-F238E27FC236}">
                <a16:creationId xmlns:a16="http://schemas.microsoft.com/office/drawing/2014/main" id="{76967BF2-12F7-6C29-73BD-6C5AF545D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60FC6-2F8E-CC17-CEEE-B3F93E0A483C}"/>
              </a:ext>
            </a:extLst>
          </p:cNvPr>
          <p:cNvSpPr txBox="1">
            <a:spLocks/>
          </p:cNvSpPr>
          <p:nvPr userDrawn="1"/>
        </p:nvSpPr>
        <p:spPr>
          <a:xfrm>
            <a:off x="11484746" y="6488731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F2B3995-C948-CA19-F75E-9E60859EAB1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940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2024 Accenture.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All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rights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reserved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72909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C Slide Design Pack">
    <p:bg>
      <p:bgPr>
        <a:gradFill>
          <a:gsLst>
            <a:gs pos="83000">
              <a:srgbClr val="5F0095">
                <a:lumMod val="96000"/>
              </a:srgbClr>
            </a:gs>
            <a:gs pos="0">
              <a:srgbClr val="A100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B587283-E1FF-438D-A5CF-0D7D6050D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585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B587283-E1FF-438D-A5CF-0D7D6050D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TS_WH">
            <a:extLst>
              <a:ext uri="{FF2B5EF4-FFF2-40B4-BE49-F238E27FC236}">
                <a16:creationId xmlns:a16="http://schemas.microsoft.com/office/drawing/2014/main" id="{76967BF2-12F7-6C29-73BD-6C5AF545D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60FC6-2F8E-CC17-CEEE-B3F93E0A483C}"/>
              </a:ext>
            </a:extLst>
          </p:cNvPr>
          <p:cNvSpPr txBox="1">
            <a:spLocks/>
          </p:cNvSpPr>
          <p:nvPr userDrawn="1"/>
        </p:nvSpPr>
        <p:spPr>
          <a:xfrm>
            <a:off x="11484746" y="6488731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F2B3995-C948-CA19-F75E-9E60859EAB1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940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2024 Accenture.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All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rights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reserved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6749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C Slide Design Pack">
    <p:bg>
      <p:bgPr>
        <a:gradFill>
          <a:gsLst>
            <a:gs pos="83000">
              <a:srgbClr val="5F0095">
                <a:lumMod val="96000"/>
              </a:srgbClr>
            </a:gs>
            <a:gs pos="0">
              <a:srgbClr val="A100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B587283-E1FF-438D-A5CF-0D7D6050D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585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B587283-E1FF-438D-A5CF-0D7D6050D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TS_WH">
            <a:extLst>
              <a:ext uri="{FF2B5EF4-FFF2-40B4-BE49-F238E27FC236}">
                <a16:creationId xmlns:a16="http://schemas.microsoft.com/office/drawing/2014/main" id="{76967BF2-12F7-6C29-73BD-6C5AF545D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60FC6-2F8E-CC17-CEEE-B3F93E0A483C}"/>
              </a:ext>
            </a:extLst>
          </p:cNvPr>
          <p:cNvSpPr txBox="1">
            <a:spLocks/>
          </p:cNvSpPr>
          <p:nvPr userDrawn="1"/>
        </p:nvSpPr>
        <p:spPr>
          <a:xfrm>
            <a:off x="11484746" y="6488731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F2B3995-C948-CA19-F75E-9E60859EAB1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940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2024 Accenture.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All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rights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reserved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457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ags" Target="../tags/tag1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oleObject" Target="../embeddings/oleObject14.bin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6.bin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8.bin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30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21" imgH="423" progId="TCLayout.ActiveDocument.1">
                  <p:embed/>
                </p:oleObj>
              </mc:Choice>
              <mc:Fallback>
                <p:oleObj name="think-cell Slide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69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918" r:id="rId3"/>
    <p:sldLayoutId id="2147483790" r:id="rId4"/>
    <p:sldLayoutId id="2147483755" r:id="rId5"/>
    <p:sldLayoutId id="2147483791" r:id="rId6"/>
    <p:sldLayoutId id="2147483799" r:id="rId7"/>
    <p:sldLayoutId id="2147483793" r:id="rId8"/>
    <p:sldLayoutId id="2147483794" r:id="rId9"/>
    <p:sldLayoutId id="2147483795" r:id="rId10"/>
    <p:sldLayoutId id="2147483796" r:id="rId11"/>
    <p:sldLayoutId id="2147483797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21" imgH="423" progId="TCLayout.ActiveDocument.1">
                  <p:embed/>
                </p:oleObj>
              </mc:Choice>
              <mc:Fallback>
                <p:oleObj name="think-cell Slide" r:id="rId14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425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591742D-FD40-40E6-B089-F614B36C75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591742D-FD40-40E6-B089-F614B36C75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level</a:t>
            </a:r>
          </a:p>
        </p:txBody>
      </p:sp>
      <p:sp>
        <p:nvSpPr>
          <p:cNvPr id="4" name="GTS_Purple" descr="Accenture Greater Than symbol in purple">
            <a:extLst>
              <a:ext uri="{FF2B5EF4-FFF2-40B4-BE49-F238E27FC236}">
                <a16:creationId xmlns:a16="http://schemas.microsoft.com/office/drawing/2014/main" id="{11962AC2-DF19-3001-81C6-63BD4BBAF2D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18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591742D-FD40-40E6-B089-F614B36C75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343555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591742D-FD40-40E6-B089-F614B36C75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level</a:t>
            </a:r>
          </a:p>
        </p:txBody>
      </p:sp>
      <p:sp>
        <p:nvSpPr>
          <p:cNvPr id="4" name="GTS_Purple" descr="Accenture Greater Than symbol in purple">
            <a:extLst>
              <a:ext uri="{FF2B5EF4-FFF2-40B4-BE49-F238E27FC236}">
                <a16:creationId xmlns:a16="http://schemas.microsoft.com/office/drawing/2014/main" id="{11962AC2-DF19-3001-81C6-63BD4BBAF2D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25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591742D-FD40-40E6-B089-F614B36C75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343555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591742D-FD40-40E6-B089-F614B36C75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level</a:t>
            </a:r>
          </a:p>
        </p:txBody>
      </p:sp>
      <p:sp>
        <p:nvSpPr>
          <p:cNvPr id="4" name="GTS_Purple" descr="Accenture Greater Than symbol in purple">
            <a:extLst>
              <a:ext uri="{FF2B5EF4-FFF2-40B4-BE49-F238E27FC236}">
                <a16:creationId xmlns:a16="http://schemas.microsoft.com/office/drawing/2014/main" id="{11962AC2-DF19-3001-81C6-63BD4BBAF2D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6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BC3722-D5FB-9CAB-7BCA-0734B198945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</a:t>
            </a:fld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9C5760-5966-0465-85C4-A867BBBBD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>
                <a:solidFill>
                  <a:schemeClr val="accent6"/>
                </a:solidFill>
              </a:rPr>
              <a:t>Dinâmica de trabalho - atual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174F95F-1D80-031E-CF39-4727F6CCD31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180584" y="76429"/>
            <a:ext cx="1117294" cy="266244"/>
            <a:chOff x="10312706" y="228600"/>
            <a:chExt cx="1117294" cy="26624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2D26D3-9914-93C6-CBE3-BBAF9F902F4F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algn="ctr"/>
              <a:r>
                <a:rPr lang="pt-BR" sz="1200" b="1">
                  <a:solidFill>
                    <a:srgbClr val="000000"/>
                  </a:solidFill>
                  <a:latin typeface="+mj-lt"/>
                </a:rPr>
                <a:t>PRELIMINAR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22F5AC0-FCF3-92E5-8515-9235F03C96C4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28600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1B647BE-CDD4-1ED7-D712-4600F758AD23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F1003EE-111E-09AF-1744-C458C416207E}"/>
              </a:ext>
            </a:extLst>
          </p:cNvPr>
          <p:cNvGraphicFramePr>
            <a:graphicFrameLocks noGrp="1"/>
          </p:cNvGraphicFramePr>
          <p:nvPr/>
        </p:nvGraphicFramePr>
        <p:xfrm>
          <a:off x="872563" y="1069787"/>
          <a:ext cx="10585775" cy="53365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7155">
                  <a:extLst>
                    <a:ext uri="{9D8B030D-6E8A-4147-A177-3AD203B41FA5}">
                      <a16:colId xmlns:a16="http://schemas.microsoft.com/office/drawing/2014/main" val="2086532782"/>
                    </a:ext>
                  </a:extLst>
                </a:gridCol>
                <a:gridCol w="2117155">
                  <a:extLst>
                    <a:ext uri="{9D8B030D-6E8A-4147-A177-3AD203B41FA5}">
                      <a16:colId xmlns:a16="http://schemas.microsoft.com/office/drawing/2014/main" val="1818356863"/>
                    </a:ext>
                  </a:extLst>
                </a:gridCol>
                <a:gridCol w="2117155">
                  <a:extLst>
                    <a:ext uri="{9D8B030D-6E8A-4147-A177-3AD203B41FA5}">
                      <a16:colId xmlns:a16="http://schemas.microsoft.com/office/drawing/2014/main" val="2464661773"/>
                    </a:ext>
                  </a:extLst>
                </a:gridCol>
                <a:gridCol w="2117155">
                  <a:extLst>
                    <a:ext uri="{9D8B030D-6E8A-4147-A177-3AD203B41FA5}">
                      <a16:colId xmlns:a16="http://schemas.microsoft.com/office/drawing/2014/main" val="3773719440"/>
                    </a:ext>
                  </a:extLst>
                </a:gridCol>
                <a:gridCol w="2117155">
                  <a:extLst>
                    <a:ext uri="{9D8B030D-6E8A-4147-A177-3AD203B41FA5}">
                      <a16:colId xmlns:a16="http://schemas.microsoft.com/office/drawing/2014/main" val="3659112057"/>
                    </a:ext>
                  </a:extLst>
                </a:gridCol>
              </a:tblGrid>
              <a:tr h="36851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SEG</a:t>
                      </a: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TER</a:t>
                      </a: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QUA</a:t>
                      </a: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QUI</a:t>
                      </a: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SEX</a:t>
                      </a: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82185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999621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 kern="1200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 kern="1200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496528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 i="0" u="none" strike="noStrike" kern="1200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 i="0" u="none" strike="noStrike" kern="1200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782847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9407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346231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463052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/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651037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/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47933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133733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352529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26640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9778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9F01199-B418-D590-2D82-A91F10F97FAD}"/>
              </a:ext>
            </a:extLst>
          </p:cNvPr>
          <p:cNvSpPr txBox="1"/>
          <p:nvPr/>
        </p:nvSpPr>
        <p:spPr>
          <a:xfrm>
            <a:off x="699140" y="6413458"/>
            <a:ext cx="830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solidFill>
                  <a:schemeClr val="accent6"/>
                </a:solidFill>
                <a:cs typeface="Arial" panose="020B0604020202020204" pitchFamily="34" charset="0"/>
              </a:rPr>
              <a:t>Agendas semanais poderão ser revistas ao longo do projeto. Devem ser agendadas reuniões Ad Hoc de trabalho/</a:t>
            </a:r>
            <a:r>
              <a:rPr lang="pt-BR" sz="1200" err="1">
                <a:solidFill>
                  <a:schemeClr val="accent6"/>
                </a:solidFill>
                <a:cs typeface="Arial" panose="020B0604020202020204" pitchFamily="34" charset="0"/>
              </a:rPr>
              <a:t>daily</a:t>
            </a:r>
            <a:r>
              <a:rPr lang="pt-BR" sz="1200">
                <a:solidFill>
                  <a:schemeClr val="accent6"/>
                </a:solidFill>
                <a:cs typeface="Arial" panose="020B0604020202020204" pitchFamily="34" charset="0"/>
              </a:rPr>
              <a:t>, além das mapeadas.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52DF1A-6151-4F06-FE10-B3CA6AFDAD77}"/>
              </a:ext>
            </a:extLst>
          </p:cNvPr>
          <p:cNvSpPr/>
          <p:nvPr/>
        </p:nvSpPr>
        <p:spPr>
          <a:xfrm>
            <a:off x="158799" y="1354872"/>
            <a:ext cx="329705" cy="2520000"/>
          </a:xfrm>
          <a:prstGeom prst="rect">
            <a:avLst/>
          </a:prstGeom>
          <a:solidFill>
            <a:srgbClr val="00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MANHÃ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4D9E71-936E-D273-7811-2C4A638A399B}"/>
              </a:ext>
            </a:extLst>
          </p:cNvPr>
          <p:cNvSpPr/>
          <p:nvPr/>
        </p:nvSpPr>
        <p:spPr>
          <a:xfrm>
            <a:off x="158799" y="3952750"/>
            <a:ext cx="329705" cy="2414450"/>
          </a:xfrm>
          <a:prstGeom prst="rect">
            <a:avLst/>
          </a:prstGeom>
          <a:solidFill>
            <a:srgbClr val="00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TARDE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66AE26-C24A-21A0-069F-04F90F1FCBDF}"/>
              </a:ext>
            </a:extLst>
          </p:cNvPr>
          <p:cNvSpPr/>
          <p:nvPr/>
        </p:nvSpPr>
        <p:spPr>
          <a:xfrm>
            <a:off x="7317647" y="2478505"/>
            <a:ext cx="1908000" cy="609853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ALL STREAMS</a:t>
            </a:r>
            <a:br>
              <a:rPr lang="pt-BR" b="1">
                <a:solidFill>
                  <a:schemeClr val="accent6"/>
                </a:solidFill>
                <a:latin typeface="+mj-lt"/>
              </a:rPr>
            </a:br>
            <a:r>
              <a:rPr lang="pt-BR" b="1">
                <a:solidFill>
                  <a:schemeClr val="accent6"/>
                </a:solidFill>
                <a:latin typeface="+mj-lt"/>
              </a:rPr>
              <a:t>(</a:t>
            </a:r>
            <a:r>
              <a:rPr lang="pt-BR" b="1" err="1">
                <a:solidFill>
                  <a:schemeClr val="accent6"/>
                </a:solidFill>
                <a:latin typeface="+mj-lt"/>
              </a:rPr>
              <a:t>all</a:t>
            </a:r>
            <a:r>
              <a:rPr lang="pt-BR" b="1">
                <a:solidFill>
                  <a:schemeClr val="accent6"/>
                </a:solidFill>
                <a:latin typeface="+mj-lt"/>
              </a:rPr>
              <a:t> </a:t>
            </a:r>
            <a:r>
              <a:rPr lang="pt-BR" b="1" err="1">
                <a:solidFill>
                  <a:schemeClr val="accent6"/>
                </a:solidFill>
                <a:latin typeface="+mj-lt"/>
              </a:rPr>
              <a:t>hands</a:t>
            </a:r>
            <a:r>
              <a:rPr lang="pt-BR" b="1">
                <a:solidFill>
                  <a:schemeClr val="accent6"/>
                </a:solidFill>
                <a:latin typeface="+mj-lt"/>
              </a:rPr>
              <a:t> meeting)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ADF060-645B-D7E2-130D-0A97AE5811A3}"/>
              </a:ext>
            </a:extLst>
          </p:cNvPr>
          <p:cNvSpPr/>
          <p:nvPr/>
        </p:nvSpPr>
        <p:spPr>
          <a:xfrm>
            <a:off x="991428" y="5645536"/>
            <a:ext cx="1908000" cy="360000"/>
          </a:xfrm>
          <a:prstGeom prst="rect">
            <a:avLst/>
          </a:prstGeom>
          <a:solidFill>
            <a:srgbClr val="FF912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SteerCo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0C0DEF-4D90-2FD0-5BB6-1AF87A037FF2}"/>
              </a:ext>
            </a:extLst>
          </p:cNvPr>
          <p:cNvSpPr/>
          <p:nvPr/>
        </p:nvSpPr>
        <p:spPr>
          <a:xfrm>
            <a:off x="5201176" y="2728358"/>
            <a:ext cx="1908000" cy="360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Sync MOS Áreas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C22FE1-5191-77F5-E797-8A9E8A4EC118}"/>
              </a:ext>
            </a:extLst>
          </p:cNvPr>
          <p:cNvSpPr/>
          <p:nvPr/>
        </p:nvSpPr>
        <p:spPr>
          <a:xfrm>
            <a:off x="3095050" y="3117202"/>
            <a:ext cx="1908000" cy="3600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SteerCo Oi + Comprador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AB27D0-BAAA-49CF-F1A6-7013064E8D6E}"/>
              </a:ext>
            </a:extLst>
          </p:cNvPr>
          <p:cNvSpPr/>
          <p:nvPr/>
        </p:nvSpPr>
        <p:spPr>
          <a:xfrm>
            <a:off x="991428" y="2473316"/>
            <a:ext cx="1908000" cy="193825"/>
          </a:xfrm>
          <a:prstGeom prst="rect">
            <a:avLst/>
          </a:prstGeom>
          <a:solidFill>
            <a:srgbClr val="92D050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RH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9B6BBF-703C-A691-23DC-65332EE0CFEB}"/>
              </a:ext>
            </a:extLst>
          </p:cNvPr>
          <p:cNvSpPr/>
          <p:nvPr/>
        </p:nvSpPr>
        <p:spPr>
          <a:xfrm>
            <a:off x="991428" y="2728358"/>
            <a:ext cx="1908000" cy="360000"/>
          </a:xfrm>
          <a:prstGeom prst="rect">
            <a:avLst/>
          </a:prstGeom>
          <a:solidFill>
            <a:srgbClr val="92D050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Regulatório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B70322-D959-8DEA-5485-DC1D6F9E1A8F}"/>
              </a:ext>
            </a:extLst>
          </p:cNvPr>
          <p:cNvSpPr/>
          <p:nvPr/>
        </p:nvSpPr>
        <p:spPr>
          <a:xfrm>
            <a:off x="991428" y="3953128"/>
            <a:ext cx="1908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err="1">
                <a:solidFill>
                  <a:schemeClr val="accent6"/>
                </a:solidFill>
                <a:latin typeface="+mj-lt"/>
              </a:rPr>
              <a:t>Prep</a:t>
            </a:r>
            <a:r>
              <a:rPr lang="pt-BR" b="1">
                <a:solidFill>
                  <a:schemeClr val="accent6"/>
                </a:solidFill>
                <a:latin typeface="+mj-lt"/>
              </a:rPr>
              <a:t> </a:t>
            </a:r>
            <a:r>
              <a:rPr lang="pt-BR" b="1" err="1">
                <a:solidFill>
                  <a:schemeClr val="accent6"/>
                </a:solidFill>
                <a:latin typeface="+mj-lt"/>
              </a:rPr>
              <a:t>SteerCo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8B79E4-B864-BFF4-7CA7-DEFE2A61D332}"/>
              </a:ext>
            </a:extLst>
          </p:cNvPr>
          <p:cNvSpPr/>
          <p:nvPr/>
        </p:nvSpPr>
        <p:spPr>
          <a:xfrm>
            <a:off x="5201176" y="2307142"/>
            <a:ext cx="1908000" cy="360000"/>
          </a:xfrm>
          <a:prstGeom prst="rect">
            <a:avLst/>
          </a:prstGeom>
          <a:solidFill>
            <a:srgbClr val="92D050"/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Processos Negócios (iniciar em 22/</a:t>
            </a:r>
            <a:r>
              <a:rPr lang="pt-BR" b="1" err="1">
                <a:solidFill>
                  <a:schemeClr val="accent6"/>
                </a:solidFill>
                <a:latin typeface="+mj-lt"/>
              </a:rPr>
              <a:t>jul</a:t>
            </a:r>
            <a:r>
              <a:rPr lang="pt-BR" b="1">
                <a:solidFill>
                  <a:schemeClr val="accent6"/>
                </a:solidFill>
                <a:latin typeface="+mj-lt"/>
              </a:rPr>
              <a:t>)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0A6AB8-03B1-94E0-4997-8A71EF35E636}"/>
              </a:ext>
            </a:extLst>
          </p:cNvPr>
          <p:cNvSpPr/>
          <p:nvPr/>
        </p:nvSpPr>
        <p:spPr>
          <a:xfrm>
            <a:off x="7317647" y="3953128"/>
            <a:ext cx="1908000" cy="360000"/>
          </a:xfrm>
          <a:prstGeom prst="rect">
            <a:avLst/>
          </a:prstGeom>
          <a:solidFill>
            <a:srgbClr val="92D050"/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Processos de Suporte</a:t>
            </a:r>
          </a:p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(iniciar em 22/</a:t>
            </a:r>
            <a:r>
              <a:rPr lang="pt-BR" b="1" err="1">
                <a:solidFill>
                  <a:schemeClr val="accent6"/>
                </a:solidFill>
                <a:latin typeface="+mj-lt"/>
              </a:rPr>
              <a:t>jul</a:t>
            </a:r>
            <a:r>
              <a:rPr lang="pt-BR" b="1">
                <a:solidFill>
                  <a:schemeClr val="accent6"/>
                </a:solidFill>
                <a:latin typeface="+mj-lt"/>
              </a:rPr>
              <a:t>)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147B32-1F0E-EFAE-18F9-A091C414162D}"/>
              </a:ext>
            </a:extLst>
          </p:cNvPr>
          <p:cNvSpPr/>
          <p:nvPr/>
        </p:nvSpPr>
        <p:spPr>
          <a:xfrm>
            <a:off x="5201176" y="4363452"/>
            <a:ext cx="1908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Clientes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BF4CB0-BE72-A5E3-20E0-C71624CE1634}"/>
              </a:ext>
            </a:extLst>
          </p:cNvPr>
          <p:cNvSpPr/>
          <p:nvPr/>
        </p:nvSpPr>
        <p:spPr>
          <a:xfrm>
            <a:off x="5201176" y="5788213"/>
            <a:ext cx="1908000" cy="217323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TI (Diretores)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B5BECB-D7FF-CB2D-6D29-46A8FCDD647E}"/>
              </a:ext>
            </a:extLst>
          </p:cNvPr>
          <p:cNvSpPr/>
          <p:nvPr/>
        </p:nvSpPr>
        <p:spPr>
          <a:xfrm>
            <a:off x="5203455" y="5192915"/>
            <a:ext cx="1908000" cy="360000"/>
          </a:xfrm>
          <a:prstGeom prst="rect">
            <a:avLst/>
          </a:prstGeom>
          <a:solidFill>
            <a:srgbClr val="92D050"/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TSA (iniciar em </a:t>
            </a:r>
            <a:r>
              <a:rPr lang="pt-BR" b="1" err="1">
                <a:solidFill>
                  <a:schemeClr val="accent6"/>
                </a:solidFill>
                <a:latin typeface="+mj-lt"/>
              </a:rPr>
              <a:t>ago</a:t>
            </a:r>
            <a:r>
              <a:rPr lang="pt-BR" b="1">
                <a:solidFill>
                  <a:schemeClr val="accent6"/>
                </a:solidFill>
                <a:latin typeface="+mj-lt"/>
              </a:rPr>
              <a:t>)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62801B-AD2A-F683-E9AD-7ECD61686596}"/>
              </a:ext>
            </a:extLst>
          </p:cNvPr>
          <p:cNvSpPr/>
          <p:nvPr/>
        </p:nvSpPr>
        <p:spPr>
          <a:xfrm>
            <a:off x="7317647" y="5239713"/>
            <a:ext cx="1908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Contratos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FC66D6-03FB-404F-C571-88840449DDF2}"/>
              </a:ext>
            </a:extLst>
          </p:cNvPr>
          <p:cNvSpPr txBox="1"/>
          <p:nvPr/>
        </p:nvSpPr>
        <p:spPr>
          <a:xfrm>
            <a:off x="488504" y="1556798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8h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71BF11-45D6-E3A3-F101-66C8CF34DE47}"/>
              </a:ext>
            </a:extLst>
          </p:cNvPr>
          <p:cNvSpPr txBox="1"/>
          <p:nvPr/>
        </p:nvSpPr>
        <p:spPr>
          <a:xfrm>
            <a:off x="488504" y="1966432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9h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24BBA8-19CA-033B-465F-FF76AEA71431}"/>
              </a:ext>
            </a:extLst>
          </p:cNvPr>
          <p:cNvSpPr txBox="1"/>
          <p:nvPr/>
        </p:nvSpPr>
        <p:spPr>
          <a:xfrm>
            <a:off x="488504" y="2376066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10h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C421C6-A24D-EFCA-204D-CFE45D260FD7}"/>
              </a:ext>
            </a:extLst>
          </p:cNvPr>
          <p:cNvSpPr txBox="1"/>
          <p:nvPr/>
        </p:nvSpPr>
        <p:spPr>
          <a:xfrm>
            <a:off x="488504" y="2785700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11h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53EDCA-F213-1139-51F7-25657FE54395}"/>
              </a:ext>
            </a:extLst>
          </p:cNvPr>
          <p:cNvSpPr txBox="1"/>
          <p:nvPr/>
        </p:nvSpPr>
        <p:spPr>
          <a:xfrm>
            <a:off x="488504" y="3195334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12h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14F8AE-7E63-6B5D-77B1-A2E63E121D01}"/>
              </a:ext>
            </a:extLst>
          </p:cNvPr>
          <p:cNvSpPr txBox="1"/>
          <p:nvPr/>
        </p:nvSpPr>
        <p:spPr>
          <a:xfrm>
            <a:off x="488504" y="3604968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13h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5CDA6F-AC61-5D2C-E883-7EF65007398F}"/>
              </a:ext>
            </a:extLst>
          </p:cNvPr>
          <p:cNvSpPr txBox="1"/>
          <p:nvPr/>
        </p:nvSpPr>
        <p:spPr>
          <a:xfrm>
            <a:off x="488504" y="4014602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14h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1D8AC0-D737-FDC4-8983-886716F28E96}"/>
              </a:ext>
            </a:extLst>
          </p:cNvPr>
          <p:cNvSpPr txBox="1"/>
          <p:nvPr/>
        </p:nvSpPr>
        <p:spPr>
          <a:xfrm>
            <a:off x="488504" y="4424236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15h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40B508-13EA-38A4-6941-CB302FD98024}"/>
              </a:ext>
            </a:extLst>
          </p:cNvPr>
          <p:cNvSpPr txBox="1"/>
          <p:nvPr/>
        </p:nvSpPr>
        <p:spPr>
          <a:xfrm>
            <a:off x="488504" y="4833870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16h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8E5B51-4EE7-120E-65F8-7B487EEA384E}"/>
              </a:ext>
            </a:extLst>
          </p:cNvPr>
          <p:cNvSpPr txBox="1"/>
          <p:nvPr/>
        </p:nvSpPr>
        <p:spPr>
          <a:xfrm>
            <a:off x="488504" y="5243504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17h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A9A099-3F92-A59E-811A-60C236BBBFFE}"/>
              </a:ext>
            </a:extLst>
          </p:cNvPr>
          <p:cNvSpPr txBox="1"/>
          <p:nvPr/>
        </p:nvSpPr>
        <p:spPr>
          <a:xfrm>
            <a:off x="488504" y="5653138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18h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62D59F-965D-C661-B247-16BD196F41C1}"/>
              </a:ext>
            </a:extLst>
          </p:cNvPr>
          <p:cNvSpPr txBox="1"/>
          <p:nvPr/>
        </p:nvSpPr>
        <p:spPr>
          <a:xfrm>
            <a:off x="488504" y="6062767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19h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FA203DD-5B3A-2426-4AC2-DBDBF6B7393D}"/>
              </a:ext>
            </a:extLst>
          </p:cNvPr>
          <p:cNvSpPr/>
          <p:nvPr/>
        </p:nvSpPr>
        <p:spPr>
          <a:xfrm>
            <a:off x="4985475" y="726510"/>
            <a:ext cx="216001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8A3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14B6CF-E4BA-AA78-74C7-D3155FFEDF57}"/>
              </a:ext>
            </a:extLst>
          </p:cNvPr>
          <p:cNvSpPr/>
          <p:nvPr/>
        </p:nvSpPr>
        <p:spPr>
          <a:xfrm>
            <a:off x="6198420" y="726510"/>
            <a:ext cx="216001" cy="216000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8A3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A9F3D8-D6B0-649B-3519-A7E6A93BC2F7}"/>
              </a:ext>
            </a:extLst>
          </p:cNvPr>
          <p:cNvSpPr txBox="1"/>
          <p:nvPr/>
        </p:nvSpPr>
        <p:spPr>
          <a:xfrm>
            <a:off x="6378602" y="605858"/>
            <a:ext cx="1368107" cy="4573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WS STATUS</a:t>
            </a:r>
            <a:b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</a:b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PMO + WS Lead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2C7207-D253-087A-40A2-5CF68F5E7627}"/>
              </a:ext>
            </a:extLst>
          </p:cNvPr>
          <p:cNvSpPr txBox="1"/>
          <p:nvPr/>
        </p:nvSpPr>
        <p:spPr>
          <a:xfrm>
            <a:off x="5223652" y="605858"/>
            <a:ext cx="909268" cy="4573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9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Oi + Comprador</a:t>
            </a: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ECBE103-C1DC-A9DC-6642-8BC935E34F8E}"/>
              </a:ext>
            </a:extLst>
          </p:cNvPr>
          <p:cNvSpPr/>
          <p:nvPr/>
        </p:nvSpPr>
        <p:spPr>
          <a:xfrm>
            <a:off x="7525055" y="726510"/>
            <a:ext cx="216001" cy="216000"/>
          </a:xfrm>
          <a:prstGeom prst="ellipse">
            <a:avLst/>
          </a:prstGeom>
          <a:solidFill>
            <a:srgbClr val="FF912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8A3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8FA83E-B0DF-C2D2-9F8F-47FAF849A4CB}"/>
              </a:ext>
            </a:extLst>
          </p:cNvPr>
          <p:cNvSpPr txBox="1"/>
          <p:nvPr/>
        </p:nvSpPr>
        <p:spPr>
          <a:xfrm>
            <a:off x="7705237" y="702808"/>
            <a:ext cx="893519" cy="2634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SteerCo</a:t>
            </a: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E464818-72D1-815B-C386-C743DAC2FE68}"/>
              </a:ext>
            </a:extLst>
          </p:cNvPr>
          <p:cNvSpPr/>
          <p:nvPr/>
        </p:nvSpPr>
        <p:spPr>
          <a:xfrm>
            <a:off x="8440749" y="726510"/>
            <a:ext cx="216001" cy="216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8A3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E8D4A7-8B07-F2E3-8EA4-F7C77DEADD17}"/>
              </a:ext>
            </a:extLst>
          </p:cNvPr>
          <p:cNvSpPr txBox="1"/>
          <p:nvPr/>
        </p:nvSpPr>
        <p:spPr>
          <a:xfrm>
            <a:off x="8620931" y="702808"/>
            <a:ext cx="893519" cy="2634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PMO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8D49B0-9F68-0ACD-AAEA-D50BC51222F0}"/>
              </a:ext>
            </a:extLst>
          </p:cNvPr>
          <p:cNvSpPr txBox="1"/>
          <p:nvPr/>
        </p:nvSpPr>
        <p:spPr>
          <a:xfrm>
            <a:off x="10776187" y="702807"/>
            <a:ext cx="1092445" cy="2634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Novas reuniões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28227F-93BF-FEDF-BB63-1B032949C399}"/>
              </a:ext>
            </a:extLst>
          </p:cNvPr>
          <p:cNvSpPr/>
          <p:nvPr/>
        </p:nvSpPr>
        <p:spPr>
          <a:xfrm>
            <a:off x="10420432" y="714966"/>
            <a:ext cx="379506" cy="2275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394147C-0F84-97F5-3C67-75605DA66D9C}"/>
              </a:ext>
            </a:extLst>
          </p:cNvPr>
          <p:cNvSpPr/>
          <p:nvPr/>
        </p:nvSpPr>
        <p:spPr>
          <a:xfrm>
            <a:off x="3095050" y="4363452"/>
            <a:ext cx="1908000" cy="360000"/>
          </a:xfrm>
          <a:prstGeom prst="rect">
            <a:avLst/>
          </a:prstGeom>
          <a:solidFill>
            <a:srgbClr val="92D050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TI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33FE25D-E922-F030-62A3-C901805EBBE8}"/>
              </a:ext>
            </a:extLst>
          </p:cNvPr>
          <p:cNvSpPr/>
          <p:nvPr/>
        </p:nvSpPr>
        <p:spPr>
          <a:xfrm>
            <a:off x="991428" y="4803133"/>
            <a:ext cx="900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MOS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D4F34FB-421A-1DCC-9321-F3AE8E9D67FA}"/>
              </a:ext>
            </a:extLst>
          </p:cNvPr>
          <p:cNvSpPr/>
          <p:nvPr/>
        </p:nvSpPr>
        <p:spPr>
          <a:xfrm>
            <a:off x="1927428" y="4985472"/>
            <a:ext cx="972000" cy="17766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Societário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A0327B4-286A-4DAE-66DF-08228AEEF329}"/>
              </a:ext>
            </a:extLst>
          </p:cNvPr>
          <p:cNvSpPr/>
          <p:nvPr/>
        </p:nvSpPr>
        <p:spPr>
          <a:xfrm>
            <a:off x="7317647" y="4803133"/>
            <a:ext cx="1908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Societário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C092C65-63F8-5DA3-74AE-5DA39D416F68}"/>
              </a:ext>
            </a:extLst>
          </p:cNvPr>
          <p:cNvSpPr/>
          <p:nvPr/>
        </p:nvSpPr>
        <p:spPr>
          <a:xfrm>
            <a:off x="3095050" y="4803133"/>
            <a:ext cx="1908000" cy="177660"/>
          </a:xfrm>
          <a:prstGeom prst="rect">
            <a:avLst/>
          </a:prstGeom>
          <a:solidFill>
            <a:schemeClr val="accent2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bg1"/>
                </a:solidFill>
                <a:latin typeface="+mj-lt"/>
              </a:rPr>
              <a:t>M&amp;A</a:t>
            </a:r>
            <a:endParaRPr lang="en-BR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FEB22F7-9257-EAE9-BBD1-41E8A39880EC}"/>
              </a:ext>
            </a:extLst>
          </p:cNvPr>
          <p:cNvSpPr/>
          <p:nvPr/>
        </p:nvSpPr>
        <p:spPr>
          <a:xfrm>
            <a:off x="9434010" y="1919220"/>
            <a:ext cx="1908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PMO RAID/PLANO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FE312EF-82D7-B3A7-8CB6-9DA1C158E0C9}"/>
              </a:ext>
            </a:extLst>
          </p:cNvPr>
          <p:cNvSpPr/>
          <p:nvPr/>
        </p:nvSpPr>
        <p:spPr>
          <a:xfrm>
            <a:off x="9434010" y="3953128"/>
            <a:ext cx="1908000" cy="360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Financeiro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5D3905F-3579-A735-7A5A-A0D603273A91}"/>
              </a:ext>
            </a:extLst>
          </p:cNvPr>
          <p:cNvSpPr/>
          <p:nvPr/>
        </p:nvSpPr>
        <p:spPr>
          <a:xfrm>
            <a:off x="5201176" y="4803133"/>
            <a:ext cx="900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Ativos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044E191-CFB7-D748-B67A-4D80186C5E09}"/>
              </a:ext>
            </a:extLst>
          </p:cNvPr>
          <p:cNvSpPr/>
          <p:nvPr/>
        </p:nvSpPr>
        <p:spPr>
          <a:xfrm>
            <a:off x="6137176" y="4985472"/>
            <a:ext cx="972000" cy="17766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Societário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A28439B-9F15-6B80-060E-E918F2F1A1A3}"/>
              </a:ext>
            </a:extLst>
          </p:cNvPr>
          <p:cNvSpPr/>
          <p:nvPr/>
        </p:nvSpPr>
        <p:spPr>
          <a:xfrm>
            <a:off x="9207902" y="726510"/>
            <a:ext cx="216001" cy="21600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8A3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CBF4737-1843-AC7A-A6CA-4F67DA334364}"/>
              </a:ext>
            </a:extLst>
          </p:cNvPr>
          <p:cNvSpPr txBox="1"/>
          <p:nvPr/>
        </p:nvSpPr>
        <p:spPr>
          <a:xfrm>
            <a:off x="9388084" y="605858"/>
            <a:ext cx="893519" cy="4573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Alinhamento entre áreas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1F74AA0-F1D1-AE3B-F3D4-69330AD03572}"/>
              </a:ext>
            </a:extLst>
          </p:cNvPr>
          <p:cNvSpPr/>
          <p:nvPr/>
        </p:nvSpPr>
        <p:spPr>
          <a:xfrm>
            <a:off x="9434010" y="4803133"/>
            <a:ext cx="936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Societário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719E798-08DE-E8B7-A320-36F77C686414}"/>
              </a:ext>
            </a:extLst>
          </p:cNvPr>
          <p:cNvSpPr/>
          <p:nvPr/>
        </p:nvSpPr>
        <p:spPr>
          <a:xfrm>
            <a:off x="10420432" y="5008873"/>
            <a:ext cx="936000" cy="360000"/>
          </a:xfrm>
          <a:prstGeom prst="rect">
            <a:avLst/>
          </a:prstGeom>
          <a:solidFill>
            <a:srgbClr val="A6A6A6"/>
          </a:solidFill>
          <a:ln w="285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Redes e Operação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FE4DFB-1A36-0E65-C347-2294BC02950C}"/>
              </a:ext>
            </a:extLst>
          </p:cNvPr>
          <p:cNvSpPr/>
          <p:nvPr/>
        </p:nvSpPr>
        <p:spPr>
          <a:xfrm>
            <a:off x="10420432" y="4596665"/>
            <a:ext cx="936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Redes e Operação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7767056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BC3722-D5FB-9CAB-7BCA-0734B198945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</a:t>
            </a:fld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9C5760-5966-0465-85C4-A867BBBBD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>
                <a:solidFill>
                  <a:schemeClr val="accent6"/>
                </a:solidFill>
              </a:rPr>
              <a:t>Dinâmica de trabalho – Após 17/07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174F95F-1D80-031E-CF39-4727F6CCD31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180584" y="76429"/>
            <a:ext cx="1117294" cy="266244"/>
            <a:chOff x="10312706" y="228600"/>
            <a:chExt cx="1117294" cy="26624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2D26D3-9914-93C6-CBE3-BBAF9F902F4F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algn="ctr"/>
              <a:r>
                <a:rPr lang="pt-BR" sz="1200" b="1">
                  <a:solidFill>
                    <a:srgbClr val="000000"/>
                  </a:solidFill>
                  <a:latin typeface="+mj-lt"/>
                </a:rPr>
                <a:t>PRELIMINAR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22F5AC0-FCF3-92E5-8515-9235F03C96C4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28600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1B647BE-CDD4-1ED7-D712-4600F758AD23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F1003EE-111E-09AF-1744-C458C416207E}"/>
              </a:ext>
            </a:extLst>
          </p:cNvPr>
          <p:cNvGraphicFramePr>
            <a:graphicFrameLocks noGrp="1"/>
          </p:cNvGraphicFramePr>
          <p:nvPr/>
        </p:nvGraphicFramePr>
        <p:xfrm>
          <a:off x="872563" y="1069787"/>
          <a:ext cx="10585775" cy="53365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7155">
                  <a:extLst>
                    <a:ext uri="{9D8B030D-6E8A-4147-A177-3AD203B41FA5}">
                      <a16:colId xmlns:a16="http://schemas.microsoft.com/office/drawing/2014/main" val="2086532782"/>
                    </a:ext>
                  </a:extLst>
                </a:gridCol>
                <a:gridCol w="2117155">
                  <a:extLst>
                    <a:ext uri="{9D8B030D-6E8A-4147-A177-3AD203B41FA5}">
                      <a16:colId xmlns:a16="http://schemas.microsoft.com/office/drawing/2014/main" val="1818356863"/>
                    </a:ext>
                  </a:extLst>
                </a:gridCol>
                <a:gridCol w="2117155">
                  <a:extLst>
                    <a:ext uri="{9D8B030D-6E8A-4147-A177-3AD203B41FA5}">
                      <a16:colId xmlns:a16="http://schemas.microsoft.com/office/drawing/2014/main" val="2464661773"/>
                    </a:ext>
                  </a:extLst>
                </a:gridCol>
                <a:gridCol w="2117155">
                  <a:extLst>
                    <a:ext uri="{9D8B030D-6E8A-4147-A177-3AD203B41FA5}">
                      <a16:colId xmlns:a16="http://schemas.microsoft.com/office/drawing/2014/main" val="3773719440"/>
                    </a:ext>
                  </a:extLst>
                </a:gridCol>
                <a:gridCol w="2117155">
                  <a:extLst>
                    <a:ext uri="{9D8B030D-6E8A-4147-A177-3AD203B41FA5}">
                      <a16:colId xmlns:a16="http://schemas.microsoft.com/office/drawing/2014/main" val="3659112057"/>
                    </a:ext>
                  </a:extLst>
                </a:gridCol>
              </a:tblGrid>
              <a:tr h="36851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SEG</a:t>
                      </a: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TER</a:t>
                      </a: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QUA</a:t>
                      </a: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QUI</a:t>
                      </a: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SEX</a:t>
                      </a: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82185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999621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 kern="1200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 kern="1200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496528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 i="0" u="none" strike="noStrike" kern="1200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 i="0" u="none" strike="noStrike" kern="1200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782847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9407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346231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463052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/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651037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/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47933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133733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352529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26640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9778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9F01199-B418-D590-2D82-A91F10F97FAD}"/>
              </a:ext>
            </a:extLst>
          </p:cNvPr>
          <p:cNvSpPr txBox="1"/>
          <p:nvPr/>
        </p:nvSpPr>
        <p:spPr>
          <a:xfrm>
            <a:off x="699140" y="6413458"/>
            <a:ext cx="830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solidFill>
                  <a:schemeClr val="accent6"/>
                </a:solidFill>
                <a:cs typeface="Arial" panose="020B0604020202020204" pitchFamily="34" charset="0"/>
              </a:rPr>
              <a:t>Agendas semanais poderão ser revistas ao longo do projeto. Devem ser agendadas reuniões Ad Hoc de trabalho/</a:t>
            </a:r>
            <a:r>
              <a:rPr lang="pt-BR" sz="1200" err="1">
                <a:solidFill>
                  <a:schemeClr val="accent6"/>
                </a:solidFill>
                <a:cs typeface="Arial" panose="020B0604020202020204" pitchFamily="34" charset="0"/>
              </a:rPr>
              <a:t>daily</a:t>
            </a:r>
            <a:r>
              <a:rPr lang="pt-BR" sz="1200">
                <a:solidFill>
                  <a:schemeClr val="accent6"/>
                </a:solidFill>
                <a:cs typeface="Arial" panose="020B0604020202020204" pitchFamily="34" charset="0"/>
              </a:rPr>
              <a:t>, além das mapeadas.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52DF1A-6151-4F06-FE10-B3CA6AFDAD77}"/>
              </a:ext>
            </a:extLst>
          </p:cNvPr>
          <p:cNvSpPr/>
          <p:nvPr/>
        </p:nvSpPr>
        <p:spPr>
          <a:xfrm>
            <a:off x="158799" y="1354872"/>
            <a:ext cx="329705" cy="2520000"/>
          </a:xfrm>
          <a:prstGeom prst="rect">
            <a:avLst/>
          </a:prstGeom>
          <a:solidFill>
            <a:srgbClr val="00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MANHÃ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4D9E71-936E-D273-7811-2C4A638A399B}"/>
              </a:ext>
            </a:extLst>
          </p:cNvPr>
          <p:cNvSpPr/>
          <p:nvPr/>
        </p:nvSpPr>
        <p:spPr>
          <a:xfrm>
            <a:off x="158799" y="3952750"/>
            <a:ext cx="329705" cy="2414450"/>
          </a:xfrm>
          <a:prstGeom prst="rect">
            <a:avLst/>
          </a:prstGeom>
          <a:solidFill>
            <a:srgbClr val="00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TARDE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66AE26-C24A-21A0-069F-04F90F1FCBDF}"/>
              </a:ext>
            </a:extLst>
          </p:cNvPr>
          <p:cNvSpPr/>
          <p:nvPr/>
        </p:nvSpPr>
        <p:spPr>
          <a:xfrm>
            <a:off x="7317647" y="2478505"/>
            <a:ext cx="1908000" cy="609853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ALL STREAMS</a:t>
            </a:r>
            <a:br>
              <a:rPr lang="pt-BR" b="1">
                <a:solidFill>
                  <a:schemeClr val="accent6"/>
                </a:solidFill>
                <a:latin typeface="+mj-lt"/>
              </a:rPr>
            </a:br>
            <a:r>
              <a:rPr lang="pt-BR" b="1">
                <a:solidFill>
                  <a:schemeClr val="accent6"/>
                </a:solidFill>
                <a:latin typeface="+mj-lt"/>
              </a:rPr>
              <a:t>(</a:t>
            </a:r>
            <a:r>
              <a:rPr lang="pt-BR" b="1" err="1">
                <a:solidFill>
                  <a:schemeClr val="accent6"/>
                </a:solidFill>
                <a:latin typeface="+mj-lt"/>
              </a:rPr>
              <a:t>all</a:t>
            </a:r>
            <a:r>
              <a:rPr lang="pt-BR" b="1">
                <a:solidFill>
                  <a:schemeClr val="accent6"/>
                </a:solidFill>
                <a:latin typeface="+mj-lt"/>
              </a:rPr>
              <a:t> </a:t>
            </a:r>
            <a:r>
              <a:rPr lang="pt-BR" b="1" err="1">
                <a:solidFill>
                  <a:schemeClr val="accent6"/>
                </a:solidFill>
                <a:latin typeface="+mj-lt"/>
              </a:rPr>
              <a:t>hands</a:t>
            </a:r>
            <a:r>
              <a:rPr lang="pt-BR" b="1">
                <a:solidFill>
                  <a:schemeClr val="accent6"/>
                </a:solidFill>
                <a:latin typeface="+mj-lt"/>
              </a:rPr>
              <a:t> meeting)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ADF060-645B-D7E2-130D-0A97AE5811A3}"/>
              </a:ext>
            </a:extLst>
          </p:cNvPr>
          <p:cNvSpPr/>
          <p:nvPr/>
        </p:nvSpPr>
        <p:spPr>
          <a:xfrm>
            <a:off x="991428" y="5645536"/>
            <a:ext cx="1908000" cy="360000"/>
          </a:xfrm>
          <a:prstGeom prst="rect">
            <a:avLst/>
          </a:prstGeom>
          <a:solidFill>
            <a:srgbClr val="FF912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SteerCo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0C0DEF-4D90-2FD0-5BB6-1AF87A037FF2}"/>
              </a:ext>
            </a:extLst>
          </p:cNvPr>
          <p:cNvSpPr/>
          <p:nvPr/>
        </p:nvSpPr>
        <p:spPr>
          <a:xfrm>
            <a:off x="5201176" y="2728358"/>
            <a:ext cx="1908000" cy="360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Sync MOS Áreas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C22FE1-5191-77F5-E797-8A9E8A4EC118}"/>
              </a:ext>
            </a:extLst>
          </p:cNvPr>
          <p:cNvSpPr/>
          <p:nvPr/>
        </p:nvSpPr>
        <p:spPr>
          <a:xfrm>
            <a:off x="3095050" y="3117202"/>
            <a:ext cx="1908000" cy="3600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SteerCo Oi + Comprador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AB27D0-BAAA-49CF-F1A6-7013064E8D6E}"/>
              </a:ext>
            </a:extLst>
          </p:cNvPr>
          <p:cNvSpPr/>
          <p:nvPr/>
        </p:nvSpPr>
        <p:spPr>
          <a:xfrm>
            <a:off x="991428" y="2473316"/>
            <a:ext cx="1908000" cy="193825"/>
          </a:xfrm>
          <a:prstGeom prst="rect">
            <a:avLst/>
          </a:prstGeom>
          <a:solidFill>
            <a:srgbClr val="92D050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RH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9B6BBF-703C-A691-23DC-65332EE0CFEB}"/>
              </a:ext>
            </a:extLst>
          </p:cNvPr>
          <p:cNvSpPr/>
          <p:nvPr/>
        </p:nvSpPr>
        <p:spPr>
          <a:xfrm>
            <a:off x="991428" y="2728358"/>
            <a:ext cx="1908000" cy="360000"/>
          </a:xfrm>
          <a:prstGeom prst="rect">
            <a:avLst/>
          </a:prstGeom>
          <a:solidFill>
            <a:srgbClr val="92D050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Regulatório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B70322-D959-8DEA-5485-DC1D6F9E1A8F}"/>
              </a:ext>
            </a:extLst>
          </p:cNvPr>
          <p:cNvSpPr/>
          <p:nvPr/>
        </p:nvSpPr>
        <p:spPr>
          <a:xfrm>
            <a:off x="991428" y="3953128"/>
            <a:ext cx="1908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err="1">
                <a:solidFill>
                  <a:schemeClr val="accent6"/>
                </a:solidFill>
                <a:latin typeface="+mj-lt"/>
              </a:rPr>
              <a:t>Prep</a:t>
            </a:r>
            <a:r>
              <a:rPr lang="pt-BR" b="1">
                <a:solidFill>
                  <a:schemeClr val="accent6"/>
                </a:solidFill>
                <a:latin typeface="+mj-lt"/>
              </a:rPr>
              <a:t> </a:t>
            </a:r>
            <a:r>
              <a:rPr lang="pt-BR" b="1" err="1">
                <a:solidFill>
                  <a:schemeClr val="accent6"/>
                </a:solidFill>
                <a:latin typeface="+mj-lt"/>
              </a:rPr>
              <a:t>SteerCo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8B79E4-B864-BFF4-7CA7-DEFE2A61D332}"/>
              </a:ext>
            </a:extLst>
          </p:cNvPr>
          <p:cNvSpPr/>
          <p:nvPr/>
        </p:nvSpPr>
        <p:spPr>
          <a:xfrm>
            <a:off x="5201176" y="1907092"/>
            <a:ext cx="1908000" cy="360000"/>
          </a:xfrm>
          <a:prstGeom prst="rect">
            <a:avLst/>
          </a:prstGeom>
          <a:solidFill>
            <a:srgbClr val="92D050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Processos Negócios (iniciar em 22/</a:t>
            </a:r>
            <a:r>
              <a:rPr lang="pt-BR" b="1" dirty="0" err="1">
                <a:solidFill>
                  <a:schemeClr val="accent6"/>
                </a:solidFill>
                <a:latin typeface="+mj-lt"/>
              </a:rPr>
              <a:t>jul</a:t>
            </a:r>
            <a:r>
              <a:rPr lang="pt-BR" b="1" dirty="0">
                <a:solidFill>
                  <a:schemeClr val="accent6"/>
                </a:solidFill>
                <a:latin typeface="+mj-lt"/>
              </a:rPr>
              <a:t>)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0A6AB8-03B1-94E0-4997-8A71EF35E636}"/>
              </a:ext>
            </a:extLst>
          </p:cNvPr>
          <p:cNvSpPr/>
          <p:nvPr/>
        </p:nvSpPr>
        <p:spPr>
          <a:xfrm>
            <a:off x="7317647" y="3953128"/>
            <a:ext cx="1908000" cy="360000"/>
          </a:xfrm>
          <a:prstGeom prst="rect">
            <a:avLst/>
          </a:prstGeom>
          <a:solidFill>
            <a:srgbClr val="92D050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Processos de Suporte</a:t>
            </a:r>
          </a:p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(iniciar em 22/</a:t>
            </a:r>
            <a:r>
              <a:rPr lang="pt-BR" b="1" err="1">
                <a:solidFill>
                  <a:schemeClr val="accent6"/>
                </a:solidFill>
                <a:latin typeface="+mj-lt"/>
              </a:rPr>
              <a:t>jul</a:t>
            </a:r>
            <a:r>
              <a:rPr lang="pt-BR" b="1">
                <a:solidFill>
                  <a:schemeClr val="accent6"/>
                </a:solidFill>
                <a:latin typeface="+mj-lt"/>
              </a:rPr>
              <a:t>)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147B32-1F0E-EFAE-18F9-A091C414162D}"/>
              </a:ext>
            </a:extLst>
          </p:cNvPr>
          <p:cNvSpPr/>
          <p:nvPr/>
        </p:nvSpPr>
        <p:spPr>
          <a:xfrm>
            <a:off x="5201176" y="4363452"/>
            <a:ext cx="1908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Clientes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BF4CB0-BE72-A5E3-20E0-C71624CE1634}"/>
              </a:ext>
            </a:extLst>
          </p:cNvPr>
          <p:cNvSpPr/>
          <p:nvPr/>
        </p:nvSpPr>
        <p:spPr>
          <a:xfrm>
            <a:off x="5201176" y="5788213"/>
            <a:ext cx="1908000" cy="217323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TI (Diretores)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B5BECB-D7FF-CB2D-6D29-46A8FCDD647E}"/>
              </a:ext>
            </a:extLst>
          </p:cNvPr>
          <p:cNvSpPr/>
          <p:nvPr/>
        </p:nvSpPr>
        <p:spPr>
          <a:xfrm>
            <a:off x="5226315" y="5187608"/>
            <a:ext cx="1908000" cy="360000"/>
          </a:xfrm>
          <a:prstGeom prst="rect">
            <a:avLst/>
          </a:prstGeom>
          <a:solidFill>
            <a:srgbClr val="92D050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TSA (iniciar em </a:t>
            </a:r>
            <a:r>
              <a:rPr lang="pt-BR" b="1" dirty="0" err="1">
                <a:solidFill>
                  <a:schemeClr val="accent6"/>
                </a:solidFill>
                <a:latin typeface="+mj-lt"/>
              </a:rPr>
              <a:t>ago</a:t>
            </a:r>
            <a:r>
              <a:rPr lang="pt-BR" b="1" dirty="0">
                <a:solidFill>
                  <a:schemeClr val="accent6"/>
                </a:solidFill>
                <a:latin typeface="+mj-lt"/>
              </a:rPr>
              <a:t>)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62801B-AD2A-F683-E9AD-7ECD61686596}"/>
              </a:ext>
            </a:extLst>
          </p:cNvPr>
          <p:cNvSpPr/>
          <p:nvPr/>
        </p:nvSpPr>
        <p:spPr>
          <a:xfrm>
            <a:off x="7317647" y="5239713"/>
            <a:ext cx="1908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Contratos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FC66D6-03FB-404F-C571-88840449DDF2}"/>
              </a:ext>
            </a:extLst>
          </p:cNvPr>
          <p:cNvSpPr txBox="1"/>
          <p:nvPr/>
        </p:nvSpPr>
        <p:spPr>
          <a:xfrm>
            <a:off x="488504" y="1556798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8h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71BF11-45D6-E3A3-F101-66C8CF34DE47}"/>
              </a:ext>
            </a:extLst>
          </p:cNvPr>
          <p:cNvSpPr txBox="1"/>
          <p:nvPr/>
        </p:nvSpPr>
        <p:spPr>
          <a:xfrm>
            <a:off x="488504" y="1966432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9h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24BBA8-19CA-033B-465F-FF76AEA71431}"/>
              </a:ext>
            </a:extLst>
          </p:cNvPr>
          <p:cNvSpPr txBox="1"/>
          <p:nvPr/>
        </p:nvSpPr>
        <p:spPr>
          <a:xfrm>
            <a:off x="488504" y="2376066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10h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C421C6-A24D-EFCA-204D-CFE45D260FD7}"/>
              </a:ext>
            </a:extLst>
          </p:cNvPr>
          <p:cNvSpPr txBox="1"/>
          <p:nvPr/>
        </p:nvSpPr>
        <p:spPr>
          <a:xfrm>
            <a:off x="488504" y="2785700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11h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53EDCA-F213-1139-51F7-25657FE54395}"/>
              </a:ext>
            </a:extLst>
          </p:cNvPr>
          <p:cNvSpPr txBox="1"/>
          <p:nvPr/>
        </p:nvSpPr>
        <p:spPr>
          <a:xfrm>
            <a:off x="488504" y="3195334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12h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14F8AE-7E63-6B5D-77B1-A2E63E121D01}"/>
              </a:ext>
            </a:extLst>
          </p:cNvPr>
          <p:cNvSpPr txBox="1"/>
          <p:nvPr/>
        </p:nvSpPr>
        <p:spPr>
          <a:xfrm>
            <a:off x="488504" y="3604968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13h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5CDA6F-AC61-5D2C-E883-7EF65007398F}"/>
              </a:ext>
            </a:extLst>
          </p:cNvPr>
          <p:cNvSpPr txBox="1"/>
          <p:nvPr/>
        </p:nvSpPr>
        <p:spPr>
          <a:xfrm>
            <a:off x="488504" y="4014602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14h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1D8AC0-D737-FDC4-8983-886716F28E96}"/>
              </a:ext>
            </a:extLst>
          </p:cNvPr>
          <p:cNvSpPr txBox="1"/>
          <p:nvPr/>
        </p:nvSpPr>
        <p:spPr>
          <a:xfrm>
            <a:off x="488504" y="4424236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15h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40B508-13EA-38A4-6941-CB302FD98024}"/>
              </a:ext>
            </a:extLst>
          </p:cNvPr>
          <p:cNvSpPr txBox="1"/>
          <p:nvPr/>
        </p:nvSpPr>
        <p:spPr>
          <a:xfrm>
            <a:off x="488504" y="4833870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16h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8E5B51-4EE7-120E-65F8-7B487EEA384E}"/>
              </a:ext>
            </a:extLst>
          </p:cNvPr>
          <p:cNvSpPr txBox="1"/>
          <p:nvPr/>
        </p:nvSpPr>
        <p:spPr>
          <a:xfrm>
            <a:off x="488504" y="5243504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17h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A9A099-3F92-A59E-811A-60C236BBBFFE}"/>
              </a:ext>
            </a:extLst>
          </p:cNvPr>
          <p:cNvSpPr txBox="1"/>
          <p:nvPr/>
        </p:nvSpPr>
        <p:spPr>
          <a:xfrm>
            <a:off x="488504" y="5653138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18h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62D59F-965D-C661-B247-16BD196F41C1}"/>
              </a:ext>
            </a:extLst>
          </p:cNvPr>
          <p:cNvSpPr txBox="1"/>
          <p:nvPr/>
        </p:nvSpPr>
        <p:spPr>
          <a:xfrm>
            <a:off x="488504" y="6062767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19h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FA203DD-5B3A-2426-4AC2-DBDBF6B7393D}"/>
              </a:ext>
            </a:extLst>
          </p:cNvPr>
          <p:cNvSpPr/>
          <p:nvPr/>
        </p:nvSpPr>
        <p:spPr>
          <a:xfrm>
            <a:off x="4985475" y="726510"/>
            <a:ext cx="216001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8A3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14B6CF-E4BA-AA78-74C7-D3155FFEDF57}"/>
              </a:ext>
            </a:extLst>
          </p:cNvPr>
          <p:cNvSpPr/>
          <p:nvPr/>
        </p:nvSpPr>
        <p:spPr>
          <a:xfrm>
            <a:off x="6198420" y="726510"/>
            <a:ext cx="216001" cy="216000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8A3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A9F3D8-D6B0-649B-3519-A7E6A93BC2F7}"/>
              </a:ext>
            </a:extLst>
          </p:cNvPr>
          <p:cNvSpPr txBox="1"/>
          <p:nvPr/>
        </p:nvSpPr>
        <p:spPr>
          <a:xfrm>
            <a:off x="6378602" y="605858"/>
            <a:ext cx="1368107" cy="4573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WS STATUS</a:t>
            </a:r>
            <a:b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</a:b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PMO + WS Lead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2C7207-D253-087A-40A2-5CF68F5E7627}"/>
              </a:ext>
            </a:extLst>
          </p:cNvPr>
          <p:cNvSpPr txBox="1"/>
          <p:nvPr/>
        </p:nvSpPr>
        <p:spPr>
          <a:xfrm>
            <a:off x="5223652" y="605858"/>
            <a:ext cx="909268" cy="4573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9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Oi + Comprador</a:t>
            </a: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ECBE103-C1DC-A9DC-6642-8BC935E34F8E}"/>
              </a:ext>
            </a:extLst>
          </p:cNvPr>
          <p:cNvSpPr/>
          <p:nvPr/>
        </p:nvSpPr>
        <p:spPr>
          <a:xfrm>
            <a:off x="7525055" y="726510"/>
            <a:ext cx="216001" cy="216000"/>
          </a:xfrm>
          <a:prstGeom prst="ellipse">
            <a:avLst/>
          </a:prstGeom>
          <a:solidFill>
            <a:srgbClr val="FF912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8A3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8FA83E-B0DF-C2D2-9F8F-47FAF849A4CB}"/>
              </a:ext>
            </a:extLst>
          </p:cNvPr>
          <p:cNvSpPr txBox="1"/>
          <p:nvPr/>
        </p:nvSpPr>
        <p:spPr>
          <a:xfrm>
            <a:off x="7705237" y="702808"/>
            <a:ext cx="893519" cy="2634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SteerCo</a:t>
            </a: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E464818-72D1-815B-C386-C743DAC2FE68}"/>
              </a:ext>
            </a:extLst>
          </p:cNvPr>
          <p:cNvSpPr/>
          <p:nvPr/>
        </p:nvSpPr>
        <p:spPr>
          <a:xfrm>
            <a:off x="8440749" y="726510"/>
            <a:ext cx="216001" cy="216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8A3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E8D4A7-8B07-F2E3-8EA4-F7C77DEADD17}"/>
              </a:ext>
            </a:extLst>
          </p:cNvPr>
          <p:cNvSpPr txBox="1"/>
          <p:nvPr/>
        </p:nvSpPr>
        <p:spPr>
          <a:xfrm>
            <a:off x="8620931" y="702808"/>
            <a:ext cx="893519" cy="2634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PMO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8D49B0-9F68-0ACD-AAEA-D50BC51222F0}"/>
              </a:ext>
            </a:extLst>
          </p:cNvPr>
          <p:cNvSpPr txBox="1"/>
          <p:nvPr/>
        </p:nvSpPr>
        <p:spPr>
          <a:xfrm>
            <a:off x="10776187" y="702807"/>
            <a:ext cx="1092445" cy="2634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Novas reuniões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28227F-93BF-FEDF-BB63-1B032949C399}"/>
              </a:ext>
            </a:extLst>
          </p:cNvPr>
          <p:cNvSpPr/>
          <p:nvPr/>
        </p:nvSpPr>
        <p:spPr>
          <a:xfrm>
            <a:off x="10420432" y="714966"/>
            <a:ext cx="379506" cy="2275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394147C-0F84-97F5-3C67-75605DA66D9C}"/>
              </a:ext>
            </a:extLst>
          </p:cNvPr>
          <p:cNvSpPr/>
          <p:nvPr/>
        </p:nvSpPr>
        <p:spPr>
          <a:xfrm>
            <a:off x="3095050" y="4363452"/>
            <a:ext cx="1908000" cy="360000"/>
          </a:xfrm>
          <a:prstGeom prst="rect">
            <a:avLst/>
          </a:prstGeom>
          <a:solidFill>
            <a:srgbClr val="92D050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TI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33FE25D-E922-F030-62A3-C901805EBBE8}"/>
              </a:ext>
            </a:extLst>
          </p:cNvPr>
          <p:cNvSpPr/>
          <p:nvPr/>
        </p:nvSpPr>
        <p:spPr>
          <a:xfrm>
            <a:off x="991428" y="4803133"/>
            <a:ext cx="900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MOS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D4F34FB-421A-1DCC-9321-F3AE8E9D67FA}"/>
              </a:ext>
            </a:extLst>
          </p:cNvPr>
          <p:cNvSpPr/>
          <p:nvPr/>
        </p:nvSpPr>
        <p:spPr>
          <a:xfrm>
            <a:off x="1927428" y="4985472"/>
            <a:ext cx="972000" cy="17766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Societário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A0327B4-286A-4DAE-66DF-08228AEEF329}"/>
              </a:ext>
            </a:extLst>
          </p:cNvPr>
          <p:cNvSpPr/>
          <p:nvPr/>
        </p:nvSpPr>
        <p:spPr>
          <a:xfrm>
            <a:off x="7317647" y="4803133"/>
            <a:ext cx="1908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Societário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C092C65-63F8-5DA3-74AE-5DA39D416F68}"/>
              </a:ext>
            </a:extLst>
          </p:cNvPr>
          <p:cNvSpPr/>
          <p:nvPr/>
        </p:nvSpPr>
        <p:spPr>
          <a:xfrm>
            <a:off x="3095050" y="4803133"/>
            <a:ext cx="1908000" cy="177660"/>
          </a:xfrm>
          <a:prstGeom prst="rect">
            <a:avLst/>
          </a:prstGeom>
          <a:solidFill>
            <a:schemeClr val="accent2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bg1"/>
                </a:solidFill>
                <a:latin typeface="+mj-lt"/>
              </a:rPr>
              <a:t>M&amp;A</a:t>
            </a:r>
            <a:endParaRPr lang="en-BR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FEB22F7-9257-EAE9-BBD1-41E8A39880EC}"/>
              </a:ext>
            </a:extLst>
          </p:cNvPr>
          <p:cNvSpPr/>
          <p:nvPr/>
        </p:nvSpPr>
        <p:spPr>
          <a:xfrm>
            <a:off x="9434010" y="1919220"/>
            <a:ext cx="1908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PMO RAID/PLANO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FE312EF-82D7-B3A7-8CB6-9DA1C158E0C9}"/>
              </a:ext>
            </a:extLst>
          </p:cNvPr>
          <p:cNvSpPr/>
          <p:nvPr/>
        </p:nvSpPr>
        <p:spPr>
          <a:xfrm>
            <a:off x="9434010" y="3953128"/>
            <a:ext cx="1908000" cy="360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Financeiro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5D3905F-3579-A735-7A5A-A0D603273A91}"/>
              </a:ext>
            </a:extLst>
          </p:cNvPr>
          <p:cNvSpPr/>
          <p:nvPr/>
        </p:nvSpPr>
        <p:spPr>
          <a:xfrm>
            <a:off x="5201176" y="4803133"/>
            <a:ext cx="900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Ativos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044E191-CFB7-D748-B67A-4D80186C5E09}"/>
              </a:ext>
            </a:extLst>
          </p:cNvPr>
          <p:cNvSpPr/>
          <p:nvPr/>
        </p:nvSpPr>
        <p:spPr>
          <a:xfrm>
            <a:off x="6137176" y="4985472"/>
            <a:ext cx="972000" cy="17766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Societário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A28439B-9F15-6B80-060E-E918F2F1A1A3}"/>
              </a:ext>
            </a:extLst>
          </p:cNvPr>
          <p:cNvSpPr/>
          <p:nvPr/>
        </p:nvSpPr>
        <p:spPr>
          <a:xfrm>
            <a:off x="9207902" y="726510"/>
            <a:ext cx="216001" cy="21600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8A3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CBF4737-1843-AC7A-A6CA-4F67DA334364}"/>
              </a:ext>
            </a:extLst>
          </p:cNvPr>
          <p:cNvSpPr txBox="1"/>
          <p:nvPr/>
        </p:nvSpPr>
        <p:spPr>
          <a:xfrm>
            <a:off x="9388084" y="605858"/>
            <a:ext cx="893519" cy="4573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Alinhamento entre áreas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1F74AA0-F1D1-AE3B-F3D4-69330AD03572}"/>
              </a:ext>
            </a:extLst>
          </p:cNvPr>
          <p:cNvSpPr/>
          <p:nvPr/>
        </p:nvSpPr>
        <p:spPr>
          <a:xfrm>
            <a:off x="9434010" y="4803133"/>
            <a:ext cx="936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Societário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719E798-08DE-E8B7-A320-36F77C686414}"/>
              </a:ext>
            </a:extLst>
          </p:cNvPr>
          <p:cNvSpPr/>
          <p:nvPr/>
        </p:nvSpPr>
        <p:spPr>
          <a:xfrm>
            <a:off x="10420432" y="5020303"/>
            <a:ext cx="936000" cy="360000"/>
          </a:xfrm>
          <a:prstGeom prst="rect">
            <a:avLst/>
          </a:prstGeom>
          <a:solidFill>
            <a:srgbClr val="A6A6A6"/>
          </a:solidFill>
          <a:ln w="285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Redes e Operação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BD8038-8AE7-6888-7BD1-6D56495F3982}"/>
              </a:ext>
            </a:extLst>
          </p:cNvPr>
          <p:cNvSpPr/>
          <p:nvPr/>
        </p:nvSpPr>
        <p:spPr>
          <a:xfrm>
            <a:off x="3084705" y="2307142"/>
            <a:ext cx="1908000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RH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41275C5-A9EA-21A7-6B87-FE7B6C142AF0}"/>
              </a:ext>
            </a:extLst>
          </p:cNvPr>
          <p:cNvSpPr/>
          <p:nvPr/>
        </p:nvSpPr>
        <p:spPr>
          <a:xfrm>
            <a:off x="3084705" y="2714533"/>
            <a:ext cx="1908000" cy="322988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TI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2BC65A5-293B-A931-3085-72D1FC6E87CE}"/>
              </a:ext>
            </a:extLst>
          </p:cNvPr>
          <p:cNvSpPr/>
          <p:nvPr/>
        </p:nvSpPr>
        <p:spPr>
          <a:xfrm>
            <a:off x="9423903" y="2307142"/>
            <a:ext cx="1908000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RH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17CAF6D-1369-F55F-AF9C-D620057A00FB}"/>
              </a:ext>
            </a:extLst>
          </p:cNvPr>
          <p:cNvSpPr/>
          <p:nvPr/>
        </p:nvSpPr>
        <p:spPr>
          <a:xfrm>
            <a:off x="3077475" y="5603138"/>
            <a:ext cx="1908000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Comercial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6102009-DE08-BF08-D3EC-8D8EABBFAF96}"/>
              </a:ext>
            </a:extLst>
          </p:cNvPr>
          <p:cNvSpPr/>
          <p:nvPr/>
        </p:nvSpPr>
        <p:spPr>
          <a:xfrm>
            <a:off x="5201176" y="2307142"/>
            <a:ext cx="1908000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Processos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DE67163-8813-21A3-3A55-34722767DAF8}"/>
              </a:ext>
            </a:extLst>
          </p:cNvPr>
          <p:cNvSpPr/>
          <p:nvPr/>
        </p:nvSpPr>
        <p:spPr>
          <a:xfrm>
            <a:off x="7317647" y="4394743"/>
            <a:ext cx="1908000" cy="322988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TI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8156A47-5592-4949-050B-7E7624F9CA0F}"/>
              </a:ext>
            </a:extLst>
          </p:cNvPr>
          <p:cNvSpPr/>
          <p:nvPr/>
        </p:nvSpPr>
        <p:spPr>
          <a:xfrm>
            <a:off x="991428" y="1884232"/>
            <a:ext cx="1908000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Contratos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3CB9A27-5B12-6DA4-A690-C9B860D3B423}"/>
              </a:ext>
            </a:extLst>
          </p:cNvPr>
          <p:cNvSpPr/>
          <p:nvPr/>
        </p:nvSpPr>
        <p:spPr>
          <a:xfrm>
            <a:off x="10420432" y="4596665"/>
            <a:ext cx="936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Redes e Operação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203F037-AD21-E9B1-A790-9331C1BA8D79}"/>
              </a:ext>
            </a:extLst>
          </p:cNvPr>
          <p:cNvSpPr/>
          <p:nvPr/>
        </p:nvSpPr>
        <p:spPr>
          <a:xfrm>
            <a:off x="3077475" y="5166214"/>
            <a:ext cx="1908000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Redes e Operação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1435609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32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heme/theme1.xml><?xml version="1.0" encoding="utf-8"?>
<a:theme xmlns:a="http://schemas.openxmlformats.org/drawingml/2006/main" name="2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_Titles">
  <a:themeElements>
    <a:clrScheme name="Custom 1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20" id="{B30687BF-BEE9-E142-81AC-7355BEF0A319}" vid="{82941CCF-FFA5-9944-9C1E-B72B254F20BB}"/>
    </a:ext>
  </a:extLst>
</a:theme>
</file>

<file path=ppt/theme/theme4.xml><?xml version="1.0" encoding="utf-8"?>
<a:theme xmlns:a="http://schemas.openxmlformats.org/drawingml/2006/main" name="2_Titles">
  <a:themeElements>
    <a:clrScheme name="Custom 1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20" id="{B30687BF-BEE9-E142-81AC-7355BEF0A319}" vid="{82941CCF-FFA5-9944-9C1E-B72B254F20BB}"/>
    </a:ext>
  </a:extLst>
</a:theme>
</file>

<file path=ppt/theme/theme5.xml><?xml version="1.0" encoding="utf-8"?>
<a:theme xmlns:a="http://schemas.openxmlformats.org/drawingml/2006/main" name="3_Titles">
  <a:themeElements>
    <a:clrScheme name="Custom 1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20" id="{B30687BF-BEE9-E142-81AC-7355BEF0A319}" vid="{82941CCF-FFA5-9944-9C1E-B72B254F20BB}"/>
    </a:ext>
  </a:extLst>
</a:theme>
</file>

<file path=ppt/theme/theme6.xml><?xml version="1.0" encoding="utf-8"?>
<a:theme xmlns:a="http://schemas.openxmlformats.org/drawingml/2006/main" name="1_Tema do Office">
  <a:themeElements>
    <a:clrScheme name="1_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d436c9-717c-46a7-b69e-155cb9fbc821">
      <Terms xmlns="http://schemas.microsoft.com/office/infopath/2007/PartnerControls"/>
    </lcf76f155ced4ddcb4097134ff3c332f>
    <TaxCatchAll xmlns="29987bf6-598b-4bea-b1ba-059a62b4ab7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A1EC493E367844BCC7657148E6863F" ma:contentTypeVersion="14" ma:contentTypeDescription="Create a new document." ma:contentTypeScope="" ma:versionID="862c82ef35b1f0e0616c38a54b4c54c4">
  <xsd:schema xmlns:xsd="http://www.w3.org/2001/XMLSchema" xmlns:xs="http://www.w3.org/2001/XMLSchema" xmlns:p="http://schemas.microsoft.com/office/2006/metadata/properties" xmlns:ns2="46d436c9-717c-46a7-b69e-155cb9fbc821" xmlns:ns3="29987bf6-598b-4bea-b1ba-059a62b4ab71" targetNamespace="http://schemas.microsoft.com/office/2006/metadata/properties" ma:root="true" ma:fieldsID="0bfd6d74c257e7c4d44f473071d451a5" ns2:_="" ns3:_="">
    <xsd:import namespace="46d436c9-717c-46a7-b69e-155cb9fbc821"/>
    <xsd:import namespace="29987bf6-598b-4bea-b1ba-059a62b4ab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d436c9-717c-46a7-b69e-155cb9fbc8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987bf6-598b-4bea-b1ba-059a62b4ab7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a1b027c-eb8e-469a-bd5e-f3378a596fac}" ma:internalName="TaxCatchAll" ma:showField="CatchAllData" ma:web="29987bf6-598b-4bea-b1ba-059a62b4ab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9A9F47-C9EF-42BE-9858-1516FC3DD2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B9093C-052E-4A0D-9F7E-80AE13FD2621}">
  <ds:schemaRefs>
    <ds:schemaRef ds:uri="29987bf6-598b-4bea-b1ba-059a62b4ab71"/>
    <ds:schemaRef ds:uri="46d436c9-717c-46a7-b69e-155cb9fbc82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93CF264-E17D-49F3-9A44-5423D3F475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d436c9-717c-46a7-b69e-155cb9fbc821"/>
    <ds:schemaRef ds:uri="29987bf6-598b-4bea-b1ba-059a62b4ab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291</Words>
  <Application>Microsoft Macintosh PowerPoint</Application>
  <PresentationFormat>Widescreen</PresentationFormat>
  <Paragraphs>118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6" baseType="lpstr">
      <vt:lpstr>Arial</vt:lpstr>
      <vt:lpstr>Arial Black</vt:lpstr>
      <vt:lpstr>Calibri</vt:lpstr>
      <vt:lpstr>Graphik</vt:lpstr>
      <vt:lpstr>Roboto</vt:lpstr>
      <vt:lpstr>Simplon BP</vt:lpstr>
      <vt:lpstr>Simplon BP Bold</vt:lpstr>
      <vt:lpstr>Simplon BP Regular</vt:lpstr>
      <vt:lpstr>2_Tema do Office</vt:lpstr>
      <vt:lpstr>3_Tema do Office</vt:lpstr>
      <vt:lpstr>1_Titles</vt:lpstr>
      <vt:lpstr>2_Titles</vt:lpstr>
      <vt:lpstr>3_Titles</vt:lpstr>
      <vt:lpstr>think-cell Slide</vt:lpstr>
      <vt:lpstr>Dinâmica de trabalho - atual</vt:lpstr>
      <vt:lpstr>Dinâmica de trabalho – Após 17/07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Raissa De Mello Paes</dc:creator>
  <cp:lastModifiedBy>Alessandro Barbosa</cp:lastModifiedBy>
  <cp:revision>1</cp:revision>
  <dcterms:modified xsi:type="dcterms:W3CDTF">2024-07-17T19:37:18Z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0x010100B2A1EC493E367844BCC7657148E6863F</vt:lpwstr>
  </property>
  <property fmtid="{D5CDD505-2E9C-101B-9397-08002B2CF9AE}" pid="3" name="MediaServiceImageTags">
    <vt:lpwstr/>
  </property>
</Properties>
</file>