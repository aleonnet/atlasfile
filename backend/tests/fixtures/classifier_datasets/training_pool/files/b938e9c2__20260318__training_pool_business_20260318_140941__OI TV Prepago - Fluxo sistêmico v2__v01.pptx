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  <p:sldMasterId id="2147483671" r:id="rId5"/>
    <p:sldMasterId id="2147483677" r:id="rId6"/>
  </p:sldMasterIdLst>
  <p:notesMasterIdLst>
    <p:notesMasterId r:id="rId17"/>
  </p:notesMasterIdLst>
  <p:sldIdLst>
    <p:sldId id="346" r:id="rId7"/>
    <p:sldId id="342" r:id="rId8"/>
    <p:sldId id="349" r:id="rId9"/>
    <p:sldId id="351" r:id="rId10"/>
    <p:sldId id="343" r:id="rId11"/>
    <p:sldId id="352" r:id="rId12"/>
    <p:sldId id="355" r:id="rId13"/>
    <p:sldId id="358" r:id="rId14"/>
    <p:sldId id="357" r:id="rId15"/>
    <p:sldId id="356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0A7E72C-5BDC-4C3E-8245-3499B2DCD565}">
          <p14:sldIdLst>
            <p14:sldId id="346"/>
            <p14:sldId id="342"/>
            <p14:sldId id="349"/>
            <p14:sldId id="351"/>
            <p14:sldId id="343"/>
            <p14:sldId id="352"/>
            <p14:sldId id="355"/>
            <p14:sldId id="358"/>
            <p14:sldId id="357"/>
            <p14:sldId id="3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briela Chiogna" initials="GC" lastIdx="4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FF"/>
    <a:srgbClr val="FFFF99"/>
    <a:srgbClr val="FFEC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B2364-7802-45F6-893B-F4597FCE9A0D}" type="datetimeFigureOut">
              <a:rPr lang="pt-BR" smtClean="0"/>
              <a:t>17/01/2025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82DB5-BF14-4BE3-B712-5D937F9EC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3214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1542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7412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9740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88858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C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44873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A288C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0035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6D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2068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A02B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133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PT" dirty="0" smtClean="0"/>
              <a:t>Índice</a:t>
            </a:r>
            <a:endParaRPr lang="en-US" dirty="0"/>
          </a:p>
        </p:txBody>
      </p:sp>
      <p:sp>
        <p:nvSpPr>
          <p:cNvPr id="10" name="Title 22"/>
          <p:cNvSpPr txBox="1">
            <a:spLocks/>
          </p:cNvSpPr>
          <p:nvPr userDrawn="1"/>
        </p:nvSpPr>
        <p:spPr>
          <a:xfrm>
            <a:off x="6415557" y="366185"/>
            <a:ext cx="5152028" cy="6196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algn="l" defTabSz="457200" rtl="0" eaLnBrk="1" latinLnBrk="0" hangingPunct="1">
              <a:lnSpc>
                <a:spcPts val="6800"/>
              </a:lnSpc>
              <a:spcBef>
                <a:spcPts val="3300"/>
              </a:spcBef>
              <a:buNone/>
              <a:defRPr sz="6600" b="0" i="1" kern="1200" baseline="0">
                <a:solidFill>
                  <a:schemeClr val="tx1"/>
                </a:solidFill>
                <a:latin typeface="Georgia"/>
                <a:ea typeface="+mj-ea"/>
                <a:cs typeface="Georgia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F37FE"/>
                </a:solidFill>
                <a:effectLst/>
                <a:uLnTx/>
                <a:uFillTx/>
                <a:latin typeface="Simplon BP Bold"/>
                <a:ea typeface="+mj-ea"/>
                <a:cs typeface="Simplon BP Bold"/>
              </a:rPr>
              <a:t>SUMÁRIO EXECUTIVO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9F37FE"/>
              </a:solidFill>
              <a:effectLst/>
              <a:uLnTx/>
              <a:uFillTx/>
              <a:latin typeface="Simplon BP Bold"/>
              <a:ea typeface="+mj-ea"/>
              <a:cs typeface="Simplon BP Bold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24418" y="1411817"/>
            <a:ext cx="5183716" cy="4241011"/>
          </a:xfrm>
        </p:spPr>
        <p:txBody>
          <a:bodyPr/>
          <a:lstStyle>
            <a:lvl1pPr marL="0" indent="0">
              <a:buNone/>
              <a:defRPr/>
            </a:lvl1pPr>
            <a:lvl2pPr marL="251876" indent="0">
              <a:buNone/>
              <a:defRPr/>
            </a:lvl2pPr>
            <a:lvl3pPr marL="486821" indent="0">
              <a:buNone/>
              <a:defRPr/>
            </a:lvl3pPr>
            <a:lvl4pPr marL="721765" indent="0">
              <a:buNone/>
              <a:defRPr/>
            </a:lvl4pPr>
            <a:lvl5pPr marL="956709" indent="0">
              <a:buNone/>
              <a:defRPr/>
            </a:lvl5pPr>
          </a:lstStyle>
          <a:p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Lorem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ipsum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dolor sit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amet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,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consectetuer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adipiscing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elit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,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sed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diam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nonummy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nibh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euismod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tincidunt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ut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laoreet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dolore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magna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aliquam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erat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volutpat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.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Ut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wisi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enim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ad minim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veniam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,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quis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nostrud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exerci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tation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ullamcorper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suscipit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lobortis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nisl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ut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aliquip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ex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ea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commodo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consequat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. </a:t>
            </a:r>
            <a:endParaRPr lang="en-US" sz="1867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6415618" y="1411817"/>
            <a:ext cx="5151967" cy="4241011"/>
          </a:xfrm>
        </p:spPr>
        <p:txBody>
          <a:bodyPr/>
          <a:lstStyle>
            <a:lvl1pPr marL="0" indent="0">
              <a:buNone/>
              <a:defRPr sz="2800"/>
            </a:lvl1pPr>
            <a:lvl2pPr marL="251876" indent="0">
              <a:buNone/>
              <a:defRPr sz="2800"/>
            </a:lvl2pPr>
            <a:lvl3pPr marL="486821" indent="0">
              <a:buNone/>
              <a:defRPr sz="2800"/>
            </a:lvl3pPr>
            <a:lvl4pPr marL="721765" indent="0">
              <a:buNone/>
              <a:defRPr sz="2800"/>
            </a:lvl4pPr>
            <a:lvl5pPr marL="956709" indent="0">
              <a:buNone/>
              <a:defRPr sz="2800"/>
            </a:lvl5pPr>
          </a:lstStyle>
          <a:p>
            <a:pPr lvl="0"/>
            <a:r>
              <a:rPr lang="pt-PT" dirty="0" smtClean="0"/>
              <a:t>3. </a:t>
            </a:r>
            <a:r>
              <a:rPr lang="pt-PT" dirty="0" err="1" smtClean="0"/>
              <a:t>Impsum</a:t>
            </a:r>
            <a:r>
              <a:rPr lang="pt-PT" dirty="0" smtClean="0"/>
              <a:t> </a:t>
            </a:r>
            <a:r>
              <a:rPr lang="pt-PT" dirty="0" err="1" smtClean="0"/>
              <a:t>dolor</a:t>
            </a:r>
            <a:r>
              <a:rPr lang="pt-PT" dirty="0" smtClean="0"/>
              <a:t> </a:t>
            </a:r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amet</a:t>
            </a:r>
            <a:endParaRPr lang="pt-PT" dirty="0" smtClean="0"/>
          </a:p>
          <a:p>
            <a:pPr lvl="0"/>
            <a:r>
              <a:rPr lang="pt-PT" dirty="0" smtClean="0"/>
              <a:t>5. </a:t>
            </a:r>
            <a:r>
              <a:rPr lang="pt-PT" dirty="0" err="1" smtClean="0"/>
              <a:t>Dolor</a:t>
            </a:r>
            <a:r>
              <a:rPr lang="pt-PT" dirty="0" smtClean="0"/>
              <a:t> </a:t>
            </a:r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amet</a:t>
            </a:r>
            <a:endParaRPr lang="pt-PT" dirty="0" smtClean="0"/>
          </a:p>
          <a:p>
            <a:pPr lvl="0"/>
            <a:r>
              <a:rPr lang="pt-PT" dirty="0" smtClean="0"/>
              <a:t>10. </a:t>
            </a:r>
            <a:r>
              <a:rPr lang="pt-PT" dirty="0" err="1" smtClean="0"/>
              <a:t>Lorem</a:t>
            </a:r>
            <a:r>
              <a:rPr lang="pt-PT" dirty="0" smtClean="0"/>
              <a:t> </a:t>
            </a:r>
            <a:r>
              <a:rPr lang="pt-PT" dirty="0" err="1" smtClean="0"/>
              <a:t>ipsum</a:t>
            </a:r>
            <a:endParaRPr lang="pt-PT" dirty="0" smtClean="0"/>
          </a:p>
          <a:p>
            <a:pPr lvl="0"/>
            <a:r>
              <a:rPr lang="pt-PT" dirty="0" smtClean="0"/>
              <a:t>15. </a:t>
            </a:r>
            <a:r>
              <a:rPr lang="pt-PT" dirty="0" err="1" smtClean="0"/>
              <a:t>Ipsum</a:t>
            </a:r>
            <a:r>
              <a:rPr lang="pt-PT" dirty="0" smtClean="0"/>
              <a:t> </a:t>
            </a:r>
            <a:r>
              <a:rPr lang="pt-PT" dirty="0" err="1" smtClean="0"/>
              <a:t>dolor</a:t>
            </a:r>
            <a:r>
              <a:rPr lang="pt-PT" dirty="0" smtClean="0"/>
              <a:t> </a:t>
            </a:r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amet</a:t>
            </a:r>
            <a:r>
              <a:rPr lang="pt-PT" dirty="0" smtClean="0"/>
              <a:t>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5"/>
          </p:nvPr>
        </p:nvSpPr>
        <p:spPr>
          <a:xfrm>
            <a:off x="609599" y="6501342"/>
            <a:ext cx="10382943" cy="287996"/>
          </a:xfrm>
          <a:prstGeom prst="rect">
            <a:avLst/>
          </a:prstGeom>
        </p:spPr>
        <p:txBody>
          <a:bodyPr/>
          <a:lstStyle/>
          <a:p>
            <a:pPr defTabSz="609585"/>
            <a:r>
              <a:rPr lang="pt-BR" smtClean="0">
                <a:solidFill>
                  <a:srgbClr val="5F5F5F"/>
                </a:solidFill>
              </a:rPr>
              <a:t>MATERIAL CONFIDENCIAL  |  SLIDE Nº</a:t>
            </a:r>
            <a:endParaRPr lang="pt-BR" dirty="0">
              <a:solidFill>
                <a:srgbClr val="5F5F5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>
          <a:xfrm>
            <a:off x="10992544" y="6501342"/>
            <a:ext cx="589856" cy="287996"/>
          </a:xfrm>
          <a:prstGeom prst="rect">
            <a:avLst/>
          </a:prstGeom>
        </p:spPr>
        <p:txBody>
          <a:bodyPr/>
          <a:lstStyle/>
          <a:p>
            <a:pPr defTabSz="609585"/>
            <a:fld id="{74850952-3374-434C-8FC6-DE28F8CD25B0}" type="slidenum">
              <a:rPr lang="pt-BR" smtClean="0">
                <a:solidFill>
                  <a:srgbClr val="5F5F5F"/>
                </a:solidFill>
              </a:rPr>
              <a:pPr defTabSz="609585"/>
              <a:t>‹nº›</a:t>
            </a:fld>
            <a:endParaRPr lang="pt-BR" dirty="0">
              <a:solidFill>
                <a:srgbClr val="5F5F5F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24416" y="5971662"/>
            <a:ext cx="3647381" cy="480053"/>
          </a:xfrm>
          <a:prstGeom prst="rect">
            <a:avLst/>
          </a:prstGeom>
          <a:noFill/>
        </p:spPr>
        <p:txBody>
          <a:bodyPr wrap="none" lIns="48000" tIns="48000" rIns="48000" bIns="48000" rtlCol="0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F37FE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TOTAL DE SLIDES: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9F37FE"/>
              </a:solidFill>
              <a:effectLst/>
              <a:uLnTx/>
              <a:uFillTx/>
              <a:latin typeface="Simplon BP" charset="0"/>
              <a:ea typeface="Simplon BP" charset="0"/>
              <a:cs typeface="Simplon BP" charset="0"/>
            </a:endParaRP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887491" y="5971662"/>
            <a:ext cx="768349" cy="480053"/>
          </a:xfrm>
          <a:noFill/>
        </p:spPr>
        <p:txBody>
          <a:bodyPr wrap="none" lIns="36000" tIns="36000" rIns="36000" bIns="36000" rtlCol="0" anchor="ctr" anchorCtr="0">
            <a:noAutofit/>
          </a:bodyPr>
          <a:lstStyle>
            <a:lvl1pPr marL="0" indent="0">
              <a:buNone/>
              <a:defRPr lang="en-US" sz="2800" dirty="0">
                <a:solidFill>
                  <a:schemeClr val="accent1"/>
                </a:solidFill>
                <a:latin typeface="Simplon BP" charset="0"/>
                <a:ea typeface="Simplon BP" charset="0"/>
                <a:cs typeface="Simplon BP" charset="0"/>
              </a:defRPr>
            </a:lvl1pPr>
          </a:lstStyle>
          <a:p>
            <a:pPr marL="0" lvl="0">
              <a:lnSpc>
                <a:spcPts val="2400"/>
              </a:lnSpc>
              <a:spcAft>
                <a:spcPts val="0"/>
              </a:spcAft>
            </a:pPr>
            <a:r>
              <a:rPr lang="pt-PT" dirty="0" smtClean="0"/>
              <a:t>##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630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itulo Corpo lat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4418" y="366184"/>
            <a:ext cx="5172380" cy="6136216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ts val="56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pt-PT" dirty="0" smtClean="0"/>
              <a:t>Título </a:t>
            </a:r>
            <a:r>
              <a:rPr lang="pt-PT" dirty="0" err="1" smtClean="0"/>
              <a:t>Lorem</a:t>
            </a:r>
            <a:r>
              <a:rPr lang="pt-PT" dirty="0" smtClean="0"/>
              <a:t> </a:t>
            </a:r>
            <a:r>
              <a:rPr lang="pt-PT" dirty="0" err="1" smtClean="0"/>
              <a:t>ipsum</a:t>
            </a:r>
            <a:r>
              <a:rPr lang="pt-PT" dirty="0" smtClean="0"/>
              <a:t> DOLOR SIT AMET CONSECTETOR LOREM IPSUM INSERIR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6383867" y="366184"/>
            <a:ext cx="5183716" cy="6136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609599" y="6501342"/>
            <a:ext cx="10382943" cy="287996"/>
          </a:xfrm>
          <a:prstGeom prst="rect">
            <a:avLst/>
          </a:prstGeom>
        </p:spPr>
        <p:txBody>
          <a:bodyPr/>
          <a:lstStyle/>
          <a:p>
            <a:pPr defTabSz="609585"/>
            <a:r>
              <a:rPr lang="pt-BR" smtClean="0">
                <a:solidFill>
                  <a:srgbClr val="5F5F5F"/>
                </a:solidFill>
              </a:rPr>
              <a:t>MATERIAL CONFIDENCIAL  |  SLIDE Nº</a:t>
            </a:r>
            <a:endParaRPr lang="pt-BR" dirty="0">
              <a:solidFill>
                <a:srgbClr val="5F5F5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10992544" y="6501342"/>
            <a:ext cx="589856" cy="287996"/>
          </a:xfrm>
          <a:prstGeom prst="rect">
            <a:avLst/>
          </a:prstGeom>
        </p:spPr>
        <p:txBody>
          <a:bodyPr/>
          <a:lstStyle/>
          <a:p>
            <a:pPr defTabSz="609585"/>
            <a:fld id="{74850952-3374-434C-8FC6-DE28F8CD25B0}" type="slidenum">
              <a:rPr lang="pt-BR" smtClean="0">
                <a:solidFill>
                  <a:srgbClr val="5F5F5F"/>
                </a:solidFill>
              </a:rPr>
              <a:pPr defTabSz="609585"/>
              <a:t>‹nº›</a:t>
            </a:fld>
            <a:endParaRPr lang="pt-BR" dirty="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61986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016">
          <p15:clr>
            <a:srgbClr val="FBAE40"/>
          </p15:clr>
        </p15:guide>
        <p15:guide id="2" pos="274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itulo Corpo Lateral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4418" y="366184"/>
            <a:ext cx="5172380" cy="6136216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ts val="56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pt-PT" dirty="0" smtClean="0"/>
              <a:t>Título </a:t>
            </a:r>
            <a:r>
              <a:rPr lang="pt-PT" dirty="0" err="1" smtClean="0"/>
              <a:t>Lorem</a:t>
            </a:r>
            <a:r>
              <a:rPr lang="pt-PT" dirty="0" smtClean="0"/>
              <a:t> </a:t>
            </a:r>
            <a:r>
              <a:rPr lang="pt-PT" dirty="0" err="1" smtClean="0"/>
              <a:t>ipsum</a:t>
            </a:r>
            <a:r>
              <a:rPr lang="pt-PT" dirty="0" smtClean="0"/>
              <a:t> DOLOR SIT AMET CONSECTETOR LOREM IPSUM INSERIR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09599" y="6501342"/>
            <a:ext cx="10382943" cy="287996"/>
          </a:xfrm>
          <a:prstGeom prst="rect">
            <a:avLst/>
          </a:prstGeom>
        </p:spPr>
        <p:txBody>
          <a:bodyPr/>
          <a:lstStyle/>
          <a:p>
            <a:pPr defTabSz="609585"/>
            <a:r>
              <a:rPr lang="pt-BR" smtClean="0">
                <a:solidFill>
                  <a:srgbClr val="5F5F5F"/>
                </a:solidFill>
              </a:rPr>
              <a:t>MATERIAL CONFIDENCIAL  |  SLIDE Nº</a:t>
            </a:r>
            <a:endParaRPr lang="pt-BR" dirty="0">
              <a:solidFill>
                <a:srgbClr val="5F5F5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10992544" y="6501342"/>
            <a:ext cx="589856" cy="287996"/>
          </a:xfrm>
          <a:prstGeom prst="rect">
            <a:avLst/>
          </a:prstGeom>
        </p:spPr>
        <p:txBody>
          <a:bodyPr/>
          <a:lstStyle/>
          <a:p>
            <a:pPr defTabSz="609585"/>
            <a:fld id="{74850952-3374-434C-8FC6-DE28F8CD25B0}" type="slidenum">
              <a:rPr lang="pt-BR" smtClean="0">
                <a:solidFill>
                  <a:srgbClr val="5F5F5F"/>
                </a:solidFill>
              </a:rPr>
              <a:pPr defTabSz="609585"/>
              <a:t>‹nº›</a:t>
            </a:fld>
            <a:endParaRPr lang="pt-BR" dirty="0">
              <a:solidFill>
                <a:srgbClr val="5F5F5F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383867" y="366184"/>
            <a:ext cx="5198533" cy="6136216"/>
          </a:xfrm>
        </p:spPr>
        <p:txBody>
          <a:bodyPr/>
          <a:lstStyle>
            <a:lvl1pPr marL="311143" indent="-311143">
              <a:buFont typeface="Arial" charset="0"/>
              <a:buChar char="•"/>
              <a:tabLst/>
              <a:defRPr sz="2800">
                <a:solidFill>
                  <a:schemeClr val="tx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pt-PT" dirty="0" err="1" smtClean="0"/>
              <a:t>Lorem</a:t>
            </a:r>
            <a:r>
              <a:rPr lang="pt-PT" dirty="0" smtClean="0"/>
              <a:t> </a:t>
            </a:r>
            <a:r>
              <a:rPr lang="pt-PT" dirty="0" err="1" smtClean="0"/>
              <a:t>ipsum</a:t>
            </a:r>
            <a:r>
              <a:rPr lang="pt-PT" dirty="0" smtClean="0"/>
              <a:t> </a:t>
            </a:r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amet</a:t>
            </a:r>
            <a:r>
              <a:rPr lang="pt-PT" dirty="0" smtClean="0"/>
              <a:t> </a:t>
            </a:r>
            <a:r>
              <a:rPr lang="pt-PT" dirty="0" err="1" smtClean="0"/>
              <a:t>ips</a:t>
            </a:r>
            <a:r>
              <a:rPr lang="pt-PT" dirty="0" smtClean="0"/>
              <a:t>;</a:t>
            </a:r>
          </a:p>
          <a:p>
            <a:pPr lvl="0"/>
            <a:r>
              <a:rPr lang="pt-PT" dirty="0" err="1" smtClean="0"/>
              <a:t>Ipsum</a:t>
            </a:r>
            <a:r>
              <a:rPr lang="pt-PT" dirty="0" smtClean="0"/>
              <a:t> </a:t>
            </a:r>
            <a:r>
              <a:rPr lang="pt-PT" dirty="0" err="1" smtClean="0"/>
              <a:t>dolor</a:t>
            </a:r>
            <a:r>
              <a:rPr lang="pt-PT" dirty="0" smtClean="0"/>
              <a:t> </a:t>
            </a:r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amet</a:t>
            </a:r>
            <a:r>
              <a:rPr lang="pt-PT" dirty="0" smtClean="0"/>
              <a:t> </a:t>
            </a:r>
            <a:r>
              <a:rPr lang="pt-PT" dirty="0" err="1" smtClean="0"/>
              <a:t>lorem</a:t>
            </a:r>
            <a:r>
              <a:rPr lang="pt-PT" dirty="0" smtClean="0"/>
              <a:t>;</a:t>
            </a:r>
          </a:p>
          <a:p>
            <a:pPr lvl="0"/>
            <a:r>
              <a:rPr lang="pt-PT" dirty="0" err="1" smtClean="0"/>
              <a:t>Lorem</a:t>
            </a:r>
            <a:r>
              <a:rPr lang="pt-PT" dirty="0" smtClean="0"/>
              <a:t> </a:t>
            </a:r>
            <a:r>
              <a:rPr lang="pt-PT" dirty="0" err="1" smtClean="0"/>
              <a:t>dolor</a:t>
            </a:r>
            <a:r>
              <a:rPr lang="pt-PT" dirty="0" smtClean="0"/>
              <a:t> </a:t>
            </a:r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amet</a:t>
            </a:r>
            <a:r>
              <a:rPr lang="pt-PT" dirty="0" smtClean="0"/>
              <a:t>;</a:t>
            </a:r>
          </a:p>
          <a:p>
            <a:pPr lvl="0"/>
            <a:r>
              <a:rPr lang="pt-PT" dirty="0" err="1" smtClean="0"/>
              <a:t>Lorem</a:t>
            </a:r>
            <a:r>
              <a:rPr lang="pt-PT" dirty="0" smtClean="0"/>
              <a:t> </a:t>
            </a:r>
            <a:r>
              <a:rPr lang="pt-PT" dirty="0" err="1" smtClean="0"/>
              <a:t>ipsum</a:t>
            </a:r>
            <a:r>
              <a:rPr lang="pt-PT" dirty="0" smtClean="0"/>
              <a:t> </a:t>
            </a:r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lorem</a:t>
            </a:r>
            <a:r>
              <a:rPr lang="pt-PT" dirty="0" smtClean="0"/>
              <a:t>;</a:t>
            </a:r>
          </a:p>
          <a:p>
            <a:pPr lvl="0"/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amet</a:t>
            </a:r>
            <a:r>
              <a:rPr lang="pt-PT" dirty="0" smtClean="0"/>
              <a:t>;</a:t>
            </a:r>
          </a:p>
          <a:p>
            <a:pPr lvl="0"/>
            <a:r>
              <a:rPr lang="pt-PT" dirty="0" err="1" smtClean="0"/>
              <a:t>Dolor</a:t>
            </a:r>
            <a:r>
              <a:rPr lang="pt-PT" dirty="0" smtClean="0"/>
              <a:t> </a:t>
            </a:r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amet</a:t>
            </a:r>
            <a:r>
              <a:rPr lang="pt-PT" dirty="0" smtClean="0"/>
              <a:t>;</a:t>
            </a:r>
          </a:p>
          <a:p>
            <a:pPr lvl="0"/>
            <a:r>
              <a:rPr lang="pt-PT" dirty="0" err="1" smtClean="0"/>
              <a:t>Amet</a:t>
            </a:r>
            <a:r>
              <a:rPr lang="pt-PT" dirty="0" smtClean="0"/>
              <a:t> </a:t>
            </a:r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lorem</a:t>
            </a:r>
            <a:r>
              <a:rPr lang="pt-PT" dirty="0" smtClean="0"/>
              <a:t> </a:t>
            </a:r>
            <a:r>
              <a:rPr lang="pt-PT" dirty="0" err="1" smtClean="0"/>
              <a:t>ipsum</a:t>
            </a:r>
            <a:r>
              <a:rPr lang="pt-PT" dirty="0" smtClean="0"/>
              <a:t>;</a:t>
            </a:r>
          </a:p>
          <a:p>
            <a:pPr lvl="0"/>
            <a:r>
              <a:rPr lang="pt-PT" dirty="0" err="1" smtClean="0"/>
              <a:t>Lorem</a:t>
            </a:r>
            <a:r>
              <a:rPr lang="pt-PT" dirty="0" smtClean="0"/>
              <a:t> </a:t>
            </a:r>
            <a:r>
              <a:rPr lang="pt-PT" dirty="0" err="1" smtClean="0"/>
              <a:t>ipsum</a:t>
            </a:r>
            <a:r>
              <a:rPr lang="pt-PT" dirty="0" smtClean="0"/>
              <a:t> </a:t>
            </a:r>
            <a:r>
              <a:rPr lang="pt-PT" dirty="0" err="1" smtClean="0"/>
              <a:t>dolor</a:t>
            </a:r>
            <a:r>
              <a:rPr lang="pt-PT" dirty="0" smtClean="0"/>
              <a:t> </a:t>
            </a:r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amet</a:t>
            </a:r>
            <a:r>
              <a:rPr lang="pt-PT" dirty="0" smtClean="0"/>
              <a:t>.</a:t>
            </a:r>
          </a:p>
          <a:p>
            <a:pPr lvl="0"/>
            <a:endParaRPr lang="pt-PT" dirty="0" smtClean="0"/>
          </a:p>
        </p:txBody>
      </p:sp>
    </p:spTree>
    <p:extLst>
      <p:ext uri="{BB962C8B-B14F-4D97-AF65-F5344CB8AC3E}">
        <p14:creationId xmlns:p14="http://schemas.microsoft.com/office/powerpoint/2010/main" val="42884730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2744">
          <p15:clr>
            <a:srgbClr val="FBAE40"/>
          </p15:clr>
        </p15:guide>
        <p15:guide id="2" pos="301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4418" y="366185"/>
            <a:ext cx="10943167" cy="950383"/>
          </a:xfrm>
        </p:spPr>
        <p:txBody>
          <a:bodyPr/>
          <a:lstStyle/>
          <a:p>
            <a:r>
              <a:rPr lang="pt-PT" dirty="0" err="1" smtClean="0"/>
              <a:t>Click</a:t>
            </a:r>
            <a:r>
              <a:rPr lang="pt-PT" dirty="0" smtClean="0"/>
              <a:t> to </a:t>
            </a:r>
            <a:r>
              <a:rPr lang="pt-PT" dirty="0" err="1" smtClean="0"/>
              <a:t>edit</a:t>
            </a:r>
            <a:r>
              <a:rPr lang="pt-PT" dirty="0" smtClean="0"/>
              <a:t> </a:t>
            </a:r>
            <a:r>
              <a:rPr lang="pt-PT" dirty="0" err="1" smtClean="0"/>
              <a:t>title</a:t>
            </a:r>
            <a:r>
              <a:rPr lang="pt-PT" dirty="0" smtClean="0"/>
              <a:t> </a:t>
            </a:r>
            <a:r>
              <a:rPr lang="pt-PT" dirty="0" err="1" smtClean="0"/>
              <a:t>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4418" y="1316336"/>
            <a:ext cx="10943167" cy="480483"/>
          </a:xfrm>
        </p:spPr>
        <p:txBody>
          <a:bodyPr/>
          <a:lstStyle>
            <a:lvl1pPr marL="0" indent="0">
              <a:lnSpc>
                <a:spcPts val="2800"/>
              </a:lnSpc>
              <a:buNone/>
              <a:defRPr sz="2667">
                <a:solidFill>
                  <a:srgbClr val="4D4D4D"/>
                </a:solidFill>
              </a:defRPr>
            </a:lvl1pPr>
            <a:lvl2pPr marL="251876" indent="0">
              <a:buNone/>
              <a:defRPr sz="2800">
                <a:solidFill>
                  <a:schemeClr val="accent3"/>
                </a:solidFill>
              </a:defRPr>
            </a:lvl2pPr>
            <a:lvl3pPr marL="486821" indent="0">
              <a:buNone/>
              <a:defRPr sz="2800">
                <a:solidFill>
                  <a:schemeClr val="accent3"/>
                </a:solidFill>
              </a:defRPr>
            </a:lvl3pPr>
            <a:lvl4pPr marL="721765" indent="0">
              <a:buNone/>
              <a:defRPr sz="2800">
                <a:solidFill>
                  <a:schemeClr val="accent3"/>
                </a:solidFill>
              </a:defRPr>
            </a:lvl4pPr>
            <a:lvl5pPr marL="956709" indent="0">
              <a:buNone/>
              <a:defRPr sz="2800">
                <a:solidFill>
                  <a:schemeClr val="accent3"/>
                </a:solidFill>
              </a:defRPr>
            </a:lvl5pPr>
          </a:lstStyle>
          <a:p>
            <a:pPr>
              <a:lnSpc>
                <a:spcPts val="2100"/>
              </a:lnSpc>
            </a:pPr>
            <a:r>
              <a:rPr lang="pt-BR" sz="28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Subtítulo </a:t>
            </a:r>
            <a:r>
              <a:rPr lang="en-US" sz="2800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lorem</a:t>
            </a:r>
            <a:r>
              <a:rPr lang="en-US" sz="28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2800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ipsum</a:t>
            </a:r>
            <a:r>
              <a:rPr lang="en-US" sz="28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dolor sit </a:t>
            </a:r>
            <a:r>
              <a:rPr lang="en-US" sz="2800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amet</a:t>
            </a:r>
            <a:r>
              <a:rPr lang="en-US" sz="28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2800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lorem</a:t>
            </a:r>
            <a:endParaRPr lang="en-US" sz="28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624417" y="1892301"/>
            <a:ext cx="10943167" cy="4610099"/>
          </a:xfrm>
        </p:spPr>
        <p:txBody>
          <a:bodyPr/>
          <a:lstStyle/>
          <a:p>
            <a:pPr lvl="0"/>
            <a:r>
              <a:rPr lang="pt-PT" dirty="0" err="1" smtClean="0"/>
              <a:t>Click</a:t>
            </a:r>
            <a:r>
              <a:rPr lang="pt-PT" dirty="0" smtClean="0"/>
              <a:t> to </a:t>
            </a:r>
            <a:r>
              <a:rPr lang="pt-PT" dirty="0" err="1" smtClean="0"/>
              <a:t>edit</a:t>
            </a:r>
            <a:r>
              <a:rPr lang="pt-PT" dirty="0" smtClean="0"/>
              <a:t> Master </a:t>
            </a:r>
            <a:r>
              <a:rPr lang="pt-PT" dirty="0" err="1" smtClean="0"/>
              <a:t>text</a:t>
            </a:r>
            <a:r>
              <a:rPr lang="pt-PT" dirty="0" smtClean="0"/>
              <a:t> </a:t>
            </a:r>
            <a:r>
              <a:rPr lang="pt-PT" dirty="0" err="1" smtClean="0"/>
              <a:t>styles</a:t>
            </a:r>
            <a:endParaRPr lang="pt-PT" dirty="0" smtClean="0"/>
          </a:p>
          <a:p>
            <a:pPr lvl="1"/>
            <a:r>
              <a:rPr lang="pt-PT" dirty="0" err="1" smtClean="0"/>
              <a:t>Second</a:t>
            </a:r>
            <a:r>
              <a:rPr lang="pt-PT" dirty="0" smtClean="0"/>
              <a:t> </a:t>
            </a:r>
            <a:r>
              <a:rPr lang="pt-PT" dirty="0" err="1" smtClean="0"/>
              <a:t>level</a:t>
            </a:r>
            <a:endParaRPr lang="pt-PT" dirty="0" smtClean="0"/>
          </a:p>
          <a:p>
            <a:pPr lvl="2"/>
            <a:r>
              <a:rPr lang="pt-PT" dirty="0" err="1" smtClean="0"/>
              <a:t>Third</a:t>
            </a:r>
            <a:r>
              <a:rPr lang="pt-PT" dirty="0" smtClean="0"/>
              <a:t> </a:t>
            </a:r>
            <a:r>
              <a:rPr lang="pt-PT" dirty="0" err="1" smtClean="0"/>
              <a:t>level</a:t>
            </a:r>
            <a:endParaRPr lang="pt-PT" dirty="0" smtClean="0"/>
          </a:p>
          <a:p>
            <a:pPr lvl="3"/>
            <a:r>
              <a:rPr lang="pt-PT" dirty="0" err="1" smtClean="0"/>
              <a:t>Fourth</a:t>
            </a:r>
            <a:r>
              <a:rPr lang="pt-PT" dirty="0" smtClean="0"/>
              <a:t> </a:t>
            </a:r>
            <a:r>
              <a:rPr lang="pt-PT" dirty="0" err="1" smtClean="0"/>
              <a:t>level</a:t>
            </a:r>
            <a:endParaRPr lang="pt-PT" dirty="0" smtClean="0"/>
          </a:p>
          <a:p>
            <a:pPr lvl="4"/>
            <a:r>
              <a:rPr lang="pt-PT" dirty="0" err="1" smtClean="0"/>
              <a:t>Fifth</a:t>
            </a:r>
            <a:r>
              <a:rPr lang="pt-PT" dirty="0" smtClean="0"/>
              <a:t> </a:t>
            </a:r>
            <a:r>
              <a:rPr lang="pt-PT" dirty="0" err="1" smtClean="0"/>
              <a:t>level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501342"/>
            <a:ext cx="10382943" cy="287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2"/>
                </a:solidFill>
                <a:latin typeface="Simplon BP Regular"/>
                <a:cs typeface="Simplon BP Regular"/>
              </a:defRPr>
            </a:lvl1pPr>
          </a:lstStyle>
          <a:p>
            <a:pPr defTabSz="609585"/>
            <a:r>
              <a:rPr lang="pt-BR" smtClean="0">
                <a:solidFill>
                  <a:srgbClr val="5F5F5F"/>
                </a:solidFill>
              </a:rPr>
              <a:t>MATERIAL CONFIDENCIAL  |  SLIDE Nº</a:t>
            </a:r>
            <a:endParaRPr lang="pt-BR" dirty="0">
              <a:solidFill>
                <a:srgbClr val="5F5F5F"/>
              </a:solidFill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2544" y="6501342"/>
            <a:ext cx="589856" cy="287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2"/>
                </a:solidFill>
                <a:latin typeface="Simplon BP Regular"/>
                <a:cs typeface="Simplon BP Regular"/>
              </a:defRPr>
            </a:lvl1pPr>
          </a:lstStyle>
          <a:p>
            <a:pPr defTabSz="609585"/>
            <a:fld id="{74850952-3374-434C-8FC6-DE28F8CD25B0}" type="slidenum">
              <a:rPr lang="pt-BR" smtClean="0">
                <a:solidFill>
                  <a:srgbClr val="5F5F5F"/>
                </a:solidFill>
              </a:rPr>
              <a:pPr defTabSz="609585"/>
              <a:t>‹nº›</a:t>
            </a:fld>
            <a:endParaRPr lang="pt-BR" dirty="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881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torytelling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PT" dirty="0" err="1" smtClean="0"/>
              <a:t>Click</a:t>
            </a:r>
            <a:r>
              <a:rPr lang="pt-PT" dirty="0" smtClean="0"/>
              <a:t> to </a:t>
            </a:r>
            <a:r>
              <a:rPr lang="pt-PT" dirty="0" err="1" smtClean="0"/>
              <a:t>edit</a:t>
            </a:r>
            <a:r>
              <a:rPr lang="pt-PT" dirty="0" smtClean="0"/>
              <a:t> </a:t>
            </a:r>
            <a:r>
              <a:rPr lang="pt-PT" dirty="0" err="1" smtClean="0"/>
              <a:t>title</a:t>
            </a:r>
            <a:r>
              <a:rPr lang="pt-PT" dirty="0" smtClean="0"/>
              <a:t> </a:t>
            </a:r>
            <a:r>
              <a:rPr lang="pt-PT" dirty="0" err="1" smtClean="0"/>
              <a:t>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501342"/>
            <a:ext cx="10382943" cy="287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2"/>
                </a:solidFill>
                <a:latin typeface="Simplon BP Regular"/>
                <a:cs typeface="Simplon BP Regular"/>
              </a:defRPr>
            </a:lvl1pPr>
          </a:lstStyle>
          <a:p>
            <a:pPr defTabSz="609585"/>
            <a:r>
              <a:rPr lang="pt-BR" smtClean="0">
                <a:solidFill>
                  <a:srgbClr val="5F5F5F"/>
                </a:solidFill>
              </a:rPr>
              <a:t>MATERIAL CONFIDENCIAL  |  SLIDE Nº</a:t>
            </a:r>
            <a:endParaRPr lang="pt-BR" dirty="0">
              <a:solidFill>
                <a:srgbClr val="5F5F5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2544" y="6501342"/>
            <a:ext cx="589856" cy="287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2"/>
                </a:solidFill>
                <a:latin typeface="Simplon BP Regular"/>
                <a:cs typeface="Simplon BP Regular"/>
              </a:defRPr>
            </a:lvl1pPr>
          </a:lstStyle>
          <a:p>
            <a:pPr defTabSz="609585"/>
            <a:fld id="{74850952-3374-434C-8FC6-DE28F8CD25B0}" type="slidenum">
              <a:rPr lang="pt-BR" smtClean="0">
                <a:solidFill>
                  <a:srgbClr val="5F5F5F"/>
                </a:solidFill>
              </a:rPr>
              <a:pPr defTabSz="609585"/>
              <a:t>‹nº›</a:t>
            </a:fld>
            <a:endParaRPr lang="pt-BR" dirty="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012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99789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0309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69034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759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CE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9041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A288C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61889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6D00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40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Oi Cap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A02B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447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013995"/>
            <a:ext cx="10515600" cy="41629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Gerência de Arquitetura e Tecnologia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29902-5A7B-4480-BE8E-B39077097BCF}" type="slidenum">
              <a:rPr kumimoji="0" lang="pt-BR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1058338"/>
            <a:ext cx="10514012" cy="585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3200" baseline="0">
                <a:latin typeface="Simplon BP Bold" pitchFamily="2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dirty="0" smtClean="0"/>
              <a:t>Clique para editar o subtítulo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7755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i 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PT" dirty="0" smtClean="0"/>
              <a:t>Índice</a:t>
            </a:r>
            <a:endParaRPr lang="en-US" dirty="0"/>
          </a:p>
        </p:txBody>
      </p:sp>
      <p:sp>
        <p:nvSpPr>
          <p:cNvPr id="10" name="Title 22"/>
          <p:cNvSpPr txBox="1">
            <a:spLocks/>
          </p:cNvSpPr>
          <p:nvPr userDrawn="1"/>
        </p:nvSpPr>
        <p:spPr>
          <a:xfrm>
            <a:off x="6415557" y="366185"/>
            <a:ext cx="5152028" cy="6196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algn="l" defTabSz="457200" rtl="0" eaLnBrk="1" latinLnBrk="0" hangingPunct="1">
              <a:lnSpc>
                <a:spcPts val="6800"/>
              </a:lnSpc>
              <a:spcBef>
                <a:spcPts val="3300"/>
              </a:spcBef>
              <a:buNone/>
              <a:defRPr sz="6600" b="0" i="1" kern="1200" baseline="0">
                <a:solidFill>
                  <a:schemeClr val="tx1"/>
                </a:solidFill>
                <a:latin typeface="Georgia"/>
                <a:ea typeface="+mj-ea"/>
                <a:cs typeface="Georg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F37FE"/>
                </a:solidFill>
                <a:effectLst/>
                <a:uLnTx/>
                <a:uFillTx/>
                <a:latin typeface="Simplon BP Bold"/>
                <a:ea typeface="+mj-ea"/>
                <a:cs typeface="Simplon BP Bold"/>
              </a:rPr>
              <a:t>SUMÁRIO EXECUTIVO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9F37FE"/>
              </a:solidFill>
              <a:effectLst/>
              <a:uLnTx/>
              <a:uFillTx/>
              <a:latin typeface="Simplon BP Bold"/>
              <a:ea typeface="+mj-ea"/>
              <a:cs typeface="Simplon BP Bold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24418" y="1411817"/>
            <a:ext cx="5183716" cy="42410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251876" indent="0">
              <a:buNone/>
              <a:defRPr/>
            </a:lvl2pPr>
            <a:lvl3pPr marL="486821" indent="0">
              <a:buNone/>
              <a:defRPr/>
            </a:lvl3pPr>
            <a:lvl4pPr marL="721765" indent="0">
              <a:buNone/>
              <a:defRPr/>
            </a:lvl4pPr>
            <a:lvl5pPr marL="956709" indent="0">
              <a:buNone/>
              <a:defRPr/>
            </a:lvl5pPr>
          </a:lstStyle>
          <a:p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Lorem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ipsum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dolor sit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amet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,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consectetuer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adipiscing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elit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,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sed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diam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nonummy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nibh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euismod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tincidunt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ut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laoreet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dolore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magna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aliquam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erat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volutpat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.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Ut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wisi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enim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ad minim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veniam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,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quis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nostrud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exerci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tation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ullamcorper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suscipit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lobortis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nisl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ut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aliquip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ex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ea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commodo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1867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consequat</a:t>
            </a:r>
            <a:r>
              <a:rPr lang="en-US" sz="1867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. </a:t>
            </a:r>
            <a:endParaRPr lang="en-US" sz="1867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6415618" y="1411817"/>
            <a:ext cx="5151967" cy="42410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  <a:lvl2pPr marL="251876" indent="0">
              <a:buNone/>
              <a:defRPr sz="2800"/>
            </a:lvl2pPr>
            <a:lvl3pPr marL="486821" indent="0">
              <a:buNone/>
              <a:defRPr sz="2800"/>
            </a:lvl3pPr>
            <a:lvl4pPr marL="721765" indent="0">
              <a:buNone/>
              <a:defRPr sz="2800"/>
            </a:lvl4pPr>
            <a:lvl5pPr marL="956709" indent="0">
              <a:buNone/>
              <a:defRPr sz="2800"/>
            </a:lvl5pPr>
          </a:lstStyle>
          <a:p>
            <a:pPr lvl="0"/>
            <a:r>
              <a:rPr lang="pt-PT" dirty="0" smtClean="0"/>
              <a:t>3. </a:t>
            </a:r>
            <a:r>
              <a:rPr lang="pt-PT" dirty="0" err="1" smtClean="0"/>
              <a:t>Impsum</a:t>
            </a:r>
            <a:r>
              <a:rPr lang="pt-PT" dirty="0" smtClean="0"/>
              <a:t> </a:t>
            </a:r>
            <a:r>
              <a:rPr lang="pt-PT" dirty="0" err="1" smtClean="0"/>
              <a:t>dolor</a:t>
            </a:r>
            <a:r>
              <a:rPr lang="pt-PT" dirty="0" smtClean="0"/>
              <a:t> </a:t>
            </a:r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amet</a:t>
            </a:r>
            <a:endParaRPr lang="pt-PT" dirty="0" smtClean="0"/>
          </a:p>
          <a:p>
            <a:pPr lvl="0"/>
            <a:r>
              <a:rPr lang="pt-PT" dirty="0" smtClean="0"/>
              <a:t>5. </a:t>
            </a:r>
            <a:r>
              <a:rPr lang="pt-PT" dirty="0" err="1" smtClean="0"/>
              <a:t>Dolor</a:t>
            </a:r>
            <a:r>
              <a:rPr lang="pt-PT" dirty="0" smtClean="0"/>
              <a:t> </a:t>
            </a:r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amet</a:t>
            </a:r>
            <a:endParaRPr lang="pt-PT" dirty="0" smtClean="0"/>
          </a:p>
          <a:p>
            <a:pPr lvl="0"/>
            <a:r>
              <a:rPr lang="pt-PT" dirty="0" smtClean="0"/>
              <a:t>10. </a:t>
            </a:r>
            <a:r>
              <a:rPr lang="pt-PT" dirty="0" err="1" smtClean="0"/>
              <a:t>Lorem</a:t>
            </a:r>
            <a:r>
              <a:rPr lang="pt-PT" dirty="0" smtClean="0"/>
              <a:t> </a:t>
            </a:r>
            <a:r>
              <a:rPr lang="pt-PT" dirty="0" err="1" smtClean="0"/>
              <a:t>ipsum</a:t>
            </a:r>
            <a:endParaRPr lang="pt-PT" dirty="0" smtClean="0"/>
          </a:p>
          <a:p>
            <a:pPr lvl="0"/>
            <a:r>
              <a:rPr lang="pt-PT" dirty="0" smtClean="0"/>
              <a:t>15. </a:t>
            </a:r>
            <a:r>
              <a:rPr lang="pt-PT" dirty="0" err="1" smtClean="0"/>
              <a:t>Ipsum</a:t>
            </a:r>
            <a:r>
              <a:rPr lang="pt-PT" dirty="0" smtClean="0"/>
              <a:t> </a:t>
            </a:r>
            <a:r>
              <a:rPr lang="pt-PT" dirty="0" err="1" smtClean="0"/>
              <a:t>dolor</a:t>
            </a:r>
            <a:r>
              <a:rPr lang="pt-PT" dirty="0" smtClean="0"/>
              <a:t> </a:t>
            </a:r>
            <a:r>
              <a:rPr lang="pt-PT" dirty="0" err="1" smtClean="0"/>
              <a:t>sit</a:t>
            </a:r>
            <a:r>
              <a:rPr lang="pt-PT" dirty="0" smtClean="0"/>
              <a:t> </a:t>
            </a:r>
            <a:r>
              <a:rPr lang="pt-PT" dirty="0" err="1" smtClean="0"/>
              <a:t>amet</a:t>
            </a:r>
            <a:r>
              <a:rPr lang="pt-PT" dirty="0" smtClean="0"/>
              <a:t>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5"/>
          </p:nvPr>
        </p:nvSpPr>
        <p:spPr>
          <a:xfrm>
            <a:off x="609599" y="6501342"/>
            <a:ext cx="10382943" cy="28799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MATERIAL CONFIDENCIAL  |  SLIDE Nº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>
          <a:xfrm>
            <a:off x="10992544" y="6501342"/>
            <a:ext cx="589856" cy="28799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850952-3374-434C-8FC6-DE28F8CD25B0}" type="slidenum">
              <a:rPr kumimoji="0" lang="pt-BR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24416" y="5971662"/>
            <a:ext cx="3647381" cy="480053"/>
          </a:xfrm>
          <a:prstGeom prst="rect">
            <a:avLst/>
          </a:prstGeom>
          <a:noFill/>
        </p:spPr>
        <p:txBody>
          <a:bodyPr wrap="none" lIns="48000" tIns="48000" rIns="48000" bIns="48000" rtlCol="0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F37FE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TOTAL DE SLIDES: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9F37FE"/>
              </a:solidFill>
              <a:effectLst/>
              <a:uLnTx/>
              <a:uFillTx/>
              <a:latin typeface="Simplon BP" charset="0"/>
              <a:ea typeface="Simplon BP" charset="0"/>
              <a:cs typeface="Simplon BP" charset="0"/>
            </a:endParaRP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887491" y="5971662"/>
            <a:ext cx="768349" cy="480053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noAutofit/>
          </a:bodyPr>
          <a:lstStyle>
            <a:lvl1pPr marL="0" indent="0">
              <a:buNone/>
              <a:defRPr lang="en-US" sz="2800" dirty="0">
                <a:solidFill>
                  <a:schemeClr val="accent1"/>
                </a:solidFill>
                <a:latin typeface="Simplon BP" charset="0"/>
                <a:ea typeface="Simplon BP" charset="0"/>
                <a:cs typeface="Simplon BP" charset="0"/>
              </a:defRPr>
            </a:lvl1pPr>
          </a:lstStyle>
          <a:p>
            <a:pPr marL="0" lvl="0">
              <a:lnSpc>
                <a:spcPts val="2400"/>
              </a:lnSpc>
              <a:spcAft>
                <a:spcPts val="0"/>
              </a:spcAft>
            </a:pPr>
            <a:r>
              <a:rPr lang="pt-PT" dirty="0" smtClean="0"/>
              <a:t>##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2566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PT" dirty="0" err="1" smtClean="0"/>
              <a:t>Click</a:t>
            </a:r>
            <a:r>
              <a:rPr lang="pt-PT" dirty="0" smtClean="0"/>
              <a:t> to </a:t>
            </a:r>
            <a:r>
              <a:rPr lang="pt-PT" dirty="0" err="1" smtClean="0"/>
              <a:t>edit</a:t>
            </a:r>
            <a:r>
              <a:rPr lang="pt-PT" dirty="0" smtClean="0"/>
              <a:t> </a:t>
            </a:r>
            <a:r>
              <a:rPr lang="pt-PT" dirty="0" err="1" smtClean="0"/>
              <a:t>title</a:t>
            </a:r>
            <a:r>
              <a:rPr lang="pt-PT" dirty="0" smtClean="0"/>
              <a:t> </a:t>
            </a:r>
            <a:r>
              <a:rPr lang="pt-PT" dirty="0" err="1" smtClean="0"/>
              <a:t>style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/>
          </p:nvPr>
        </p:nvSpPr>
        <p:spPr>
          <a:xfrm>
            <a:off x="624419" y="1892301"/>
            <a:ext cx="5183715" cy="46100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PT" smtClean="0"/>
              <a:t>Click</a:t>
            </a:r>
            <a:r>
              <a:rPr lang="pt-PT" dirty="0" smtClean="0"/>
              <a:t> to </a:t>
            </a:r>
            <a:r>
              <a:rPr lang="pt-PT" dirty="0" err="1" smtClean="0"/>
              <a:t>edit</a:t>
            </a:r>
            <a:r>
              <a:rPr lang="pt-PT" dirty="0" smtClean="0"/>
              <a:t> Master </a:t>
            </a:r>
            <a:r>
              <a:rPr lang="pt-PT" dirty="0" err="1" smtClean="0"/>
              <a:t>text</a:t>
            </a:r>
            <a:r>
              <a:rPr lang="pt-PT" dirty="0" smtClean="0"/>
              <a:t> </a:t>
            </a:r>
            <a:r>
              <a:rPr lang="pt-PT" dirty="0" err="1" smtClean="0"/>
              <a:t>styles</a:t>
            </a:r>
            <a:endParaRPr lang="pt-PT" dirty="0" smtClean="0"/>
          </a:p>
          <a:p>
            <a:pPr lvl="1"/>
            <a:r>
              <a:rPr lang="pt-PT" dirty="0" err="1" smtClean="0"/>
              <a:t>Second</a:t>
            </a:r>
            <a:r>
              <a:rPr lang="pt-PT" dirty="0" smtClean="0"/>
              <a:t> </a:t>
            </a:r>
            <a:r>
              <a:rPr lang="pt-PT" dirty="0" err="1" smtClean="0"/>
              <a:t>level</a:t>
            </a:r>
            <a:endParaRPr lang="pt-PT" dirty="0" smtClean="0"/>
          </a:p>
          <a:p>
            <a:pPr lvl="2"/>
            <a:r>
              <a:rPr lang="pt-PT" dirty="0" err="1" smtClean="0"/>
              <a:t>Third</a:t>
            </a:r>
            <a:r>
              <a:rPr lang="pt-PT" dirty="0" smtClean="0"/>
              <a:t> </a:t>
            </a:r>
            <a:r>
              <a:rPr lang="pt-PT" dirty="0" err="1" smtClean="0"/>
              <a:t>level</a:t>
            </a:r>
            <a:endParaRPr lang="pt-PT" dirty="0" smtClean="0"/>
          </a:p>
          <a:p>
            <a:pPr lvl="3"/>
            <a:r>
              <a:rPr lang="pt-PT" dirty="0" err="1" smtClean="0"/>
              <a:t>Fourth</a:t>
            </a:r>
            <a:r>
              <a:rPr lang="pt-PT" dirty="0" smtClean="0"/>
              <a:t> </a:t>
            </a:r>
            <a:r>
              <a:rPr lang="pt-PT" dirty="0" err="1" smtClean="0"/>
              <a:t>level</a:t>
            </a:r>
            <a:endParaRPr lang="pt-PT" dirty="0" smtClean="0"/>
          </a:p>
          <a:p>
            <a:pPr lvl="4"/>
            <a:r>
              <a:rPr lang="pt-PT" dirty="0" err="1" smtClean="0"/>
              <a:t>Fifth</a:t>
            </a:r>
            <a:r>
              <a:rPr lang="pt-PT" dirty="0" smtClean="0"/>
              <a:t> </a:t>
            </a:r>
            <a:r>
              <a:rPr lang="pt-PT" dirty="0" err="1" smtClean="0"/>
              <a:t>level</a:t>
            </a:r>
            <a:endParaRPr lang="en-US" dirty="0"/>
          </a:p>
        </p:txBody>
      </p:sp>
      <p:sp>
        <p:nvSpPr>
          <p:cNvPr id="11" name="Content Placeholder 9"/>
          <p:cNvSpPr>
            <a:spLocks noGrp="1"/>
          </p:cNvSpPr>
          <p:nvPr>
            <p:ph sz="quarter" idx="13"/>
          </p:nvPr>
        </p:nvSpPr>
        <p:spPr>
          <a:xfrm>
            <a:off x="6383867" y="1892301"/>
            <a:ext cx="5183717" cy="4610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501342"/>
            <a:ext cx="10382943" cy="287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2"/>
                </a:solidFill>
                <a:latin typeface="Simplon BP Regular"/>
                <a:cs typeface="Simplon BP Regular"/>
              </a:defRPr>
            </a:lvl1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implon BP Regular"/>
                <a:ea typeface="+mn-ea"/>
              </a:rPr>
              <a:t>MATERIAL CONFIDENCIAL  |  SLIDE Nº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implon BP Regular"/>
              <a:ea typeface="+mn-ea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2544" y="6501342"/>
            <a:ext cx="589856" cy="287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2"/>
                </a:solidFill>
                <a:latin typeface="Simplon BP Regular"/>
                <a:cs typeface="Simplon BP Regular"/>
              </a:defRPr>
            </a:lvl1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850952-3374-434C-8FC6-DE28F8CD25B0}" type="slidenum">
              <a:rPr kumimoji="0" lang="pt-BR" sz="1600" b="0" i="0" u="none" strike="noStrike" kern="1200" cap="none" spc="0" normalizeH="0" baseline="0" noProof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implon BP Regular"/>
                <a:ea typeface="+mn-ea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implon BP Regular"/>
              <a:ea typeface="+mn-ea"/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24418" y="1316336"/>
            <a:ext cx="10943167" cy="4804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800"/>
              </a:lnSpc>
              <a:buNone/>
              <a:defRPr sz="2667">
                <a:solidFill>
                  <a:srgbClr val="4D4D4D"/>
                </a:solidFill>
              </a:defRPr>
            </a:lvl1pPr>
            <a:lvl2pPr marL="251876" indent="0">
              <a:buNone/>
              <a:defRPr sz="2800">
                <a:solidFill>
                  <a:schemeClr val="accent3"/>
                </a:solidFill>
              </a:defRPr>
            </a:lvl2pPr>
            <a:lvl3pPr marL="486821" indent="0">
              <a:buNone/>
              <a:defRPr sz="2800">
                <a:solidFill>
                  <a:schemeClr val="accent3"/>
                </a:solidFill>
              </a:defRPr>
            </a:lvl3pPr>
            <a:lvl4pPr marL="721765" indent="0">
              <a:buNone/>
              <a:defRPr sz="2800">
                <a:solidFill>
                  <a:schemeClr val="accent3"/>
                </a:solidFill>
              </a:defRPr>
            </a:lvl4pPr>
            <a:lvl5pPr marL="956709" indent="0">
              <a:buNone/>
              <a:defRPr sz="2800">
                <a:solidFill>
                  <a:schemeClr val="accent3"/>
                </a:solidFill>
              </a:defRPr>
            </a:lvl5pPr>
          </a:lstStyle>
          <a:p>
            <a:pPr>
              <a:lnSpc>
                <a:spcPts val="2100"/>
              </a:lnSpc>
            </a:pPr>
            <a:r>
              <a:rPr lang="pt-BR" sz="28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Subtítulo </a:t>
            </a:r>
            <a:r>
              <a:rPr lang="en-US" sz="2800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lorem</a:t>
            </a:r>
            <a:r>
              <a:rPr lang="en-US" sz="28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2800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ipsum</a:t>
            </a:r>
            <a:r>
              <a:rPr lang="en-US" sz="28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dolor sit </a:t>
            </a:r>
            <a:r>
              <a:rPr lang="en-US" sz="2800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amet</a:t>
            </a:r>
            <a:r>
              <a:rPr lang="en-US" sz="28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 </a:t>
            </a:r>
            <a:r>
              <a:rPr lang="en-US" sz="2800" dirty="0" err="1" smtClean="0">
                <a:solidFill>
                  <a:srgbClr val="4D4E50"/>
                </a:solidFill>
                <a:latin typeface="Simplon BP Regular"/>
                <a:cs typeface="Simplon BP Regular"/>
              </a:rPr>
              <a:t>lorem</a:t>
            </a:r>
            <a:endParaRPr lang="en-US" sz="28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03561058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021">
          <p15:clr>
            <a:srgbClr val="FBAE40"/>
          </p15:clr>
        </p15:guide>
        <p15:guide id="2" pos="365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de padrao - titulo e 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26217"/>
            <a:ext cx="10972800" cy="3799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pt-BR" dirty="0"/>
          </a:p>
        </p:txBody>
      </p:sp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634501" y="549110"/>
            <a:ext cx="10947899" cy="970657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algn="l" eaLnBrk="1" latinLnBrk="0" hangingPunct="1">
              <a:lnSpc>
                <a:spcPts val="7466"/>
              </a:lnSpc>
              <a:spcBef>
                <a:spcPct val="0"/>
              </a:spcBef>
              <a:defRPr lang="pt-BR">
                <a:solidFill>
                  <a:schemeClr val="tx2"/>
                </a:solidFill>
              </a:defRPr>
            </a:lvl1pPr>
          </a:lstStyle>
          <a:p>
            <a:pPr marL="0" lvl="0" eaLnBrk="1" latinLnBrk="0" hangingPunct="1">
              <a:lnSpc>
                <a:spcPts val="7466"/>
              </a:lnSpc>
              <a:spcBef>
                <a:spcPct val="0"/>
              </a:spcBef>
            </a:pPr>
            <a:r>
              <a:rPr lang="es-ES_tradnl" dirty="0" err="1" smtClean="0"/>
              <a:t>Click</a:t>
            </a:r>
            <a:r>
              <a:rPr lang="es-ES_tradnl" dirty="0" smtClean="0"/>
              <a:t> </a:t>
            </a:r>
            <a:r>
              <a:rPr lang="es-ES_tradnl" dirty="0" err="1" smtClean="0"/>
              <a:t>to</a:t>
            </a:r>
            <a:r>
              <a:rPr lang="es-ES_tradnl" dirty="0" smtClean="0"/>
              <a:t> </a:t>
            </a:r>
            <a:r>
              <a:rPr lang="es-ES_tradnl" dirty="0" err="1" smtClean="0"/>
              <a:t>edit</a:t>
            </a:r>
            <a:r>
              <a:rPr lang="es-ES_tradnl" dirty="0" smtClean="0"/>
              <a:t> </a:t>
            </a:r>
            <a:r>
              <a:rPr lang="es-ES_tradnl" dirty="0" err="1" smtClean="0"/>
              <a:t>Title</a:t>
            </a:r>
            <a:endParaRPr lang="pt-B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560191"/>
            <a:ext cx="9571400" cy="287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Simplon BP Regular"/>
                <a:cs typeface="Simplon BP Regular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implon BP Regular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81000" y="6560191"/>
            <a:ext cx="1401400" cy="287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Simplon BP Regular"/>
                <a:cs typeface="Simplon BP Regular"/>
              </a:defRPr>
            </a:lvl1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850952-3374-434C-8FC6-DE28F8CD25B0}" type="slidenum">
              <a:rPr kumimoji="0" lang="pt-BR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implon BP Regular"/>
                <a:ea typeface="+mn-ea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implon BP Regular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71304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 txBox="1">
            <a:spLocks/>
          </p:cNvSpPr>
          <p:nvPr userDrawn="1"/>
        </p:nvSpPr>
        <p:spPr>
          <a:xfrm>
            <a:off x="6432552" y="6500286"/>
            <a:ext cx="4476749" cy="357716"/>
          </a:xfrm>
          <a:prstGeom prst="rect">
            <a:avLst/>
          </a:prstGeom>
        </p:spPr>
        <p:txBody>
          <a:bodyPr lIns="121917" tIns="60959" rIns="121917" bIns="60959"/>
          <a:lstStyle>
            <a:defPPr>
              <a:defRPr lang="en-US"/>
            </a:defPPr>
            <a:lvl1pPr marL="0" algn="r" defTabSz="457200" rtl="0" eaLnBrk="1" latinLnBrk="0" hangingPunct="1">
              <a:lnSpc>
                <a:spcPct val="80000"/>
              </a:lnSpc>
              <a:defRPr sz="1000" kern="1200">
                <a:solidFill>
                  <a:schemeClr val="bg1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 smtClean="0"/>
              <a:t>|  MATERIAL CONFIDENCIAL  |  PÁGINA</a:t>
            </a:r>
            <a:endParaRPr lang="en-US" sz="1000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0896602" y="6500286"/>
            <a:ext cx="539751" cy="357716"/>
          </a:xfrm>
          <a:prstGeom prst="rect">
            <a:avLst/>
          </a:prstGeom>
        </p:spPr>
        <p:txBody>
          <a:bodyPr/>
          <a:lstStyle>
            <a:lvl1pPr algn="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A6F2E163-4A4B-40DA-91CF-32800A59C507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156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624418" y="366185"/>
            <a:ext cx="7487807" cy="10456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pt-PT" dirty="0" err="1" smtClean="0"/>
              <a:t>Click</a:t>
            </a:r>
            <a:r>
              <a:rPr lang="pt-PT" dirty="0" smtClean="0"/>
              <a:t> to </a:t>
            </a:r>
            <a:r>
              <a:rPr lang="pt-PT" dirty="0" err="1" smtClean="0"/>
              <a:t>edit</a:t>
            </a:r>
            <a:r>
              <a:rPr lang="pt-PT" dirty="0" smtClean="0"/>
              <a:t> </a:t>
            </a:r>
            <a:r>
              <a:rPr lang="pt-PT" dirty="0" err="1" smtClean="0"/>
              <a:t>title</a:t>
            </a:r>
            <a:r>
              <a:rPr lang="pt-PT" dirty="0" smtClean="0"/>
              <a:t> </a:t>
            </a:r>
            <a:r>
              <a:rPr lang="pt-PT" dirty="0" err="1" smtClean="0"/>
              <a:t>style</a:t>
            </a:r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-287544" y="75125"/>
            <a:ext cx="238861" cy="1817705"/>
          </a:xfrm>
          <a:prstGeom prst="rect">
            <a:avLst/>
          </a:prstGeom>
          <a:noFill/>
        </p:spPr>
        <p:txBody>
          <a:bodyPr vert="vert270" wrap="square" lIns="0" tIns="0" rIns="0" bIns="0" rtlCol="0" anchor="t">
            <a:noAutofit/>
          </a:bodyPr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Oi Headline"/>
                <a:ea typeface="+mn-ea"/>
                <a:cs typeface="Simplon Oi Headline"/>
              </a:rPr>
              <a:t>Simplon Oi 42pt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287544" y="1892830"/>
            <a:ext cx="238861" cy="2400268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SIMPLON BP REGULAR 21PT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287544" y="4293097"/>
            <a:ext cx="238861" cy="2178720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Simplon BP Regular 14pt</a:t>
            </a:r>
          </a:p>
        </p:txBody>
      </p:sp>
      <p:sp>
        <p:nvSpPr>
          <p:cNvPr id="16" name="Freeform 5"/>
          <p:cNvSpPr>
            <a:spLocks/>
          </p:cNvSpPr>
          <p:nvPr userDrawn="1"/>
        </p:nvSpPr>
        <p:spPr bwMode="auto">
          <a:xfrm>
            <a:off x="12187618" y="3141032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0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206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255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17" name="Freeform 16"/>
          <p:cNvSpPr>
            <a:spLocks/>
          </p:cNvSpPr>
          <p:nvPr userDrawn="1"/>
        </p:nvSpPr>
        <p:spPr bwMode="auto">
          <a:xfrm>
            <a:off x="12187618" y="2564968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0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211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24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18" name="Freeform 5"/>
          <p:cNvSpPr>
            <a:spLocks/>
          </p:cNvSpPr>
          <p:nvPr userDrawn="1"/>
        </p:nvSpPr>
        <p:spPr bwMode="auto">
          <a:xfrm>
            <a:off x="12187618" y="1988904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E50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255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E50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255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E50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0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4D4E50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19" name="Freeform 5"/>
          <p:cNvSpPr>
            <a:spLocks/>
          </p:cNvSpPr>
          <p:nvPr userDrawn="1"/>
        </p:nvSpPr>
        <p:spPr bwMode="auto">
          <a:xfrm>
            <a:off x="12187618" y="1412840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255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109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0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29" name="Freeform 28"/>
          <p:cNvSpPr>
            <a:spLocks/>
          </p:cNvSpPr>
          <p:nvPr userDrawn="1"/>
        </p:nvSpPr>
        <p:spPr bwMode="auto">
          <a:xfrm>
            <a:off x="12187618" y="836776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234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40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140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>
            <a:off x="12187618" y="263981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160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43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255 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>
            <a:off x="12187618" y="3717096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77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77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77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>
            <a:off x="12192000" y="4389107"/>
            <a:ext cx="432725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>
            <a:off x="12191999" y="4584400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>
            <a:off x="12348363" y="4584399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Freeform 5"/>
          <p:cNvSpPr>
            <a:spLocks/>
          </p:cNvSpPr>
          <p:nvPr userDrawn="1"/>
        </p:nvSpPr>
        <p:spPr bwMode="auto">
          <a:xfrm>
            <a:off x="12504725" y="4584397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Freeform 5"/>
          <p:cNvSpPr>
            <a:spLocks/>
          </p:cNvSpPr>
          <p:nvPr userDrawn="1"/>
        </p:nvSpPr>
        <p:spPr bwMode="auto">
          <a:xfrm>
            <a:off x="12192000" y="4872429"/>
            <a:ext cx="432725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Freeform 5"/>
          <p:cNvSpPr>
            <a:spLocks/>
          </p:cNvSpPr>
          <p:nvPr userDrawn="1"/>
        </p:nvSpPr>
        <p:spPr bwMode="auto">
          <a:xfrm>
            <a:off x="12191999" y="5083325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Freeform 5"/>
          <p:cNvSpPr>
            <a:spLocks/>
          </p:cNvSpPr>
          <p:nvPr userDrawn="1"/>
        </p:nvSpPr>
        <p:spPr bwMode="auto">
          <a:xfrm>
            <a:off x="12348363" y="5083324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Freeform 5"/>
          <p:cNvSpPr>
            <a:spLocks/>
          </p:cNvSpPr>
          <p:nvPr userDrawn="1"/>
        </p:nvSpPr>
        <p:spPr bwMode="auto">
          <a:xfrm>
            <a:off x="12504725" y="5083323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Freeform 5"/>
          <p:cNvSpPr>
            <a:spLocks/>
          </p:cNvSpPr>
          <p:nvPr userDrawn="1"/>
        </p:nvSpPr>
        <p:spPr bwMode="auto">
          <a:xfrm>
            <a:off x="12192000" y="5352483"/>
            <a:ext cx="432725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Freeform 5"/>
          <p:cNvSpPr>
            <a:spLocks/>
          </p:cNvSpPr>
          <p:nvPr userDrawn="1"/>
        </p:nvSpPr>
        <p:spPr bwMode="auto">
          <a:xfrm>
            <a:off x="12191999" y="5547776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Freeform 5"/>
          <p:cNvSpPr>
            <a:spLocks/>
          </p:cNvSpPr>
          <p:nvPr userDrawn="1"/>
        </p:nvSpPr>
        <p:spPr bwMode="auto">
          <a:xfrm>
            <a:off x="12348363" y="5547775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reeform 5"/>
          <p:cNvSpPr>
            <a:spLocks/>
          </p:cNvSpPr>
          <p:nvPr userDrawn="1"/>
        </p:nvSpPr>
        <p:spPr bwMode="auto">
          <a:xfrm>
            <a:off x="12504725" y="5547773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Box 39"/>
          <p:cNvSpPr txBox="1"/>
          <p:nvPr userDrawn="1"/>
        </p:nvSpPr>
        <p:spPr>
          <a:xfrm>
            <a:off x="12191999" y="5733257"/>
            <a:ext cx="616044" cy="8835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Esquemas de cores (usar </a:t>
            </a:r>
            <a:r>
              <a:rPr kumimoji="0" lang="en-US" sz="933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apenas</a:t>
            </a: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 2 cores dos </a:t>
            </a:r>
            <a:r>
              <a:rPr kumimoji="0" lang="en-US" sz="933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esquemas</a:t>
            </a: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 </a:t>
            </a:r>
            <a:r>
              <a:rPr kumimoji="0" lang="en-US" sz="933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abaixo</a:t>
            </a: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)</a:t>
            </a:r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>
            <a:off x="12664043" y="263981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BD78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Freeform 5"/>
          <p:cNvSpPr>
            <a:spLocks/>
          </p:cNvSpPr>
          <p:nvPr userDrawn="1"/>
        </p:nvSpPr>
        <p:spPr bwMode="auto">
          <a:xfrm>
            <a:off x="12664043" y="548680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7A23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Freeform 5"/>
          <p:cNvSpPr>
            <a:spLocks/>
          </p:cNvSpPr>
          <p:nvPr userDrawn="1"/>
        </p:nvSpPr>
        <p:spPr bwMode="auto">
          <a:xfrm>
            <a:off x="12664043" y="87973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86DB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Freeform 5"/>
          <p:cNvSpPr>
            <a:spLocks/>
          </p:cNvSpPr>
          <p:nvPr userDrawn="1"/>
        </p:nvSpPr>
        <p:spPr bwMode="auto">
          <a:xfrm>
            <a:off x="12664043" y="115550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B51F7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Freeform 5"/>
          <p:cNvSpPr>
            <a:spLocks/>
          </p:cNvSpPr>
          <p:nvPr userDrawn="1"/>
        </p:nvSpPr>
        <p:spPr bwMode="auto">
          <a:xfrm>
            <a:off x="12664043" y="147086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95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Freeform 5"/>
          <p:cNvSpPr>
            <a:spLocks/>
          </p:cNvSpPr>
          <p:nvPr userDrawn="1"/>
        </p:nvSpPr>
        <p:spPr bwMode="auto">
          <a:xfrm>
            <a:off x="12664043" y="174663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CC52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Freeform 5"/>
          <p:cNvSpPr>
            <a:spLocks/>
          </p:cNvSpPr>
          <p:nvPr userDrawn="1"/>
        </p:nvSpPr>
        <p:spPr bwMode="auto">
          <a:xfrm>
            <a:off x="12664043" y="204967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C8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reeform 5"/>
          <p:cNvSpPr>
            <a:spLocks/>
          </p:cNvSpPr>
          <p:nvPr userDrawn="1"/>
        </p:nvSpPr>
        <p:spPr bwMode="auto">
          <a:xfrm>
            <a:off x="12664043" y="232544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CCC6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Freeform 5"/>
          <p:cNvSpPr>
            <a:spLocks/>
          </p:cNvSpPr>
          <p:nvPr userDrawn="1"/>
        </p:nvSpPr>
        <p:spPr bwMode="auto">
          <a:xfrm>
            <a:off x="12664043" y="2616176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69D17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Freeform 5"/>
          <p:cNvSpPr>
            <a:spLocks/>
          </p:cNvSpPr>
          <p:nvPr userDrawn="1"/>
        </p:nvSpPr>
        <p:spPr bwMode="auto">
          <a:xfrm>
            <a:off x="12664043" y="289194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9E0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Freeform 5"/>
          <p:cNvSpPr>
            <a:spLocks/>
          </p:cNvSpPr>
          <p:nvPr userDrawn="1"/>
        </p:nvSpPr>
        <p:spPr bwMode="auto">
          <a:xfrm>
            <a:off x="12664043" y="321961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E6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Freeform 5"/>
          <p:cNvSpPr>
            <a:spLocks/>
          </p:cNvSpPr>
          <p:nvPr userDrawn="1"/>
        </p:nvSpPr>
        <p:spPr bwMode="auto">
          <a:xfrm>
            <a:off x="12664043" y="349538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AF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Freeform 5"/>
          <p:cNvSpPr>
            <a:spLocks/>
          </p:cNvSpPr>
          <p:nvPr userDrawn="1"/>
        </p:nvSpPr>
        <p:spPr bwMode="auto">
          <a:xfrm>
            <a:off x="12664043" y="381074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DEDED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Freeform 5"/>
          <p:cNvSpPr>
            <a:spLocks/>
          </p:cNvSpPr>
          <p:nvPr userDrawn="1"/>
        </p:nvSpPr>
        <p:spPr bwMode="auto">
          <a:xfrm>
            <a:off x="12664043" y="408651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9C9C9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58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609585" rtl="0" eaLnBrk="1" latinLnBrk="0" hangingPunct="1">
        <a:lnSpc>
          <a:spcPts val="5600"/>
        </a:lnSpc>
        <a:spcBef>
          <a:spcPct val="0"/>
        </a:spcBef>
        <a:spcAft>
          <a:spcPts val="0"/>
        </a:spcAft>
        <a:buNone/>
        <a:defRPr lang="en-US" sz="5600" b="0" i="0" kern="1200" noProof="0" dirty="0">
          <a:solidFill>
            <a:srgbClr val="A037FF"/>
          </a:solidFill>
          <a:latin typeface="Simplon Oi Headline"/>
          <a:ea typeface="ＭＳ Ｐゴシック" charset="0"/>
          <a:cs typeface="Simplon Oi Headline"/>
        </a:defRPr>
      </a:lvl1pPr>
    </p:titleStyle>
    <p:bodyStyle>
      <a:lvl1pPr marL="245527" indent="-245527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/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1pPr>
      <a:lvl2pPr marL="486821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486821" algn="l"/>
        </a:tabLst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2pPr>
      <a:lvl3pPr marL="721766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721766" algn="l"/>
        </a:tabLst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3pPr>
      <a:lvl4pPr marL="956709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956709" algn="l"/>
        </a:tabLst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4pPr>
      <a:lvl5pPr marL="1191654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1191654" algn="l"/>
        </a:tabLst>
        <a:defRPr lang="pt-BR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orient="horz" pos="894">
          <p15:clr>
            <a:srgbClr val="F26B43"/>
          </p15:clr>
        </p15:guide>
        <p15:guide id="3" orient="horz" pos="169">
          <p15:clr>
            <a:srgbClr val="F26B43"/>
          </p15:clr>
        </p15:guide>
        <p15:guide id="4" pos="295">
          <p15:clr>
            <a:srgbClr val="F26B43"/>
          </p15:clr>
        </p15:guide>
        <p15:guide id="5" pos="5465">
          <p15:clr>
            <a:srgbClr val="F26B43"/>
          </p15:clr>
        </p15:guide>
        <p15:guide id="6" orient="horz" pos="3072">
          <p15:clr>
            <a:srgbClr val="F26B43"/>
          </p15:clr>
        </p15:guide>
        <p15:guide id="7" orient="horz" pos="66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7" y="1892299"/>
            <a:ext cx="10957983" cy="4610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lvl="0" fontAlgn="base">
              <a:lnSpc>
                <a:spcPts val="1867"/>
              </a:lnSpc>
              <a:spcBef>
                <a:spcPct val="0"/>
              </a:spcBef>
              <a:spcAft>
                <a:spcPct val="0"/>
              </a:spcAft>
            </a:pPr>
            <a:r>
              <a:rPr lang="en-US" smtClean="0"/>
              <a:t>Click to edit Master text styles</a:t>
            </a:r>
          </a:p>
          <a:p>
            <a:pPr lvl="1" fontAlgn="base">
              <a:lnSpc>
                <a:spcPts val="1867"/>
              </a:lnSpc>
              <a:spcBef>
                <a:spcPct val="0"/>
              </a:spcBef>
              <a:spcAft>
                <a:spcPct val="0"/>
              </a:spcAft>
            </a:pPr>
            <a:r>
              <a:rPr lang="en-US" smtClean="0"/>
              <a:t>Second level</a:t>
            </a:r>
          </a:p>
          <a:p>
            <a:pPr lvl="2" fontAlgn="base">
              <a:lnSpc>
                <a:spcPts val="1867"/>
              </a:lnSpc>
              <a:spcBef>
                <a:spcPct val="0"/>
              </a:spcBef>
              <a:spcAft>
                <a:spcPct val="0"/>
              </a:spcAft>
            </a:pPr>
            <a:r>
              <a:rPr lang="en-US" smtClean="0"/>
              <a:t>Third level</a:t>
            </a:r>
          </a:p>
          <a:p>
            <a:pPr lvl="3" fontAlgn="base">
              <a:lnSpc>
                <a:spcPts val="1867"/>
              </a:lnSpc>
              <a:spcBef>
                <a:spcPct val="0"/>
              </a:spcBef>
              <a:spcAft>
                <a:spcPct val="0"/>
              </a:spcAft>
            </a:pPr>
            <a:r>
              <a:rPr lang="en-US" smtClean="0"/>
              <a:t>Fourth level</a:t>
            </a:r>
          </a:p>
          <a:p>
            <a:pPr lvl="4" fontAlgn="base">
              <a:lnSpc>
                <a:spcPts val="1867"/>
              </a:lnSpc>
              <a:spcBef>
                <a:spcPct val="0"/>
              </a:spcBef>
              <a:spcAft>
                <a:spcPct val="0"/>
              </a:spcAft>
            </a:pPr>
            <a:r>
              <a:rPr lang="en-US" smtClean="0"/>
              <a:t>Fifth level</a:t>
            </a:r>
            <a:endParaRPr lang="pt-BR" dirty="0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624418" y="366185"/>
            <a:ext cx="10943167" cy="10456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pt-PT" dirty="0" err="1" smtClean="0"/>
              <a:t>Click</a:t>
            </a:r>
            <a:r>
              <a:rPr lang="pt-PT" dirty="0" smtClean="0"/>
              <a:t> to </a:t>
            </a:r>
            <a:r>
              <a:rPr lang="pt-PT" dirty="0" err="1" smtClean="0"/>
              <a:t>edit</a:t>
            </a:r>
            <a:r>
              <a:rPr lang="pt-PT" dirty="0" smtClean="0"/>
              <a:t> </a:t>
            </a:r>
            <a:r>
              <a:rPr lang="pt-PT" dirty="0" err="1" smtClean="0"/>
              <a:t>title</a:t>
            </a:r>
            <a:r>
              <a:rPr lang="pt-PT" dirty="0" smtClean="0"/>
              <a:t> </a:t>
            </a:r>
            <a:r>
              <a:rPr lang="pt-PT" dirty="0" err="1" smtClean="0"/>
              <a:t>style</a:t>
            </a:r>
            <a:endParaRPr lang="en-US" dirty="0"/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501342"/>
            <a:ext cx="10382943" cy="287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2"/>
                </a:solidFill>
                <a:latin typeface="Simplon BP Regular"/>
                <a:cs typeface="Simplon BP Regular"/>
              </a:defRPr>
            </a:lvl1pPr>
          </a:lstStyle>
          <a:p>
            <a:pPr defTabSz="609585"/>
            <a:r>
              <a:rPr lang="pt-BR" smtClean="0">
                <a:solidFill>
                  <a:srgbClr val="5F5F5F"/>
                </a:solidFill>
              </a:rPr>
              <a:t>MATERIAL CONFIDENCIAL  |  SLIDE Nº</a:t>
            </a:r>
            <a:endParaRPr lang="pt-BR" dirty="0">
              <a:solidFill>
                <a:srgbClr val="5F5F5F"/>
              </a:solidFill>
            </a:endParaRPr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2544" y="6501342"/>
            <a:ext cx="589856" cy="287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2"/>
                </a:solidFill>
                <a:latin typeface="Simplon BP Regular"/>
                <a:cs typeface="Simplon BP Regular"/>
              </a:defRPr>
            </a:lvl1pPr>
          </a:lstStyle>
          <a:p>
            <a:pPr defTabSz="609585"/>
            <a:fld id="{74850952-3374-434C-8FC6-DE28F8CD25B0}" type="slidenum">
              <a:rPr lang="pt-BR" smtClean="0">
                <a:solidFill>
                  <a:srgbClr val="5F5F5F"/>
                </a:solidFill>
              </a:rPr>
              <a:pPr defTabSz="609585"/>
              <a:t>‹nº›</a:t>
            </a:fld>
            <a:endParaRPr lang="pt-BR" dirty="0">
              <a:solidFill>
                <a:srgbClr val="5F5F5F"/>
              </a:solidFill>
            </a:endParaRPr>
          </a:p>
        </p:txBody>
      </p:sp>
      <p:sp>
        <p:nvSpPr>
          <p:cNvPr id="47" name="TextBox 46"/>
          <p:cNvSpPr txBox="1"/>
          <p:nvPr userDrawn="1"/>
        </p:nvSpPr>
        <p:spPr>
          <a:xfrm>
            <a:off x="-287544" y="75125"/>
            <a:ext cx="238861" cy="1817705"/>
          </a:xfrm>
          <a:prstGeom prst="rect">
            <a:avLst/>
          </a:prstGeom>
          <a:noFill/>
        </p:spPr>
        <p:txBody>
          <a:bodyPr vert="vert270" wrap="square" lIns="0" tIns="0" rIns="0" bIns="0" rtlCol="0" anchor="t">
            <a:noAutofit/>
          </a:bodyPr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Oi Headline"/>
                <a:ea typeface="+mn-ea"/>
                <a:cs typeface="Simplon Oi Headline"/>
              </a:rPr>
              <a:t>Simplon </a:t>
            </a:r>
            <a:r>
              <a:rPr kumimoji="0" lang="en-US" sz="1333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Oi Headline"/>
                <a:ea typeface="+mn-ea"/>
                <a:cs typeface="Simplon Oi Headline"/>
              </a:rPr>
              <a:t>Oi</a:t>
            </a:r>
            <a:r>
              <a:rPr kumimoji="0" lang="en-US" sz="13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Oi Headline"/>
                <a:ea typeface="+mn-ea"/>
                <a:cs typeface="Simplon Oi Headline"/>
              </a:rPr>
              <a:t> 42pt</a:t>
            </a:r>
          </a:p>
        </p:txBody>
      </p:sp>
      <p:sp>
        <p:nvSpPr>
          <p:cNvPr id="48" name="TextBox 47"/>
          <p:cNvSpPr txBox="1"/>
          <p:nvPr userDrawn="1"/>
        </p:nvSpPr>
        <p:spPr>
          <a:xfrm>
            <a:off x="-287544" y="1892830"/>
            <a:ext cx="238861" cy="2400268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SIMPLON BP REGULAR 21PT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-287544" y="4293097"/>
            <a:ext cx="238861" cy="2178720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Simplon BP Regular 14pt</a:t>
            </a:r>
          </a:p>
        </p:txBody>
      </p:sp>
      <p:sp>
        <p:nvSpPr>
          <p:cNvPr id="50" name="Freeform 5"/>
          <p:cNvSpPr>
            <a:spLocks/>
          </p:cNvSpPr>
          <p:nvPr userDrawn="1"/>
        </p:nvSpPr>
        <p:spPr bwMode="auto">
          <a:xfrm>
            <a:off x="12187618" y="3141032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0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206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255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51" name="Freeform 50"/>
          <p:cNvSpPr>
            <a:spLocks/>
          </p:cNvSpPr>
          <p:nvPr userDrawn="1"/>
        </p:nvSpPr>
        <p:spPr bwMode="auto">
          <a:xfrm>
            <a:off x="12187618" y="2564968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0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211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24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52" name="Freeform 5"/>
          <p:cNvSpPr>
            <a:spLocks/>
          </p:cNvSpPr>
          <p:nvPr userDrawn="1"/>
        </p:nvSpPr>
        <p:spPr bwMode="auto">
          <a:xfrm>
            <a:off x="12187618" y="1988904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E50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255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E50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255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E50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0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4D4E50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53" name="Freeform 5"/>
          <p:cNvSpPr>
            <a:spLocks/>
          </p:cNvSpPr>
          <p:nvPr userDrawn="1"/>
        </p:nvSpPr>
        <p:spPr bwMode="auto">
          <a:xfrm>
            <a:off x="12187618" y="1412840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255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109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0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54" name="Freeform 53"/>
          <p:cNvSpPr>
            <a:spLocks/>
          </p:cNvSpPr>
          <p:nvPr userDrawn="1"/>
        </p:nvSpPr>
        <p:spPr bwMode="auto">
          <a:xfrm>
            <a:off x="12187618" y="836776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234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40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140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55" name="Freeform 5"/>
          <p:cNvSpPr>
            <a:spLocks/>
          </p:cNvSpPr>
          <p:nvPr userDrawn="1"/>
        </p:nvSpPr>
        <p:spPr bwMode="auto">
          <a:xfrm>
            <a:off x="12187618" y="263981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160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43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255 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56" name="Freeform 5"/>
          <p:cNvSpPr>
            <a:spLocks/>
          </p:cNvSpPr>
          <p:nvPr userDrawn="1"/>
        </p:nvSpPr>
        <p:spPr bwMode="auto">
          <a:xfrm>
            <a:off x="12187618" y="3717096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77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77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77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57" name="Freeform 5"/>
          <p:cNvSpPr>
            <a:spLocks/>
          </p:cNvSpPr>
          <p:nvPr userDrawn="1"/>
        </p:nvSpPr>
        <p:spPr bwMode="auto">
          <a:xfrm>
            <a:off x="12192000" y="4389107"/>
            <a:ext cx="432725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Freeform 5"/>
          <p:cNvSpPr>
            <a:spLocks/>
          </p:cNvSpPr>
          <p:nvPr userDrawn="1"/>
        </p:nvSpPr>
        <p:spPr bwMode="auto">
          <a:xfrm>
            <a:off x="12191999" y="4584400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Freeform 5"/>
          <p:cNvSpPr>
            <a:spLocks/>
          </p:cNvSpPr>
          <p:nvPr userDrawn="1"/>
        </p:nvSpPr>
        <p:spPr bwMode="auto">
          <a:xfrm>
            <a:off x="12348363" y="4584399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Freeform 5"/>
          <p:cNvSpPr>
            <a:spLocks/>
          </p:cNvSpPr>
          <p:nvPr userDrawn="1"/>
        </p:nvSpPr>
        <p:spPr bwMode="auto">
          <a:xfrm>
            <a:off x="12504725" y="4584397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Freeform 5"/>
          <p:cNvSpPr>
            <a:spLocks/>
          </p:cNvSpPr>
          <p:nvPr userDrawn="1"/>
        </p:nvSpPr>
        <p:spPr bwMode="auto">
          <a:xfrm>
            <a:off x="12192000" y="4872429"/>
            <a:ext cx="432725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Freeform 5"/>
          <p:cNvSpPr>
            <a:spLocks/>
          </p:cNvSpPr>
          <p:nvPr userDrawn="1"/>
        </p:nvSpPr>
        <p:spPr bwMode="auto">
          <a:xfrm>
            <a:off x="12191999" y="5083325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reeform 5"/>
          <p:cNvSpPr>
            <a:spLocks/>
          </p:cNvSpPr>
          <p:nvPr userDrawn="1"/>
        </p:nvSpPr>
        <p:spPr bwMode="auto">
          <a:xfrm>
            <a:off x="12348363" y="5083324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Freeform 5"/>
          <p:cNvSpPr>
            <a:spLocks/>
          </p:cNvSpPr>
          <p:nvPr userDrawn="1"/>
        </p:nvSpPr>
        <p:spPr bwMode="auto">
          <a:xfrm>
            <a:off x="12504725" y="5083323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Freeform 5"/>
          <p:cNvSpPr>
            <a:spLocks/>
          </p:cNvSpPr>
          <p:nvPr userDrawn="1"/>
        </p:nvSpPr>
        <p:spPr bwMode="auto">
          <a:xfrm>
            <a:off x="12192000" y="5352483"/>
            <a:ext cx="432725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Freeform 5"/>
          <p:cNvSpPr>
            <a:spLocks/>
          </p:cNvSpPr>
          <p:nvPr userDrawn="1"/>
        </p:nvSpPr>
        <p:spPr bwMode="auto">
          <a:xfrm>
            <a:off x="12191999" y="5547776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Freeform 5"/>
          <p:cNvSpPr>
            <a:spLocks/>
          </p:cNvSpPr>
          <p:nvPr userDrawn="1"/>
        </p:nvSpPr>
        <p:spPr bwMode="auto">
          <a:xfrm>
            <a:off x="12348363" y="5547775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Freeform 5"/>
          <p:cNvSpPr>
            <a:spLocks/>
          </p:cNvSpPr>
          <p:nvPr userDrawn="1"/>
        </p:nvSpPr>
        <p:spPr bwMode="auto">
          <a:xfrm>
            <a:off x="12504725" y="5547773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TextBox 39"/>
          <p:cNvSpPr txBox="1"/>
          <p:nvPr userDrawn="1"/>
        </p:nvSpPr>
        <p:spPr>
          <a:xfrm>
            <a:off x="12191999" y="5733257"/>
            <a:ext cx="634404" cy="8835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Esquemas de cores (usar </a:t>
            </a:r>
            <a:r>
              <a:rPr kumimoji="0" lang="en-US" sz="933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apenas</a:t>
            </a: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 2 cores dos </a:t>
            </a:r>
            <a:r>
              <a:rPr kumimoji="0" lang="en-US" sz="933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esquemas</a:t>
            </a: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 </a:t>
            </a:r>
            <a:r>
              <a:rPr kumimoji="0" lang="en-US" sz="933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abaixo</a:t>
            </a: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)</a:t>
            </a:r>
          </a:p>
        </p:txBody>
      </p:sp>
      <p:sp>
        <p:nvSpPr>
          <p:cNvPr id="43" name="Freeform 5"/>
          <p:cNvSpPr>
            <a:spLocks/>
          </p:cNvSpPr>
          <p:nvPr userDrawn="1"/>
        </p:nvSpPr>
        <p:spPr bwMode="auto">
          <a:xfrm>
            <a:off x="12664043" y="263981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BD78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Freeform 5"/>
          <p:cNvSpPr>
            <a:spLocks/>
          </p:cNvSpPr>
          <p:nvPr userDrawn="1"/>
        </p:nvSpPr>
        <p:spPr bwMode="auto">
          <a:xfrm>
            <a:off x="12664043" y="548680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7A23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Freeform 5"/>
          <p:cNvSpPr>
            <a:spLocks/>
          </p:cNvSpPr>
          <p:nvPr userDrawn="1"/>
        </p:nvSpPr>
        <p:spPr bwMode="auto">
          <a:xfrm>
            <a:off x="12664043" y="87973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86DB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Freeform 5"/>
          <p:cNvSpPr>
            <a:spLocks/>
          </p:cNvSpPr>
          <p:nvPr userDrawn="1"/>
        </p:nvSpPr>
        <p:spPr bwMode="auto">
          <a:xfrm>
            <a:off x="12664043" y="115550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B51F7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Freeform 71"/>
          <p:cNvSpPr>
            <a:spLocks/>
          </p:cNvSpPr>
          <p:nvPr userDrawn="1"/>
        </p:nvSpPr>
        <p:spPr bwMode="auto">
          <a:xfrm>
            <a:off x="12664043" y="147086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95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Freeform 5"/>
          <p:cNvSpPr>
            <a:spLocks/>
          </p:cNvSpPr>
          <p:nvPr userDrawn="1"/>
        </p:nvSpPr>
        <p:spPr bwMode="auto">
          <a:xfrm>
            <a:off x="12664043" y="174663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CC52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Freeform 5"/>
          <p:cNvSpPr>
            <a:spLocks/>
          </p:cNvSpPr>
          <p:nvPr userDrawn="1"/>
        </p:nvSpPr>
        <p:spPr bwMode="auto">
          <a:xfrm>
            <a:off x="12664043" y="204967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C8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" name="Freeform 5"/>
          <p:cNvSpPr>
            <a:spLocks/>
          </p:cNvSpPr>
          <p:nvPr userDrawn="1"/>
        </p:nvSpPr>
        <p:spPr bwMode="auto">
          <a:xfrm>
            <a:off x="12664043" y="232544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CCC6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Freeform 5"/>
          <p:cNvSpPr>
            <a:spLocks/>
          </p:cNvSpPr>
          <p:nvPr userDrawn="1"/>
        </p:nvSpPr>
        <p:spPr bwMode="auto">
          <a:xfrm>
            <a:off x="12664043" y="2616176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69D17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Freeform 5"/>
          <p:cNvSpPr>
            <a:spLocks/>
          </p:cNvSpPr>
          <p:nvPr userDrawn="1"/>
        </p:nvSpPr>
        <p:spPr bwMode="auto">
          <a:xfrm>
            <a:off x="12664043" y="289194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9E0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Freeform 5"/>
          <p:cNvSpPr>
            <a:spLocks/>
          </p:cNvSpPr>
          <p:nvPr userDrawn="1"/>
        </p:nvSpPr>
        <p:spPr bwMode="auto">
          <a:xfrm>
            <a:off x="12664043" y="321961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E6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reeform 5"/>
          <p:cNvSpPr>
            <a:spLocks/>
          </p:cNvSpPr>
          <p:nvPr userDrawn="1"/>
        </p:nvSpPr>
        <p:spPr bwMode="auto">
          <a:xfrm>
            <a:off x="12664043" y="349538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AF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Freeform 5"/>
          <p:cNvSpPr>
            <a:spLocks/>
          </p:cNvSpPr>
          <p:nvPr userDrawn="1"/>
        </p:nvSpPr>
        <p:spPr bwMode="auto">
          <a:xfrm>
            <a:off x="12664043" y="381074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DEDED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664043" y="408651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9C9C9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04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</p:sldLayoutIdLst>
  <p:hf hdr="0" dt="0"/>
  <p:txStyles>
    <p:titleStyle>
      <a:lvl1pPr algn="l" defTabSz="609585" rtl="0" eaLnBrk="1" latinLnBrk="0" hangingPunct="1">
        <a:lnSpc>
          <a:spcPts val="5600"/>
        </a:lnSpc>
        <a:spcBef>
          <a:spcPct val="0"/>
        </a:spcBef>
        <a:spcAft>
          <a:spcPts val="0"/>
        </a:spcAft>
        <a:buNone/>
        <a:defRPr lang="en-US" sz="5600" b="0" i="0" kern="1200" noProof="0" dirty="0">
          <a:solidFill>
            <a:srgbClr val="A037FF"/>
          </a:solidFill>
          <a:latin typeface="Simplon Oi Headline"/>
          <a:ea typeface="ＭＳ Ｐゴシック" charset="0"/>
          <a:cs typeface="Simplon Oi Headline"/>
        </a:defRPr>
      </a:lvl1pPr>
    </p:titleStyle>
    <p:bodyStyle>
      <a:lvl1pPr marL="245527" indent="-245527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/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1pPr>
      <a:lvl2pPr marL="486821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486821" algn="l"/>
        </a:tabLst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2pPr>
      <a:lvl3pPr marL="721766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721766" algn="l"/>
        </a:tabLst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3pPr>
      <a:lvl4pPr marL="956709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956709" algn="l"/>
        </a:tabLst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4pPr>
      <a:lvl5pPr marL="1191654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1191654" algn="l"/>
        </a:tabLst>
        <a:defRPr lang="pt-BR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orient="horz" pos="894">
          <p15:clr>
            <a:srgbClr val="F26B43"/>
          </p15:clr>
        </p15:guide>
        <p15:guide id="3" orient="horz" pos="169">
          <p15:clr>
            <a:srgbClr val="F26B43"/>
          </p15:clr>
        </p15:guide>
        <p15:guide id="4" pos="295">
          <p15:clr>
            <a:srgbClr val="F26B43"/>
          </p15:clr>
        </p15:guide>
        <p15:guide id="5" pos="5465">
          <p15:clr>
            <a:srgbClr val="F26B43"/>
          </p15:clr>
        </p15:guide>
        <p15:guide id="6" orient="horz" pos="3072">
          <p15:clr>
            <a:srgbClr val="F26B43"/>
          </p15:clr>
        </p15:guide>
        <p15:guide id="7" orient="horz" pos="66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624418" y="366185"/>
            <a:ext cx="7487807" cy="10456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pt-PT" dirty="0" err="1" smtClean="0"/>
              <a:t>Click</a:t>
            </a:r>
            <a:r>
              <a:rPr lang="pt-PT" dirty="0" smtClean="0"/>
              <a:t> to </a:t>
            </a:r>
            <a:r>
              <a:rPr lang="pt-PT" dirty="0" err="1" smtClean="0"/>
              <a:t>edit</a:t>
            </a:r>
            <a:r>
              <a:rPr lang="pt-PT" dirty="0" smtClean="0"/>
              <a:t> </a:t>
            </a:r>
            <a:r>
              <a:rPr lang="pt-PT" dirty="0" err="1" smtClean="0"/>
              <a:t>title</a:t>
            </a:r>
            <a:r>
              <a:rPr lang="pt-PT" dirty="0" smtClean="0"/>
              <a:t> </a:t>
            </a:r>
            <a:r>
              <a:rPr lang="pt-PT" dirty="0" err="1" smtClean="0"/>
              <a:t>style</a:t>
            </a:r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-287544" y="75125"/>
            <a:ext cx="238861" cy="1817705"/>
          </a:xfrm>
          <a:prstGeom prst="rect">
            <a:avLst/>
          </a:prstGeom>
          <a:noFill/>
        </p:spPr>
        <p:txBody>
          <a:bodyPr vert="vert270" wrap="square" lIns="0" tIns="0" rIns="0" bIns="0" rtlCol="0" anchor="t">
            <a:noAutofit/>
          </a:bodyPr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Oi Headline"/>
                <a:ea typeface="+mn-ea"/>
                <a:cs typeface="Simplon Oi Headline"/>
              </a:rPr>
              <a:t>Simplon Oi 42pt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287544" y="1892830"/>
            <a:ext cx="238861" cy="2400268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SIMPLON BP REGULAR 21PT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287544" y="4293097"/>
            <a:ext cx="238861" cy="2178720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Simplon BP Regular 14pt</a:t>
            </a:r>
          </a:p>
        </p:txBody>
      </p:sp>
      <p:sp>
        <p:nvSpPr>
          <p:cNvPr id="16" name="Freeform 5"/>
          <p:cNvSpPr>
            <a:spLocks/>
          </p:cNvSpPr>
          <p:nvPr userDrawn="1"/>
        </p:nvSpPr>
        <p:spPr bwMode="auto">
          <a:xfrm>
            <a:off x="12187618" y="3141032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0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206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255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17" name="Freeform 16"/>
          <p:cNvSpPr>
            <a:spLocks/>
          </p:cNvSpPr>
          <p:nvPr userDrawn="1"/>
        </p:nvSpPr>
        <p:spPr bwMode="auto">
          <a:xfrm>
            <a:off x="12187618" y="2564968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0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211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24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18" name="Freeform 5"/>
          <p:cNvSpPr>
            <a:spLocks/>
          </p:cNvSpPr>
          <p:nvPr userDrawn="1"/>
        </p:nvSpPr>
        <p:spPr bwMode="auto">
          <a:xfrm>
            <a:off x="12187618" y="1988904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E50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255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E50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255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E50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0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4D4E50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19" name="Freeform 5"/>
          <p:cNvSpPr>
            <a:spLocks/>
          </p:cNvSpPr>
          <p:nvPr userDrawn="1"/>
        </p:nvSpPr>
        <p:spPr bwMode="auto">
          <a:xfrm>
            <a:off x="12187618" y="1412840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255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109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0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29" name="Freeform 28"/>
          <p:cNvSpPr>
            <a:spLocks/>
          </p:cNvSpPr>
          <p:nvPr userDrawn="1"/>
        </p:nvSpPr>
        <p:spPr bwMode="auto">
          <a:xfrm>
            <a:off x="12187618" y="836776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234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40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140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>
            <a:off x="12187618" y="263981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160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43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255 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>
            <a:off x="12187618" y="3717096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R 77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G 77  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mplon BP Regular"/>
                <a:ea typeface="+mn-ea"/>
                <a:cs typeface="Simplon BP Regular"/>
              </a:rPr>
              <a:t>B 77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>
            <a:off x="12192000" y="4389107"/>
            <a:ext cx="432725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>
            <a:off x="12191999" y="4584400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>
            <a:off x="12348363" y="4584399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Freeform 5"/>
          <p:cNvSpPr>
            <a:spLocks/>
          </p:cNvSpPr>
          <p:nvPr userDrawn="1"/>
        </p:nvSpPr>
        <p:spPr bwMode="auto">
          <a:xfrm>
            <a:off x="12504725" y="4584397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Freeform 5"/>
          <p:cNvSpPr>
            <a:spLocks/>
          </p:cNvSpPr>
          <p:nvPr userDrawn="1"/>
        </p:nvSpPr>
        <p:spPr bwMode="auto">
          <a:xfrm>
            <a:off x="12192000" y="4872429"/>
            <a:ext cx="432725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Freeform 5"/>
          <p:cNvSpPr>
            <a:spLocks/>
          </p:cNvSpPr>
          <p:nvPr userDrawn="1"/>
        </p:nvSpPr>
        <p:spPr bwMode="auto">
          <a:xfrm>
            <a:off x="12191999" y="5083325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Freeform 5"/>
          <p:cNvSpPr>
            <a:spLocks/>
          </p:cNvSpPr>
          <p:nvPr userDrawn="1"/>
        </p:nvSpPr>
        <p:spPr bwMode="auto">
          <a:xfrm>
            <a:off x="12348363" y="5083324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Freeform 5"/>
          <p:cNvSpPr>
            <a:spLocks/>
          </p:cNvSpPr>
          <p:nvPr userDrawn="1"/>
        </p:nvSpPr>
        <p:spPr bwMode="auto">
          <a:xfrm>
            <a:off x="12504725" y="5083323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Freeform 5"/>
          <p:cNvSpPr>
            <a:spLocks/>
          </p:cNvSpPr>
          <p:nvPr userDrawn="1"/>
        </p:nvSpPr>
        <p:spPr bwMode="auto">
          <a:xfrm>
            <a:off x="12192000" y="5352483"/>
            <a:ext cx="432725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Freeform 5"/>
          <p:cNvSpPr>
            <a:spLocks/>
          </p:cNvSpPr>
          <p:nvPr userDrawn="1"/>
        </p:nvSpPr>
        <p:spPr bwMode="auto">
          <a:xfrm>
            <a:off x="12191999" y="5547776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Freeform 5"/>
          <p:cNvSpPr>
            <a:spLocks/>
          </p:cNvSpPr>
          <p:nvPr userDrawn="1"/>
        </p:nvSpPr>
        <p:spPr bwMode="auto">
          <a:xfrm>
            <a:off x="12348363" y="5547775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reeform 5"/>
          <p:cNvSpPr>
            <a:spLocks/>
          </p:cNvSpPr>
          <p:nvPr userDrawn="1"/>
        </p:nvSpPr>
        <p:spPr bwMode="auto">
          <a:xfrm>
            <a:off x="12504725" y="5547773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Box 39"/>
          <p:cNvSpPr txBox="1"/>
          <p:nvPr userDrawn="1"/>
        </p:nvSpPr>
        <p:spPr>
          <a:xfrm>
            <a:off x="12191999" y="5733257"/>
            <a:ext cx="616044" cy="8835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" charset="0"/>
                <a:ea typeface="Simplon BP" charset="0"/>
                <a:cs typeface="Simplon BP" charset="0"/>
              </a:rPr>
              <a:t>Esquemas de cores (usar apenas 2 cores dos esquemas abaixo)</a:t>
            </a:r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>
            <a:off x="12664043" y="263981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BD78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Freeform 5"/>
          <p:cNvSpPr>
            <a:spLocks/>
          </p:cNvSpPr>
          <p:nvPr userDrawn="1"/>
        </p:nvSpPr>
        <p:spPr bwMode="auto">
          <a:xfrm>
            <a:off x="12664043" y="548680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7A23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Freeform 5"/>
          <p:cNvSpPr>
            <a:spLocks/>
          </p:cNvSpPr>
          <p:nvPr userDrawn="1"/>
        </p:nvSpPr>
        <p:spPr bwMode="auto">
          <a:xfrm>
            <a:off x="12664043" y="87973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86DB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Freeform 5"/>
          <p:cNvSpPr>
            <a:spLocks/>
          </p:cNvSpPr>
          <p:nvPr userDrawn="1"/>
        </p:nvSpPr>
        <p:spPr bwMode="auto">
          <a:xfrm>
            <a:off x="12664043" y="115550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B51F7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Freeform 5"/>
          <p:cNvSpPr>
            <a:spLocks/>
          </p:cNvSpPr>
          <p:nvPr userDrawn="1"/>
        </p:nvSpPr>
        <p:spPr bwMode="auto">
          <a:xfrm>
            <a:off x="12664043" y="147086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95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Freeform 5"/>
          <p:cNvSpPr>
            <a:spLocks/>
          </p:cNvSpPr>
          <p:nvPr userDrawn="1"/>
        </p:nvSpPr>
        <p:spPr bwMode="auto">
          <a:xfrm>
            <a:off x="12664043" y="174663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CC52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Freeform 5"/>
          <p:cNvSpPr>
            <a:spLocks/>
          </p:cNvSpPr>
          <p:nvPr userDrawn="1"/>
        </p:nvSpPr>
        <p:spPr bwMode="auto">
          <a:xfrm>
            <a:off x="12664043" y="204967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C8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reeform 5"/>
          <p:cNvSpPr>
            <a:spLocks/>
          </p:cNvSpPr>
          <p:nvPr userDrawn="1"/>
        </p:nvSpPr>
        <p:spPr bwMode="auto">
          <a:xfrm>
            <a:off x="12664043" y="232544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CCC6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Freeform 5"/>
          <p:cNvSpPr>
            <a:spLocks/>
          </p:cNvSpPr>
          <p:nvPr userDrawn="1"/>
        </p:nvSpPr>
        <p:spPr bwMode="auto">
          <a:xfrm>
            <a:off x="12664043" y="2616176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69D17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Freeform 5"/>
          <p:cNvSpPr>
            <a:spLocks/>
          </p:cNvSpPr>
          <p:nvPr userDrawn="1"/>
        </p:nvSpPr>
        <p:spPr bwMode="auto">
          <a:xfrm>
            <a:off x="12664043" y="289194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9E0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Freeform 5"/>
          <p:cNvSpPr>
            <a:spLocks/>
          </p:cNvSpPr>
          <p:nvPr userDrawn="1"/>
        </p:nvSpPr>
        <p:spPr bwMode="auto">
          <a:xfrm>
            <a:off x="12664043" y="321961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E6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Freeform 5"/>
          <p:cNvSpPr>
            <a:spLocks/>
          </p:cNvSpPr>
          <p:nvPr userDrawn="1"/>
        </p:nvSpPr>
        <p:spPr bwMode="auto">
          <a:xfrm>
            <a:off x="12664043" y="349538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AF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Freeform 5"/>
          <p:cNvSpPr>
            <a:spLocks/>
          </p:cNvSpPr>
          <p:nvPr userDrawn="1"/>
        </p:nvSpPr>
        <p:spPr bwMode="auto">
          <a:xfrm>
            <a:off x="12664043" y="381074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DEDED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Freeform 5"/>
          <p:cNvSpPr>
            <a:spLocks/>
          </p:cNvSpPr>
          <p:nvPr userDrawn="1"/>
        </p:nvSpPr>
        <p:spPr bwMode="auto">
          <a:xfrm>
            <a:off x="12664043" y="408651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9C9C9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7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8" r:id="rId9"/>
    <p:sldLayoutId id="2147483689" r:id="rId10"/>
    <p:sldLayoutId id="2147483690" r:id="rId11"/>
    <p:sldLayoutId id="2147483692" r:id="rId12"/>
    <p:sldLayoutId id="2147483693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609585" rtl="0" eaLnBrk="1" latinLnBrk="0" hangingPunct="1">
        <a:lnSpc>
          <a:spcPts val="5600"/>
        </a:lnSpc>
        <a:spcBef>
          <a:spcPct val="0"/>
        </a:spcBef>
        <a:spcAft>
          <a:spcPts val="0"/>
        </a:spcAft>
        <a:buNone/>
        <a:defRPr lang="en-US" sz="5600" b="0" i="0" kern="1200" noProof="0" dirty="0">
          <a:solidFill>
            <a:srgbClr val="A037FF"/>
          </a:solidFill>
          <a:latin typeface="Simplon Oi Headline"/>
          <a:ea typeface="ＭＳ Ｐゴシック" charset="0"/>
          <a:cs typeface="Simplon Oi Headline"/>
        </a:defRPr>
      </a:lvl1pPr>
    </p:titleStyle>
    <p:bodyStyle>
      <a:lvl1pPr marL="245527" indent="-245527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/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1pPr>
      <a:lvl2pPr marL="486821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486821" algn="l"/>
        </a:tabLst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2pPr>
      <a:lvl3pPr marL="721766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721766" algn="l"/>
        </a:tabLst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3pPr>
      <a:lvl4pPr marL="956709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956709" algn="l"/>
        </a:tabLst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4pPr>
      <a:lvl5pPr marL="1191654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1191654" algn="l"/>
        </a:tabLst>
        <a:defRPr lang="pt-BR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1192">
          <p15:clr>
            <a:srgbClr val="F26B43"/>
          </p15:clr>
        </p15:guide>
        <p15:guide id="3" orient="horz" pos="225">
          <p15:clr>
            <a:srgbClr val="F26B43"/>
          </p15:clr>
        </p15:guide>
        <p15:guide id="4" pos="393">
          <p15:clr>
            <a:srgbClr val="F26B43"/>
          </p15:clr>
        </p15:guide>
        <p15:guide id="5" pos="7287">
          <p15:clr>
            <a:srgbClr val="F26B43"/>
          </p15:clr>
        </p15:guide>
        <p15:guide id="6" orient="horz" pos="4096">
          <p15:clr>
            <a:srgbClr val="F26B43"/>
          </p15:clr>
        </p15:guide>
        <p15:guide id="7" orient="horz" pos="88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2970" y="426343"/>
            <a:ext cx="8192696" cy="1676777"/>
          </a:xfrm>
        </p:spPr>
        <p:txBody>
          <a:bodyPr/>
          <a:lstStyle/>
          <a:p>
            <a:r>
              <a:rPr lang="pt-BR" sz="4000" b="1" dirty="0" smtClean="0"/>
              <a:t>Oi </a:t>
            </a:r>
            <a:r>
              <a:rPr lang="pt-BR" sz="4000" b="1" dirty="0"/>
              <a:t>TV - Recarga de TV Pré-paga no PDV</a:t>
            </a:r>
            <a:r>
              <a:rPr lang="en-US" sz="3733" dirty="0" smtClean="0"/>
              <a:t/>
            </a:r>
            <a:br>
              <a:rPr lang="en-US" sz="3733" dirty="0" smtClean="0"/>
            </a:br>
            <a:r>
              <a:rPr lang="en-US" sz="3733" dirty="0" smtClean="0"/>
              <a:t/>
            </a:r>
            <a:br>
              <a:rPr lang="en-US" sz="3733" dirty="0" smtClean="0"/>
            </a:br>
            <a:r>
              <a:rPr lang="en-US" sz="3733" dirty="0" smtClean="0"/>
              <a:t/>
            </a:r>
            <a:br>
              <a:rPr lang="en-US" sz="3733" dirty="0" smtClean="0"/>
            </a:br>
            <a:r>
              <a:rPr lang="en-US" sz="3733" dirty="0" smtClean="0"/>
              <a:t/>
            </a:r>
            <a:br>
              <a:rPr lang="en-US" sz="3733" dirty="0" smtClean="0"/>
            </a:br>
            <a:r>
              <a:rPr lang="en-US" sz="3733" dirty="0" smtClean="0"/>
              <a:t/>
            </a:r>
            <a:br>
              <a:rPr lang="en-US" sz="3733" dirty="0" smtClean="0"/>
            </a:br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201441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247467" y="6500286"/>
            <a:ext cx="4188884" cy="357716"/>
          </a:xfrm>
        </p:spPr>
        <p:txBody>
          <a:bodyPr/>
          <a:lstStyle/>
          <a:p>
            <a:pPr>
              <a:defRPr/>
            </a:pPr>
            <a:fld id="{5CCBDA71-D6B8-4C38-919F-15E6A4622459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" name="CaixaDeTexto 2"/>
          <p:cNvSpPr txBox="1"/>
          <p:nvPr/>
        </p:nvSpPr>
        <p:spPr>
          <a:xfrm>
            <a:off x="508000" y="1193801"/>
            <a:ext cx="11344533" cy="3941333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pt-BR" sz="1867" b="1" dirty="0">
                <a:solidFill>
                  <a:srgbClr val="A02BFF"/>
                </a:solidFill>
                <a:latin typeface="Arial" pitchFamily="34" charset="0"/>
                <a:cs typeface="Arial" pitchFamily="34" charset="0"/>
              </a:rPr>
              <a:t>OBJETIVO</a:t>
            </a:r>
          </a:p>
          <a:p>
            <a:pPr marL="342900" lvl="1" indent="-342900" defTabSz="239178">
              <a:lnSpc>
                <a:spcPct val="90000"/>
              </a:lnSpc>
              <a:buFontTx/>
              <a:buChar char="-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Simplon BP Regular" pitchFamily="2" charset="0"/>
              </a:rPr>
              <a:t>Viabilizar a contratação de serviços de TV Pré-paga através dos pontos de venda, com pagamento em dinheiro.</a:t>
            </a:r>
          </a:p>
          <a:p>
            <a:pPr marL="342900" lvl="1" indent="-342900" defTabSz="239178">
              <a:lnSpc>
                <a:spcPct val="90000"/>
              </a:lnSpc>
              <a:buFontTx/>
              <a:buChar char="-"/>
            </a:pPr>
            <a:endParaRPr lang="pt-BR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Simplon BP Regular" pitchFamily="2" charset="0"/>
            </a:endParaRPr>
          </a:p>
          <a:p>
            <a:pPr marL="0" lvl="1" defTabSz="239178">
              <a:lnSpc>
                <a:spcPct val="90000"/>
              </a:lnSpc>
            </a:pPr>
            <a:r>
              <a:rPr lang="pt-BR" sz="1867" b="1" dirty="0">
                <a:solidFill>
                  <a:srgbClr val="A02BFF"/>
                </a:solidFill>
                <a:latin typeface="Arial" pitchFamily="34" charset="0"/>
                <a:cs typeface="Arial" pitchFamily="34" charset="0"/>
              </a:rPr>
              <a:t>REGRAS</a:t>
            </a:r>
          </a:p>
          <a:p>
            <a:pPr marL="342900" lvl="1" indent="-342900" defTabSz="239178">
              <a:lnSpc>
                <a:spcPct val="90000"/>
              </a:lnSpc>
              <a:buFontTx/>
              <a:buChar char="-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implon BP Regular" pitchFamily="2" charset="0"/>
              </a:rPr>
              <a:t>Cliente de TV Pré-Paga poderá comprar pacote com canais e validade pré-definidos, por preço fixo A plataforma de TV (SINN) validará a elegibilidade do cliente</a:t>
            </a:r>
          </a:p>
          <a:p>
            <a:pPr marL="342900" lvl="1" indent="-342900" defTabSz="239178">
              <a:lnSpc>
                <a:spcPct val="90000"/>
              </a:lnSpc>
              <a:buFontTx/>
              <a:buChar char="-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implon BP Regular" pitchFamily="2" charset="0"/>
              </a:rPr>
              <a:t>A recarga consiste na solicitação de ativação do pacote no SINN</a:t>
            </a:r>
          </a:p>
          <a:p>
            <a:pPr marL="342900" lvl="1" indent="-342900" defTabSz="239178">
              <a:lnSpc>
                <a:spcPct val="90000"/>
              </a:lnSpc>
              <a:buFontTx/>
              <a:buChar char="-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implon BP Regular" pitchFamily="2" charset="0"/>
              </a:rPr>
              <a:t>A recarga de cliente TV será realizada de forma análoga à recarga on-line dos clientes móveis</a:t>
            </a:r>
          </a:p>
          <a:p>
            <a:pPr marL="342900" lvl="1" indent="-342900" defTabSz="239178">
              <a:lnSpc>
                <a:spcPct val="90000"/>
              </a:lnSpc>
              <a:buFontTx/>
              <a:buChar char="-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implon BP Regular" pitchFamily="2" charset="0"/>
              </a:rPr>
              <a:t>Distribuidor de recarga trabalhará no modelo compra e venda e possuirá código SAP específico para recarga de TV</a:t>
            </a:r>
          </a:p>
          <a:p>
            <a:pPr marL="0" lvl="1">
              <a:lnSpc>
                <a:spcPct val="90000"/>
              </a:lnSpc>
            </a:pPr>
            <a:endParaRPr lang="pt-BR" sz="1867" b="1" dirty="0" smtClean="0">
              <a:solidFill>
                <a:srgbClr val="A02BFF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endParaRPr lang="pt-BR" sz="1867" b="1" dirty="0" smtClean="0">
              <a:solidFill>
                <a:srgbClr val="009AA6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endParaRPr lang="pt-BR" sz="2100" dirty="0">
              <a:solidFill>
                <a:schemeClr val="tx1">
                  <a:lumMod val="65000"/>
                  <a:lumOff val="35000"/>
                </a:schemeClr>
              </a:solidFill>
              <a:latin typeface="Simplon BP Regular" pitchFamily="2" charset="0"/>
            </a:endParaRPr>
          </a:p>
        </p:txBody>
      </p:sp>
      <p:sp>
        <p:nvSpPr>
          <p:cNvPr id="5" name="Title 22"/>
          <p:cNvSpPr txBox="1">
            <a:spLocks/>
          </p:cNvSpPr>
          <p:nvPr/>
        </p:nvSpPr>
        <p:spPr bwMode="auto">
          <a:xfrm>
            <a:off x="422790" y="62626"/>
            <a:ext cx="11386095" cy="76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200" b="1" i="0" kern="1200" noProof="0">
                <a:solidFill>
                  <a:srgbClr val="00AAAD"/>
                </a:solidFill>
                <a:latin typeface="Simplon BP Regular"/>
                <a:ea typeface="ＭＳ Ｐゴシック" charset="0"/>
                <a:cs typeface="Simplon BP Regular"/>
              </a:defRPr>
            </a:lvl1pPr>
          </a:lstStyle>
          <a:p>
            <a:pPr>
              <a:lnSpc>
                <a:spcPts val="7466"/>
              </a:lnSpc>
            </a:pPr>
            <a:r>
              <a:rPr lang="pt-BR" sz="3600" b="0" dirty="0">
                <a:solidFill>
                  <a:srgbClr val="A02BFF"/>
                </a:solidFill>
                <a:latin typeface="Simplon Oi Headline" pitchFamily="2" charset="0"/>
                <a:cs typeface="Arial" pitchFamily="34" charset="0"/>
              </a:rPr>
              <a:t>Oi TV - Recarga de TV Pré-paga no PDV</a:t>
            </a:r>
            <a:endParaRPr lang="en-US" altLang="pt-BR" sz="3600" b="0" dirty="0">
              <a:solidFill>
                <a:srgbClr val="A02BFF"/>
              </a:solidFill>
              <a:latin typeface="Simplon Oi Headline" pitchFamily="2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57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F2E163-4A4B-40DA-91CF-32800A59C50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3" name="Title 22"/>
          <p:cNvSpPr txBox="1">
            <a:spLocks/>
          </p:cNvSpPr>
          <p:nvPr/>
        </p:nvSpPr>
        <p:spPr bwMode="auto">
          <a:xfrm>
            <a:off x="422790" y="62626"/>
            <a:ext cx="11386095" cy="76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200" b="1" i="0" kern="1200" noProof="0">
                <a:solidFill>
                  <a:srgbClr val="00AAAD"/>
                </a:solidFill>
                <a:latin typeface="Simplon BP Regular"/>
                <a:ea typeface="ＭＳ Ｐゴシック" charset="0"/>
                <a:cs typeface="Simplon BP Regular"/>
              </a:defRPr>
            </a:lvl1pPr>
          </a:lstStyle>
          <a:p>
            <a:pPr>
              <a:lnSpc>
                <a:spcPts val="7466"/>
              </a:lnSpc>
            </a:pPr>
            <a:r>
              <a:rPr lang="pt-BR" sz="3600" b="0" dirty="0" smtClean="0">
                <a:solidFill>
                  <a:srgbClr val="A02BFF"/>
                </a:solidFill>
                <a:latin typeface="Simplon Oi Headline" pitchFamily="2" charset="0"/>
                <a:cs typeface="Arial" pitchFamily="34" charset="0"/>
              </a:rPr>
              <a:t>Desenho</a:t>
            </a:r>
            <a:endParaRPr lang="en-US" altLang="pt-BR" sz="3600" b="0" dirty="0">
              <a:solidFill>
                <a:srgbClr val="A02BFF"/>
              </a:solidFill>
              <a:latin typeface="Simplon Oi Headline" pitchFamily="2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42" y="977265"/>
            <a:ext cx="6810375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7393577" y="1193801"/>
            <a:ext cx="4458956" cy="3581043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pt-BR" sz="1867" b="1" dirty="0">
                <a:solidFill>
                  <a:srgbClr val="A02BFF"/>
                </a:solidFill>
                <a:latin typeface="Arial" pitchFamily="34" charset="0"/>
                <a:cs typeface="Arial" pitchFamily="34" charset="0"/>
              </a:rPr>
              <a:t>SISTEMAS IMPACTADOS</a:t>
            </a:r>
          </a:p>
          <a:p>
            <a:pPr marL="237061" lvl="1" indent="-237061" defTabSz="239178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Simplon BP Regular" pitchFamily="2" charset="0"/>
              </a:rPr>
              <a:t>Servcel</a:t>
            </a:r>
          </a:p>
          <a:p>
            <a:pPr marL="237061" lvl="1" indent="-237061" defTabSz="239178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Simplon BP Regular" pitchFamily="2" charset="0"/>
              </a:rPr>
              <a:t>Fortuna</a:t>
            </a:r>
          </a:p>
          <a:p>
            <a:pPr marL="237061" lvl="1" indent="-237061" defTabSz="239178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Simplon BP Regular" pitchFamily="2" charset="0"/>
              </a:rPr>
              <a:t>SINN</a:t>
            </a:r>
          </a:p>
          <a:p>
            <a:pPr marL="237061" lvl="1" indent="-237061" defTabSz="239178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Simplon BP Regular" pitchFamily="2" charset="0"/>
              </a:rPr>
              <a:t>DW</a:t>
            </a:r>
          </a:p>
          <a:p>
            <a:pPr marL="237061" lvl="1" indent="-237061" defTabSz="239178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implon BP Regular" pitchFamily="2" charset="0"/>
              </a:rPr>
              <a:t>Informatica</a:t>
            </a:r>
            <a:endParaRPr lang="pt-BR" sz="2100" dirty="0">
              <a:solidFill>
                <a:schemeClr val="tx1">
                  <a:lumMod val="65000"/>
                  <a:lumOff val="35000"/>
                </a:schemeClr>
              </a:solidFill>
              <a:latin typeface="Simplon BP Regular" pitchFamily="2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endParaRPr lang="pt-BR" sz="2100" dirty="0" smtClean="0">
              <a:solidFill>
                <a:schemeClr val="tx1">
                  <a:lumMod val="65000"/>
                  <a:lumOff val="35000"/>
                </a:schemeClr>
              </a:solidFill>
              <a:latin typeface="Simplon BP Regular" pitchFamily="2" charset="0"/>
            </a:endParaRPr>
          </a:p>
          <a:p>
            <a:pPr>
              <a:lnSpc>
                <a:spcPct val="90000"/>
              </a:lnSpc>
            </a:pPr>
            <a:r>
              <a:rPr lang="pt-BR" sz="1867" b="1" dirty="0">
                <a:solidFill>
                  <a:srgbClr val="A02BFF"/>
                </a:solidFill>
                <a:latin typeface="Arial" pitchFamily="34" charset="0"/>
                <a:cs typeface="Arial" pitchFamily="34" charset="0"/>
              </a:rPr>
              <a:t>INTEGRADORES</a:t>
            </a:r>
          </a:p>
          <a:p>
            <a:pPr marL="237061" lvl="1" indent="-237061" defTabSz="239178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Simplon BP Regular" pitchFamily="2" charset="0"/>
              </a:rPr>
              <a:t>GWCel</a:t>
            </a:r>
            <a:endParaRPr lang="pt-BR" sz="2100" dirty="0">
              <a:solidFill>
                <a:schemeClr val="tx1">
                  <a:lumMod val="65000"/>
                  <a:lumOff val="35000"/>
                </a:schemeClr>
              </a:solidFill>
              <a:latin typeface="Simplon BP Regular" pitchFamily="2" charset="0"/>
            </a:endParaRPr>
          </a:p>
          <a:p>
            <a:pPr marL="237061" lvl="1" indent="-237061" defTabSz="239178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implon BP Regular" pitchFamily="2" charset="0"/>
              </a:rPr>
              <a:t>M4U</a:t>
            </a:r>
            <a:endParaRPr lang="pt-BR" sz="2100" dirty="0">
              <a:solidFill>
                <a:schemeClr val="tx1">
                  <a:lumMod val="65000"/>
                  <a:lumOff val="35000"/>
                </a:schemeClr>
              </a:solidFill>
              <a:latin typeface="Simplon BP Regular" pitchFamily="2" charset="0"/>
            </a:endParaRPr>
          </a:p>
          <a:p>
            <a:pPr marL="237061" lvl="1" indent="-237061" defTabSz="239178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implon BP Regular" pitchFamily="2" charset="0"/>
              </a:rPr>
              <a:t>RV</a:t>
            </a:r>
            <a:endParaRPr lang="pt-BR" sz="2100" dirty="0">
              <a:solidFill>
                <a:schemeClr val="tx1">
                  <a:lumMod val="65000"/>
                  <a:lumOff val="35000"/>
                </a:schemeClr>
              </a:solidFill>
              <a:latin typeface="Simplon BP Regular" pitchFamily="2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endParaRPr lang="pt-BR" sz="2100" dirty="0">
              <a:solidFill>
                <a:schemeClr val="tx1">
                  <a:lumMod val="65000"/>
                  <a:lumOff val="35000"/>
                </a:schemeClr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5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838200" y="1032387"/>
            <a:ext cx="10515600" cy="5560142"/>
          </a:xfrm>
        </p:spPr>
        <p:txBody>
          <a:bodyPr>
            <a:normAutofit fontScale="92500"/>
          </a:bodyPr>
          <a:lstStyle/>
          <a:p>
            <a:r>
              <a:rPr lang="pt-BR" dirty="0" smtClean="0"/>
              <a:t>Disponibilizar portfolio de pacotes (Vitrine)</a:t>
            </a:r>
          </a:p>
          <a:p>
            <a:pPr lvl="1"/>
            <a:r>
              <a:rPr lang="pt-BR" dirty="0" smtClean="0"/>
              <a:t>Pacote é composto pelo plano, período e valor e possui um ID interno no SINN (ID da Vitrine).</a:t>
            </a:r>
          </a:p>
          <a:p>
            <a:pPr lvl="2"/>
            <a:r>
              <a:rPr lang="pt-BR" dirty="0" smtClean="0"/>
              <a:t>Exemplo:</a:t>
            </a:r>
          </a:p>
          <a:p>
            <a:pPr lvl="2"/>
            <a:endParaRPr lang="pt-BR" dirty="0" smtClean="0"/>
          </a:p>
          <a:p>
            <a:pPr lvl="2"/>
            <a:endParaRPr lang="pt-BR" dirty="0" smtClean="0"/>
          </a:p>
          <a:p>
            <a:r>
              <a:rPr lang="pt-BR" dirty="0" smtClean="0"/>
              <a:t>Disponibilizar 2 serviços para Fortuna</a:t>
            </a:r>
          </a:p>
          <a:p>
            <a:pPr lvl="1"/>
            <a:r>
              <a:rPr lang="pt-BR" dirty="0" smtClean="0"/>
              <a:t>Validação da recarga</a:t>
            </a:r>
          </a:p>
          <a:p>
            <a:pPr lvl="2"/>
            <a:r>
              <a:rPr lang="pt-BR" dirty="0" smtClean="0"/>
              <a:t>Verificar se o pacote existe no SINN</a:t>
            </a:r>
          </a:p>
          <a:p>
            <a:pPr lvl="2"/>
            <a:r>
              <a:rPr lang="pt-BR" dirty="0" smtClean="0"/>
              <a:t>Verificar elegibilidade do cliente</a:t>
            </a:r>
          </a:p>
          <a:p>
            <a:pPr lvl="3"/>
            <a:r>
              <a:rPr lang="pt-BR" dirty="0" smtClean="0"/>
              <a:t>CPF do cliente associado somente 1 contrato</a:t>
            </a:r>
          </a:p>
          <a:p>
            <a:pPr lvl="3"/>
            <a:r>
              <a:rPr lang="pt-BR" dirty="0" smtClean="0"/>
              <a:t>Pacote escolhido compatível com contrato (tecnologia)</a:t>
            </a:r>
          </a:p>
          <a:p>
            <a:pPr lvl="1"/>
            <a:r>
              <a:rPr lang="pt-BR" dirty="0" smtClean="0"/>
              <a:t>Efetivação </a:t>
            </a:r>
            <a:r>
              <a:rPr lang="pt-BR" dirty="0"/>
              <a:t>da recarga</a:t>
            </a:r>
            <a:endParaRPr lang="pt-BR" dirty="0" smtClean="0"/>
          </a:p>
          <a:p>
            <a:pPr lvl="2"/>
            <a:r>
              <a:rPr lang="pt-BR" sz="1700" dirty="0" smtClean="0"/>
              <a:t>É a ativação do pacote. Em </a:t>
            </a:r>
            <a:r>
              <a:rPr lang="pt-BR" sz="1700" dirty="0"/>
              <a:t>caso de falha na ativação, o SINN reverterá o valor em créditos para o </a:t>
            </a:r>
            <a:r>
              <a:rPr lang="pt-BR" sz="1700" dirty="0" smtClean="0"/>
              <a:t>cliente</a:t>
            </a:r>
          </a:p>
          <a:p>
            <a:r>
              <a:rPr lang="pt-BR" dirty="0"/>
              <a:t>Contabilização das recargas</a:t>
            </a:r>
          </a:p>
          <a:p>
            <a:pPr lvl="1"/>
            <a:endParaRPr lang="pt-BR" dirty="0" smtClean="0"/>
          </a:p>
          <a:p>
            <a:endParaRPr lang="pt-BR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F2E163-4A4B-40DA-91CF-32800A59C50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Title 22"/>
          <p:cNvSpPr txBox="1">
            <a:spLocks/>
          </p:cNvSpPr>
          <p:nvPr/>
        </p:nvSpPr>
        <p:spPr bwMode="auto">
          <a:xfrm>
            <a:off x="422790" y="62626"/>
            <a:ext cx="11386095" cy="76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200" b="1" i="0" kern="1200" noProof="0">
                <a:solidFill>
                  <a:srgbClr val="00AAAD"/>
                </a:solidFill>
                <a:latin typeface="Simplon BP Regular"/>
                <a:ea typeface="ＭＳ Ｐゴシック" charset="0"/>
                <a:cs typeface="Simplon BP Regular"/>
              </a:defRPr>
            </a:lvl1pPr>
          </a:lstStyle>
          <a:p>
            <a:pPr>
              <a:lnSpc>
                <a:spcPts val="7466"/>
              </a:lnSpc>
            </a:pPr>
            <a:r>
              <a:rPr lang="en-US" altLang="pt-BR" sz="3600" b="0" dirty="0" err="1" smtClean="0">
                <a:solidFill>
                  <a:srgbClr val="A02BFF"/>
                </a:solidFill>
                <a:latin typeface="Simplon Oi Headline" pitchFamily="2" charset="0"/>
                <a:cs typeface="Arial" pitchFamily="34" charset="0"/>
              </a:rPr>
              <a:t>Solução</a:t>
            </a:r>
            <a:r>
              <a:rPr lang="en-US" altLang="pt-BR" sz="3600" b="0" dirty="0" smtClean="0">
                <a:solidFill>
                  <a:srgbClr val="A02BFF"/>
                </a:solidFill>
                <a:latin typeface="Simplon Oi Headline" pitchFamily="2" charset="0"/>
                <a:cs typeface="Arial" pitchFamily="34" charset="0"/>
              </a:rPr>
              <a:t> SINN</a:t>
            </a:r>
            <a:endParaRPr lang="en-US" altLang="pt-BR" sz="3600" b="0" dirty="0">
              <a:solidFill>
                <a:srgbClr val="A02BFF"/>
              </a:solidFill>
              <a:latin typeface="Simplon Oi Headline" pitchFamily="2" charset="0"/>
              <a:cs typeface="Arial" pitchFamily="34" charset="0"/>
            </a:endParaRP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082836"/>
              </p:ext>
            </p:extLst>
          </p:nvPr>
        </p:nvGraphicFramePr>
        <p:xfrm>
          <a:off x="2787443" y="2285994"/>
          <a:ext cx="628281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840">
                <a:tc>
                  <a:txBody>
                    <a:bodyPr/>
                    <a:lstStyle/>
                    <a:p>
                      <a:r>
                        <a:rPr lang="pt-BR" sz="1600" dirty="0" smtClean="0"/>
                        <a:t>ID Vitrine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smtClean="0"/>
                        <a:t>Plano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smtClean="0"/>
                        <a:t>Valor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err="1" smtClean="0"/>
                        <a:t>Periodo</a:t>
                      </a:r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840">
                <a:tc>
                  <a:txBody>
                    <a:bodyPr/>
                    <a:lstStyle/>
                    <a:p>
                      <a:r>
                        <a:rPr lang="pt-BR" sz="1600" dirty="0" smtClean="0"/>
                        <a:t>123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smtClean="0"/>
                        <a:t>Telecine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smtClean="0"/>
                        <a:t>24,90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smtClean="0"/>
                        <a:t>30</a:t>
                      </a:r>
                      <a:r>
                        <a:rPr lang="pt-BR" sz="1600" baseline="0" dirty="0" smtClean="0"/>
                        <a:t> dias</a:t>
                      </a:r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50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530942" y="1025852"/>
            <a:ext cx="10842695" cy="5138973"/>
          </a:xfrm>
        </p:spPr>
        <p:txBody>
          <a:bodyPr>
            <a:normAutofit fontScale="92500"/>
          </a:bodyPr>
          <a:lstStyle/>
          <a:p>
            <a:r>
              <a:rPr lang="pt-BR" dirty="0"/>
              <a:t>N</a:t>
            </a:r>
            <a:r>
              <a:rPr lang="pt-BR" dirty="0" smtClean="0"/>
              <a:t>ovo tipo de produto de recarga, representando os pacotes do SINN</a:t>
            </a:r>
          </a:p>
          <a:p>
            <a:pPr lvl="2"/>
            <a:r>
              <a:rPr lang="pt-BR" dirty="0" smtClean="0"/>
              <a:t>Id do produto</a:t>
            </a:r>
          </a:p>
          <a:p>
            <a:pPr lvl="2"/>
            <a:r>
              <a:rPr lang="pt-BR" dirty="0" smtClean="0"/>
              <a:t>Nome e descrição</a:t>
            </a:r>
          </a:p>
          <a:p>
            <a:pPr lvl="2"/>
            <a:r>
              <a:rPr lang="pt-BR" dirty="0" smtClean="0"/>
              <a:t>Id da vitrine</a:t>
            </a:r>
          </a:p>
          <a:p>
            <a:pPr lvl="2"/>
            <a:r>
              <a:rPr lang="pt-BR" dirty="0" smtClean="0"/>
              <a:t>Valor</a:t>
            </a:r>
          </a:p>
          <a:p>
            <a:pPr lvl="2"/>
            <a:r>
              <a:rPr lang="pt-BR" dirty="0"/>
              <a:t>V</a:t>
            </a:r>
            <a:r>
              <a:rPr lang="pt-BR" dirty="0" smtClean="0"/>
              <a:t>alidade</a:t>
            </a:r>
          </a:p>
          <a:p>
            <a:r>
              <a:rPr lang="pt-BR" dirty="0" smtClean="0"/>
              <a:t>Configuração do portfolio de recarga de TV</a:t>
            </a:r>
          </a:p>
          <a:p>
            <a:r>
              <a:rPr lang="pt-BR" dirty="0" smtClean="0"/>
              <a:t>Novo tipo de produto (assinante), representando clientes de TV</a:t>
            </a:r>
          </a:p>
          <a:p>
            <a:r>
              <a:rPr lang="pt-BR" dirty="0" smtClean="0"/>
              <a:t>2 novos serviços para Servcel</a:t>
            </a:r>
          </a:p>
          <a:p>
            <a:pPr lvl="2"/>
            <a:r>
              <a:rPr lang="pt-BR" dirty="0" err="1" smtClean="0"/>
              <a:t>validaRecargaTV</a:t>
            </a:r>
            <a:r>
              <a:rPr lang="pt-BR" dirty="0" smtClean="0"/>
              <a:t> </a:t>
            </a:r>
          </a:p>
          <a:p>
            <a:pPr lvl="2"/>
            <a:r>
              <a:rPr lang="pt-BR" dirty="0" err="1" smtClean="0"/>
              <a:t>realizaRecargaTV</a:t>
            </a:r>
            <a:endParaRPr lang="pt-BR" dirty="0"/>
          </a:p>
          <a:p>
            <a:r>
              <a:rPr lang="pt-BR" dirty="0" err="1" smtClean="0"/>
              <a:t>Customer</a:t>
            </a:r>
            <a:r>
              <a:rPr lang="pt-BR" dirty="0" smtClean="0"/>
              <a:t> </a:t>
            </a:r>
            <a:r>
              <a:rPr lang="pt-BR" dirty="0" err="1" smtClean="0"/>
              <a:t>Care</a:t>
            </a:r>
            <a:r>
              <a:rPr lang="pt-BR" dirty="0" smtClean="0"/>
              <a:t> alterado para consulta das recargas de cliente de TV</a:t>
            </a:r>
          </a:p>
          <a:p>
            <a:endParaRPr lang="pt-BR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CBDA71-D6B8-4C38-919F-15E6A4622459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itle 22"/>
          <p:cNvSpPr txBox="1">
            <a:spLocks/>
          </p:cNvSpPr>
          <p:nvPr/>
        </p:nvSpPr>
        <p:spPr bwMode="auto">
          <a:xfrm>
            <a:off x="422790" y="62626"/>
            <a:ext cx="11386095" cy="76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200" b="1" i="0" kern="1200" noProof="0">
                <a:solidFill>
                  <a:srgbClr val="00AAAD"/>
                </a:solidFill>
                <a:latin typeface="Simplon BP Regular"/>
                <a:ea typeface="ＭＳ Ｐゴシック" charset="0"/>
                <a:cs typeface="Simplon BP Regular"/>
              </a:defRPr>
            </a:lvl1pPr>
          </a:lstStyle>
          <a:p>
            <a:pPr>
              <a:lnSpc>
                <a:spcPts val="7466"/>
              </a:lnSpc>
            </a:pPr>
            <a:r>
              <a:rPr lang="en-US" altLang="pt-BR" sz="3600" b="0" dirty="0" err="1" smtClean="0">
                <a:solidFill>
                  <a:srgbClr val="A02BFF"/>
                </a:solidFill>
                <a:latin typeface="Simplon Oi Headline" pitchFamily="2" charset="0"/>
                <a:cs typeface="Arial" pitchFamily="34" charset="0"/>
              </a:rPr>
              <a:t>Solução</a:t>
            </a:r>
            <a:r>
              <a:rPr lang="en-US" altLang="pt-BR" sz="3600" b="0" dirty="0">
                <a:solidFill>
                  <a:srgbClr val="A02BFF"/>
                </a:solidFill>
                <a:latin typeface="Simplon Oi Headline" pitchFamily="2" charset="0"/>
                <a:cs typeface="Arial" pitchFamily="34" charset="0"/>
              </a:rPr>
              <a:t> FORTUNA</a:t>
            </a:r>
          </a:p>
        </p:txBody>
      </p:sp>
    </p:spTree>
    <p:extLst>
      <p:ext uri="{BB962C8B-B14F-4D97-AF65-F5344CB8AC3E}">
        <p14:creationId xmlns:p14="http://schemas.microsoft.com/office/powerpoint/2010/main" val="12805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58037" y="1055349"/>
            <a:ext cx="10515600" cy="5079979"/>
          </a:xfrm>
        </p:spPr>
        <p:txBody>
          <a:bodyPr/>
          <a:lstStyle/>
          <a:p>
            <a:r>
              <a:rPr lang="pt-BR" dirty="0" smtClean="0"/>
              <a:t>Pontos impactados:</a:t>
            </a:r>
          </a:p>
          <a:p>
            <a:pPr lvl="1"/>
            <a:r>
              <a:rPr lang="pt-BR" dirty="0" smtClean="0"/>
              <a:t>ISO - receber o CPF/CPNJ do cliente</a:t>
            </a:r>
          </a:p>
          <a:p>
            <a:pPr lvl="1"/>
            <a:r>
              <a:rPr lang="pt-BR" dirty="0" smtClean="0"/>
              <a:t>Consulta Portfolio – consulta pelo tipo de produto (TV)</a:t>
            </a:r>
          </a:p>
          <a:p>
            <a:pPr lvl="1"/>
            <a:r>
              <a:rPr lang="pt-BR" dirty="0" smtClean="0"/>
              <a:t>BD - CPF/CNPJ será registrado no campo Telefone</a:t>
            </a:r>
          </a:p>
          <a:p>
            <a:pPr lvl="1"/>
            <a:r>
              <a:rPr lang="pt-BR" dirty="0" smtClean="0"/>
              <a:t>Relatórios</a:t>
            </a:r>
            <a:endParaRPr lang="pt-BR" dirty="0"/>
          </a:p>
          <a:p>
            <a:pPr lvl="2"/>
            <a:r>
              <a:rPr lang="pt-BR" dirty="0" smtClean="0"/>
              <a:t>exibirá CPF/CNPJ</a:t>
            </a:r>
          </a:p>
          <a:p>
            <a:pPr lvl="2"/>
            <a:r>
              <a:rPr lang="pt-BR" dirty="0" smtClean="0"/>
              <a:t>filtro para tipo de produto TV</a:t>
            </a:r>
          </a:p>
          <a:p>
            <a:pPr lvl="1"/>
            <a:r>
              <a:rPr lang="pt-BR" dirty="0"/>
              <a:t>C</a:t>
            </a:r>
            <a:r>
              <a:rPr lang="pt-BR" dirty="0" smtClean="0"/>
              <a:t>onfiguração de distribuidor – inclusão de campo do código SAP de TV</a:t>
            </a:r>
          </a:p>
          <a:p>
            <a:pPr lvl="1"/>
            <a:r>
              <a:rPr lang="pt-BR" dirty="0" smtClean="0"/>
              <a:t>Chamada aos serviços de validação e recarga de TV do Fortuna</a:t>
            </a:r>
            <a:endParaRPr lang="pt-BR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F2E163-4A4B-40DA-91CF-32800A59C50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Title 22"/>
          <p:cNvSpPr txBox="1">
            <a:spLocks/>
          </p:cNvSpPr>
          <p:nvPr/>
        </p:nvSpPr>
        <p:spPr bwMode="auto">
          <a:xfrm>
            <a:off x="422790" y="62626"/>
            <a:ext cx="11386095" cy="76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200" b="1" i="0" kern="1200" noProof="0">
                <a:solidFill>
                  <a:srgbClr val="00AAAD"/>
                </a:solidFill>
                <a:latin typeface="Simplon BP Regular"/>
                <a:ea typeface="ＭＳ Ｐゴシック" charset="0"/>
                <a:cs typeface="Simplon BP Regular"/>
              </a:defRPr>
            </a:lvl1pPr>
          </a:lstStyle>
          <a:p>
            <a:pPr>
              <a:lnSpc>
                <a:spcPts val="7466"/>
              </a:lnSpc>
            </a:pPr>
            <a:r>
              <a:rPr lang="en-US" altLang="pt-BR" sz="3600" b="0" dirty="0" smtClean="0">
                <a:solidFill>
                  <a:srgbClr val="A02BFF"/>
                </a:solidFill>
                <a:latin typeface="Simplon Oi Headline" pitchFamily="2" charset="0"/>
                <a:cs typeface="Arial" pitchFamily="34" charset="0"/>
              </a:rPr>
              <a:t>SOLUÇÃO SERVCEL</a:t>
            </a:r>
            <a:endParaRPr lang="en-US" altLang="pt-BR" sz="3600" b="0" dirty="0">
              <a:solidFill>
                <a:srgbClr val="A02BFF"/>
              </a:solidFill>
              <a:latin typeface="Simplon Oi Headline" pitchFamily="2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0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 smtClean="0"/>
              <a:t>Recarga de </a:t>
            </a:r>
            <a:r>
              <a:rPr lang="pt-BR" sz="3600" dirty="0" err="1" smtClean="0"/>
              <a:t>tv</a:t>
            </a:r>
            <a:endParaRPr lang="pt-BR" sz="36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29902-5A7B-4480-BE8E-B39077097BCF}" type="slidenum">
              <a:rPr kumimoji="0" lang="pt-BR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88" name="Grupo 87"/>
          <p:cNvGrpSpPr/>
          <p:nvPr/>
        </p:nvGrpSpPr>
        <p:grpSpPr>
          <a:xfrm>
            <a:off x="1158865" y="981589"/>
            <a:ext cx="9241322" cy="2179260"/>
            <a:chOff x="1158865" y="1084825"/>
            <a:chExt cx="9241322" cy="2179260"/>
          </a:xfrm>
        </p:grpSpPr>
        <p:sp>
          <p:nvSpPr>
            <p:cNvPr id="48" name="Retângulo de cantos arredondados 47"/>
            <p:cNvSpPr/>
            <p:nvPr/>
          </p:nvSpPr>
          <p:spPr>
            <a:xfrm>
              <a:off x="8960325" y="1658687"/>
              <a:ext cx="1439862" cy="1605398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1600" dirty="0">
                  <a:latin typeface="Arial" pitchFamily="34" charset="0"/>
                  <a:cs typeface="Arial" pitchFamily="34" charset="0"/>
                </a:rPr>
                <a:t>F</a:t>
              </a:r>
              <a:r>
                <a:rPr lang="pt-BR" sz="1600" dirty="0" smtClean="0">
                  <a:latin typeface="Arial" pitchFamily="34" charset="0"/>
                  <a:cs typeface="Arial" pitchFamily="34" charset="0"/>
                </a:rPr>
                <a:t>ORTUNA</a:t>
              </a:r>
              <a:endParaRPr lang="pt-BR" sz="16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Cubo 23"/>
            <p:cNvSpPr>
              <a:spLocks noChangeArrowheads="1"/>
            </p:cNvSpPr>
            <p:nvPr/>
          </p:nvSpPr>
          <p:spPr bwMode="auto">
            <a:xfrm>
              <a:off x="1158865" y="1685880"/>
              <a:ext cx="1368425" cy="1481014"/>
            </a:xfrm>
            <a:prstGeom prst="cube">
              <a:avLst>
                <a:gd name="adj" fmla="val 25000"/>
              </a:avLst>
            </a:prstGeom>
            <a:solidFill>
              <a:srgbClr val="0070C0"/>
            </a:solidFill>
            <a:ln w="9525" algn="ctr">
              <a:solidFill>
                <a:srgbClr val="002060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342900" indent="-342900" algn="ctr"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pt-BR" sz="1100"/>
                <a:t>PARCEIROS</a:t>
              </a:r>
            </a:p>
          </p:txBody>
        </p:sp>
        <p:sp>
          <p:nvSpPr>
            <p:cNvPr id="50" name="Retângulo de cantos arredondados 49"/>
            <p:cNvSpPr/>
            <p:nvPr/>
          </p:nvSpPr>
          <p:spPr>
            <a:xfrm>
              <a:off x="4956359" y="1597241"/>
              <a:ext cx="1439862" cy="160539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1600" dirty="0">
                  <a:latin typeface="Arial" pitchFamily="34" charset="0"/>
                  <a:cs typeface="Arial" pitchFamily="34" charset="0"/>
                </a:rPr>
                <a:t>SERVCEL</a:t>
              </a:r>
            </a:p>
          </p:txBody>
        </p:sp>
        <p:cxnSp>
          <p:nvCxnSpPr>
            <p:cNvPr id="51" name="Conector de seta reta 50"/>
            <p:cNvCxnSpPr/>
            <p:nvPr/>
          </p:nvCxnSpPr>
          <p:spPr>
            <a:xfrm>
              <a:off x="2454265" y="2108967"/>
              <a:ext cx="263391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2" name="CaixaDeTexto 19"/>
            <p:cNvSpPr txBox="1">
              <a:spLocks noChangeArrowheads="1"/>
            </p:cNvSpPr>
            <p:nvPr/>
          </p:nvSpPr>
          <p:spPr bwMode="auto">
            <a:xfrm>
              <a:off x="2671752" y="1802580"/>
              <a:ext cx="231165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400" dirty="0" smtClean="0"/>
                <a:t>CONSULTA DE VALORES</a:t>
              </a:r>
              <a:endParaRPr lang="pt-BR" sz="1400" dirty="0"/>
            </a:p>
          </p:txBody>
        </p:sp>
        <p:cxnSp>
          <p:nvCxnSpPr>
            <p:cNvPr id="53" name="Conector de seta reta 52"/>
            <p:cNvCxnSpPr/>
            <p:nvPr/>
          </p:nvCxnSpPr>
          <p:spPr>
            <a:xfrm flipH="1">
              <a:off x="2454268" y="2542157"/>
              <a:ext cx="2633907" cy="19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4" name="CaixaDeTexto 20"/>
            <p:cNvSpPr txBox="1">
              <a:spLocks noChangeArrowheads="1"/>
            </p:cNvSpPr>
            <p:nvPr/>
          </p:nvSpPr>
          <p:spPr bwMode="auto">
            <a:xfrm>
              <a:off x="3173184" y="2234380"/>
              <a:ext cx="121693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400" dirty="0" smtClean="0"/>
                <a:t>PORTFOLIO</a:t>
              </a:r>
              <a:endParaRPr lang="pt-BR" sz="1400" dirty="0"/>
            </a:p>
          </p:txBody>
        </p:sp>
        <p:cxnSp>
          <p:nvCxnSpPr>
            <p:cNvPr id="57" name="Conector de seta reta 56"/>
            <p:cNvCxnSpPr/>
            <p:nvPr/>
          </p:nvCxnSpPr>
          <p:spPr>
            <a:xfrm>
              <a:off x="6398464" y="2126890"/>
              <a:ext cx="255955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8" name="Conector de seta reta 57"/>
            <p:cNvCxnSpPr/>
            <p:nvPr/>
          </p:nvCxnSpPr>
          <p:spPr>
            <a:xfrm flipH="1" flipV="1">
              <a:off x="6396222" y="2542157"/>
              <a:ext cx="2564103" cy="19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9" name="CaixaDeTexto 46"/>
            <p:cNvSpPr txBox="1">
              <a:spLocks noChangeArrowheads="1"/>
            </p:cNvSpPr>
            <p:nvPr/>
          </p:nvSpPr>
          <p:spPr bwMode="auto">
            <a:xfrm>
              <a:off x="6688879" y="1847490"/>
              <a:ext cx="205056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200" dirty="0" err="1" smtClean="0"/>
                <a:t>consultaProdutosRecarga</a:t>
              </a:r>
              <a:r>
                <a:rPr lang="pt-BR" sz="1200" dirty="0" smtClean="0"/>
                <a:t>()</a:t>
              </a:r>
              <a:endParaRPr lang="pt-BR" sz="1200" dirty="0"/>
            </a:p>
          </p:txBody>
        </p:sp>
        <p:sp>
          <p:nvSpPr>
            <p:cNvPr id="60" name="CaixaDeTexto 47"/>
            <p:cNvSpPr txBox="1">
              <a:spLocks noChangeArrowheads="1"/>
            </p:cNvSpPr>
            <p:nvPr/>
          </p:nvSpPr>
          <p:spPr bwMode="auto">
            <a:xfrm>
              <a:off x="7414608" y="2250949"/>
              <a:ext cx="665163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200" dirty="0"/>
                <a:t>retorno</a:t>
              </a:r>
            </a:p>
          </p:txBody>
        </p:sp>
        <p:sp>
          <p:nvSpPr>
            <p:cNvPr id="65" name="CaixaDeTexto 64"/>
            <p:cNvSpPr txBox="1"/>
            <p:nvPr/>
          </p:nvSpPr>
          <p:spPr>
            <a:xfrm>
              <a:off x="2998211" y="2937175"/>
              <a:ext cx="1658740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pt-BR" sz="1400" dirty="0" smtClean="0">
                  <a:latin typeface="Simplon BP" charset="0"/>
                  <a:ea typeface="Simplon BP" charset="0"/>
                  <a:cs typeface="Simplon BP" charset="0"/>
                </a:rPr>
                <a:t>Protocolo ISO 8583</a:t>
              </a:r>
            </a:p>
          </p:txBody>
        </p:sp>
        <p:sp>
          <p:nvSpPr>
            <p:cNvPr id="66" name="CaixaDeTexto 65"/>
            <p:cNvSpPr txBox="1"/>
            <p:nvPr/>
          </p:nvSpPr>
          <p:spPr>
            <a:xfrm>
              <a:off x="7204320" y="2968531"/>
              <a:ext cx="1085737" cy="288147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pt-BR" sz="1400" dirty="0" smtClean="0">
                  <a:latin typeface="Simplon BP" charset="0"/>
                  <a:ea typeface="Simplon BP" charset="0"/>
                  <a:cs typeface="Simplon BP" charset="0"/>
                </a:rPr>
                <a:t>Web Service</a:t>
              </a:r>
            </a:p>
          </p:txBody>
        </p:sp>
        <p:sp>
          <p:nvSpPr>
            <p:cNvPr id="87" name="CaixaDeTexto 19"/>
            <p:cNvSpPr txBox="1">
              <a:spLocks noChangeArrowheads="1"/>
            </p:cNvSpPr>
            <p:nvPr/>
          </p:nvSpPr>
          <p:spPr bwMode="auto">
            <a:xfrm>
              <a:off x="4520461" y="1084825"/>
              <a:ext cx="252691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400" dirty="0" smtClean="0"/>
                <a:t>CONSULTA DO PORTFOLIO</a:t>
              </a:r>
              <a:endParaRPr lang="pt-BR" sz="1400" dirty="0"/>
            </a:p>
          </p:txBody>
        </p:sp>
      </p:grpSp>
      <p:grpSp>
        <p:nvGrpSpPr>
          <p:cNvPr id="90" name="Grupo 89"/>
          <p:cNvGrpSpPr/>
          <p:nvPr/>
        </p:nvGrpSpPr>
        <p:grpSpPr>
          <a:xfrm>
            <a:off x="531330" y="3512783"/>
            <a:ext cx="11266792" cy="2697845"/>
            <a:chOff x="531330" y="3630767"/>
            <a:chExt cx="11266792" cy="2697845"/>
          </a:xfrm>
        </p:grpSpPr>
        <p:sp>
          <p:nvSpPr>
            <p:cNvPr id="8" name="Retângulo de cantos arredondados 7"/>
            <p:cNvSpPr/>
            <p:nvPr/>
          </p:nvSpPr>
          <p:spPr>
            <a:xfrm>
              <a:off x="7197194" y="4204384"/>
              <a:ext cx="1439862" cy="1605398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1600" dirty="0">
                  <a:latin typeface="Arial" pitchFamily="34" charset="0"/>
                  <a:cs typeface="Arial" pitchFamily="34" charset="0"/>
                </a:rPr>
                <a:t>F</a:t>
              </a:r>
              <a:r>
                <a:rPr lang="pt-BR" sz="1600" dirty="0" smtClean="0">
                  <a:latin typeface="Arial" pitchFamily="34" charset="0"/>
                  <a:cs typeface="Arial" pitchFamily="34" charset="0"/>
                </a:rPr>
                <a:t>ORTUNA</a:t>
              </a:r>
              <a:endParaRPr lang="pt-BR" sz="16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Cubo 23"/>
            <p:cNvSpPr>
              <a:spLocks noChangeArrowheads="1"/>
            </p:cNvSpPr>
            <p:nvPr/>
          </p:nvSpPr>
          <p:spPr bwMode="auto">
            <a:xfrm>
              <a:off x="531330" y="4275821"/>
              <a:ext cx="1368425" cy="1481014"/>
            </a:xfrm>
            <a:prstGeom prst="cube">
              <a:avLst>
                <a:gd name="adj" fmla="val 25000"/>
              </a:avLst>
            </a:prstGeom>
            <a:solidFill>
              <a:srgbClr val="0070C0"/>
            </a:solidFill>
            <a:ln w="9525" algn="ctr">
              <a:solidFill>
                <a:srgbClr val="002060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342900" indent="-342900" algn="ctr"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pt-BR" sz="1100" dirty="0"/>
                <a:t>PARCEIROS</a:t>
              </a:r>
            </a:p>
          </p:txBody>
        </p:sp>
        <p:sp>
          <p:nvSpPr>
            <p:cNvPr id="10" name="Retângulo de cantos arredondados 9"/>
            <p:cNvSpPr/>
            <p:nvPr/>
          </p:nvSpPr>
          <p:spPr>
            <a:xfrm>
              <a:off x="3915880" y="4204384"/>
              <a:ext cx="1439862" cy="160539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1600" dirty="0">
                  <a:latin typeface="Arial" pitchFamily="34" charset="0"/>
                  <a:cs typeface="Arial" pitchFamily="34" charset="0"/>
                </a:rPr>
                <a:t>SERVCEL</a:t>
              </a:r>
            </a:p>
          </p:txBody>
        </p:sp>
        <p:cxnSp>
          <p:nvCxnSpPr>
            <p:cNvPr id="11" name="Conector de seta reta 10"/>
            <p:cNvCxnSpPr/>
            <p:nvPr/>
          </p:nvCxnSpPr>
          <p:spPr>
            <a:xfrm>
              <a:off x="1826730" y="4418696"/>
              <a:ext cx="216058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2" name="CaixaDeTexto 19"/>
            <p:cNvSpPr txBox="1">
              <a:spLocks noChangeArrowheads="1"/>
            </p:cNvSpPr>
            <p:nvPr/>
          </p:nvSpPr>
          <p:spPr bwMode="auto">
            <a:xfrm>
              <a:off x="2044217" y="4112309"/>
              <a:ext cx="14097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400" dirty="0"/>
                <a:t>1- VALIDAÇÃO</a:t>
              </a:r>
            </a:p>
          </p:txBody>
        </p:sp>
        <p:cxnSp>
          <p:nvCxnSpPr>
            <p:cNvPr id="13" name="Conector de seta reta 12"/>
            <p:cNvCxnSpPr/>
            <p:nvPr/>
          </p:nvCxnSpPr>
          <p:spPr>
            <a:xfrm rot="10800000">
              <a:off x="1826730" y="4852084"/>
              <a:ext cx="2160587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CaixaDeTexto 20"/>
            <p:cNvSpPr txBox="1">
              <a:spLocks noChangeArrowheads="1"/>
            </p:cNvSpPr>
            <p:nvPr/>
          </p:nvSpPr>
          <p:spPr bwMode="auto">
            <a:xfrm>
              <a:off x="2044217" y="4544109"/>
              <a:ext cx="136048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400"/>
                <a:t>2- RESPOSTA</a:t>
              </a:r>
            </a:p>
          </p:txBody>
        </p:sp>
        <p:cxnSp>
          <p:nvCxnSpPr>
            <p:cNvPr id="15" name="Conector de seta reta 14"/>
            <p:cNvCxnSpPr/>
            <p:nvPr/>
          </p:nvCxnSpPr>
          <p:spPr>
            <a:xfrm>
              <a:off x="1826730" y="5282296"/>
              <a:ext cx="2160587" cy="1588"/>
            </a:xfrm>
            <a:prstGeom prst="straightConnector1">
              <a:avLst/>
            </a:prstGeom>
            <a:ln>
              <a:solidFill>
                <a:srgbClr val="7030A0"/>
              </a:solidFill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6" name="CaixaDeTexto 21"/>
            <p:cNvSpPr txBox="1">
              <a:spLocks noChangeArrowheads="1"/>
            </p:cNvSpPr>
            <p:nvPr/>
          </p:nvSpPr>
          <p:spPr bwMode="auto">
            <a:xfrm>
              <a:off x="2044217" y="4977496"/>
              <a:ext cx="17240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400"/>
                <a:t>3- CONFIRMAÇÃO</a:t>
              </a:r>
            </a:p>
          </p:txBody>
        </p:sp>
        <p:cxnSp>
          <p:nvCxnSpPr>
            <p:cNvPr id="17" name="Conector de seta reta 16"/>
            <p:cNvCxnSpPr/>
            <p:nvPr/>
          </p:nvCxnSpPr>
          <p:spPr>
            <a:xfrm>
              <a:off x="5284305" y="4420284"/>
              <a:ext cx="2087562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/>
            <p:nvPr/>
          </p:nvCxnSpPr>
          <p:spPr>
            <a:xfrm rot="10800000" flipV="1">
              <a:off x="5284305" y="4709209"/>
              <a:ext cx="2087562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9" name="CaixaDeTexto 46"/>
            <p:cNvSpPr txBox="1">
              <a:spLocks noChangeArrowheads="1"/>
            </p:cNvSpPr>
            <p:nvPr/>
          </p:nvSpPr>
          <p:spPr bwMode="auto">
            <a:xfrm>
              <a:off x="5427180" y="4142471"/>
              <a:ext cx="146226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200" dirty="0" err="1" smtClean="0"/>
                <a:t>validaRecargaTV</a:t>
              </a:r>
              <a:r>
                <a:rPr lang="pt-BR" sz="1200" dirty="0" smtClean="0"/>
                <a:t>()</a:t>
              </a:r>
              <a:endParaRPr lang="pt-BR" sz="1200" dirty="0"/>
            </a:p>
          </p:txBody>
        </p:sp>
        <p:sp>
          <p:nvSpPr>
            <p:cNvPr id="20" name="CaixaDeTexto 47"/>
            <p:cNvSpPr txBox="1">
              <a:spLocks noChangeArrowheads="1"/>
            </p:cNvSpPr>
            <p:nvPr/>
          </p:nvSpPr>
          <p:spPr bwMode="auto">
            <a:xfrm>
              <a:off x="5981217" y="4420284"/>
              <a:ext cx="665163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200"/>
                <a:t>retorno</a:t>
              </a:r>
            </a:p>
          </p:txBody>
        </p:sp>
        <p:sp>
          <p:nvSpPr>
            <p:cNvPr id="21" name="CaixaDeTexto 48"/>
            <p:cNvSpPr txBox="1">
              <a:spLocks noChangeArrowheads="1"/>
            </p:cNvSpPr>
            <p:nvPr/>
          </p:nvSpPr>
          <p:spPr bwMode="auto">
            <a:xfrm>
              <a:off x="5472307" y="4970068"/>
              <a:ext cx="151355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200" dirty="0" err="1" smtClean="0"/>
                <a:t>realizaRecargaTV</a:t>
              </a:r>
              <a:r>
                <a:rPr lang="pt-BR" sz="1200" dirty="0" smtClean="0"/>
                <a:t>()</a:t>
              </a:r>
              <a:endParaRPr lang="pt-BR" sz="1200" dirty="0"/>
            </a:p>
          </p:txBody>
        </p:sp>
        <p:cxnSp>
          <p:nvCxnSpPr>
            <p:cNvPr id="22" name="Conector de seta reta 21"/>
            <p:cNvCxnSpPr/>
            <p:nvPr/>
          </p:nvCxnSpPr>
          <p:spPr>
            <a:xfrm>
              <a:off x="5284305" y="5227909"/>
              <a:ext cx="2087562" cy="1588"/>
            </a:xfrm>
            <a:prstGeom prst="straightConnector1">
              <a:avLst/>
            </a:prstGeom>
            <a:ln>
              <a:solidFill>
                <a:srgbClr val="9900FF"/>
              </a:solidFill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Conector de seta reta 44"/>
            <p:cNvCxnSpPr/>
            <p:nvPr/>
          </p:nvCxnSpPr>
          <p:spPr>
            <a:xfrm rot="10800000" flipV="1">
              <a:off x="5284305" y="5544743"/>
              <a:ext cx="2087562" cy="1587"/>
            </a:xfrm>
            <a:prstGeom prst="straightConnector1">
              <a:avLst/>
            </a:prstGeom>
            <a:ln>
              <a:solidFill>
                <a:srgbClr val="9900FF"/>
              </a:solidFill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4" name="CaixaDeTexto 47"/>
            <p:cNvSpPr txBox="1">
              <a:spLocks noChangeArrowheads="1"/>
            </p:cNvSpPr>
            <p:nvPr/>
          </p:nvSpPr>
          <p:spPr bwMode="auto">
            <a:xfrm>
              <a:off x="6003442" y="5271693"/>
              <a:ext cx="665163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200" dirty="0"/>
                <a:t>retorno</a:t>
              </a:r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1919697" y="6015090"/>
              <a:ext cx="1658740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pt-BR" sz="1400" dirty="0" smtClean="0">
                  <a:latin typeface="Simplon BP" charset="0"/>
                  <a:ea typeface="Simplon BP" charset="0"/>
                  <a:cs typeface="Simplon BP" charset="0"/>
                </a:rPr>
                <a:t>Protocolo ISO 8583</a:t>
              </a:r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5770929" y="6040465"/>
              <a:ext cx="1085737" cy="288147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pt-BR" sz="1400" dirty="0" smtClean="0">
                  <a:latin typeface="Simplon BP" charset="0"/>
                  <a:ea typeface="Simplon BP" charset="0"/>
                  <a:cs typeface="Simplon BP" charset="0"/>
                </a:rPr>
                <a:t>Web Service</a:t>
              </a:r>
            </a:p>
          </p:txBody>
        </p:sp>
        <p:sp>
          <p:nvSpPr>
            <p:cNvPr id="28" name="Retângulo de cantos arredondados 27"/>
            <p:cNvSpPr/>
            <p:nvPr/>
          </p:nvSpPr>
          <p:spPr>
            <a:xfrm>
              <a:off x="10358260" y="4213629"/>
              <a:ext cx="1439862" cy="1605398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1600" dirty="0" smtClean="0">
                  <a:latin typeface="Arial" pitchFamily="34" charset="0"/>
                  <a:cs typeface="Arial" pitchFamily="34" charset="0"/>
                </a:rPr>
                <a:t>SINN</a:t>
              </a:r>
              <a:endParaRPr lang="pt-BR" sz="16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8976245" y="6015090"/>
              <a:ext cx="1085737" cy="288147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pt-BR" sz="1400" dirty="0" smtClean="0">
                  <a:latin typeface="Simplon BP" charset="0"/>
                  <a:ea typeface="Simplon BP" charset="0"/>
                  <a:cs typeface="Simplon BP" charset="0"/>
                </a:rPr>
                <a:t>Web Service</a:t>
              </a:r>
            </a:p>
          </p:txBody>
        </p:sp>
        <p:cxnSp>
          <p:nvCxnSpPr>
            <p:cNvPr id="38" name="Conector de seta reta 37"/>
            <p:cNvCxnSpPr/>
            <p:nvPr/>
          </p:nvCxnSpPr>
          <p:spPr>
            <a:xfrm>
              <a:off x="8475332" y="4435220"/>
              <a:ext cx="2087562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9" name="Conector de seta reta 38"/>
            <p:cNvCxnSpPr/>
            <p:nvPr/>
          </p:nvCxnSpPr>
          <p:spPr>
            <a:xfrm rot="10800000" flipV="1">
              <a:off x="8475332" y="4724145"/>
              <a:ext cx="2087562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40" name="CaixaDeTexto 46"/>
            <p:cNvSpPr txBox="1">
              <a:spLocks noChangeArrowheads="1"/>
            </p:cNvSpPr>
            <p:nvPr/>
          </p:nvSpPr>
          <p:spPr bwMode="auto">
            <a:xfrm>
              <a:off x="8618207" y="4157407"/>
              <a:ext cx="172354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200" dirty="0" err="1" smtClean="0"/>
                <a:t>consultaElegibilidade</a:t>
              </a:r>
              <a:r>
                <a:rPr lang="pt-BR" sz="1200" dirty="0" smtClean="0"/>
                <a:t>()</a:t>
              </a:r>
              <a:endParaRPr lang="pt-BR" sz="1200" dirty="0"/>
            </a:p>
          </p:txBody>
        </p:sp>
        <p:sp>
          <p:nvSpPr>
            <p:cNvPr id="41" name="CaixaDeTexto 47"/>
            <p:cNvSpPr txBox="1">
              <a:spLocks noChangeArrowheads="1"/>
            </p:cNvSpPr>
            <p:nvPr/>
          </p:nvSpPr>
          <p:spPr bwMode="auto">
            <a:xfrm>
              <a:off x="9172244" y="4435220"/>
              <a:ext cx="665163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200"/>
                <a:t>retorno</a:t>
              </a:r>
            </a:p>
          </p:txBody>
        </p:sp>
        <p:sp>
          <p:nvSpPr>
            <p:cNvPr id="42" name="CaixaDeTexto 48"/>
            <p:cNvSpPr txBox="1">
              <a:spLocks noChangeArrowheads="1"/>
            </p:cNvSpPr>
            <p:nvPr/>
          </p:nvSpPr>
          <p:spPr bwMode="auto">
            <a:xfrm>
              <a:off x="8663334" y="4985004"/>
              <a:ext cx="165737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200" dirty="0" err="1" smtClean="0"/>
                <a:t>SolicitacaoDeVenda</a:t>
              </a:r>
              <a:r>
                <a:rPr lang="pt-BR" sz="1200" dirty="0" smtClean="0"/>
                <a:t>()</a:t>
              </a:r>
              <a:endParaRPr lang="pt-BR" sz="1200" dirty="0"/>
            </a:p>
          </p:txBody>
        </p:sp>
        <p:cxnSp>
          <p:nvCxnSpPr>
            <p:cNvPr id="43" name="Conector de seta reta 42"/>
            <p:cNvCxnSpPr/>
            <p:nvPr/>
          </p:nvCxnSpPr>
          <p:spPr>
            <a:xfrm>
              <a:off x="8475332" y="5242845"/>
              <a:ext cx="2087562" cy="1588"/>
            </a:xfrm>
            <a:prstGeom prst="straightConnector1">
              <a:avLst/>
            </a:prstGeom>
            <a:ln>
              <a:solidFill>
                <a:srgbClr val="9900FF"/>
              </a:solidFill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4" name="Conector de seta reta 44"/>
            <p:cNvCxnSpPr/>
            <p:nvPr/>
          </p:nvCxnSpPr>
          <p:spPr>
            <a:xfrm rot="10800000" flipV="1">
              <a:off x="8475332" y="5559679"/>
              <a:ext cx="2087562" cy="1587"/>
            </a:xfrm>
            <a:prstGeom prst="straightConnector1">
              <a:avLst/>
            </a:prstGeom>
            <a:ln>
              <a:solidFill>
                <a:srgbClr val="9900FF"/>
              </a:solidFill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45" name="CaixaDeTexto 47"/>
            <p:cNvSpPr txBox="1">
              <a:spLocks noChangeArrowheads="1"/>
            </p:cNvSpPr>
            <p:nvPr/>
          </p:nvSpPr>
          <p:spPr bwMode="auto">
            <a:xfrm>
              <a:off x="9194469" y="5286629"/>
              <a:ext cx="665163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200" dirty="0"/>
                <a:t>retorno</a:t>
              </a:r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4500071" y="3630767"/>
              <a:ext cx="2567689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pt-BR" sz="1400" dirty="0" smtClean="0">
                  <a:latin typeface="Simplon BP" charset="0"/>
                  <a:ea typeface="Simplon BP" charset="0"/>
                  <a:cs typeface="Simplon BP" charset="0"/>
                </a:rPr>
                <a:t>TRANSAÇÕES DE RECARGA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375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58037" y="1055349"/>
            <a:ext cx="10515600" cy="5079979"/>
          </a:xfrm>
        </p:spPr>
        <p:txBody>
          <a:bodyPr>
            <a:normAutofit fontScale="85000" lnSpcReduction="20000"/>
          </a:bodyPr>
          <a:lstStyle/>
          <a:p>
            <a:r>
              <a:rPr lang="pt-BR" dirty="0" smtClean="0"/>
              <a:t>Pontos impactados:</a:t>
            </a:r>
          </a:p>
          <a:p>
            <a:pPr lvl="1"/>
            <a:r>
              <a:rPr lang="pt-BR" sz="2000" dirty="0"/>
              <a:t>Criação de Fluxo de Vendas de Recarga no modelo Compra e Venda:</a:t>
            </a:r>
          </a:p>
          <a:p>
            <a:pPr lvl="2"/>
            <a:r>
              <a:rPr lang="pt-BR" dirty="0"/>
              <a:t>Venda de recarga OI TV com pagamento antecipado;</a:t>
            </a:r>
          </a:p>
          <a:p>
            <a:pPr lvl="2"/>
            <a:r>
              <a:rPr lang="pt-BR" dirty="0"/>
              <a:t>Venda de recarga OI TV a prazo</a:t>
            </a:r>
            <a:r>
              <a:rPr lang="pt-BR" dirty="0" smtClean="0"/>
              <a:t>;</a:t>
            </a:r>
          </a:p>
          <a:p>
            <a:pPr lvl="1"/>
            <a:r>
              <a:rPr lang="pt-BR" sz="2000" dirty="0"/>
              <a:t>Criação de Fluxo de </a:t>
            </a:r>
            <a:r>
              <a:rPr lang="pt-BR" sz="2000" dirty="0" smtClean="0"/>
              <a:t>Retorno (NF própria) </a:t>
            </a:r>
            <a:r>
              <a:rPr lang="pt-BR" sz="2000" dirty="0"/>
              <a:t>e </a:t>
            </a:r>
            <a:r>
              <a:rPr lang="pt-BR" sz="2000" dirty="0" smtClean="0"/>
              <a:t>Devolução (NF do cliente) de </a:t>
            </a:r>
            <a:r>
              <a:rPr lang="pt-BR" sz="2000" dirty="0"/>
              <a:t>recarga OI TV:</a:t>
            </a:r>
          </a:p>
          <a:p>
            <a:pPr lvl="2"/>
            <a:r>
              <a:rPr lang="pt-BR" dirty="0" smtClean="0"/>
              <a:t>Retorno e devolução </a:t>
            </a:r>
            <a:r>
              <a:rPr lang="pt-BR" dirty="0" smtClean="0"/>
              <a:t>para vendas </a:t>
            </a:r>
            <a:r>
              <a:rPr lang="pt-BR" dirty="0" err="1" smtClean="0"/>
              <a:t>pagto</a:t>
            </a:r>
            <a:r>
              <a:rPr lang="pt-BR" dirty="0" smtClean="0"/>
              <a:t> antecipado;</a:t>
            </a:r>
          </a:p>
          <a:p>
            <a:pPr lvl="2"/>
            <a:r>
              <a:rPr lang="pt-BR" dirty="0" smtClean="0"/>
              <a:t>Retorno </a:t>
            </a:r>
            <a:r>
              <a:rPr lang="pt-BR" dirty="0" smtClean="0"/>
              <a:t>e devolução </a:t>
            </a:r>
            <a:r>
              <a:rPr lang="pt-BR" dirty="0" smtClean="0"/>
              <a:t>para </a:t>
            </a:r>
            <a:r>
              <a:rPr lang="pt-BR" dirty="0" smtClean="0"/>
              <a:t>vendas a prazo; </a:t>
            </a:r>
            <a:endParaRPr lang="pt-BR" dirty="0"/>
          </a:p>
          <a:p>
            <a:pPr lvl="1"/>
            <a:r>
              <a:rPr lang="pt-BR" sz="2000" dirty="0"/>
              <a:t>O parceiro Distribuidor de Recarga é cadastrado no SAP como um cliente e o seu código é utilizado para o cadastro no SERVCEL e FORTUNA;</a:t>
            </a:r>
          </a:p>
          <a:p>
            <a:pPr lvl="1"/>
            <a:r>
              <a:rPr lang="pt-BR" sz="2000" dirty="0"/>
              <a:t>Para venda a prazo há o controle de limite de crédito e validação de crédito (inadimplência, atrasos, etc</a:t>
            </a:r>
            <a:r>
              <a:rPr lang="pt-BR" sz="2000" dirty="0" smtClean="0"/>
              <a:t>.);</a:t>
            </a:r>
            <a:endParaRPr lang="pt-BR" sz="2000" dirty="0"/>
          </a:p>
          <a:p>
            <a:pPr lvl="1"/>
            <a:r>
              <a:rPr lang="pt-BR" sz="2000" dirty="0"/>
              <a:t>Para os dois tipos de vendas (</a:t>
            </a:r>
            <a:r>
              <a:rPr lang="pt-BR" sz="2000" dirty="0" err="1"/>
              <a:t>pagto</a:t>
            </a:r>
            <a:r>
              <a:rPr lang="pt-BR" sz="2000" dirty="0"/>
              <a:t> </a:t>
            </a:r>
            <a:r>
              <a:rPr lang="pt-BR" sz="2000" dirty="0" err="1"/>
              <a:t>antec</a:t>
            </a:r>
            <a:r>
              <a:rPr lang="pt-BR" sz="2000" dirty="0"/>
              <a:t> e a prazo) é concedido margem de desconto para o parceiro na NF e no Contas a </a:t>
            </a:r>
            <a:r>
              <a:rPr lang="pt-BR" sz="2000" dirty="0" smtClean="0"/>
              <a:t>Receber;</a:t>
            </a:r>
          </a:p>
          <a:p>
            <a:pPr lvl="1"/>
            <a:r>
              <a:rPr lang="pt-BR" sz="2000" dirty="0" smtClean="0"/>
              <a:t>Não há destaque de ICMS na NF-e de venda da recarga ao Distribuidor;</a:t>
            </a:r>
            <a:endParaRPr lang="pt-BR" sz="2000" dirty="0" smtClean="0"/>
          </a:p>
          <a:p>
            <a:pPr lvl="1"/>
            <a:r>
              <a:rPr lang="pt-BR" sz="2000" dirty="0" smtClean="0"/>
              <a:t> O crédito da Recarga OI TV, para o Distribuidor,  no Fortuna, é dado pelo valor bruto da venda (antes da margem);</a:t>
            </a:r>
          </a:p>
          <a:p>
            <a:pPr lvl="1"/>
            <a:r>
              <a:rPr lang="pt-BR" sz="2000" dirty="0" smtClean="0"/>
              <a:t>Existe </a:t>
            </a:r>
            <a:r>
              <a:rPr lang="pt-BR" sz="2000" dirty="0" smtClean="0"/>
              <a:t>uma interface entre SAP x FORTUNA para dados de parceiros distribuidores;</a:t>
            </a:r>
          </a:p>
          <a:p>
            <a:pPr lvl="1"/>
            <a:r>
              <a:rPr lang="pt-BR" sz="2000" dirty="0" smtClean="0"/>
              <a:t>Existe uma interface entre SAP x SERVCEL e SAP x FORTUNA para o envio das informações de venda/retorno/devolução de recarga OI TV. No SERVECEL há apenas a validação da existência do Distribuidor na base de dados.</a:t>
            </a:r>
            <a:endParaRPr lang="pt-BR" sz="2000" dirty="0"/>
          </a:p>
          <a:p>
            <a:pPr lvl="1"/>
            <a:endParaRPr lang="pt-BR" dirty="0" smtClean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F2E163-4A4B-40DA-91CF-32800A59C50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itle 22"/>
          <p:cNvSpPr txBox="1">
            <a:spLocks/>
          </p:cNvSpPr>
          <p:nvPr/>
        </p:nvSpPr>
        <p:spPr bwMode="auto">
          <a:xfrm>
            <a:off x="422789" y="0"/>
            <a:ext cx="11386095" cy="76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200" b="1" i="0" kern="1200" noProof="0">
                <a:solidFill>
                  <a:srgbClr val="00AAAD"/>
                </a:solidFill>
                <a:latin typeface="Simplon BP Regular"/>
                <a:ea typeface="ＭＳ Ｐゴシック" charset="0"/>
                <a:cs typeface="Simplon BP Regular"/>
              </a:defRPr>
            </a:lvl1pPr>
          </a:lstStyle>
          <a:p>
            <a:pPr>
              <a:lnSpc>
                <a:spcPts val="7466"/>
              </a:lnSpc>
            </a:pPr>
            <a:r>
              <a:rPr lang="en-US" altLang="pt-BR" sz="3600" b="0" dirty="0" smtClean="0">
                <a:solidFill>
                  <a:srgbClr val="A02BFF"/>
                </a:solidFill>
                <a:latin typeface="Simplon Oi Headline" pitchFamily="2" charset="0"/>
                <a:cs typeface="Arial" pitchFamily="34" charset="0"/>
              </a:rPr>
              <a:t>SOLUÇÃO SAP-ECC</a:t>
            </a:r>
            <a:endParaRPr lang="en-US" altLang="pt-BR" sz="3600" b="0" dirty="0">
              <a:solidFill>
                <a:srgbClr val="A02BFF"/>
              </a:solidFill>
              <a:latin typeface="Simplon Oi Headline" pitchFamily="2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25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 smtClean="0"/>
              <a:t>Venda de Recarga OI TV no SAP</a:t>
            </a:r>
            <a:endParaRPr lang="pt-BR" sz="36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838950"/>
            <a:ext cx="2743200" cy="365125"/>
          </a:xfr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29902-5A7B-4480-BE8E-B39077097BCF}" type="slidenum">
              <a:rPr kumimoji="0" lang="pt-BR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88" name="Grupo 87"/>
          <p:cNvGrpSpPr/>
          <p:nvPr/>
        </p:nvGrpSpPr>
        <p:grpSpPr>
          <a:xfrm>
            <a:off x="663643" y="1910603"/>
            <a:ext cx="8174522" cy="1666844"/>
            <a:chOff x="1158865" y="1597241"/>
            <a:chExt cx="8174522" cy="1666844"/>
          </a:xfrm>
        </p:grpSpPr>
        <p:sp>
          <p:nvSpPr>
            <p:cNvPr id="48" name="Retângulo de cantos arredondados 47"/>
            <p:cNvSpPr/>
            <p:nvPr/>
          </p:nvSpPr>
          <p:spPr>
            <a:xfrm>
              <a:off x="7893525" y="1658687"/>
              <a:ext cx="1439862" cy="1605398"/>
            </a:xfrm>
            <a:prstGeom prst="roundRect">
              <a:avLst/>
            </a:prstGeom>
            <a:solidFill>
              <a:srgbClr val="00B0F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1600" b="1" dirty="0" smtClean="0">
                  <a:latin typeface="Arial" pitchFamily="34" charset="0"/>
                  <a:cs typeface="Arial" pitchFamily="34" charset="0"/>
                </a:rPr>
                <a:t>ERP SAP ECC OI</a:t>
              </a:r>
              <a:endParaRPr lang="pt-BR" sz="16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Cubo 23"/>
            <p:cNvSpPr>
              <a:spLocks noChangeArrowheads="1"/>
            </p:cNvSpPr>
            <p:nvPr/>
          </p:nvSpPr>
          <p:spPr bwMode="auto">
            <a:xfrm>
              <a:off x="1158865" y="1685880"/>
              <a:ext cx="1368425" cy="1481014"/>
            </a:xfrm>
            <a:prstGeom prst="cube">
              <a:avLst>
                <a:gd name="adj" fmla="val 25000"/>
              </a:avLst>
            </a:prstGeom>
            <a:solidFill>
              <a:srgbClr val="0070C0"/>
            </a:solidFill>
            <a:ln w="9525" algn="ctr">
              <a:solidFill>
                <a:srgbClr val="002060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342900" indent="-342900" algn="ctr"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pt-BR" sz="1100"/>
                <a:t>PARCEIROS</a:t>
              </a:r>
            </a:p>
          </p:txBody>
        </p:sp>
        <p:sp>
          <p:nvSpPr>
            <p:cNvPr id="50" name="Retângulo de cantos arredondados 49"/>
            <p:cNvSpPr/>
            <p:nvPr/>
          </p:nvSpPr>
          <p:spPr>
            <a:xfrm>
              <a:off x="4448359" y="1597241"/>
              <a:ext cx="1439862" cy="1605398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1600" dirty="0" smtClean="0">
                  <a:latin typeface="Arial" pitchFamily="34" charset="0"/>
                  <a:cs typeface="Arial" pitchFamily="34" charset="0"/>
                </a:rPr>
                <a:t>OI</a:t>
              </a:r>
              <a:endParaRPr lang="pt-BR" sz="16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1" name="Conector de seta reta 50"/>
            <p:cNvCxnSpPr/>
            <p:nvPr/>
          </p:nvCxnSpPr>
          <p:spPr>
            <a:xfrm>
              <a:off x="2539439" y="2126892"/>
              <a:ext cx="1871663" cy="777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7" name="Conector de seta reta 56"/>
            <p:cNvCxnSpPr/>
            <p:nvPr/>
          </p:nvCxnSpPr>
          <p:spPr>
            <a:xfrm>
              <a:off x="5922402" y="2126892"/>
              <a:ext cx="194468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90" name="Grupo 89"/>
          <p:cNvGrpSpPr/>
          <p:nvPr/>
        </p:nvGrpSpPr>
        <p:grpSpPr>
          <a:xfrm>
            <a:off x="2057332" y="2567884"/>
            <a:ext cx="6781868" cy="3962114"/>
            <a:chOff x="2739474" y="1923868"/>
            <a:chExt cx="6781868" cy="3962114"/>
          </a:xfrm>
        </p:grpSpPr>
        <p:sp>
          <p:nvSpPr>
            <p:cNvPr id="8" name="Retângulo de cantos arredondados 7"/>
            <p:cNvSpPr/>
            <p:nvPr/>
          </p:nvSpPr>
          <p:spPr>
            <a:xfrm>
              <a:off x="4561509" y="4280584"/>
              <a:ext cx="1439862" cy="1605398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1600" b="1" dirty="0">
                  <a:latin typeface="Arial" pitchFamily="34" charset="0"/>
                  <a:cs typeface="Arial" pitchFamily="34" charset="0"/>
                </a:rPr>
                <a:t>F</a:t>
              </a:r>
              <a:r>
                <a:rPr lang="pt-BR" sz="1600" b="1" dirty="0" smtClean="0">
                  <a:latin typeface="Arial" pitchFamily="34" charset="0"/>
                  <a:cs typeface="Arial" pitchFamily="34" charset="0"/>
                </a:rPr>
                <a:t>ORTUNA</a:t>
              </a:r>
              <a:endParaRPr lang="pt-BR" sz="16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Retângulo de cantos arredondados 9"/>
            <p:cNvSpPr/>
            <p:nvPr/>
          </p:nvSpPr>
          <p:spPr>
            <a:xfrm>
              <a:off x="8081480" y="4280584"/>
              <a:ext cx="1439862" cy="160539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1600" b="1" dirty="0">
                  <a:latin typeface="Arial" pitchFamily="34" charset="0"/>
                  <a:cs typeface="Arial" pitchFamily="34" charset="0"/>
                </a:rPr>
                <a:t>SERVCEL</a:t>
              </a:r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2739474" y="1923868"/>
              <a:ext cx="1658740" cy="50359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pt-BR" sz="1400" dirty="0" smtClean="0">
                  <a:latin typeface="Simplon BP" charset="0"/>
                  <a:ea typeface="Simplon BP" charset="0"/>
                  <a:cs typeface="Simplon BP" charset="0"/>
                </a:rPr>
                <a:t>Solicita Compra de Recarga OI TV</a:t>
              </a:r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4200042" y="3489991"/>
              <a:ext cx="226995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pt-BR" sz="1400" dirty="0" smtClean="0">
                  <a:latin typeface="Simplon BP" charset="0"/>
                  <a:ea typeface="Simplon BP" charset="0"/>
                  <a:cs typeface="Simplon BP" charset="0"/>
                </a:rPr>
                <a:t>Credita valor da recarga para o parceiro</a:t>
              </a:r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7318567" y="5296620"/>
              <a:ext cx="73544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pt-BR" sz="1400" dirty="0" smtClean="0">
                  <a:latin typeface="Simplon BP" charset="0"/>
                  <a:ea typeface="Simplon BP" charset="0"/>
                  <a:cs typeface="Simplon BP" charset="0"/>
                </a:rPr>
                <a:t>Valida parceiro</a:t>
              </a:r>
            </a:p>
          </p:txBody>
        </p:sp>
      </p:grp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601" y="2254996"/>
            <a:ext cx="1269650" cy="1007659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4481766" y="1969579"/>
            <a:ext cx="311551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pt-BR" sz="1400" b="1" dirty="0" smtClean="0">
                <a:latin typeface="Simplon BP" charset="0"/>
                <a:ea typeface="Simplon BP" charset="0"/>
                <a:cs typeface="Simplon BP" charset="0"/>
              </a:rPr>
              <a:t>OI</a:t>
            </a:r>
            <a:r>
              <a:rPr lang="pt-BR" sz="1400" dirty="0" smtClean="0">
                <a:latin typeface="Simplon BP" charset="0"/>
                <a:ea typeface="Simplon BP" charset="0"/>
                <a:cs typeface="Simplon BP" charset="0"/>
              </a:rPr>
              <a:t> 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5533474" y="2567884"/>
            <a:ext cx="1658740" cy="71903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pt-BR" sz="1400" dirty="0" smtClean="0">
                <a:latin typeface="Simplon BP" charset="0"/>
                <a:ea typeface="Simplon BP" charset="0"/>
                <a:cs typeface="Simplon BP" charset="0"/>
              </a:rPr>
              <a:t>Registra Ordem de Venda de Recarga OI TV no SAP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2644" y="1759944"/>
            <a:ext cx="1752600" cy="1657350"/>
          </a:xfrm>
          <a:prstGeom prst="rect">
            <a:avLst/>
          </a:prstGeom>
        </p:spPr>
      </p:pic>
      <p:cxnSp>
        <p:nvCxnSpPr>
          <p:cNvPr id="61" name="Conector de seta reta 56"/>
          <p:cNvCxnSpPr/>
          <p:nvPr/>
        </p:nvCxnSpPr>
        <p:spPr>
          <a:xfrm>
            <a:off x="8834510" y="2435756"/>
            <a:ext cx="1340629" cy="10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2" name="CaixaDeTexto 61"/>
          <p:cNvSpPr txBox="1"/>
          <p:nvPr/>
        </p:nvSpPr>
        <p:spPr>
          <a:xfrm>
            <a:off x="8873574" y="2555184"/>
            <a:ext cx="1658740" cy="71903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pt-BR" sz="1400" dirty="0" smtClean="0">
                <a:latin typeface="Simplon BP" charset="0"/>
                <a:ea typeface="Simplon BP" charset="0"/>
                <a:cs typeface="Simplon BP" charset="0"/>
              </a:rPr>
              <a:t>Fatura e gera NF-e sem destaque de ICMS</a:t>
            </a:r>
          </a:p>
        </p:txBody>
      </p:sp>
      <p:sp>
        <p:nvSpPr>
          <p:cNvPr id="67" name="CaixaDeTexto 66"/>
          <p:cNvSpPr txBox="1"/>
          <p:nvPr/>
        </p:nvSpPr>
        <p:spPr>
          <a:xfrm>
            <a:off x="6636425" y="1592440"/>
            <a:ext cx="2454509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pt-BR" sz="1400" dirty="0" smtClean="0">
                <a:latin typeface="Simplon BP" charset="0"/>
                <a:ea typeface="Simplon BP" charset="0"/>
                <a:cs typeface="Simplon BP" charset="0"/>
              </a:rPr>
              <a:t>Envia XML e </a:t>
            </a:r>
            <a:r>
              <a:rPr lang="pt-BR" sz="1400" dirty="0" err="1" smtClean="0">
                <a:latin typeface="Simplon BP" charset="0"/>
                <a:ea typeface="Simplon BP" charset="0"/>
                <a:cs typeface="Simplon BP" charset="0"/>
              </a:rPr>
              <a:t>Danfe</a:t>
            </a:r>
            <a:r>
              <a:rPr lang="pt-BR" sz="1400" dirty="0" smtClean="0">
                <a:latin typeface="Simplon BP" charset="0"/>
                <a:ea typeface="Simplon BP" charset="0"/>
                <a:cs typeface="Simplon BP" charset="0"/>
              </a:rPr>
              <a:t> por e-mail</a:t>
            </a:r>
          </a:p>
        </p:txBody>
      </p:sp>
      <p:cxnSp>
        <p:nvCxnSpPr>
          <p:cNvPr id="47" name="Conector Angulado 46"/>
          <p:cNvCxnSpPr>
            <a:stCxn id="27" idx="0"/>
            <a:endCxn id="49" idx="0"/>
          </p:cNvCxnSpPr>
          <p:nvPr/>
        </p:nvCxnSpPr>
        <p:spPr>
          <a:xfrm rot="16200000" flipH="1" flipV="1">
            <a:off x="6094278" y="-2815425"/>
            <a:ext cx="239298" cy="9390035"/>
          </a:xfrm>
          <a:prstGeom prst="bentConnector3">
            <a:avLst>
              <a:gd name="adj1" fmla="val -95529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Imagem 6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719" y="4014745"/>
            <a:ext cx="1729607" cy="1152977"/>
          </a:xfrm>
          <a:prstGeom prst="rect">
            <a:avLst/>
          </a:prstGeom>
        </p:spPr>
      </p:pic>
      <p:cxnSp>
        <p:nvCxnSpPr>
          <p:cNvPr id="70" name="Conector Angulado 69"/>
          <p:cNvCxnSpPr>
            <a:stCxn id="48" idx="2"/>
            <a:endCxn id="68" idx="3"/>
          </p:cNvCxnSpPr>
          <p:nvPr/>
        </p:nvCxnSpPr>
        <p:spPr>
          <a:xfrm rot="5400000">
            <a:off x="7184387" y="3657386"/>
            <a:ext cx="1013787" cy="853908"/>
          </a:xfrm>
          <a:prstGeom prst="bentConnector2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Angulado 72"/>
          <p:cNvCxnSpPr>
            <a:stCxn id="68" idx="2"/>
          </p:cNvCxnSpPr>
          <p:nvPr/>
        </p:nvCxnSpPr>
        <p:spPr>
          <a:xfrm rot="16200000" flipH="1">
            <a:off x="6550647" y="5016598"/>
            <a:ext cx="670096" cy="972344"/>
          </a:xfrm>
          <a:prstGeom prst="bentConnector2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Angulado 74"/>
          <p:cNvCxnSpPr>
            <a:stCxn id="68" idx="1"/>
            <a:endCxn id="8" idx="0"/>
          </p:cNvCxnSpPr>
          <p:nvPr/>
        </p:nvCxnSpPr>
        <p:spPr>
          <a:xfrm rot="10800000" flipV="1">
            <a:off x="4599299" y="4591234"/>
            <a:ext cx="935421" cy="333366"/>
          </a:xfrm>
          <a:prstGeom prst="bentConnector2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aixaDeTexto 79"/>
          <p:cNvSpPr txBox="1"/>
          <p:nvPr/>
        </p:nvSpPr>
        <p:spPr>
          <a:xfrm>
            <a:off x="8176771" y="4137236"/>
            <a:ext cx="1233214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pt-BR" sz="1400" dirty="0" smtClean="0">
                <a:latin typeface="Simplon BP" charset="0"/>
                <a:ea typeface="Simplon BP" charset="0"/>
                <a:cs typeface="Simplon BP" charset="0"/>
              </a:rPr>
              <a:t>Lê NF-e OI TV</a:t>
            </a:r>
          </a:p>
        </p:txBody>
      </p:sp>
      <p:cxnSp>
        <p:nvCxnSpPr>
          <p:cNvPr id="40" name="Conector Angulado 39"/>
          <p:cNvCxnSpPr>
            <a:endCxn id="8" idx="3"/>
          </p:cNvCxnSpPr>
          <p:nvPr/>
        </p:nvCxnSpPr>
        <p:spPr>
          <a:xfrm rot="10800000" flipV="1">
            <a:off x="5319229" y="5167721"/>
            <a:ext cx="749342" cy="559578"/>
          </a:xfrm>
          <a:prstGeom prst="bentConnector3">
            <a:avLst>
              <a:gd name="adj1" fmla="val -845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do 43"/>
          <p:cNvCxnSpPr/>
          <p:nvPr/>
        </p:nvCxnSpPr>
        <p:spPr>
          <a:xfrm rot="10800000" flipV="1">
            <a:off x="6068571" y="3286917"/>
            <a:ext cx="1329734" cy="727828"/>
          </a:xfrm>
          <a:prstGeom prst="bentConnector3">
            <a:avLst>
              <a:gd name="adj1" fmla="val 101574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6119371" y="3286916"/>
            <a:ext cx="1003235" cy="50359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pt-BR" sz="1400" dirty="0" smtClean="0">
                <a:latin typeface="Simplon BP" charset="0"/>
                <a:ea typeface="Simplon BP" charset="0"/>
                <a:cs typeface="Simplon BP" charset="0"/>
              </a:rPr>
              <a:t>Dados de Parceiros</a:t>
            </a:r>
          </a:p>
        </p:txBody>
      </p:sp>
      <p:sp>
        <p:nvSpPr>
          <p:cNvPr id="72" name="CaixaDeTexto 71"/>
          <p:cNvSpPr txBox="1"/>
          <p:nvPr/>
        </p:nvSpPr>
        <p:spPr>
          <a:xfrm>
            <a:off x="5357371" y="5763416"/>
            <a:ext cx="1003235" cy="50359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pt-BR" sz="1400" dirty="0" smtClean="0">
                <a:latin typeface="Simplon BP" charset="0"/>
                <a:ea typeface="Simplon BP" charset="0"/>
                <a:cs typeface="Simplon BP" charset="0"/>
              </a:rPr>
              <a:t>Dados de Parceiros</a:t>
            </a:r>
          </a:p>
        </p:txBody>
      </p:sp>
    </p:spTree>
    <p:extLst>
      <p:ext uri="{BB962C8B-B14F-4D97-AF65-F5344CB8AC3E}">
        <p14:creationId xmlns:p14="http://schemas.microsoft.com/office/powerpoint/2010/main" val="428855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fim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388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i Mestre">
  <a:themeElements>
    <a:clrScheme name="OI">
      <a:dk1>
        <a:srgbClr val="000000"/>
      </a:dk1>
      <a:lt1>
        <a:srgbClr val="FFFFFF"/>
      </a:lt1>
      <a:dk2>
        <a:srgbClr val="5F5F5F"/>
      </a:dk2>
      <a:lt2>
        <a:srgbClr val="EEECE1"/>
      </a:lt2>
      <a:accent1>
        <a:srgbClr val="9F37FE"/>
      </a:accent1>
      <a:accent2>
        <a:srgbClr val="EA2A8B"/>
      </a:accent2>
      <a:accent3>
        <a:srgbClr val="FF6D00"/>
      </a:accent3>
      <a:accent4>
        <a:srgbClr val="FEFB02"/>
      </a:accent4>
      <a:accent5>
        <a:srgbClr val="00D318"/>
      </a:accent5>
      <a:accent6>
        <a:srgbClr val="00CEFF"/>
      </a:accent6>
      <a:hlink>
        <a:srgbClr val="00CEFF"/>
      </a:hlink>
      <a:folHlink>
        <a:srgbClr val="9F37F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2"/>
          </a:solidFill>
        </a:ln>
      </a:spPr>
      <a:bodyPr lIns="36000" tIns="36000" rIns="36000" bIns="36000" rtlCol="0" anchor="ctr"/>
      <a:lstStyle>
        <a:defPPr algn="ctr">
          <a:defRPr sz="1400" smtClean="0">
            <a:latin typeface="Simplon BP Regular"/>
            <a:cs typeface="Simplon BP Regular"/>
          </a:defRPr>
        </a:defPPr>
      </a:lstStyle>
      <a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a:style>
    </a:spDef>
    <a:lnDef>
      <a:spPr>
        <a:ln w="1905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spAutoFit/>
      </a:bodyPr>
      <a:lstStyle>
        <a:defPPr>
          <a:defRPr sz="1400" smtClean="0">
            <a:latin typeface="Simplon BP" charset="0"/>
            <a:ea typeface="Simplon BP" charset="0"/>
            <a:cs typeface="Simplon BP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i2016_template_v04.potx" id="{3FD397A1-EA1A-470A-96CB-EE4D341CC2AF}" vid="{94D5C9A9-12E2-404F-BFA4-5A2411FB85A0}"/>
    </a:ext>
  </a:extLst>
</a:theme>
</file>

<file path=ppt/theme/theme2.xml><?xml version="1.0" encoding="utf-8"?>
<a:theme xmlns:a="http://schemas.openxmlformats.org/drawingml/2006/main" name="Oi Mestre_Roxo">
  <a:themeElements>
    <a:clrScheme name="OI">
      <a:dk1>
        <a:srgbClr val="000000"/>
      </a:dk1>
      <a:lt1>
        <a:srgbClr val="FFFFFF"/>
      </a:lt1>
      <a:dk2>
        <a:srgbClr val="5F5F5F"/>
      </a:dk2>
      <a:lt2>
        <a:srgbClr val="EEECE1"/>
      </a:lt2>
      <a:accent1>
        <a:srgbClr val="9F37FE"/>
      </a:accent1>
      <a:accent2>
        <a:srgbClr val="EA2A8B"/>
      </a:accent2>
      <a:accent3>
        <a:srgbClr val="FF6D00"/>
      </a:accent3>
      <a:accent4>
        <a:srgbClr val="FEFB02"/>
      </a:accent4>
      <a:accent5>
        <a:srgbClr val="00D318"/>
      </a:accent5>
      <a:accent6>
        <a:srgbClr val="00CEFF"/>
      </a:accent6>
      <a:hlink>
        <a:srgbClr val="00CEFF"/>
      </a:hlink>
      <a:folHlink>
        <a:srgbClr val="9F37F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2"/>
          </a:solidFill>
        </a:ln>
      </a:spPr>
      <a:bodyPr lIns="36000" tIns="36000" rIns="36000" bIns="36000" rtlCol="0" anchor="ctr"/>
      <a:lstStyle>
        <a:defPPr algn="ctr">
          <a:defRPr sz="1400" smtClean="0">
            <a:latin typeface="Simplon BP Regular"/>
            <a:cs typeface="Simplon BP Regular"/>
          </a:defRPr>
        </a:defPPr>
      </a:lstStyle>
      <a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a:style>
    </a:spDef>
    <a:lnDef>
      <a:spPr>
        <a:ln w="1905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spAutoFit/>
      </a:bodyPr>
      <a:lstStyle>
        <a:defPPr>
          <a:defRPr sz="1400" smtClean="0">
            <a:latin typeface="Simplon BP" charset="0"/>
            <a:ea typeface="Simplon BP" charset="0"/>
            <a:cs typeface="Simplon BP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i2016_template_v04.potx" id="{3FD397A1-EA1A-470A-96CB-EE4D341CC2AF}" vid="{845630C9-8FBC-42D4-B3CB-AABEB1DE9398}"/>
    </a:ext>
  </a:extLst>
</a:theme>
</file>

<file path=ppt/theme/theme3.xml><?xml version="1.0" encoding="utf-8"?>
<a:theme xmlns:a="http://schemas.openxmlformats.org/drawingml/2006/main" name="2_Oi Mestre">
  <a:themeElements>
    <a:clrScheme name="OI">
      <a:dk1>
        <a:srgbClr val="000000"/>
      </a:dk1>
      <a:lt1>
        <a:srgbClr val="FFFFFF"/>
      </a:lt1>
      <a:dk2>
        <a:srgbClr val="5F5F5F"/>
      </a:dk2>
      <a:lt2>
        <a:srgbClr val="EEECE1"/>
      </a:lt2>
      <a:accent1>
        <a:srgbClr val="9F37FE"/>
      </a:accent1>
      <a:accent2>
        <a:srgbClr val="EA2A8B"/>
      </a:accent2>
      <a:accent3>
        <a:srgbClr val="FF6D00"/>
      </a:accent3>
      <a:accent4>
        <a:srgbClr val="FEFB02"/>
      </a:accent4>
      <a:accent5>
        <a:srgbClr val="00D318"/>
      </a:accent5>
      <a:accent6>
        <a:srgbClr val="00CEFF"/>
      </a:accent6>
      <a:hlink>
        <a:srgbClr val="00CEFF"/>
      </a:hlink>
      <a:folHlink>
        <a:srgbClr val="9F37F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2"/>
          </a:solidFill>
        </a:ln>
      </a:spPr>
      <a:bodyPr lIns="36000" tIns="36000" rIns="36000" bIns="36000" rtlCol="0" anchor="ctr"/>
      <a:lstStyle>
        <a:defPPr algn="ctr">
          <a:defRPr sz="1400" smtClean="0">
            <a:latin typeface="Simplon BP Regular"/>
            <a:cs typeface="Simplon BP Regular"/>
          </a:defRPr>
        </a:defPPr>
      </a:lstStyle>
      <a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a:style>
    </a:spDef>
    <a:lnDef>
      <a:spPr>
        <a:ln w="1905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spAutoFit/>
      </a:bodyPr>
      <a:lstStyle>
        <a:defPPr>
          <a:defRPr sz="1400" smtClean="0">
            <a:latin typeface="Simplon BP" charset="0"/>
            <a:ea typeface="Simplon BP" charset="0"/>
            <a:cs typeface="Simplon BP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i2016_template_v04" id="{61D9B774-AF9D-5243-B5B9-00A84C8902E2}" vid="{3888B414-3C1C-4740-967E-F7D965A3710A}"/>
    </a:ext>
  </a:extLst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D3EFCF43FC7AF448968E2EEA3509822" ma:contentTypeVersion="0" ma:contentTypeDescription="Crie um novo documento." ma:contentTypeScope="" ma:versionID="cc95e59be080c9d740414738d9c17a6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e078010f886becc52d8153076464f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151189-F067-40CF-B23F-676A958672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420E133-A8CA-4447-A24D-C53164C45422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1BD3B8B-2666-4D80-AAC5-BEE52F12D7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12225</TotalTime>
  <Words>726</Words>
  <Application>Microsoft Office PowerPoint</Application>
  <PresentationFormat>Widescreen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10</vt:i4>
      </vt:variant>
    </vt:vector>
  </HeadingPairs>
  <TitlesOfParts>
    <vt:vector size="21" baseType="lpstr">
      <vt:lpstr>ＭＳ Ｐゴシック</vt:lpstr>
      <vt:lpstr>Arial</vt:lpstr>
      <vt:lpstr>Calibri</vt:lpstr>
      <vt:lpstr>Simplon BP</vt:lpstr>
      <vt:lpstr>Simplon BP Bold</vt:lpstr>
      <vt:lpstr>Simplon BP Regular</vt:lpstr>
      <vt:lpstr>Simplon Oi Headline</vt:lpstr>
      <vt:lpstr>Wingdings</vt:lpstr>
      <vt:lpstr>1_Oi Mestre</vt:lpstr>
      <vt:lpstr>Oi Mestre_Roxo</vt:lpstr>
      <vt:lpstr>2_Oi Mestre</vt:lpstr>
      <vt:lpstr>Oi TV - Recarga de TV Pré-paga no PDV   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Recarga de tv</vt:lpstr>
      <vt:lpstr>Apresentação do PowerPoint</vt:lpstr>
      <vt:lpstr>Venda de Recarga OI TV no SAP</vt:lpstr>
      <vt:lpstr>fim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Técio Vivas</dc:creator>
  <cp:lastModifiedBy>Gabriel Vidal Da Silva</cp:lastModifiedBy>
  <cp:revision>557</cp:revision>
  <dcterms:created xsi:type="dcterms:W3CDTF">2016-04-11T16:40:42Z</dcterms:created>
  <dcterms:modified xsi:type="dcterms:W3CDTF">2025-01-17T21:13:02Z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0x0101005D3EFCF43FC7AF448968E2EEA3509822</vt:lpwstr>
  </property>
</Properties>
</file>