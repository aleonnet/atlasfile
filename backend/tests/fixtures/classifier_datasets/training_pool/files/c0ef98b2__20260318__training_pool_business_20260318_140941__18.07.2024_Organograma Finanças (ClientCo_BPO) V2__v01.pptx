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7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8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9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0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1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2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3.xml" ContentType="application/vnd.openxmlformats-officedocument.them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4.xml" ContentType="application/vnd.openxmlformats-officedocument.them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5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6.xml" ContentType="application/vnd.openxmlformats-officedocument.them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7.xml" ContentType="application/vnd.openxmlformats-officedocument.them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28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9.xml" ContentType="application/vnd.openxmlformats-officedocument.them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30.xml" ContentType="application/vnd.openxmlformats-officedocument.theme+xml"/>
  <Override PartName="/ppt/theme/theme3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3" r:id="rId3"/>
    <p:sldMasterId id="2147483676" r:id="rId4"/>
    <p:sldMasterId id="2147483679" r:id="rId5"/>
    <p:sldMasterId id="2147483681" r:id="rId6"/>
    <p:sldMasterId id="2147483683" r:id="rId7"/>
    <p:sldMasterId id="2147483685" r:id="rId8"/>
    <p:sldMasterId id="2147483687" r:id="rId9"/>
    <p:sldMasterId id="2147483689" r:id="rId10"/>
    <p:sldMasterId id="2147483691" r:id="rId11"/>
    <p:sldMasterId id="2147483693" r:id="rId12"/>
    <p:sldMasterId id="2147483695" r:id="rId13"/>
    <p:sldMasterId id="2147483697" r:id="rId14"/>
    <p:sldMasterId id="2147483700" r:id="rId15"/>
    <p:sldMasterId id="2147483702" r:id="rId16"/>
    <p:sldMasterId id="2147483705" r:id="rId17"/>
    <p:sldMasterId id="2147483713" r:id="rId18"/>
    <p:sldMasterId id="2147483722" r:id="rId19"/>
    <p:sldMasterId id="2147483731" r:id="rId20"/>
    <p:sldMasterId id="2147483740" r:id="rId21"/>
    <p:sldMasterId id="2147483749" r:id="rId22"/>
    <p:sldMasterId id="2147483758" r:id="rId23"/>
    <p:sldMasterId id="2147483767" r:id="rId24"/>
    <p:sldMasterId id="2147483776" r:id="rId25"/>
    <p:sldMasterId id="2147483785" r:id="rId26"/>
    <p:sldMasterId id="2147483794" r:id="rId27"/>
    <p:sldMasterId id="2147483803" r:id="rId28"/>
    <p:sldMasterId id="2147483812" r:id="rId29"/>
    <p:sldMasterId id="2147483821" r:id="rId30"/>
  </p:sldMasterIdLst>
  <p:notesMasterIdLst>
    <p:notesMasterId r:id="rId38"/>
  </p:notesMasterIdLst>
  <p:sldIdLst>
    <p:sldId id="306" r:id="rId31"/>
    <p:sldId id="369" r:id="rId32"/>
    <p:sldId id="370" r:id="rId33"/>
    <p:sldId id="371" r:id="rId34"/>
    <p:sldId id="372" r:id="rId35"/>
    <p:sldId id="373" r:id="rId36"/>
    <p:sldId id="374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00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4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3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slide" Target="slides/slide7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34424-5C54-4EBC-A7BC-FF6E23D60299}" type="datetimeFigureOut">
              <a:rPr lang="pt-BR" smtClean="0"/>
              <a:t>23/07/2024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82AED-74D0-45FC-873F-DEFA44E045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78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97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1576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225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8424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8325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7426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564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4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7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3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6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9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1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3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5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6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8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1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4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4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7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8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9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0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0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1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3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4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6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99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9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2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5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7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6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7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8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1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8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2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3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4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4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5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7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9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8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9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90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1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0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336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gradFill flip="none" rotWithShape="1">
          <a:gsLst>
            <a:gs pos="0">
              <a:srgbClr val="FF6D00"/>
            </a:gs>
            <a:gs pos="100000">
              <a:srgbClr val="EA288C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65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Blank">
    <p:bg>
      <p:bgPr>
        <a:gradFill flip="none" rotWithShape="1">
          <a:gsLst>
            <a:gs pos="0">
              <a:srgbClr val="EA288C"/>
            </a:gs>
            <a:gs pos="100000">
              <a:srgbClr val="A02BFF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30720" y="356423"/>
            <a:ext cx="9308889" cy="36552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616"/>
              </a:lnSpc>
              <a:defRPr sz="4667" baseline="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7" y="6232590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chemeClr val="bg1"/>
                </a:solidFill>
              </a:defRPr>
            </a:lvl1pPr>
          </a:lstStyle>
          <a:p>
            <a:pPr defTabSz="586116"/>
            <a:r>
              <a:rPr lang="en-US" smtClean="0">
                <a:solidFill>
                  <a:prstClr val="white"/>
                </a:solidFill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solidFill>
                  <a:prstClr val="white"/>
                </a:solidFill>
                <a:latin typeface="Simplon BP Bold"/>
                <a:cs typeface="Simplon BP Bold"/>
              </a:rPr>
              <a:pPr defTabSz="586116"/>
              <a:t>‹nº›</a:t>
            </a:fld>
            <a:endParaRPr lang="en-US" dirty="0">
              <a:solidFill>
                <a:prstClr val="white"/>
              </a:solidFill>
              <a:latin typeface="Simplon BP Bold"/>
              <a:cs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1434524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0725" y="1918407"/>
            <a:ext cx="3246983" cy="1181696"/>
          </a:xfrm>
          <a:prstGeom prst="rect">
            <a:avLst/>
          </a:prstGeom>
        </p:spPr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9" y="356423"/>
            <a:ext cx="6907060" cy="1116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00D318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430725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430725" y="4099244"/>
            <a:ext cx="3246983" cy="1181696"/>
          </a:xfrm>
          <a:prstGeom prst="rect">
            <a:avLst/>
          </a:prstGeom>
        </p:spPr>
      </p:sp>
      <p:sp>
        <p:nvSpPr>
          <p:cNvPr id="19" name="Text Placehold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30725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44"/>
          </p:nvPr>
        </p:nvSpPr>
        <p:spPr>
          <a:xfrm>
            <a:off x="4107907" y="1918407"/>
            <a:ext cx="3246983" cy="1181696"/>
          </a:xfrm>
          <a:prstGeom prst="rect">
            <a:avLst/>
          </a:prstGeom>
        </p:spPr>
      </p:sp>
      <p:sp>
        <p:nvSpPr>
          <p:cNvPr id="23" name="Text Placeholder 6"/>
          <p:cNvSpPr>
            <a:spLocks noGrp="1"/>
          </p:cNvSpPr>
          <p:nvPr>
            <p:ph type="body" sz="quarter" idx="45" hasCustomPrompt="1"/>
          </p:nvPr>
        </p:nvSpPr>
        <p:spPr>
          <a:xfrm>
            <a:off x="4107907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48"/>
          </p:nvPr>
        </p:nvSpPr>
        <p:spPr>
          <a:xfrm>
            <a:off x="4107907" y="4099244"/>
            <a:ext cx="3246983" cy="1181696"/>
          </a:xfrm>
          <a:prstGeom prst="rect">
            <a:avLst/>
          </a:prstGeom>
        </p:spPr>
      </p:sp>
      <p:sp>
        <p:nvSpPr>
          <p:cNvPr id="25" name="Text Placeholder 6"/>
          <p:cNvSpPr>
            <a:spLocks noGrp="1"/>
          </p:cNvSpPr>
          <p:nvPr>
            <p:ph type="body" sz="quarter" idx="49" hasCustomPrompt="1"/>
          </p:nvPr>
        </p:nvSpPr>
        <p:spPr>
          <a:xfrm>
            <a:off x="4107907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50"/>
          </p:nvPr>
        </p:nvSpPr>
        <p:spPr>
          <a:xfrm>
            <a:off x="7774198" y="1918408"/>
            <a:ext cx="3246983" cy="3362533"/>
          </a:xfrm>
          <a:prstGeom prst="rect">
            <a:avLst/>
          </a:prstGeom>
        </p:spPr>
      </p:sp>
      <p:sp>
        <p:nvSpPr>
          <p:cNvPr id="33" name="Text Placeholder 6"/>
          <p:cNvSpPr>
            <a:spLocks noGrp="1"/>
          </p:cNvSpPr>
          <p:nvPr>
            <p:ph type="body" sz="quarter" idx="51" hasCustomPrompt="1"/>
          </p:nvPr>
        </p:nvSpPr>
        <p:spPr>
          <a:xfrm>
            <a:off x="7774198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57774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gradFill flip="none" rotWithShape="1">
          <a:gsLst>
            <a:gs pos="0">
              <a:srgbClr val="00CEFF"/>
            </a:gs>
            <a:gs pos="100000">
              <a:srgbClr val="00D318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27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012805F9-CE1C-4645-ABDD-DFF1C8ECC49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23/07/2024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B35B99E1-B4A8-4DBE-AD3B-9B62A2D86A3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95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7A178901-9878-489C-BF37-A4293411700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23/07/2024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DBEF8034-9DD5-48A4-B517-699C1170E4BB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127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7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1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1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  <a:noFill/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40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71802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277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67325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742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720062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1865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27024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7220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10431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64703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2863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27975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8891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34831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18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06813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0404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567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6" name="Picture 1" descr="Bolhas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6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lhas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56" y="1805254"/>
            <a:ext cx="4068745" cy="4844201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352848" y="2639355"/>
            <a:ext cx="5071456" cy="28418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1352851" y="660804"/>
            <a:ext cx="5071453" cy="17738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88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PT Aqua_Bases_wide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67" t="30920" r="16032" b="30754"/>
          <a:stretch>
            <a:fillRect/>
          </a:stretch>
        </p:blipFill>
        <p:spPr bwMode="auto">
          <a:xfrm>
            <a:off x="11112501" y="29634"/>
            <a:ext cx="1056217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1457327"/>
            <a:ext cx="10972800" cy="4445000"/>
          </a:xfrm>
          <a:prstGeom prst="rect">
            <a:avLst/>
          </a:prstGeom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0" kern="1200" baseline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09585" indent="0">
              <a:buNone/>
              <a:defRPr sz="1867">
                <a:latin typeface="Arial"/>
                <a:cs typeface="Arial"/>
              </a:defRPr>
            </a:lvl2pPr>
            <a:lvl3pPr marL="1219170" indent="0">
              <a:buNone/>
              <a:defRPr sz="1867">
                <a:latin typeface="Arial"/>
                <a:cs typeface="Arial"/>
              </a:defRPr>
            </a:lvl3pPr>
            <a:lvl4pPr marL="1828754" indent="0">
              <a:buNone/>
              <a:defRPr sz="1867">
                <a:latin typeface="Arial"/>
                <a:cs typeface="Arial"/>
              </a:defRPr>
            </a:lvl4pPr>
            <a:lvl5pPr marL="2438339" indent="0">
              <a:buNone/>
              <a:defRPr sz="1867">
                <a:latin typeface="Arial"/>
                <a:cs typeface="Arial"/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9" name="Title Placeholder 10"/>
          <p:cNvSpPr>
            <a:spLocks noGrp="1"/>
          </p:cNvSpPr>
          <p:nvPr>
            <p:ph type="title"/>
          </p:nvPr>
        </p:nvSpPr>
        <p:spPr>
          <a:xfrm>
            <a:off x="609600" y="220728"/>
            <a:ext cx="918444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30000"/>
              </a:lnSpc>
              <a:defRPr sz="2133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968568" y="6498167"/>
            <a:ext cx="613833" cy="366184"/>
          </a:xfrm>
          <a:prstGeom prst="rect">
            <a:avLst/>
          </a:prstGeom>
        </p:spPr>
        <p:txBody>
          <a:bodyPr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067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fld id="{DDE87FB4-E285-4344-A602-E1196872DB21}" type="slidenum">
              <a:rPr lang="en-US" smtClean="0"/>
              <a:pPr defTabSz="609585">
                <a:defRPr/>
              </a:pPr>
              <a:t>‹nº›</a:t>
            </a:fld>
            <a:endParaRPr 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5"/>
          </p:nvPr>
        </p:nvSpPr>
        <p:spPr>
          <a:xfrm>
            <a:off x="7655985" y="6502400"/>
            <a:ext cx="32639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67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1041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2436251"/>
            <a:ext cx="9334392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6D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4D4D4D"/>
                </a:solidFill>
              </a:defRPr>
            </a:lvl1pPr>
          </a:lstStyle>
          <a:p>
            <a:pPr defTabSz="609585"/>
            <a:r>
              <a:rPr lang="en-US" smtClean="0">
                <a:latin typeface="Simplon BP Regular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13" name="Picture 12" descr="bolhalaranja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199" y="4959275"/>
            <a:ext cx="2125237" cy="2022971"/>
          </a:xfrm>
          <a:prstGeom prst="rect">
            <a:avLst/>
          </a:prstGeom>
        </p:spPr>
      </p:pic>
      <p:pic>
        <p:nvPicPr>
          <p:cNvPr id="14" name="Picture 13" descr="bolhaverde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852" y="666753"/>
            <a:ext cx="1255968" cy="13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6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30716" y="2906584"/>
            <a:ext cx="5690701" cy="15941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1826924"/>
            <a:ext cx="5071456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25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3733">
                <a:solidFill>
                  <a:srgbClr val="4D4D4D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endParaRPr lang="en-US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20" hasCustomPrompt="1"/>
          </p:nvPr>
        </p:nvSpPr>
        <p:spPr>
          <a:xfrm>
            <a:off x="8825345" y="6386947"/>
            <a:ext cx="3103419" cy="302068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>
                <a:solidFill>
                  <a:schemeClr val="bg2"/>
                </a:solidFill>
                <a:latin typeface="+mn-lt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 smtClean="0">
                <a:latin typeface="+mn-lt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8" name="Picture 1" descr="Bolhas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181639" y="3196075"/>
            <a:ext cx="4529807" cy="2027356"/>
          </a:xfrm>
          <a:prstGeom prst="rect">
            <a:avLst/>
          </a:prstGeom>
        </p:spPr>
      </p:sp>
      <p:sp>
        <p:nvSpPr>
          <p:cNvPr id="14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5" y="3196075"/>
            <a:ext cx="6283824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 smtClean="0"/>
              <a:t>ame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8" y="2436252"/>
            <a:ext cx="6882295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4"/>
            <a:ext cx="6882295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slide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07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83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975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353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7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00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1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7553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673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791909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5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77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9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343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2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81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52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5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88081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334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94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20990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953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2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1184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7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27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738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9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090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353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902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1801396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13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6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8154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1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184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873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3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1380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39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490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501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8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609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1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4668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08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483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8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9913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0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9275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721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8982151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3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82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5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38922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0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8459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34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1175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5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984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1909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4482850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7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31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8120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457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063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340762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9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898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0837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0307922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1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36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7363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9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894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33951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314226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964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33764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0214732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034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8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68625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3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182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17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5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69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8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780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2397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2272318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0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29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3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8818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149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9086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0613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2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065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95372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49778670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5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95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7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5516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2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936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2022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4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4308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7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793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6989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10478695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9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860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261649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6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820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6050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9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80339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7616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94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1833817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3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90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6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361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13" name="Google Shape;13;p2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2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2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2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2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2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2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2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2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2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2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2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2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2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2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2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2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2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2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2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2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2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3" name="Google Shape;68;p21">
            <a:extLst>
              <a:ext uri="{FF2B5EF4-FFF2-40B4-BE49-F238E27FC236}">
                <a16:creationId xmlns:a16="http://schemas.microsoft.com/office/drawing/2014/main" id="{2614AF7A-99D4-4B49-BC50-B79F952D1862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5635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6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1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43" name="Google Shape;43;p21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21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21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21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21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21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21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21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21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21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21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21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21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21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21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21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21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21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21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21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21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21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21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21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21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8" name="Google Shape;68;p21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3803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83F73-3FF0-C94A-AA5D-FB1EB2320D91}"/>
              </a:ext>
            </a:extLst>
          </p:cNvPr>
          <p:cNvSpPr/>
          <p:nvPr userDrawn="1"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A200F-C0C4-9B49-B9B7-65A5078D6E6B}"/>
              </a:ext>
            </a:extLst>
          </p:cNvPr>
          <p:cNvSpPr/>
          <p:nvPr userDrawn="1"/>
        </p:nvSpPr>
        <p:spPr>
          <a:xfrm flipV="1">
            <a:off x="1031769" y="6132114"/>
            <a:ext cx="3600000" cy="18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44607B-58CA-534A-87D1-4F0838525DBB}"/>
              </a:ext>
            </a:extLst>
          </p:cNvPr>
          <p:cNvSpPr/>
          <p:nvPr userDrawn="1"/>
        </p:nvSpPr>
        <p:spPr>
          <a:xfrm>
            <a:off x="339306" y="1155941"/>
            <a:ext cx="5250611" cy="6671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116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85118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bg>
      <p:bgPr>
        <a:solidFill>
          <a:schemeClr val="accent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70663" y="0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87246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399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7_Slide de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7417" y="226692"/>
            <a:ext cx="1216566" cy="207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22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78" name="Google Shape;78;p12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2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2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2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2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2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2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2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2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2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2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2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2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2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2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2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2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2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2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2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2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2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2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2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2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22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2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F3DE66F-B080-7740-BCFB-F1E4446C4708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3833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8_Slide de Título">
    <p:bg>
      <p:bgPr>
        <a:solidFill>
          <a:schemeClr val="accent5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5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107" name="Google Shape;107;p2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2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2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2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2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2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2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2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2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2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2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2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2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2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2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2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2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2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2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2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2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2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2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2" name="Google Shape;132;p2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7E7CEC-8C95-FF4F-A547-E6A239B07F20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8152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7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67" name="Google Shape;167;p2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2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2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2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2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2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2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2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2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2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2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2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2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2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2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2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2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2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2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2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2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3639221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8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95" name="Google Shape;195;p2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2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2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2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2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2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2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2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2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2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2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2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2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2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2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2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2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2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685369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13263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32138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4546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34089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77294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 de Título">
  <p:cSld name="6_Slide de Título">
    <p:bg>
      <p:bgPr>
        <a:solidFill>
          <a:schemeClr val="accen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616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 de Título">
  <p:cSld name="8_Slide de Título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95599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5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37" name="Google Shape;237;p3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3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3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3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3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3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3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3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3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3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3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3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3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3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3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3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3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3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3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3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3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3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3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3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3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2" name="Google Shape;262;p3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5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6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69" name="Google Shape;269;p36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36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1" name="Google Shape;271;p36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36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3" name="Google Shape;273;p36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4" name="Google Shape;274;p36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36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p36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36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36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36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36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36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36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36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36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36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36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36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36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36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36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36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292;p36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36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2344128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37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97" name="Google Shape;297;p3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3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3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p3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1" name="Google Shape;301;p3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3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03;p3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3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5" name="Google Shape;305;p3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6" name="Google Shape;306;p3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7" name="Google Shape;307;p3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3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3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3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3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3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p3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3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3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3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3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3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3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3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22" name="Google Shape;322;p37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61522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8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27" name="Google Shape;327;p3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3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1" name="Google Shape;331;p3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2" name="Google Shape;332;p3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3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3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3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3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3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9" name="Google Shape;339;p3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3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3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3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3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3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3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3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3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52" name="Google Shape;352;p38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F38065-2E1F-864E-9EDB-1814DC39BA53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713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0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4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59" name="Google Shape;359;p4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4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1" name="Google Shape;361;p4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2" name="Google Shape;362;p4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4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4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4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4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7" name="Google Shape;367;p4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368;p4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4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4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4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4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4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4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4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4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4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4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4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4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4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4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4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27DAA-EE97-E947-9F2D-917CCE0B14E6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931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42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87" name="Google Shape;387;p4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4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4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4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4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4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4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4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4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4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4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4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4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4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4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4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4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4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4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4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4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4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4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4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4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12" name="Google Shape;412;p4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6D1108F-85F9-4942-99D3-8EB879D3352D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694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bg>
      <p:bgPr>
        <a:solidFill>
          <a:schemeClr val="accent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07483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6677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56932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88428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53462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 de Título">
  <p:cSld name="25_Slide de Título">
    <p:bg>
      <p:bgPr>
        <a:solidFill>
          <a:schemeClr val="accent4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9212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04;p76" descr="Google Shape;204;p7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11761"/>
            <a:ext cx="1121337" cy="112133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7332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ags" Target="../tags/tag3.xml"/><Relationship Id="rId5" Type="http://schemas.openxmlformats.org/officeDocument/2006/relationships/vmlDrawing" Target="../drawings/vmlDrawing3.v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.bin"/><Relationship Id="rId5" Type="http://schemas.openxmlformats.org/officeDocument/2006/relationships/tags" Target="../tags/tag5.xml"/><Relationship Id="rId4" Type="http://schemas.openxmlformats.org/officeDocument/2006/relationships/vmlDrawing" Target="../drawings/vmlDrawing5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tags" Target="../tags/tag8.xml"/><Relationship Id="rId4" Type="http://schemas.openxmlformats.org/officeDocument/2006/relationships/vmlDrawing" Target="../drawings/vmlDrawing6.v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7.v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tags" Target="../tags/tag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8.v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tags" Target="../tags/tag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9.v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tags" Target="../tags/tag1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0.v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1.v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tags" Target="../tags/tag2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2.v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tags" Target="../tags/tag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3.vm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tags" Target="../tags/tag2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4.vml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tags" Target="../tags/tag3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5.vml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tags" Target="../tags/tag3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6.bin"/><Relationship Id="rId5" Type="http://schemas.openxmlformats.org/officeDocument/2006/relationships/tags" Target="../tags/tag38.xml"/><Relationship Id="rId4" Type="http://schemas.openxmlformats.org/officeDocument/2006/relationships/vmlDrawing" Target="../drawings/vmlDrawing16.v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7.vml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Relationship Id="rId4" Type="http://schemas.openxmlformats.org/officeDocument/2006/relationships/tags" Target="../tags/tag4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18.bin"/><Relationship Id="rId5" Type="http://schemas.openxmlformats.org/officeDocument/2006/relationships/tags" Target="../tags/tag44.xml"/><Relationship Id="rId4" Type="http://schemas.openxmlformats.org/officeDocument/2006/relationships/vmlDrawing" Target="../drawings/vmlDrawing18.v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1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33.xml"/><Relationship Id="rId10" Type="http://schemas.openxmlformats.org/officeDocument/2006/relationships/oleObject" Target="../embeddings/oleObject19.bin"/><Relationship Id="rId4" Type="http://schemas.openxmlformats.org/officeDocument/2006/relationships/slideLayout" Target="../slideLayouts/slideLayout32.xml"/><Relationship Id="rId9" Type="http://schemas.openxmlformats.org/officeDocument/2006/relationships/tags" Target="../tags/tag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ags" Target="../tags/tag50.xml"/><Relationship Id="rId5" Type="http://schemas.openxmlformats.org/officeDocument/2006/relationships/slideLayout" Target="../slideLayouts/slideLayout39.xml"/><Relationship Id="rId10" Type="http://schemas.openxmlformats.org/officeDocument/2006/relationships/vmlDrawing" Target="../drawings/vmlDrawing20.v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ags" Target="../tags/tag56.xml"/><Relationship Id="rId5" Type="http://schemas.openxmlformats.org/officeDocument/2006/relationships/slideLayout" Target="../slideLayouts/slideLayout47.xml"/><Relationship Id="rId10" Type="http://schemas.openxmlformats.org/officeDocument/2006/relationships/vmlDrawing" Target="../drawings/vmlDrawing26.vml"/><Relationship Id="rId4" Type="http://schemas.openxmlformats.org/officeDocument/2006/relationships/slideLayout" Target="../slideLayouts/slideLayout46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ags" Target="../tags/tag62.xml"/><Relationship Id="rId5" Type="http://schemas.openxmlformats.org/officeDocument/2006/relationships/slideLayout" Target="../slideLayouts/slideLayout55.xml"/><Relationship Id="rId10" Type="http://schemas.openxmlformats.org/officeDocument/2006/relationships/vmlDrawing" Target="../drawings/vmlDrawing32.vml"/><Relationship Id="rId4" Type="http://schemas.openxmlformats.org/officeDocument/2006/relationships/slideLayout" Target="../slideLayouts/slideLayout54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ags" Target="../tags/tag68.xml"/><Relationship Id="rId5" Type="http://schemas.openxmlformats.org/officeDocument/2006/relationships/slideLayout" Target="../slideLayouts/slideLayout63.xml"/><Relationship Id="rId10" Type="http://schemas.openxmlformats.org/officeDocument/2006/relationships/vmlDrawing" Target="../drawings/vmlDrawing38.vml"/><Relationship Id="rId4" Type="http://schemas.openxmlformats.org/officeDocument/2006/relationships/slideLayout" Target="../slideLayouts/slideLayout62.xml"/><Relationship Id="rId9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ags" Target="../tags/tag74.xml"/><Relationship Id="rId5" Type="http://schemas.openxmlformats.org/officeDocument/2006/relationships/slideLayout" Target="../slideLayouts/slideLayout71.xml"/><Relationship Id="rId10" Type="http://schemas.openxmlformats.org/officeDocument/2006/relationships/vmlDrawing" Target="../drawings/vmlDrawing44.vml"/><Relationship Id="rId4" Type="http://schemas.openxmlformats.org/officeDocument/2006/relationships/slideLayout" Target="../slideLayouts/slideLayout70.xml"/><Relationship Id="rId9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ags" Target="../tags/tag80.xml"/><Relationship Id="rId5" Type="http://schemas.openxmlformats.org/officeDocument/2006/relationships/slideLayout" Target="../slideLayouts/slideLayout79.xml"/><Relationship Id="rId10" Type="http://schemas.openxmlformats.org/officeDocument/2006/relationships/vmlDrawing" Target="../drawings/vmlDrawing50.vml"/><Relationship Id="rId4" Type="http://schemas.openxmlformats.org/officeDocument/2006/relationships/slideLayout" Target="../slideLayouts/slideLayout78.xml"/><Relationship Id="rId9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tags" Target="../tags/tag86.xml"/><Relationship Id="rId5" Type="http://schemas.openxmlformats.org/officeDocument/2006/relationships/slideLayout" Target="../slideLayouts/slideLayout87.xml"/><Relationship Id="rId10" Type="http://schemas.openxmlformats.org/officeDocument/2006/relationships/vmlDrawing" Target="../drawings/vmlDrawing56.vml"/><Relationship Id="rId4" Type="http://schemas.openxmlformats.org/officeDocument/2006/relationships/slideLayout" Target="../slideLayouts/slideLayout86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tags" Target="../tags/tag92.xml"/><Relationship Id="rId5" Type="http://schemas.openxmlformats.org/officeDocument/2006/relationships/slideLayout" Target="../slideLayouts/slideLayout95.xml"/><Relationship Id="rId10" Type="http://schemas.openxmlformats.org/officeDocument/2006/relationships/vmlDrawing" Target="../drawings/vmlDrawing62.vml"/><Relationship Id="rId4" Type="http://schemas.openxmlformats.org/officeDocument/2006/relationships/slideLayout" Target="../slideLayouts/slideLayout94.xml"/><Relationship Id="rId9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tags" Target="../tags/tag98.xml"/><Relationship Id="rId5" Type="http://schemas.openxmlformats.org/officeDocument/2006/relationships/slideLayout" Target="../slideLayouts/slideLayout103.xml"/><Relationship Id="rId10" Type="http://schemas.openxmlformats.org/officeDocument/2006/relationships/vmlDrawing" Target="../drawings/vmlDrawing68.vml"/><Relationship Id="rId4" Type="http://schemas.openxmlformats.org/officeDocument/2006/relationships/slideLayout" Target="../slideLayouts/slideLayout102.xml"/><Relationship Id="rId9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tags" Target="../tags/tag104.xml"/><Relationship Id="rId5" Type="http://schemas.openxmlformats.org/officeDocument/2006/relationships/slideLayout" Target="../slideLayouts/slideLayout111.xml"/><Relationship Id="rId10" Type="http://schemas.openxmlformats.org/officeDocument/2006/relationships/vmlDrawing" Target="../drawings/vmlDrawing74.vml"/><Relationship Id="rId4" Type="http://schemas.openxmlformats.org/officeDocument/2006/relationships/slideLayout" Target="../slideLayouts/slideLayout110.xml"/><Relationship Id="rId9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tags" Target="../tags/tag110.xml"/><Relationship Id="rId5" Type="http://schemas.openxmlformats.org/officeDocument/2006/relationships/slideLayout" Target="../slideLayouts/slideLayout119.xml"/><Relationship Id="rId10" Type="http://schemas.openxmlformats.org/officeDocument/2006/relationships/vmlDrawing" Target="../drawings/vmlDrawing80.v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ags" Target="../tags/tag116.xml"/><Relationship Id="rId5" Type="http://schemas.openxmlformats.org/officeDocument/2006/relationships/slideLayout" Target="../slideLayouts/slideLayout127.xml"/><Relationship Id="rId10" Type="http://schemas.openxmlformats.org/officeDocument/2006/relationships/vmlDrawing" Target="../drawings/vmlDrawing86.vml"/><Relationship Id="rId4" Type="http://schemas.openxmlformats.org/officeDocument/2006/relationships/slideLayout" Target="../slideLayouts/slideLayout126.xml"/><Relationship Id="rId9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8.xml"/><Relationship Id="rId26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7.xml"/><Relationship Id="rId25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50.xml"/><Relationship Id="rId29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5.xml"/><Relationship Id="rId23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9.xml"/><Relationship Id="rId31" Type="http://schemas.openxmlformats.org/officeDocument/2006/relationships/theme" Target="../theme/theme3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4.xml"/><Relationship Id="rId22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7.xml"/><Relationship Id="rId30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/>
          </p:cNvGraphicFramePr>
          <p:nvPr>
            <p:custDataLst>
              <p:tags r:id="rId10"/>
            </p:custDataLst>
            <p:extLst/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" name="think-cell Slide" r:id="rId11" imgW="360" imgH="360" progId="TCLayout.ActiveDocument.1">
                  <p:embed/>
                </p:oleObj>
              </mc:Choice>
              <mc:Fallback>
                <p:oleObj name="think-cell Slide" r:id="rId11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50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191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191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191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386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578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770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559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59752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8944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136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91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386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78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77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963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155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347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539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6" name="Slide do think-cell" r:id="rId7" imgW="270" imgH="270" progId="TCLayout.ActiveDocument.1">
                  <p:embed/>
                </p:oleObj>
              </mc:Choice>
              <mc:Fallback>
                <p:oleObj name="Slide do think-cell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1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2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00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7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9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0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9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3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4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0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0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9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0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59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4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4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837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86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3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003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7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3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52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6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819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5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5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4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9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574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12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2625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3" r:id="rId9"/>
    <p:sldLayoutId id="2147483834" r:id="rId10"/>
    <p:sldLayoutId id="2147483835" r:id="rId11"/>
    <p:sldLayoutId id="2147483836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8;p1">
            <a:extLst>
              <a:ext uri="{FF2B5EF4-FFF2-40B4-BE49-F238E27FC236}">
                <a16:creationId xmlns:a16="http://schemas.microsoft.com/office/drawing/2014/main" id="{FE3906C7-D460-BF44-BFE2-D6A901E8537C}"/>
              </a:ext>
            </a:extLst>
          </p:cNvPr>
          <p:cNvSpPr txBox="1"/>
          <p:nvPr/>
        </p:nvSpPr>
        <p:spPr>
          <a:xfrm>
            <a:off x="1033289" y="1097582"/>
            <a:ext cx="6534952" cy="18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lang="pt-BR" sz="7200" b="1" kern="0" dirty="0" smtClean="0">
                <a:solidFill>
                  <a:srgbClr val="000000"/>
                </a:solidFill>
                <a:latin typeface="Simplon BP" pitchFamily="2" charset="77"/>
                <a:cs typeface="Arial"/>
                <a:sym typeface="Arial"/>
              </a:rPr>
              <a:t>Organograma Nova Oi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  <p:sp>
        <p:nvSpPr>
          <p:cNvPr id="10" name="Google Shape;429;p1">
            <a:extLst>
              <a:ext uri="{FF2B5EF4-FFF2-40B4-BE49-F238E27FC236}">
                <a16:creationId xmlns:a16="http://schemas.microsoft.com/office/drawing/2014/main" id="{C3820216-8A37-534C-8A87-AA0DBAE8AF29}"/>
              </a:ext>
            </a:extLst>
          </p:cNvPr>
          <p:cNvSpPr txBox="1"/>
          <p:nvPr/>
        </p:nvSpPr>
        <p:spPr>
          <a:xfrm>
            <a:off x="1120375" y="5737532"/>
            <a:ext cx="62268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D318"/>
                </a:solidFill>
                <a:effectLst/>
                <a:uLnTx/>
                <a:uFillTx/>
                <a:latin typeface="Simplon BP Medium" pitchFamily="2" charset="77"/>
                <a:cs typeface="Arial"/>
                <a:sym typeface="Arial"/>
              </a:rPr>
              <a:t>Arquitetura Organizacional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D318"/>
              </a:solidFill>
              <a:effectLst/>
              <a:uLnTx/>
              <a:uFillTx/>
              <a:latin typeface="Simplon BP Medium" pitchFamily="2" charset="77"/>
              <a:cs typeface="Arial"/>
              <a:sym typeface="Arial"/>
            </a:endParaRPr>
          </a:p>
        </p:txBody>
      </p:sp>
      <p:sp>
        <p:nvSpPr>
          <p:cNvPr id="11" name="Google Shape;430;p1">
            <a:extLst>
              <a:ext uri="{FF2B5EF4-FFF2-40B4-BE49-F238E27FC236}">
                <a16:creationId xmlns:a16="http://schemas.microsoft.com/office/drawing/2014/main" id="{F47F13FB-3DF6-6D45-9068-3EE932EF76F6}"/>
              </a:ext>
            </a:extLst>
          </p:cNvPr>
          <p:cNvSpPr txBox="1"/>
          <p:nvPr/>
        </p:nvSpPr>
        <p:spPr>
          <a:xfrm>
            <a:off x="1131877" y="6200862"/>
            <a:ext cx="1241209" cy="27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pt-BR" sz="1400" kern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Julho</a:t>
            </a:r>
            <a:r>
              <a:rPr lang="pt-BR" sz="1400" kern="0" noProof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/2024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85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251877" y="3398339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370210" y="3400496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84843" y="3400496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603176" y="3402653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716600" y="3404810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Finanças e Relações com Investidores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[N1/N2]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69" name="Retângulo 48">
            <a:extLst>
              <a:ext uri="{FF2B5EF4-FFF2-40B4-BE49-F238E27FC236}">
                <a16:creationId xmlns:a16="http://schemas.microsoft.com/office/drawing/2014/main" id="{36E4C3F6-0B4F-46FF-A133-AFC191D437DA}"/>
              </a:ext>
            </a:extLst>
          </p:cNvPr>
          <p:cNvSpPr/>
          <p:nvPr/>
        </p:nvSpPr>
        <p:spPr>
          <a:xfrm>
            <a:off x="5392750" y="2215918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FINANÇAS E RELAÇÕES COM INVESTIDORES </a:t>
            </a:r>
          </a:p>
        </p:txBody>
      </p:sp>
      <p:sp>
        <p:nvSpPr>
          <p:cNvPr id="71" name="Retângulo 49">
            <a:extLst>
              <a:ext uri="{FF2B5EF4-FFF2-40B4-BE49-F238E27FC236}">
                <a16:creationId xmlns:a16="http://schemas.microsoft.com/office/drawing/2014/main" id="{22FA6EFC-81FE-4F40-8695-CCD21D9B304A}"/>
              </a:ext>
            </a:extLst>
          </p:cNvPr>
          <p:cNvSpPr/>
          <p:nvPr/>
        </p:nvSpPr>
        <p:spPr>
          <a:xfrm>
            <a:off x="1625972" y="332240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REL INVESTIDORES   </a:t>
            </a:r>
          </a:p>
        </p:txBody>
      </p:sp>
      <p:sp>
        <p:nvSpPr>
          <p:cNvPr id="72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3507639" y="332240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CONTROLADORIA</a:t>
            </a:r>
          </a:p>
        </p:txBody>
      </p:sp>
      <p:sp>
        <p:nvSpPr>
          <p:cNvPr id="78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5389306" y="332240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TESOURARIA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5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7270973" y="332240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TRIBUTOS</a:t>
            </a:r>
          </a:p>
        </p:txBody>
      </p:sp>
      <p:sp>
        <p:nvSpPr>
          <p:cNvPr id="36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9152639" y="332240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CICLO DA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RECEITA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484409" y="288650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247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165635" y="398651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3606396" y="398219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89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5933429" y="3977882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22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7580599" y="398219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9251876" y="398651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95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5938433" y="2884579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82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4048062" y="3977881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9702841" y="398651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8032759" y="397788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6392457" y="287847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45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4489728" y="3986509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37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10147289" y="3982378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8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82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Rel</a:t>
            </a: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 </a:t>
            </a: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Investidores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7" name="Retângulo 49">
            <a:extLst>
              <a:ext uri="{FF2B5EF4-FFF2-40B4-BE49-F238E27FC236}">
                <a16:creationId xmlns:a16="http://schemas.microsoft.com/office/drawing/2014/main" id="{22FA6EFC-81FE-4F40-8695-CCD21D9B304A}"/>
              </a:ext>
            </a:extLst>
          </p:cNvPr>
          <p:cNvSpPr/>
          <p:nvPr/>
        </p:nvSpPr>
        <p:spPr>
          <a:xfrm>
            <a:off x="5279039" y="2441872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REL INVESTIDORES  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279039" y="3424693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RELAÇÕES COM INVESTIDORES</a:t>
            </a:r>
          </a:p>
        </p:txBody>
      </p:sp>
      <p:sp>
        <p:nvSpPr>
          <p:cNvPr id="6" name="Retângulo 5"/>
          <p:cNvSpPr/>
          <p:nvPr/>
        </p:nvSpPr>
        <p:spPr>
          <a:xfrm>
            <a:off x="5812002" y="30493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5812002" y="412873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12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Controladoria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6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5318499" y="176405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CONTROLADORIA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929228" y="2766413"/>
            <a:ext cx="1324141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CONTABILIDADE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GERAL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526685" y="2766413"/>
            <a:ext cx="1298222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FP&amp;A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833047" y="2763396"/>
            <a:ext cx="1368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PARCEIRO DE NEGÓCIOS FINANCEIRO II</a:t>
            </a:r>
            <a:endParaRPr kumimoji="0" lang="pt-BR" sz="11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357688" y="2763396"/>
            <a:ext cx="1367937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PARCEIRO DE NEGÓCIOS FINANCEIRO I</a:t>
            </a:r>
            <a:endParaRPr kumimoji="0" lang="pt-BR" sz="11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929226" y="3704410"/>
            <a:ext cx="1324141" cy="720000"/>
          </a:xfrm>
          <a:prstGeom prst="rect">
            <a:avLst/>
          </a:prstGeom>
          <a:noFill/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ANL SOCIETÁRIA, NORMAS CONTÁBEIS E RELATÓRIOS FIN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929226" y="4622999"/>
            <a:ext cx="1324141" cy="720000"/>
          </a:xfrm>
          <a:prstGeom prst="rect">
            <a:avLst/>
          </a:prstGeom>
          <a:noFill/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CONTABILIDADE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OPERACIONAL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2545939" y="33975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4168499" y="33975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5421468" y="33975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7092069" y="33975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393418" y="239870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89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4404259" y="433750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4165825" y="524814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305437" y="2763396"/>
            <a:ext cx="1324141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PLANEJAMENTO DE CAIXA E CONTAS A PAGAR</a:t>
            </a:r>
            <a:endParaRPr kumimoji="0" lang="pt-BR" sz="11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305435" y="3701393"/>
            <a:ext cx="1324141" cy="720000"/>
          </a:xfrm>
          <a:prstGeom prst="rect">
            <a:avLst/>
          </a:prstGeom>
          <a:noFill/>
          <a:ln w="12700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CONTAS A PAGAR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8357103" y="339448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8357103" y="433449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5846936" y="239870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2984649" y="339448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5848959" y="33944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8788464" y="338696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8788464" y="433449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6294616" y="23987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37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4633335" y="339448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3410296" y="339042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6280018" y="339794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9219825" y="33869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9219825" y="433449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1" name="Retângulo 50"/>
          <p:cNvSpPr/>
          <p:nvPr/>
        </p:nvSpPr>
        <p:spPr>
          <a:xfrm>
            <a:off x="4633334" y="524814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7555215" y="339448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24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Tesouraria e Análise de </a:t>
            </a: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Desempenho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7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5313623" y="201648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TESOURARIA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799372" y="297319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GESTÃO DE RISCOS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FINANCEIROS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458839" y="297319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CAPTAÇÃO E ADM DE RECURSOS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FINANCEIROS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120794" y="2986032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SEGUROS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782749" y="2986032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TORRE CONTROLE RJ E CONTAS A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PAGAR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782749" y="3993616"/>
            <a:ext cx="1440000" cy="720000"/>
          </a:xfrm>
          <a:prstGeom prst="rect">
            <a:avLst/>
          </a:prstGeom>
          <a:noFill/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TORRE CONTROLE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RJ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331092" y="363361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991802" y="364025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6626202" y="363361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8315712" y="36336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5846586" y="263624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8315712" y="462923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09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Tributos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3" name="Retângulo 49">
            <a:extLst>
              <a:ext uri="{FF2B5EF4-FFF2-40B4-BE49-F238E27FC236}">
                <a16:creationId xmlns:a16="http://schemas.microsoft.com/office/drawing/2014/main" id="{DC873582-163B-489C-8C4E-4F5A340E4D59}"/>
              </a:ext>
            </a:extLst>
          </p:cNvPr>
          <p:cNvSpPr/>
          <p:nvPr/>
        </p:nvSpPr>
        <p:spPr>
          <a:xfrm>
            <a:off x="5123935" y="216802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TRIBUTOS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524905" y="320374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TRIBUTOS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DIRETOS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162636" y="320374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TRIBUTOS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INDIRETOS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800367" y="320374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POSTO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FISCAL</a:t>
            </a:r>
          </a:p>
        </p:txBody>
      </p:sp>
      <p:sp>
        <p:nvSpPr>
          <p:cNvPr id="8" name="Retângulo 7"/>
          <p:cNvSpPr/>
          <p:nvPr/>
        </p:nvSpPr>
        <p:spPr>
          <a:xfrm>
            <a:off x="5443702" y="277551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806339" y="38745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443866" y="387458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7090800" y="38745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5921163" y="277551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270553" y="38745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921164" y="387458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7568098" y="387090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2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Ciclo da </a:t>
            </a: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Receita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7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5499110" y="1861240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CICLO DA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RECEITA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352937" y="2938473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ARRECADAÇÃO E COBRANÇA </a:t>
            </a:r>
            <a:r>
              <a:rPr kumimoji="0" lang="pt-B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VAREJO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012404" y="2938473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GOVERNANÇA, TRAFEGO E </a:t>
            </a:r>
            <a:r>
              <a:rPr kumimoji="0" lang="pt-B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PROJETOS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674359" y="295130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FATURAMENTO 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CLIENTES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333826" y="295130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COBRANÇA CORPORATIVA  E </a:t>
            </a: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ATACADO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993293" y="295130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PREVENÇÃO A FRAUDE E </a:t>
            </a:r>
            <a:r>
              <a:rPr kumimoji="0" lang="pt-B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RA</a:t>
            </a:r>
          </a:p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	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652760" y="295130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CADASTRO DE PRODUTOS, OFERTAS E </a:t>
            </a: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CLIENTES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657582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3095477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976516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849295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8068767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9730725" y="358671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5581249" y="249644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95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6034767" y="249644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2110789" y="358671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3548684" y="358671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5429723" y="35867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8521974" y="35867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10183932" y="35867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250184" y="59379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250184" y="62413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250184" y="654471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6488285" y="249643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10637139" y="35867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4000165" y="35877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8974012" y="35861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58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wrap="square" lIns="0" tIns="0" rIns="0" bIns="0" rtlCol="0" anchor="ctr">
        <a:noAutofit/>
      </a:bodyPr>
      <a:lstStyle>
        <a:defPPr algn="ctr">
          <a:defRPr sz="1200" dirty="0">
            <a:solidFill>
              <a:schemeClr val="bg1"/>
            </a:solidFill>
            <a:latin typeface="Simplon BP Light" pitchFamily="2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sz="1050" dirty="0">
            <a:latin typeface="Simplon BP Regular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1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6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7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8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9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1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4.xml><?xml version="1.0" encoding="utf-8"?>
<a:theme xmlns:a="http://schemas.openxmlformats.org/drawingml/2006/main" name="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1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7.xml><?xml version="1.0" encoding="utf-8"?>
<a:theme xmlns:a="http://schemas.openxmlformats.org/drawingml/2006/main" name="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8.xml><?xml version="1.0" encoding="utf-8"?>
<a:theme xmlns:a="http://schemas.openxmlformats.org/drawingml/2006/main" name="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0.xml><?xml version="1.0" encoding="utf-8"?>
<a:theme xmlns:a="http://schemas.openxmlformats.org/drawingml/2006/main" name="4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5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6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3.xml><?xml version="1.0" encoding="utf-8"?>
<a:theme xmlns:a="http://schemas.openxmlformats.org/drawingml/2006/main" name="7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4.xml><?xml version="1.0" encoding="utf-8"?>
<a:theme xmlns:a="http://schemas.openxmlformats.org/drawingml/2006/main" name="8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5.xml><?xml version="1.0" encoding="utf-8"?>
<a:theme xmlns:a="http://schemas.openxmlformats.org/drawingml/2006/main" name="9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6.xml><?xml version="1.0" encoding="utf-8"?>
<a:theme xmlns:a="http://schemas.openxmlformats.org/drawingml/2006/main" name="10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7.xml><?xml version="1.0" encoding="utf-8"?>
<a:theme xmlns:a="http://schemas.openxmlformats.org/drawingml/2006/main" name="1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8.xml><?xml version="1.0" encoding="utf-8"?>
<a:theme xmlns:a="http://schemas.openxmlformats.org/drawingml/2006/main" name="1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9.xml><?xml version="1.0" encoding="utf-8"?>
<a:theme xmlns:a="http://schemas.openxmlformats.org/drawingml/2006/main" name="1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30.xml><?xml version="1.0" encoding="utf-8"?>
<a:theme xmlns:a="http://schemas.openxmlformats.org/drawingml/2006/main" name="Tema do Office">
  <a:themeElements>
    <a:clrScheme name="Templates Oi">
      <a:dk1>
        <a:srgbClr val="A0BA17"/>
      </a:dk1>
      <a:lt1>
        <a:srgbClr val="10BB7C"/>
      </a:lt1>
      <a:dk2>
        <a:srgbClr val="000000"/>
      </a:dk2>
      <a:lt2>
        <a:srgbClr val="FFFFFF"/>
      </a:lt2>
      <a:accent1>
        <a:srgbClr val="00D318"/>
      </a:accent1>
      <a:accent2>
        <a:srgbClr val="009E0B"/>
      </a:accent2>
      <a:accent3>
        <a:srgbClr val="FFFFFF"/>
      </a:accent3>
      <a:accent4>
        <a:srgbClr val="FFFF00"/>
      </a:accent4>
      <a:accent5>
        <a:srgbClr val="4D4D4D"/>
      </a:accent5>
      <a:accent6>
        <a:srgbClr val="000000"/>
      </a:accent6>
      <a:hlink>
        <a:srgbClr val="A0BA17"/>
      </a:hlink>
      <a:folHlink>
        <a:srgbClr val="10BB7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6843</TotalTime>
  <Words>252</Words>
  <Application>Microsoft Office PowerPoint</Application>
  <PresentationFormat>Widescreen</PresentationFormat>
  <Paragraphs>136</Paragraphs>
  <Slides>7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30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52" baseType="lpstr">
      <vt:lpstr>ＭＳ Ｐゴシック</vt:lpstr>
      <vt:lpstr>Arial</vt:lpstr>
      <vt:lpstr>Calibri</vt:lpstr>
      <vt:lpstr>Georgia</vt:lpstr>
      <vt:lpstr>Museo Sans 300</vt:lpstr>
      <vt:lpstr>Open Sans</vt:lpstr>
      <vt:lpstr>Simplon BP</vt:lpstr>
      <vt:lpstr>Simplon BP Bold</vt:lpstr>
      <vt:lpstr>Simplon BP Light</vt:lpstr>
      <vt:lpstr>Simplon BP Medium</vt:lpstr>
      <vt:lpstr>Simplon BP Regular</vt:lpstr>
      <vt:lpstr>Simplon Oi Headline</vt:lpstr>
      <vt:lpstr>Verdana</vt:lpstr>
      <vt:lpstr>2_Custom Design</vt:lpstr>
      <vt:lpstr>FBBR0598.TP.130513</vt:lpstr>
      <vt:lpstr>20_FBBR0598.TP.130513</vt:lpstr>
      <vt:lpstr>11_FBBR0598.TP.130513</vt:lpstr>
      <vt:lpstr>4_FBBR0598.TP.130513</vt:lpstr>
      <vt:lpstr>5_FBBR0598.TP.130513</vt:lpstr>
      <vt:lpstr>13_FBBR0598.TP.130513</vt:lpstr>
      <vt:lpstr>6_FBBR0598.TP.130513</vt:lpstr>
      <vt:lpstr>14_FBBR0598.TP.130513</vt:lpstr>
      <vt:lpstr>7_FBBR0598.TP.130513</vt:lpstr>
      <vt:lpstr>8_FBBR0598.TP.130513</vt:lpstr>
      <vt:lpstr>9_FBBR0598.TP.130513</vt:lpstr>
      <vt:lpstr>10_FBBR0598.TP.130513</vt:lpstr>
      <vt:lpstr>1_FBBR0598.TP.130513</vt:lpstr>
      <vt:lpstr>12_FBBR0598.TP.130513</vt:lpstr>
      <vt:lpstr>2_FBBR0598.TP.130513</vt:lpstr>
      <vt:lpstr>3_FBBR0598.TP.130513</vt:lpstr>
      <vt:lpstr>1_Custom Design</vt:lpstr>
      <vt:lpstr>3_Custom Design</vt:lpstr>
      <vt:lpstr>4_Custom Design</vt:lpstr>
      <vt:lpstr>5_Custom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12_Custom Design</vt:lpstr>
      <vt:lpstr>13_Custom Design</vt:lpstr>
      <vt:lpstr>Tema do Office</vt:lpstr>
      <vt:lpstr>think-cell Slide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Isabella Brederode</dc:creator>
  <cp:lastModifiedBy>Jose Aragao</cp:lastModifiedBy>
  <cp:revision>375</cp:revision>
  <dcterms:created xsi:type="dcterms:W3CDTF">2018-04-13T18:42:05Z</dcterms:created>
  <dcterms:modified xsi:type="dcterms:W3CDTF">2024-07-23T18:30:56Z</dcterms:modified>
</cp:coreProperties>
</file>