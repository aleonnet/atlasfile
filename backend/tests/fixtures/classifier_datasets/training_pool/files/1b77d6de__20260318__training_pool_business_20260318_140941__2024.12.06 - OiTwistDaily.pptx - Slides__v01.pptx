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tags/tag14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charts/chart2.xml" ContentType="application/vnd.openxmlformats-officedocument.drawingml.chart+xml"/>
  <Override PartName="/ppt/tags/tag26.xml" ContentType="application/vnd.openxmlformats-officedocument.presentationml.tags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51" r:id="rId4"/>
    <p:sldMasterId id="2147483800" r:id="rId5"/>
    <p:sldMasterId id="2147483974" r:id="rId6"/>
    <p:sldMasterId id="2147483977" r:id="rId7"/>
  </p:sldMasterIdLst>
  <p:notesMasterIdLst>
    <p:notesMasterId r:id="rId9"/>
  </p:notesMasterIdLst>
  <p:sldIdLst>
    <p:sldId id="2147483158" r:id="rId8"/>
  </p:sldIdLst>
  <p:sldSz cx="12192000" cy="6858000"/>
  <p:notesSz cx="6858000" cy="9144000"/>
  <p:custDataLst>
    <p:tags r:id="rId10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9pPr>
  </p:defaultTextStyle>
  <p:extLst>
    <p:ext uri="{521415D9-36F7-43E2-AB2F-B90AF26B5E84}">
      <p14:sectionLst xmlns:p14="http://schemas.microsoft.com/office/powerpoint/2010/main">
        <p14:section name="Seção Padrão" id="{E2FD906F-F81E-4346-8F91-A19CEB2BE249}">
          <p14:sldIdLst>
            <p14:sldId id="21474831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FFEF"/>
    <a:srgbClr val="FFFFFF"/>
    <a:srgbClr val="FBE2D5"/>
    <a:srgbClr val="DAF2D0"/>
    <a:srgbClr val="AC8300"/>
    <a:srgbClr val="008A3E"/>
    <a:srgbClr val="CC9B00"/>
    <a:srgbClr val="68CC74"/>
    <a:srgbClr val="B7B67C"/>
    <a:srgbClr val="A7BD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A594E6-00E0-4A3E-A0FE-2D7974FD7C06}" v="1344" dt="2024-12-06T15:59:44.364"/>
    <p1510:client id="{59009647-537F-4537-B99B-B6A8036D6FF0}" v="1" dt="2024-12-05T21:16:45.613"/>
    <p1510:client id="{67FB54A9-91A2-4680-9EC4-3FB2B66446F4}" v="1183" dt="2024-12-06T19:17:45.195"/>
    <p1510:client id="{7BB8FAA1-8401-477E-AAAC-1D90D8A25EEC}" v="1" dt="2024-12-06T19:40:34.968"/>
    <p1510:client id="{910C71FF-7ECC-4886-AF98-773E289CBC3A}" v="6" dt="2024-12-05T21:55:47.694"/>
    <p1510:client id="{BF063970-7F3E-ECD9-FFDA-92C3CB666858}" v="214" dt="2024-12-05T21:48:56.47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FCFCF"/>
          </a:solidFill>
        </a:fill>
      </a:tcStyle>
    </a:wholeTbl>
    <a:band2H>
      <a:tcTxStyle/>
      <a:tcStyle>
        <a:tcBdr/>
        <a:fill>
          <a:solidFill>
            <a:srgbClr val="E8E8E8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F7E7"/>
          </a:solidFill>
        </a:fill>
      </a:tcStyle>
    </a:wholeTbl>
    <a:band2H>
      <a:tcTxStyle/>
      <a:tcStyle>
        <a:tcBdr/>
        <a:fill>
          <a:solidFill>
            <a:schemeClr val="accent2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5/10/relationships/revisionInfo" Target="revisionInfo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Shape 15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27" name="Shape 15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Simplon BP Regular"/>
      </a:defRPr>
    </a:lvl1pPr>
    <a:lvl2pPr indent="228600" latinLnBrk="0">
      <a:defRPr sz="1400">
        <a:latin typeface="+mj-lt"/>
        <a:ea typeface="+mj-ea"/>
        <a:cs typeface="+mj-cs"/>
        <a:sym typeface="Simplon BP Regular"/>
      </a:defRPr>
    </a:lvl2pPr>
    <a:lvl3pPr indent="457200" latinLnBrk="0">
      <a:defRPr sz="1400">
        <a:latin typeface="+mj-lt"/>
        <a:ea typeface="+mj-ea"/>
        <a:cs typeface="+mj-cs"/>
        <a:sym typeface="Simplon BP Regular"/>
      </a:defRPr>
    </a:lvl3pPr>
    <a:lvl4pPr indent="685800" latinLnBrk="0">
      <a:defRPr sz="1400">
        <a:latin typeface="+mj-lt"/>
        <a:ea typeface="+mj-ea"/>
        <a:cs typeface="+mj-cs"/>
        <a:sym typeface="Simplon BP Regular"/>
      </a:defRPr>
    </a:lvl4pPr>
    <a:lvl5pPr indent="914400" latinLnBrk="0">
      <a:defRPr sz="1400">
        <a:latin typeface="+mj-lt"/>
        <a:ea typeface="+mj-ea"/>
        <a:cs typeface="+mj-cs"/>
        <a:sym typeface="Simplon BP Regular"/>
      </a:defRPr>
    </a:lvl5pPr>
    <a:lvl6pPr indent="1143000" latinLnBrk="0">
      <a:defRPr sz="1400">
        <a:latin typeface="+mj-lt"/>
        <a:ea typeface="+mj-ea"/>
        <a:cs typeface="+mj-cs"/>
        <a:sym typeface="Simplon BP Regular"/>
      </a:defRPr>
    </a:lvl6pPr>
    <a:lvl7pPr indent="1371600" latinLnBrk="0">
      <a:defRPr sz="1400">
        <a:latin typeface="+mj-lt"/>
        <a:ea typeface="+mj-ea"/>
        <a:cs typeface="+mj-cs"/>
        <a:sym typeface="Simplon BP Regular"/>
      </a:defRPr>
    </a:lvl7pPr>
    <a:lvl8pPr indent="1600200" latinLnBrk="0">
      <a:defRPr sz="1400">
        <a:latin typeface="+mj-lt"/>
        <a:ea typeface="+mj-ea"/>
        <a:cs typeface="+mj-cs"/>
        <a:sym typeface="Simplon BP Regular"/>
      </a:defRPr>
    </a:lvl8pPr>
    <a:lvl9pPr indent="1828800" latinLnBrk="0">
      <a:defRPr sz="1400">
        <a:latin typeface="+mj-lt"/>
        <a:ea typeface="+mj-ea"/>
        <a:cs typeface="+mj-cs"/>
        <a:sym typeface="Simplon BP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4834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oleObject" Target="../embeddings/oleObject9.bin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tags" Target="../tags/tag10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1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chart" Target="../charts/chart1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oleObject" Target="../embeddings/oleObject21.bin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slideMaster" Target="../slideMasters/slideMaster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tags" Target="../tags/tag2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1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6" Type="http://schemas.openxmlformats.org/officeDocument/2006/relationships/chart" Target="../charts/chart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8.xml"/><Relationship Id="rId4" Type="http://schemas.openxmlformats.org/officeDocument/2006/relationships/image" Target="../media/image36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0.xml"/><Relationship Id="rId4" Type="http://schemas.openxmlformats.org/officeDocument/2006/relationships/image" Target="../media/image3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4251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1070" y="-213332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título da</a:t>
            </a:r>
            <a:endParaRPr lang="en-US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Subtítulo da apresentação</a:t>
            </a:r>
            <a:endParaRPr lang="en-US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/>
              <a:t>Mês 2023</a:t>
            </a:r>
            <a:endParaRPr lang="en-US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5187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317799701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1841538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3250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sumário</a:t>
            </a:r>
            <a:endParaRPr lang="en-US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82784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31606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destaque</a:t>
            </a:r>
            <a:endParaRPr lang="en-US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título da subcapa</a:t>
            </a:r>
            <a:endParaRPr lang="en-US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1588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0962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Praesent</a:t>
            </a:r>
            <a:r>
              <a:rPr lang="pt-BR"/>
              <a:t> </a:t>
            </a:r>
            <a:r>
              <a:rPr lang="pt-BR" err="1"/>
              <a:t>luctus</a:t>
            </a:r>
            <a:r>
              <a:rPr lang="pt-BR"/>
              <a:t> sem et </a:t>
            </a:r>
            <a:r>
              <a:rPr lang="pt-BR" err="1"/>
              <a:t>nibh</a:t>
            </a:r>
            <a:r>
              <a:rPr lang="pt-BR"/>
              <a:t> </a:t>
            </a:r>
            <a:r>
              <a:rPr lang="pt-BR" err="1"/>
              <a:t>elementum</a:t>
            </a:r>
            <a:r>
              <a:rPr lang="pt-BR"/>
              <a:t>, </a:t>
            </a:r>
            <a:br>
              <a:rPr lang="pt-BR"/>
            </a:br>
            <a:r>
              <a:rPr lang="pt-BR"/>
              <a:t>quis </a:t>
            </a:r>
            <a:r>
              <a:rPr lang="pt-BR" err="1"/>
              <a:t>volutpat</a:t>
            </a:r>
            <a:r>
              <a:rPr lang="pt-BR"/>
              <a:t> </a:t>
            </a:r>
            <a:r>
              <a:rPr lang="pt-BR" err="1"/>
              <a:t>sapien</a:t>
            </a:r>
            <a:r>
              <a:rPr lang="pt-BR"/>
              <a:t> </a:t>
            </a:r>
            <a:r>
              <a:rPr lang="pt-BR" err="1"/>
              <a:t>sodales</a:t>
            </a:r>
            <a:r>
              <a:rPr lang="pt-BR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2</a:t>
            </a:r>
            <a:endParaRPr lang="en-US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3</a:t>
            </a:r>
            <a:endParaRPr lang="en-US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1</a:t>
            </a:r>
            <a:endParaRPr lang="en-US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4759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7386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92223578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91258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icones</a:t>
            </a:r>
            <a:endParaRPr lang="en-US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69159542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0537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Timeline</a:t>
            </a:r>
            <a:r>
              <a:rPr lang="pt-BR"/>
              <a:t> exemplo</a:t>
            </a:r>
            <a:endParaRPr lang="en-US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2375183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42489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exemplo</a:t>
            </a:r>
            <a:endParaRPr lang="en-US"/>
          </a:p>
        </p:txBody>
      </p:sp>
      <p:graphicFrame>
        <p:nvGraphicFramePr>
          <p:cNvPr id="24" name="Google Shape;1428;p41"/>
          <p:cNvGraphicFramePr/>
          <p:nvPr userDrawn="1">
            <p:extLst>
              <p:ext uri="{D42A27DB-BD31-4B8C-83A1-F6EECF244321}">
                <p14:modId xmlns:p14="http://schemas.microsoft.com/office/powerpoint/2010/main" val="4154599987"/>
              </p:ext>
            </p:extLst>
          </p:nvPr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0258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1459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err="1"/>
                <a:t>loremipsum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41796818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8289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err="1"/>
                <a:t>valoresdolor</a:t>
              </a:r>
              <a:br>
                <a:rPr/>
              </a:br>
              <a:r>
                <a:rPr err="1"/>
                <a:t>loremipsum</a:t>
              </a:r>
              <a:endParaRPr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err="1"/>
                <a:t>textoem</a:t>
              </a:r>
              <a:r>
                <a:rPr sz="480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440019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título da</a:t>
            </a:r>
            <a:endParaRPr lang="en-US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Subtítulo da apresentação</a:t>
            </a:r>
            <a:endParaRPr lang="en-US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/>
              <a:t>Mês 2023</a:t>
            </a:r>
            <a:endParaRPr lang="en-US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198906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7922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sumário</a:t>
            </a:r>
            <a:endParaRPr lang="en-US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7236572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destaque</a:t>
            </a:r>
            <a:endParaRPr lang="en-US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título da subcapa</a:t>
            </a:r>
            <a:endParaRPr lang="en-US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81955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Praesent</a:t>
            </a:r>
            <a:r>
              <a:rPr lang="pt-BR"/>
              <a:t> </a:t>
            </a:r>
            <a:r>
              <a:rPr lang="pt-BR" err="1"/>
              <a:t>luctus</a:t>
            </a:r>
            <a:r>
              <a:rPr lang="pt-BR"/>
              <a:t> sem et </a:t>
            </a:r>
            <a:r>
              <a:rPr lang="pt-BR" err="1"/>
              <a:t>nibh</a:t>
            </a:r>
            <a:r>
              <a:rPr lang="pt-BR"/>
              <a:t> </a:t>
            </a:r>
            <a:r>
              <a:rPr lang="pt-BR" err="1"/>
              <a:t>elementum</a:t>
            </a:r>
            <a:r>
              <a:rPr lang="pt-BR"/>
              <a:t>, </a:t>
            </a:r>
            <a:br>
              <a:rPr lang="pt-BR"/>
            </a:br>
            <a:r>
              <a:rPr lang="pt-BR"/>
              <a:t>quis </a:t>
            </a:r>
            <a:r>
              <a:rPr lang="pt-BR" err="1"/>
              <a:t>volutpat</a:t>
            </a:r>
            <a:r>
              <a:rPr lang="pt-BR"/>
              <a:t> </a:t>
            </a:r>
            <a:r>
              <a:rPr lang="pt-BR" err="1"/>
              <a:t>sapien</a:t>
            </a:r>
            <a:r>
              <a:rPr lang="pt-BR"/>
              <a:t> </a:t>
            </a:r>
            <a:r>
              <a:rPr lang="pt-BR" err="1"/>
              <a:t>sodales</a:t>
            </a:r>
            <a:r>
              <a:rPr lang="pt-BR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2</a:t>
            </a:r>
            <a:endParaRPr lang="en-US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3</a:t>
            </a:r>
            <a:endParaRPr lang="en-US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1</a:t>
            </a:r>
            <a:endParaRPr lang="en-US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25431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984396992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icones</a:t>
            </a:r>
            <a:endParaRPr lang="en-US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7174800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Timeline</a:t>
            </a:r>
            <a:r>
              <a:rPr lang="pt-BR"/>
              <a:t> exemplo</a:t>
            </a:r>
            <a:endParaRPr lang="en-US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5151281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exemplo</a:t>
            </a:r>
            <a:endParaRPr lang="en-US"/>
          </a:p>
        </p:txBody>
      </p:sp>
      <p:graphicFrame>
        <p:nvGraphicFramePr>
          <p:cNvPr id="24" name="Google Shape;1428;p41"/>
          <p:cNvGraphicFramePr/>
          <p:nvPr userDrawn="1"/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11745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err="1"/>
                <a:t>loremipsum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95042671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err="1"/>
                <a:t>valoresdolor</a:t>
              </a:r>
              <a:br>
                <a:rPr/>
              </a:br>
              <a:r>
                <a:rPr err="1"/>
                <a:t>loremipsum</a:t>
              </a:r>
              <a:endParaRPr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err="1"/>
                <a:t>textoem</a:t>
              </a:r>
              <a:r>
                <a:rPr sz="480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9470272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C Slide Design Pack">
    <p:bg>
      <p:bgPr>
        <a:gradFill>
          <a:gsLst>
            <a:gs pos="83000">
              <a:srgbClr val="5F0095">
                <a:lumMod val="96000"/>
              </a:srgbClr>
            </a:gs>
            <a:gs pos="0">
              <a:srgbClr val="A100FF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B587283-E1FF-438D-A5CF-0D7D6050D9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70" imgH="469" progId="TCLayout.ActiveDocument.1">
                  <p:embed/>
                </p:oleObj>
              </mc:Choice>
              <mc:Fallback>
                <p:oleObj name="Slide do think-cell" r:id="rId3" imgW="470" imgH="469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B587283-E1FF-438D-A5CF-0D7D6050D9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GTS_WH">
            <a:extLst>
              <a:ext uri="{FF2B5EF4-FFF2-40B4-BE49-F238E27FC236}">
                <a16:creationId xmlns:a16="http://schemas.microsoft.com/office/drawing/2014/main" id="{76967BF2-12F7-6C29-73BD-6C5AF545D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>
              <a:latin typeface="Simplon BP Regular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60FC6-2F8E-CC17-CEEE-B3F93E0A483C}"/>
              </a:ext>
            </a:extLst>
          </p:cNvPr>
          <p:cNvSpPr txBox="1">
            <a:spLocks/>
          </p:cNvSpPr>
          <p:nvPr userDrawn="1"/>
        </p:nvSpPr>
        <p:spPr>
          <a:xfrm>
            <a:off x="11484746" y="6488731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  <a:latin typeface="Simplon BP Regular"/>
              <a:ea typeface="+mn-ea"/>
              <a:cs typeface="+mn-cs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F2B3995-C948-CA19-F75E-9E60859EAB1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940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Copyright © 2024 Accenture.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All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rights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reserved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72909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C Slide Design Pack">
    <p:bg>
      <p:bgPr>
        <a:gradFill>
          <a:gsLst>
            <a:gs pos="83000">
              <a:srgbClr val="5F0095">
                <a:lumMod val="96000"/>
              </a:srgbClr>
            </a:gs>
            <a:gs pos="0">
              <a:srgbClr val="A100FF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B587283-E1FF-438D-A5CF-0D7D6050D9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5852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70" imgH="469" progId="TCLayout.ActiveDocument.1">
                  <p:embed/>
                </p:oleObj>
              </mc:Choice>
              <mc:Fallback>
                <p:oleObj name="Slide do think-cell" r:id="rId3" imgW="470" imgH="469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B587283-E1FF-438D-A5CF-0D7D6050D9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GTS_WH">
            <a:extLst>
              <a:ext uri="{FF2B5EF4-FFF2-40B4-BE49-F238E27FC236}">
                <a16:creationId xmlns:a16="http://schemas.microsoft.com/office/drawing/2014/main" id="{76967BF2-12F7-6C29-73BD-6C5AF545D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>
              <a:latin typeface="Simplon BP Regular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60FC6-2F8E-CC17-CEEE-B3F93E0A483C}"/>
              </a:ext>
            </a:extLst>
          </p:cNvPr>
          <p:cNvSpPr txBox="1">
            <a:spLocks/>
          </p:cNvSpPr>
          <p:nvPr userDrawn="1"/>
        </p:nvSpPr>
        <p:spPr>
          <a:xfrm>
            <a:off x="11484746" y="6488731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  <a:latin typeface="Simplon BP Regular"/>
              <a:ea typeface="+mn-ea"/>
              <a:cs typeface="+mn-cs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F2B3995-C948-CA19-F75E-9E60859EAB1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940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Copyright © 2024 Accenture.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All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rights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reserved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6749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ags" Target="../tags/tag1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oleObject" Target="../embeddings/oleObject14.bin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5.emf"/><Relationship Id="rId4" Type="http://schemas.openxmlformats.org/officeDocument/2006/relationships/oleObject" Target="../embeddings/oleObject26.bin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5.emf"/><Relationship Id="rId4" Type="http://schemas.openxmlformats.org/officeDocument/2006/relationships/oleObject" Target="../embeddings/oleObject28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987321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5" imgW="421" imgH="423" progId="TCLayout.ActiveDocument.1">
                  <p:embed/>
                </p:oleObj>
              </mc:Choice>
              <mc:Fallback>
                <p:oleObj name="Slide do think-cell" r:id="rId15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tópico/texto</a:t>
            </a:r>
            <a:endParaRPr lang="en-US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5698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918" r:id="rId3"/>
    <p:sldLayoutId id="2147483790" r:id="rId4"/>
    <p:sldLayoutId id="2147483755" r:id="rId5"/>
    <p:sldLayoutId id="2147483791" r:id="rId6"/>
    <p:sldLayoutId id="2147483799" r:id="rId7"/>
    <p:sldLayoutId id="2147483793" r:id="rId8"/>
    <p:sldLayoutId id="2147483794" r:id="rId9"/>
    <p:sldLayoutId id="2147483795" r:id="rId10"/>
    <p:sldLayoutId id="2147483796" r:id="rId11"/>
    <p:sldLayoutId id="2147483797" r:id="rId12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4" imgW="421" imgH="423" progId="TCLayout.ActiveDocument.1">
                  <p:embed/>
                </p:oleObj>
              </mc:Choice>
              <mc:Fallback>
                <p:oleObj name="Slide do think-cell" r:id="rId14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tópico/texto</a:t>
            </a:r>
            <a:endParaRPr lang="en-US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4252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591742D-FD40-40E6-B089-F614B36C75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95" imgH="394" progId="TCLayout.ActiveDocument.1">
                  <p:embed/>
                </p:oleObj>
              </mc:Choice>
              <mc:Fallback>
                <p:oleObj name="Slide do think-cell" r:id="rId4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591742D-FD40-40E6-B089-F614B36C75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12954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title</a:t>
            </a:r>
            <a:r>
              <a:rPr lang="pt-BR"/>
              <a:t> </a:t>
            </a:r>
            <a:r>
              <a:rPr lang="pt-BR" err="1"/>
              <a:t>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  <a:p>
            <a:pPr lvl="1"/>
            <a:r>
              <a:rPr lang="pt-BR" err="1"/>
              <a:t>Second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</p:txBody>
      </p:sp>
      <p:sp>
        <p:nvSpPr>
          <p:cNvPr id="4" name="GTS_Purple" descr="Accenture Greater Than symbol in purple">
            <a:extLst>
              <a:ext uri="{FF2B5EF4-FFF2-40B4-BE49-F238E27FC236}">
                <a16:creationId xmlns:a16="http://schemas.microsoft.com/office/drawing/2014/main" id="{11962AC2-DF19-3001-81C6-63BD4BBAF2D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911418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</p:sldLayoutIdLst>
  <p:hf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chemeClr val="tx1"/>
          </a:solidFill>
          <a:latin typeface="Simplon BP Bold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800" b="1" kern="1200" cap="all" baseline="0">
          <a:solidFill>
            <a:schemeClr val="tx1"/>
          </a:solidFill>
          <a:latin typeface="Simplon BP Bold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Simplon BP Regular"/>
          <a:ea typeface="+mn-ea"/>
          <a:cs typeface="+mn-cs"/>
        </a:defRPr>
      </a:lvl2pPr>
      <a:lvl3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591742D-FD40-40E6-B089-F614B36C75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343555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95" imgH="394" progId="TCLayout.ActiveDocument.1">
                  <p:embed/>
                </p:oleObj>
              </mc:Choice>
              <mc:Fallback>
                <p:oleObj name="Slide do think-cell" r:id="rId4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591742D-FD40-40E6-B089-F614B36C75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12954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title</a:t>
            </a:r>
            <a:r>
              <a:rPr lang="pt-BR"/>
              <a:t> </a:t>
            </a:r>
            <a:r>
              <a:rPr lang="pt-BR" err="1"/>
              <a:t>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  <a:p>
            <a:pPr lvl="1"/>
            <a:r>
              <a:rPr lang="pt-BR" err="1"/>
              <a:t>Second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</p:txBody>
      </p:sp>
      <p:sp>
        <p:nvSpPr>
          <p:cNvPr id="4" name="GTS_Purple" descr="Accenture Greater Than symbol in purple">
            <a:extLst>
              <a:ext uri="{FF2B5EF4-FFF2-40B4-BE49-F238E27FC236}">
                <a16:creationId xmlns:a16="http://schemas.microsoft.com/office/drawing/2014/main" id="{11962AC2-DF19-3001-81C6-63BD4BBAF2D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966425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</p:sldLayoutIdLst>
  <p:hf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chemeClr val="tx1"/>
          </a:solidFill>
          <a:latin typeface="Simplon BP Bold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800" b="1" kern="1200" cap="all" baseline="0">
          <a:solidFill>
            <a:schemeClr val="tx1"/>
          </a:solidFill>
          <a:latin typeface="Simplon BP Bold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Simplon BP Regular"/>
          <a:ea typeface="+mn-ea"/>
          <a:cs typeface="+mn-cs"/>
        </a:defRPr>
      </a:lvl2pPr>
      <a:lvl3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24A0458D-7DD3-0AFB-0AF5-AF485F59B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586504"/>
              </p:ext>
            </p:extLst>
          </p:nvPr>
        </p:nvGraphicFramePr>
        <p:xfrm>
          <a:off x="510540" y="1259626"/>
          <a:ext cx="11170920" cy="543709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486776119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1896691080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2086144061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791133501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3492393650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3285053284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3215187430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381902501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4160601641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3647181112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2446370473"/>
                    </a:ext>
                  </a:extLst>
                </a:gridCol>
              </a:tblGrid>
              <a:tr h="274601"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6"/>
                          </a:solidFill>
                        </a:rPr>
                        <a:t>Macro </a:t>
                      </a:r>
                      <a:r>
                        <a:rPr lang="en-US" err="1">
                          <a:solidFill>
                            <a:schemeClr val="accent6"/>
                          </a:solidFill>
                        </a:rPr>
                        <a:t>Atividades</a:t>
                      </a:r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accent6"/>
                          </a:solidFill>
                        </a:rPr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accent6"/>
                          </a:solidFill>
                        </a:rPr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77478079"/>
                  </a:ext>
                </a:extLst>
              </a:tr>
              <a:tr h="274601">
                <a:tc gridSpan="2" v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chemeClr val="accent6"/>
                          </a:solidFill>
                        </a:rPr>
                        <a:t>NOV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  <a:alpha val="3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chemeClr val="accent6"/>
                          </a:solidFill>
                        </a:rPr>
                        <a:t>DEZ</a:t>
                      </a:r>
                      <a:endParaRPr lang="en-US" sz="1050" b="1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  <a:alpha val="3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chemeClr val="accent6"/>
                          </a:solidFill>
                        </a:rPr>
                        <a:t>JAN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  <a:alpha val="3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chemeClr val="accent6"/>
                          </a:solidFill>
                        </a:rPr>
                        <a:t>FEV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  <a:alpha val="3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chemeClr val="accent6"/>
                          </a:solidFill>
                        </a:rPr>
                        <a:t>MAR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  <a:alpha val="3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chemeClr val="accent6"/>
                          </a:solidFill>
                        </a:rPr>
                        <a:t>ABR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  <a:alpha val="3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chemeClr val="accent6"/>
                          </a:solidFill>
                        </a:rPr>
                        <a:t>MAI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  <a:alpha val="3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chemeClr val="accent6"/>
                          </a:solidFill>
                        </a:rPr>
                        <a:t>JUN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chemeClr val="accent6"/>
                          </a:solidFill>
                        </a:rPr>
                        <a:t>… AGO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  <a:alpha val="3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2631"/>
                  </a:ext>
                </a:extLst>
              </a:tr>
              <a:tr h="458480">
                <a:tc rowSpan="3">
                  <a:txBody>
                    <a:bodyPr/>
                    <a:lstStyle/>
                    <a:p>
                      <a:pPr algn="ctr"/>
                      <a:r>
                        <a:rPr lang="pt-BR" sz="1200" b="1" noProof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CENÁRIO ITX Oi</a:t>
                      </a:r>
                    </a:p>
                  </a:txBody>
                  <a:tcPr marL="90000" vert="vert270"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1" noProof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Desenvolvimento de Sistemas de TI para Portabilidade</a:t>
                      </a:r>
                    </a:p>
                  </a:txBody>
                  <a:tcPr marL="137160"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284837"/>
                  </a:ext>
                </a:extLst>
              </a:tr>
              <a:tr h="458480">
                <a:tc vMerge="1">
                  <a:txBody>
                    <a:bodyPr/>
                    <a:lstStyle/>
                    <a:p>
                      <a:pPr algn="l"/>
                      <a:endParaRPr lang="pt-BR" sz="1200" b="1" noProof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182880" anchor="ctr">
                    <a:lnT w="9525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noProof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Configuração Data Centers e Novas Faixas</a:t>
                      </a:r>
                    </a:p>
                  </a:txBody>
                  <a:tcPr marL="137160"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034546"/>
                  </a:ext>
                </a:extLst>
              </a:tr>
              <a:tr h="458480">
                <a:tc vMerge="1">
                  <a:txBody>
                    <a:bodyPr/>
                    <a:lstStyle/>
                    <a:p>
                      <a:pPr algn="ctr"/>
                      <a:endParaRPr lang="pt-BR" sz="1200" b="1" noProof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90000" vert="vert270" anchor="ctr">
                    <a:lnL w="9525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noProof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Execução Broadcast (Antigo)</a:t>
                      </a:r>
                    </a:p>
                  </a:txBody>
                  <a:tcPr marL="137160"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708529"/>
                  </a:ext>
                </a:extLst>
              </a:tr>
              <a:tr h="446346">
                <a:tc rowSpan="7">
                  <a:txBody>
                    <a:bodyPr/>
                    <a:lstStyle/>
                    <a:p>
                      <a:pPr algn="ctr"/>
                      <a:r>
                        <a:rPr lang="pt-BR" sz="1200" b="1" noProof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CENÁRIO ITX DATORA</a:t>
                      </a:r>
                    </a:p>
                  </a:txBody>
                  <a:tcPr marL="90000" vert="vert270"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1" noProof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Desenvolvimento de Sistemas de TI para Portabilidade</a:t>
                      </a:r>
                    </a:p>
                  </a:txBody>
                  <a:tcPr marL="137160"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6238412"/>
                  </a:ext>
                </a:extLst>
              </a:tr>
              <a:tr h="446346">
                <a:tc vMerge="1">
                  <a:txBody>
                    <a:bodyPr/>
                    <a:lstStyle/>
                    <a:p>
                      <a:pPr algn="ctr"/>
                      <a:endParaRPr lang="pt-BR" sz="1200" b="1" noProof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90000" vert="vert270"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noProof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Configuração Data Centers e Novas Faixas</a:t>
                      </a:r>
                    </a:p>
                  </a:txBody>
                  <a:tcPr marL="137160"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3203142"/>
                  </a:ext>
                </a:extLst>
              </a:tr>
              <a:tr h="76413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0000" vert="vert270"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1" noProof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Estabelecimento Interconexão</a:t>
                      </a:r>
                    </a:p>
                  </a:txBody>
                  <a:tcPr marL="137160"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9454211"/>
                  </a:ext>
                </a:extLst>
              </a:tr>
              <a:tr h="458480">
                <a:tc vMerge="1">
                  <a:txBody>
                    <a:bodyPr/>
                    <a:lstStyle/>
                    <a:p>
                      <a:pPr algn="l"/>
                      <a:endParaRPr lang="pt-BR" sz="1200" b="1" noProof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182880" anchor="ctr">
                    <a:lnL w="9525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1" noProof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Ajustes Nokia Core IMS</a:t>
                      </a:r>
                    </a:p>
                  </a:txBody>
                  <a:tcPr marL="137160"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5039352"/>
                  </a:ext>
                </a:extLst>
              </a:tr>
              <a:tr h="458480">
                <a:tc vMerge="1">
                  <a:txBody>
                    <a:bodyPr/>
                    <a:lstStyle/>
                    <a:p>
                      <a:pPr algn="l"/>
                      <a:endParaRPr lang="pt-BR" sz="1200" b="1" noProof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182880" anchor="ctr">
                    <a:lnL w="9525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1" noProof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Sistemas de TI impactados por Nova Transportadora</a:t>
                      </a:r>
                    </a:p>
                  </a:txBody>
                  <a:tcPr marL="137160"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9290235"/>
                  </a:ext>
                </a:extLst>
              </a:tr>
              <a:tr h="45848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1" noProof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Isenção de Chamadas usando CSP 81</a:t>
                      </a:r>
                    </a:p>
                  </a:txBody>
                  <a:tcPr marL="137160"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4026657"/>
                  </a:ext>
                </a:extLst>
              </a:tr>
              <a:tr h="458480">
                <a:tc vMerge="1">
                  <a:txBody>
                    <a:bodyPr/>
                    <a:lstStyle/>
                    <a:p>
                      <a:pPr algn="l"/>
                      <a:endParaRPr lang="pt-BR" sz="1200" b="1" noProof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182880" anchor="ctr">
                    <a:lnL w="9525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1" noProof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Execução Broadcast (Novo)</a:t>
                      </a:r>
                    </a:p>
                  </a:txBody>
                  <a:tcPr marL="137160"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3083214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6E2D8A2C-D68F-C754-E3E1-EFB437100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81" y="119371"/>
            <a:ext cx="9084310" cy="675166"/>
          </a:xfrm>
        </p:spPr>
        <p:txBody>
          <a:bodyPr anchor="t"/>
          <a:lstStyle/>
          <a:p>
            <a:r>
              <a:rPr lang="en-US" sz="2400" b="1"/>
              <a:t>MACRO PLANO UNIFICADO</a:t>
            </a:r>
            <a:br>
              <a:rPr lang="en-US" b="1"/>
            </a:br>
            <a:r>
              <a:rPr lang="en-US" b="1">
                <a:solidFill>
                  <a:schemeClr val="accent1">
                    <a:lumMod val="50000"/>
                  </a:schemeClr>
                </a:solidFill>
              </a:rPr>
              <a:t>MUDANÇA DE TRANSPORTADORA, NOVAS FAIXAS E PORTABILIDADE</a:t>
            </a:r>
            <a:endParaRPr lang="pt-BR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BFB1BAA5-671D-8F02-F8EE-60F947D352DC}"/>
              </a:ext>
            </a:extLst>
          </p:cNvPr>
          <p:cNvSpPr/>
          <p:nvPr/>
        </p:nvSpPr>
        <p:spPr>
          <a:xfrm>
            <a:off x="3569631" y="1877653"/>
            <a:ext cx="2435426" cy="365760"/>
          </a:xfrm>
          <a:prstGeom prst="homePlate">
            <a:avLst/>
          </a:prstGeom>
          <a:solidFill>
            <a:srgbClr val="00B05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j-ea"/>
                <a:cs typeface="+mj-cs"/>
                <a:sym typeface="Simplon BP Regular"/>
              </a:rPr>
              <a:t>Oi / ABR / Cleartech</a:t>
            </a: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FA8ECBB5-A3DE-B9C3-9193-65CE80F3ADF4}"/>
              </a:ext>
            </a:extLst>
          </p:cNvPr>
          <p:cNvSpPr/>
          <p:nvPr/>
        </p:nvSpPr>
        <p:spPr>
          <a:xfrm>
            <a:off x="6095999" y="2770000"/>
            <a:ext cx="3721529" cy="365760"/>
          </a:xfrm>
          <a:prstGeom prst="homePlate">
            <a:avLst/>
          </a:prstGeom>
          <a:solidFill>
            <a:srgbClr val="7030A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/>
            <a:r>
              <a:rPr lang="en-US" b="1" kern="1200">
                <a:solidFill>
                  <a:srgbClr val="FFFFFF"/>
                </a:solidFill>
                <a:latin typeface="Simplon BP Regular"/>
              </a:rPr>
              <a:t>Oi / ABR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DF0E1A-3E75-7613-916C-EABC071BBB8B}"/>
              </a:ext>
            </a:extLst>
          </p:cNvPr>
          <p:cNvSpPr txBox="1"/>
          <p:nvPr/>
        </p:nvSpPr>
        <p:spPr>
          <a:xfrm>
            <a:off x="4696863" y="955700"/>
            <a:ext cx="1208327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Simplon BP Regular"/>
                <a:ea typeface="+mj-ea"/>
                <a:cs typeface="+mj-cs"/>
                <a:sym typeface="Simplon BP Regular"/>
              </a:rPr>
              <a:t>Onde Estamos</a:t>
            </a:r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A0C0FEE4-2609-569D-6037-AE99046257E7}"/>
              </a:ext>
            </a:extLst>
          </p:cNvPr>
          <p:cNvSpPr/>
          <p:nvPr/>
        </p:nvSpPr>
        <p:spPr>
          <a:xfrm>
            <a:off x="3615195" y="4504625"/>
            <a:ext cx="2163336" cy="324000"/>
          </a:xfrm>
          <a:prstGeom prst="homePlate">
            <a:avLst/>
          </a:prstGeom>
          <a:solidFill>
            <a:srgbClr val="00B05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/>
            <a:r>
              <a:rPr lang="en-US" b="1" kern="1200">
                <a:solidFill>
                  <a:srgbClr val="FFFFFF"/>
                </a:solidFill>
                <a:latin typeface="Simplon BP Regular"/>
              </a:rPr>
              <a:t>Oi</a:t>
            </a:r>
          </a:p>
        </p:txBody>
      </p:sp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0F798743-5734-4CCA-83A7-1B209252D59B}"/>
              </a:ext>
            </a:extLst>
          </p:cNvPr>
          <p:cNvSpPr/>
          <p:nvPr/>
        </p:nvSpPr>
        <p:spPr>
          <a:xfrm>
            <a:off x="3615195" y="4146871"/>
            <a:ext cx="2163336" cy="324000"/>
          </a:xfrm>
          <a:prstGeom prst="homePlate">
            <a:avLst/>
          </a:prstGeom>
          <a:solidFill>
            <a:schemeClr val="bg2">
              <a:lumMod val="5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j-ea"/>
                <a:cs typeface="+mj-cs"/>
                <a:sym typeface="Simplon BP Regular"/>
              </a:rPr>
              <a:t>Vtal / Datora</a:t>
            </a:r>
          </a:p>
        </p:txBody>
      </p:sp>
      <p:sp>
        <p:nvSpPr>
          <p:cNvPr id="20" name="Arrow: Pentagon 19">
            <a:extLst>
              <a:ext uri="{FF2B5EF4-FFF2-40B4-BE49-F238E27FC236}">
                <a16:creationId xmlns:a16="http://schemas.microsoft.com/office/drawing/2014/main" id="{425A22CA-7FDA-6431-A8F8-A6B0FF0F733A}"/>
              </a:ext>
            </a:extLst>
          </p:cNvPr>
          <p:cNvSpPr/>
          <p:nvPr/>
        </p:nvSpPr>
        <p:spPr>
          <a:xfrm>
            <a:off x="3880623" y="4910310"/>
            <a:ext cx="4114800" cy="365760"/>
          </a:xfrm>
          <a:prstGeom prst="homePlate">
            <a:avLst/>
          </a:prstGeom>
          <a:solidFill>
            <a:srgbClr val="0070C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j-ea"/>
                <a:cs typeface="+mj-cs"/>
                <a:sym typeface="Simplon BP Regular"/>
              </a:rPr>
              <a:t>Nokia</a:t>
            </a:r>
          </a:p>
        </p:txBody>
      </p:sp>
      <p:sp>
        <p:nvSpPr>
          <p:cNvPr id="22" name="Arrow: Pentagon 21">
            <a:extLst>
              <a:ext uri="{FF2B5EF4-FFF2-40B4-BE49-F238E27FC236}">
                <a16:creationId xmlns:a16="http://schemas.microsoft.com/office/drawing/2014/main" id="{BD8E51A2-7FFA-1286-E26B-5AED524054AB}"/>
              </a:ext>
            </a:extLst>
          </p:cNvPr>
          <p:cNvSpPr/>
          <p:nvPr/>
        </p:nvSpPr>
        <p:spPr>
          <a:xfrm>
            <a:off x="8934676" y="6301929"/>
            <a:ext cx="2700000" cy="365760"/>
          </a:xfrm>
          <a:prstGeom prst="homePlate">
            <a:avLst/>
          </a:prstGeom>
          <a:solidFill>
            <a:srgbClr val="7030A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/>
            <a:r>
              <a:rPr lang="en-US" b="1" kern="1200">
                <a:solidFill>
                  <a:srgbClr val="FFFFFF"/>
                </a:solidFill>
                <a:latin typeface="Simplon BP Regular"/>
              </a:rPr>
              <a:t>Oi / ABR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3502BF9-61EE-99FD-1534-1114BDF8A140}"/>
              </a:ext>
            </a:extLst>
          </p:cNvPr>
          <p:cNvCxnSpPr>
            <a:cxnSpLocks/>
          </p:cNvCxnSpPr>
          <p:nvPr/>
        </p:nvCxnSpPr>
        <p:spPr>
          <a:xfrm>
            <a:off x="6095999" y="6484809"/>
            <a:ext cx="2772000" cy="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634768C-2465-1810-3991-D83B320A3115}"/>
              </a:ext>
            </a:extLst>
          </p:cNvPr>
          <p:cNvSpPr/>
          <p:nvPr/>
        </p:nvSpPr>
        <p:spPr>
          <a:xfrm>
            <a:off x="3540972" y="5841003"/>
            <a:ext cx="8072165" cy="355478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1" u="none" strike="noStrike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FillTx/>
                <a:ea typeface="+mj-ea"/>
                <a:cs typeface="+mj-cs"/>
                <a:sym typeface="Simplon BP Regular"/>
              </a:rPr>
              <a:t>Em </a:t>
            </a:r>
            <a:r>
              <a:rPr kumimoji="0" lang="en-US" sz="1200" b="1" i="1" u="none" strike="noStrike" cap="none" spc="0" normalizeH="0" baseline="0" err="1">
                <a:ln>
                  <a:noFill/>
                </a:ln>
                <a:solidFill>
                  <a:sysClr val="windowText" lastClr="000000"/>
                </a:solidFill>
                <a:effectLst/>
                <a:uFillTx/>
                <a:ea typeface="+mj-ea"/>
                <a:cs typeface="+mj-cs"/>
                <a:sym typeface="Simplon BP Regular"/>
              </a:rPr>
              <a:t>levantamento</a:t>
            </a:r>
            <a:r>
              <a:rPr kumimoji="0" lang="en-US" sz="1200" b="1" i="1" u="none" strike="noStrike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FillTx/>
                <a:ea typeface="+mj-ea"/>
                <a:cs typeface="+mj-cs"/>
                <a:sym typeface="Simplon BP Regular"/>
              </a:rPr>
              <a:t> dos </a:t>
            </a:r>
            <a:r>
              <a:rPr kumimoji="0" lang="en-US" sz="1200" b="1" i="1" u="none" strike="noStrike" cap="none" spc="0" normalizeH="0" baseline="0" err="1">
                <a:ln>
                  <a:noFill/>
                </a:ln>
                <a:solidFill>
                  <a:sysClr val="windowText" lastClr="000000"/>
                </a:solidFill>
                <a:effectLst/>
                <a:uFillTx/>
                <a:ea typeface="+mj-ea"/>
                <a:cs typeface="+mj-cs"/>
                <a:sym typeface="Simplon BP Regular"/>
              </a:rPr>
              <a:t>impactos</a:t>
            </a:r>
            <a:r>
              <a:rPr kumimoji="0" lang="en-US" sz="1200" b="1" i="1" u="none" strike="noStrike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FillTx/>
                <a:ea typeface="+mj-ea"/>
                <a:cs typeface="+mj-cs"/>
                <a:sym typeface="Simplon BP Regular"/>
              </a:rPr>
              <a:t> para posterior </a:t>
            </a:r>
            <a:r>
              <a:rPr kumimoji="0" lang="en-US" sz="1200" b="1" i="1" u="none" strike="noStrike" cap="none" spc="0" normalizeH="0" baseline="0" err="1">
                <a:ln>
                  <a:noFill/>
                </a:ln>
                <a:solidFill>
                  <a:sysClr val="windowText" lastClr="000000"/>
                </a:solidFill>
                <a:effectLst/>
                <a:uFillTx/>
                <a:ea typeface="+mj-ea"/>
                <a:cs typeface="+mj-cs"/>
                <a:sym typeface="Simplon BP Regular"/>
              </a:rPr>
              <a:t>avaliação</a:t>
            </a:r>
            <a:r>
              <a:rPr kumimoji="0" lang="en-US" sz="1200" b="1" i="1" u="none" strike="noStrike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FillTx/>
                <a:ea typeface="+mj-ea"/>
                <a:cs typeface="+mj-cs"/>
                <a:sym typeface="Simplon BP Regular"/>
              </a:rPr>
              <a:t> de OG</a:t>
            </a:r>
            <a:endParaRPr kumimoji="0" lang="pt-BR" sz="1200" b="1" i="1" u="none" strike="noStrike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FillTx/>
              <a:ea typeface="+mj-ea"/>
              <a:cs typeface="+mj-cs"/>
              <a:sym typeface="Simplon BP Regular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C4DED7-883A-C9CE-4D94-26F35B834E17}"/>
              </a:ext>
            </a:extLst>
          </p:cNvPr>
          <p:cNvCxnSpPr>
            <a:cxnSpLocks/>
          </p:cNvCxnSpPr>
          <p:nvPr/>
        </p:nvCxnSpPr>
        <p:spPr>
          <a:xfrm>
            <a:off x="6095999" y="6301929"/>
            <a:ext cx="0" cy="36576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6AF1A2F6-B169-AD8B-A3C5-1EBB41D134E8}"/>
              </a:ext>
            </a:extLst>
          </p:cNvPr>
          <p:cNvGrpSpPr/>
          <p:nvPr/>
        </p:nvGrpSpPr>
        <p:grpSpPr>
          <a:xfrm>
            <a:off x="4513118" y="980109"/>
            <a:ext cx="117705" cy="5694906"/>
            <a:chOff x="4513118" y="1126029"/>
            <a:chExt cx="117705" cy="5694906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B8AFF3D-8CDA-5A21-AF50-7C5544911C18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1" y="1151655"/>
              <a:ext cx="0" cy="5669280"/>
            </a:xfrm>
            <a:prstGeom prst="line">
              <a:avLst/>
            </a:prstGeom>
            <a:noFill/>
            <a:ln w="19050" cap="flat">
              <a:solidFill>
                <a:schemeClr val="tx2">
                  <a:lumMod val="60000"/>
                  <a:lumOff val="40000"/>
                  <a:alpha val="59000"/>
                </a:schemeClr>
              </a:solidFill>
              <a:prstDash val="sysDash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850D5162-E9F5-8060-2533-31DFE865D16D}"/>
                </a:ext>
              </a:extLst>
            </p:cNvPr>
            <p:cNvSpPr/>
            <p:nvPr/>
          </p:nvSpPr>
          <p:spPr>
            <a:xfrm rot="10800000">
              <a:off x="4513118" y="1126029"/>
              <a:ext cx="117705" cy="199893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4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implon BP Regular"/>
                <a:ea typeface="+mj-ea"/>
                <a:cs typeface="+mj-cs"/>
                <a:sym typeface="Simplon BP Regular"/>
              </a:endParaRPr>
            </a:p>
          </p:txBody>
        </p:sp>
      </p:grp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DB4AB0D8-5948-AE13-90AC-60397B90CE21}"/>
              </a:ext>
            </a:extLst>
          </p:cNvPr>
          <p:cNvSpPr/>
          <p:nvPr/>
        </p:nvSpPr>
        <p:spPr>
          <a:xfrm>
            <a:off x="3691054" y="2310423"/>
            <a:ext cx="6126480" cy="365760"/>
          </a:xfrm>
          <a:prstGeom prst="homePlate">
            <a:avLst/>
          </a:prstGeom>
          <a:solidFill>
            <a:srgbClr val="00B05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j-ea"/>
                <a:cs typeface="+mj-cs"/>
                <a:sym typeface="Simplon BP Regular"/>
              </a:rPr>
              <a:t>Oi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97F0DD5A-070B-AB3D-407D-AC99F8A050EF}"/>
              </a:ext>
            </a:extLst>
          </p:cNvPr>
          <p:cNvSpPr/>
          <p:nvPr/>
        </p:nvSpPr>
        <p:spPr>
          <a:xfrm>
            <a:off x="3569631" y="3261089"/>
            <a:ext cx="2435426" cy="365760"/>
          </a:xfrm>
          <a:prstGeom prst="homePlate">
            <a:avLst/>
          </a:prstGeom>
          <a:solidFill>
            <a:srgbClr val="00B05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j-ea"/>
                <a:cs typeface="+mj-cs"/>
                <a:sym typeface="Simplon BP Regular"/>
              </a:rPr>
              <a:t>Oi / ABR / Cleartech</a:t>
            </a: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1A40B22F-157B-AEC4-1807-13C01F1E471E}"/>
              </a:ext>
            </a:extLst>
          </p:cNvPr>
          <p:cNvSpPr/>
          <p:nvPr/>
        </p:nvSpPr>
        <p:spPr>
          <a:xfrm>
            <a:off x="3691054" y="3693859"/>
            <a:ext cx="6126480" cy="365760"/>
          </a:xfrm>
          <a:prstGeom prst="homePlate">
            <a:avLst/>
          </a:prstGeom>
          <a:solidFill>
            <a:srgbClr val="00B05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j-ea"/>
                <a:cs typeface="+mj-cs"/>
                <a:sym typeface="Simplon BP Regular"/>
              </a:rPr>
              <a:t>Oi / </a:t>
            </a:r>
            <a:r>
              <a:rPr kumimoji="0" lang="en-US" sz="14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j-ea"/>
                <a:cs typeface="+mj-cs"/>
                <a:sym typeface="Simplon BP Regular"/>
              </a:rPr>
              <a:t>Vtal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j-ea"/>
                <a:cs typeface="+mj-cs"/>
                <a:sym typeface="Simplon BP Regular"/>
              </a:rPr>
              <a:t> / </a:t>
            </a:r>
            <a:r>
              <a:rPr kumimoji="0" lang="en-US" sz="14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j-ea"/>
                <a:cs typeface="+mj-cs"/>
                <a:sym typeface="Simplon BP Regular"/>
              </a:rPr>
              <a:t>Datora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j-ea"/>
              <a:cs typeface="+mj-cs"/>
              <a:sym typeface="Simplon BP Regular"/>
            </a:endParaRPr>
          </a:p>
        </p:txBody>
      </p:sp>
      <p:sp>
        <p:nvSpPr>
          <p:cNvPr id="24" name="Arrow: Pentagon 23">
            <a:extLst>
              <a:ext uri="{FF2B5EF4-FFF2-40B4-BE49-F238E27FC236}">
                <a16:creationId xmlns:a16="http://schemas.microsoft.com/office/drawing/2014/main" id="{89173AEB-06D4-C34D-92DA-B9D69521D59E}"/>
              </a:ext>
            </a:extLst>
          </p:cNvPr>
          <p:cNvSpPr/>
          <p:nvPr/>
        </p:nvSpPr>
        <p:spPr>
          <a:xfrm>
            <a:off x="5405554" y="5361329"/>
            <a:ext cx="3528000" cy="365760"/>
          </a:xfrm>
          <a:prstGeom prst="homePlate">
            <a:avLst/>
          </a:prstGeom>
          <a:solidFill>
            <a:srgbClr val="00B05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j-ea"/>
                <a:cs typeface="+mj-cs"/>
                <a:sym typeface="Simplon BP Regular"/>
              </a:rPr>
              <a:t>Oi </a:t>
            </a:r>
          </a:p>
        </p:txBody>
      </p:sp>
    </p:spTree>
    <p:extLst>
      <p:ext uri="{BB962C8B-B14F-4D97-AF65-F5344CB8AC3E}">
        <p14:creationId xmlns:p14="http://schemas.microsoft.com/office/powerpoint/2010/main" val="4215224769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332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  <p:tag name="TEXTBOX" val="MOUR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25400" cap="flat">
          <a:noFill/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no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 dirty="0">
            <a:ln>
              <a:noFill/>
            </a:ln>
            <a:solidFill>
              <a:sysClr val="windowText" lastClr="000000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_Titles">
  <a:themeElements>
    <a:clrScheme name="Custom 1">
      <a:dk1>
        <a:srgbClr val="000000"/>
      </a:dk1>
      <a:lt1>
        <a:srgbClr val="FFFFFF"/>
      </a:lt1>
      <a:dk2>
        <a:srgbClr val="BEBEBE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BEBEBE"/>
      </a:accent4>
      <a:accent5>
        <a:srgbClr val="969696"/>
      </a:accent5>
      <a:accent6>
        <a:srgbClr val="5A5A5A"/>
      </a:accent6>
      <a:hlink>
        <a:srgbClr val="A100FF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20" id="{B30687BF-BEE9-E142-81AC-7355BEF0A319}" vid="{82941CCF-FFA5-9944-9C1E-B72B254F20BB}"/>
    </a:ext>
  </a:extLst>
</a:theme>
</file>

<file path=ppt/theme/theme4.xml><?xml version="1.0" encoding="utf-8"?>
<a:theme xmlns:a="http://schemas.openxmlformats.org/drawingml/2006/main" name="2_Titles">
  <a:themeElements>
    <a:clrScheme name="Custom 1">
      <a:dk1>
        <a:srgbClr val="000000"/>
      </a:dk1>
      <a:lt1>
        <a:srgbClr val="FFFFFF"/>
      </a:lt1>
      <a:dk2>
        <a:srgbClr val="BEBEBE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BEBEBE"/>
      </a:accent4>
      <a:accent5>
        <a:srgbClr val="969696"/>
      </a:accent5>
      <a:accent6>
        <a:srgbClr val="5A5A5A"/>
      </a:accent6>
      <a:hlink>
        <a:srgbClr val="A100FF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20" id="{B30687BF-BEE9-E142-81AC-7355BEF0A319}" vid="{82941CCF-FFA5-9944-9C1E-B72B254F20BB}"/>
    </a:ext>
  </a:extLst>
</a:theme>
</file>

<file path=ppt/theme/theme5.xml><?xml version="1.0" encoding="utf-8"?>
<a:theme xmlns:a="http://schemas.openxmlformats.org/drawingml/2006/main" name="1_Tema do Office">
  <a:themeElements>
    <a:clrScheme name="1_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A1EC493E367844BCC7657148E6863F" ma:contentTypeVersion="14" ma:contentTypeDescription="Create a new document." ma:contentTypeScope="" ma:versionID="862c82ef35b1f0e0616c38a54b4c54c4">
  <xsd:schema xmlns:xsd="http://www.w3.org/2001/XMLSchema" xmlns:xs="http://www.w3.org/2001/XMLSchema" xmlns:p="http://schemas.microsoft.com/office/2006/metadata/properties" xmlns:ns2="46d436c9-717c-46a7-b69e-155cb9fbc821" xmlns:ns3="29987bf6-598b-4bea-b1ba-059a62b4ab71" targetNamespace="http://schemas.microsoft.com/office/2006/metadata/properties" ma:root="true" ma:fieldsID="0bfd6d74c257e7c4d44f473071d451a5" ns2:_="" ns3:_="">
    <xsd:import namespace="46d436c9-717c-46a7-b69e-155cb9fbc821"/>
    <xsd:import namespace="29987bf6-598b-4bea-b1ba-059a62b4ab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d436c9-717c-46a7-b69e-155cb9fbc8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987bf6-598b-4bea-b1ba-059a62b4ab7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a1b027c-eb8e-469a-bd5e-f3378a596fac}" ma:internalName="TaxCatchAll" ma:showField="CatchAllData" ma:web="29987bf6-598b-4bea-b1ba-059a62b4ab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d436c9-717c-46a7-b69e-155cb9fbc821">
      <Terms xmlns="http://schemas.microsoft.com/office/infopath/2007/PartnerControls"/>
    </lcf76f155ced4ddcb4097134ff3c332f>
    <TaxCatchAll xmlns="29987bf6-598b-4bea-b1ba-059a62b4ab71" xsi:nil="true"/>
  </documentManagement>
</p:properties>
</file>

<file path=customXml/itemProps1.xml><?xml version="1.0" encoding="utf-8"?>
<ds:datastoreItem xmlns:ds="http://schemas.openxmlformats.org/officeDocument/2006/customXml" ds:itemID="{419A9F47-C9EF-42BE-9858-1516FC3DD2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6D6CFB-97EF-4BE9-9BBE-92F28CE14844}">
  <ds:schemaRefs>
    <ds:schemaRef ds:uri="29987bf6-598b-4bea-b1ba-059a62b4ab71"/>
    <ds:schemaRef ds:uri="46d436c9-717c-46a7-b69e-155cb9fbc82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2B9093C-052E-4A0D-9F7E-80AE13FD2621}">
  <ds:schemaRefs>
    <ds:schemaRef ds:uri="29987bf6-598b-4bea-b1ba-059a62b4ab71"/>
    <ds:schemaRef ds:uri="46d436c9-717c-46a7-b69e-155cb9fbc82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PresentationFormat>Widescreen</PresentationFormat>
  <Paragraphs>37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Arial</vt:lpstr>
      <vt:lpstr>Graphik</vt:lpstr>
      <vt:lpstr>Roboto</vt:lpstr>
      <vt:lpstr>Simplon BP Bold</vt:lpstr>
      <vt:lpstr>Simplon BP Regular</vt:lpstr>
      <vt:lpstr>2_Tema do Office</vt:lpstr>
      <vt:lpstr>3_Tema do Office</vt:lpstr>
      <vt:lpstr>1_Titles</vt:lpstr>
      <vt:lpstr>2_Titles</vt:lpstr>
      <vt:lpstr>Slide do think-cell</vt:lpstr>
      <vt:lpstr>MACRO PLANO UNIFICADO MUDANÇA DE TRANSPORTADORA, NOVAS FAIXAS E PORTABILIDADE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Raissa De Mello Paes</dc:creator>
  <cp:lastModifiedBy>Alvim, Thiago</cp:lastModifiedBy>
  <cp:revision>2</cp:revision>
  <dcterms:modified xsi:type="dcterms:W3CDTF">2024-12-06T19:40:42Z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0x010100B2A1EC493E367844BCC7657148E6863F</vt:lpwstr>
  </property>
  <property fmtid="{D5CDD505-2E9C-101B-9397-08002B2CF9AE}" pid="3" name="MediaServiceImageTags">
    <vt:lpwstr/>
  </property>
</Properties>
</file>