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charts/chart3.xml" ContentType="application/vnd.openxmlformats-officedocument.drawingml.chart+xml"/>
  <Override PartName="/ppt/tags/tag43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6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charts/chart4.xml" ContentType="application/vnd.openxmlformats-officedocument.drawingml.chart+xml"/>
  <Override PartName="/ppt/tags/tag56.xml" ContentType="application/vnd.openxmlformats-officedocument.presentationml.tag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7.xml" ContentType="application/vnd.openxmlformats-officedocument.them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charts/chart5.xml" ContentType="application/vnd.openxmlformats-officedocument.drawingml.chart+xml"/>
  <Override PartName="/ppt/tags/tag69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8.xml" ContentType="application/vnd.openxmlformats-officedocument.them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charts/chart6.xml" ContentType="application/vnd.openxmlformats-officedocument.drawingml.chart+xml"/>
  <Override PartName="/ppt/tags/tag82.xml" ContentType="application/vnd.openxmlformats-officedocument.presentationml.tags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974" r:id="rId6"/>
    <p:sldMasterId id="2147483977" r:id="rId7"/>
    <p:sldMasterId id="2147483983" r:id="rId8"/>
    <p:sldMasterId id="2147483996" r:id="rId9"/>
    <p:sldMasterId id="2147484136" r:id="rId10"/>
    <p:sldMasterId id="2147484195" r:id="rId11"/>
  </p:sldMasterIdLst>
  <p:notesMasterIdLst>
    <p:notesMasterId r:id="rId13"/>
  </p:notesMasterIdLst>
  <p:sldIdLst>
    <p:sldId id="2147482631" r:id="rId12"/>
  </p:sldIdLst>
  <p:sldSz cx="12192000" cy="6858000"/>
  <p:notesSz cx="6858000" cy="9144000"/>
  <p:custDataLst>
    <p:tags r:id="rId1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1474826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009E12"/>
    <a:srgbClr val="3AA346"/>
    <a:srgbClr val="C3FFCA"/>
    <a:srgbClr val="009E0B"/>
    <a:srgbClr val="404040"/>
    <a:srgbClr val="00D318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D29EE-8E51-442F-9E77-BF6D2A2037F6}" v="118" dt="2024-08-28T13:27:29.049"/>
    <p1510:client id="{6BBA6170-3E6A-42FD-9FDC-A87E398C80DF}" v="567" dt="2024-08-28T13:31:11.60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1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10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9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chart" Target="../charts/char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2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2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chart" Target="../charts/chart2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7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9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2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4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3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5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6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6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5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39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38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40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9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41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chart" Target="../charts/chart3.xml"/><Relationship Id="rId2" Type="http://schemas.openxmlformats.org/officeDocument/2006/relationships/tags" Target="../tags/tag4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1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43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2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5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4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6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5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7.xml"/><Relationship Id="rId1" Type="http://schemas.openxmlformats.org/officeDocument/2006/relationships/vmlDrawing" Target="../drawings/vmlDrawing4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8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9.xml"/><Relationship Id="rId1" Type="http://schemas.openxmlformats.org/officeDocument/2006/relationships/vmlDrawing" Target="../drawings/vmlDrawing4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50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51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6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5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51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5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54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7" Type="http://schemas.openxmlformats.org/officeDocument/2006/relationships/chart" Target="../charts/chart4.xml"/><Relationship Id="rId2" Type="http://schemas.openxmlformats.org/officeDocument/2006/relationships/tags" Target="../tags/tag55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4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56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58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7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59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0.xml"/><Relationship Id="rId1" Type="http://schemas.openxmlformats.org/officeDocument/2006/relationships/vmlDrawing" Target="../drawings/vmlDrawing5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1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0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2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3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2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4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3.bin"/></Relationships>
</file>

<file path=ppt/slideLayouts/_rels/slideLayout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7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65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64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6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5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7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6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7" Type="http://schemas.openxmlformats.org/officeDocument/2006/relationships/chart" Target="../charts/chart5.xml"/><Relationship Id="rId2" Type="http://schemas.openxmlformats.org/officeDocument/2006/relationships/tags" Target="../tags/tag68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9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8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1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2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3.xml"/><Relationship Id="rId1" Type="http://schemas.openxmlformats.org/officeDocument/2006/relationships/vmlDrawing" Target="../drawings/vmlDrawing7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2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4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5.xml"/><Relationship Id="rId1" Type="http://schemas.openxmlformats.org/officeDocument/2006/relationships/vmlDrawing" Target="../drawings/vmlDrawing7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4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6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5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6.bin"/></Relationships>
</file>

<file path=ppt/slideLayouts/_rels/slideLayout6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8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78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77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9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8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80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9.bin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7" Type="http://schemas.openxmlformats.org/officeDocument/2006/relationships/chart" Target="../charts/chart6.xml"/><Relationship Id="rId2" Type="http://schemas.openxmlformats.org/officeDocument/2006/relationships/tags" Target="../tags/tag81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0.bin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82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Slide do think-cell" r:id="rId4" imgW="470" imgH="469" progId="TCLayout.ActiveDocument.1">
                  <p:embed/>
                </p:oleObj>
              </mc:Choice>
              <mc:Fallback>
                <p:oleObj name="Slide do think-cell" r:id="rId4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290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749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4948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6616285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0515821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908132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4641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82128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54412612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712606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9414098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711756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0639061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567481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3940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3566111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9973174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57692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30824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5958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289989702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4468712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89934028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/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998910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0965650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33273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7214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4486658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2001961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675229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30682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4005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390026821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1001141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95819102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527161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4831865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976470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9674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3906229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45362990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241706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37018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26186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875292368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2462963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03262860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/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526586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86172453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8990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vmlDrawing" Target="../drawings/vmlDrawing14.v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4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6.v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6.bin"/><Relationship Id="rId4" Type="http://schemas.openxmlformats.org/officeDocument/2006/relationships/tags" Target="../tags/tag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8.v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8.bin"/><Relationship Id="rId4" Type="http://schemas.openxmlformats.org/officeDocument/2006/relationships/tags" Target="../tags/tag2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7.xml"/><Relationship Id="rId16" Type="http://schemas.openxmlformats.org/officeDocument/2006/relationships/oleObject" Target="../embeddings/oleObject30.bin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ags" Target="../tags/tag31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vmlDrawing" Target="../drawings/vmlDrawing30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9.xml"/><Relationship Id="rId16" Type="http://schemas.openxmlformats.org/officeDocument/2006/relationships/oleObject" Target="../embeddings/oleObject43.bin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tags" Target="../tags/tag44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vmlDrawing" Target="../drawings/vmlDrawing43.v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51.xml"/><Relationship Id="rId16" Type="http://schemas.openxmlformats.org/officeDocument/2006/relationships/oleObject" Target="../embeddings/oleObject56.bin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vmlDrawing" Target="../drawings/vmlDrawing56.v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63.xml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tags" Target="../tags/tag70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vmlDrawing" Target="../drawings/vmlDrawing69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Slide do think-cell" r:id="rId5" imgW="395" imgH="394" progId="TCLayout.ActiveDocument.1">
                  <p:embed/>
                </p:oleObj>
              </mc:Choice>
              <mc:Fallback>
                <p:oleObj name="Slide do think-cell" r:id="rId5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level</a:t>
            </a:r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1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level</a:t>
            </a:r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2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9336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06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9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983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37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48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169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11009745" y="0"/>
            <a:ext cx="1139809" cy="1311564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</a:t>
            </a:fld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8" y="137114"/>
            <a:ext cx="11050731" cy="65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153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XTBOX" val="ANTIG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4.xml><?xml version="1.0" encoding="utf-8"?>
<a:theme xmlns:a="http://schemas.openxmlformats.org/drawingml/2006/main" name="2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5.xml><?xml version="1.0" encoding="utf-8"?>
<a:theme xmlns:a="http://schemas.openxmlformats.org/drawingml/2006/main" name="4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 dirty="0" err="1" smtClean="0">
            <a:ln>
              <a:noFill/>
            </a:ln>
            <a:solidFill>
              <a:schemeClr val="accent6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7.xml><?xml version="1.0" encoding="utf-8"?>
<a:theme xmlns:a="http://schemas.openxmlformats.org/drawingml/2006/main" name="7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8.xml><?xml version="1.0" encoding="utf-8"?>
<a:theme xmlns:a="http://schemas.openxmlformats.org/drawingml/2006/main" name="8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 dirty="0" err="1" smtClean="0">
            <a:ln>
              <a:noFill/>
            </a:ln>
            <a:solidFill>
              <a:schemeClr val="accent6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9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83A58A977E974E9D65629403C8A9DA" ma:contentTypeVersion="17" ma:contentTypeDescription="Create a new document." ma:contentTypeScope="" ma:versionID="1361178316abdc13281b9cfed6990387">
  <xsd:schema xmlns:xsd="http://www.w3.org/2001/XMLSchema" xmlns:xs="http://www.w3.org/2001/XMLSchema" xmlns:p="http://schemas.microsoft.com/office/2006/metadata/properties" xmlns:ns3="62fdedfc-624a-4a6f-aa91-51a8d2d6bcff" xmlns:ns4="36be2f09-2064-4b5c-aa25-2937ed2623b5" targetNamespace="http://schemas.microsoft.com/office/2006/metadata/properties" ma:root="true" ma:fieldsID="aca7487f1cbff82f14c018faa280aa3a" ns3:_="" ns4:_="">
    <xsd:import namespace="62fdedfc-624a-4a6f-aa91-51a8d2d6bcff"/>
    <xsd:import namespace="36be2f09-2064-4b5c-aa25-2937ed2623b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fdedfc-624a-4a6f-aa91-51a8d2d6bc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e2f09-2064-4b5c-aa25-2937ed2623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be2f09-2064-4b5c-aa25-2937ed2623b5" xsi:nil="true"/>
  </documentManagement>
</p:properties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300BA7-4BD8-4FF7-B8EC-86DA7F3DB525}">
  <ds:schemaRefs>
    <ds:schemaRef ds:uri="36be2f09-2064-4b5c-aa25-2937ed2623b5"/>
    <ds:schemaRef ds:uri="62fdedfc-624a-4a6f-aa91-51a8d2d6bc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62fdedfc-624a-4a6f-aa91-51a8d2d6bcff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36be2f09-2064-4b5c-aa25-2937ed2623b5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8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</vt:i4>
      </vt:variant>
    </vt:vector>
  </HeadingPairs>
  <TitlesOfParts>
    <vt:vector size="17" baseType="lpstr">
      <vt:lpstr>Arial</vt:lpstr>
      <vt:lpstr>Graphik</vt:lpstr>
      <vt:lpstr>Roboto</vt:lpstr>
      <vt:lpstr>Simplon BP</vt:lpstr>
      <vt:lpstr>Simplon BP Bold</vt:lpstr>
      <vt:lpstr>Simplon BP Regular</vt:lpstr>
      <vt:lpstr>2_Tema do Office</vt:lpstr>
      <vt:lpstr>3_Tema do Office</vt:lpstr>
      <vt:lpstr>1_Titles</vt:lpstr>
      <vt:lpstr>2_Titles</vt:lpstr>
      <vt:lpstr>4_Tema do Office</vt:lpstr>
      <vt:lpstr>5_Tema do Office</vt:lpstr>
      <vt:lpstr>7_Tema do Office</vt:lpstr>
      <vt:lpstr>8_Tema do Office</vt:lpstr>
      <vt:lpstr>Slide do think-cell</vt:lpstr>
      <vt:lpstr>think-cell Slide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Vivian Aparecida De Jesus</cp:lastModifiedBy>
  <cp:revision>3</cp:revision>
  <dcterms:modified xsi:type="dcterms:W3CDTF">2024-08-28T22:33:15Z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0x0101006583A58A977E974E9D65629403C8A9DA</vt:lpwstr>
  </property>
  <property fmtid="{D5CDD505-2E9C-101B-9397-08002B2CF9AE}" pid="3" name="MediaServiceImageTags">
    <vt:lpwstr/>
  </property>
</Properties>
</file>