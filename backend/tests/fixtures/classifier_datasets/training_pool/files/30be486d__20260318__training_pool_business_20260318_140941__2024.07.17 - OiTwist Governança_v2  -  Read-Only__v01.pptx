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charts/chart1.xml" ContentType="application/vnd.openxmlformats-officedocument.drawingml.chart+xml"/>
  <Override PartName="/ppt/tags/tag14.xml" ContentType="application/vnd.openxmlformats-officedocument.presentationml.tags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charts/chart2.xml" ContentType="application/vnd.openxmlformats-officedocument.drawingml.chart+xml"/>
  <Override PartName="/ppt/tags/tag26.xml" ContentType="application/vnd.openxmlformats-officedocument.presentationml.tags+xml"/>
  <Override PartName="/ppt/slideLayouts/slideLayout24.xml" ContentType="application/vnd.openxmlformats-officedocument.presentationml.slideLayout+xml"/>
  <Override PartName="/ppt/theme/theme3.xml" ContentType="application/vnd.openxmlformats-officedocument.theme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slideLayouts/slideLayout25.xml" ContentType="application/vnd.openxmlformats-officedocument.presentationml.slideLayout+xml"/>
  <Override PartName="/ppt/theme/theme4.xml" ContentType="application/vnd.openxmlformats-officedocument.theme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slideLayouts/slideLayout26.xml" ContentType="application/vnd.openxmlformats-officedocument.presentationml.slideLayout+xml"/>
  <Override PartName="/ppt/theme/theme5.xml" ContentType="application/vnd.openxmlformats-officedocument.theme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heme/theme6.xml" ContentType="application/vnd.openxmlformats-officedocument.theme+xml"/>
  <Override PartName="/ppt/tags/tag33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tags/tag36.xml" ContentType="application/vnd.openxmlformats-officedocument.presentationml.tags+xml"/>
  <Override PartName="/ppt/notesSlides/notesSlide5.xml" ContentType="application/vnd.openxmlformats-officedocument.presentationml.notesSlide+xml"/>
  <Override PartName="/ppt/tags/tag37.xml" ContentType="application/vnd.openxmlformats-officedocument.presentationml.tags+xml"/>
  <Override PartName="/ppt/notesSlides/notesSlide6.xml" ContentType="application/vnd.openxmlformats-officedocument.presentationml.notesSlide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notesSlides/notesSlide7.xml" ContentType="application/vnd.openxmlformats-officedocument.presentationml.notesSlide+xml"/>
  <Override PartName="/ppt/tags/tag46.xml" ContentType="application/vnd.openxmlformats-officedocument.presentationml.tags+xml"/>
  <Override PartName="/ppt/notesSlides/notesSlide8.xml" ContentType="application/vnd.openxmlformats-officedocument.presentationml.notesSlide+xml"/>
  <Override PartName="/ppt/tags/tag47.xml" ContentType="application/vnd.openxmlformats-officedocument.presentationml.tags+xml"/>
  <Override PartName="/ppt/notesSlides/notesSlide9.xml" ContentType="application/vnd.openxmlformats-officedocument.presentationml.notesSlide+xml"/>
  <Override PartName="/ppt/tags/tag48.xml" ContentType="application/vnd.openxmlformats-officedocument.presentationml.tags+xml"/>
  <Override PartName="/ppt/notesSlides/notesSlide10.xml" ContentType="application/vnd.openxmlformats-officedocument.presentationml.notesSlide+xml"/>
  <Override PartName="/ppt/tags/tag49.xml" ContentType="application/vnd.openxmlformats-officedocument.presentationml.tags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751" r:id="rId4"/>
    <p:sldMasterId id="2147483800" r:id="rId5"/>
    <p:sldMasterId id="2147483974" r:id="rId6"/>
    <p:sldMasterId id="2147483977" r:id="rId7"/>
    <p:sldMasterId id="2147483980" r:id="rId8"/>
  </p:sldMasterIdLst>
  <p:notesMasterIdLst>
    <p:notesMasterId r:id="rId30"/>
  </p:notesMasterIdLst>
  <p:sldIdLst>
    <p:sldId id="293" r:id="rId9"/>
    <p:sldId id="6179" r:id="rId10"/>
    <p:sldId id="6177" r:id="rId11"/>
    <p:sldId id="6164" r:id="rId12"/>
    <p:sldId id="429" r:id="rId13"/>
    <p:sldId id="431" r:id="rId14"/>
    <p:sldId id="2147482605" r:id="rId15"/>
    <p:sldId id="6170" r:id="rId16"/>
    <p:sldId id="2147482598" r:id="rId17"/>
    <p:sldId id="2147482606" r:id="rId18"/>
    <p:sldId id="2147482607" r:id="rId19"/>
    <p:sldId id="2147482608" r:id="rId20"/>
    <p:sldId id="2147482609" r:id="rId21"/>
    <p:sldId id="2147482610" r:id="rId22"/>
    <p:sldId id="2147482611" r:id="rId23"/>
    <p:sldId id="6199" r:id="rId24"/>
    <p:sldId id="6196" r:id="rId25"/>
    <p:sldId id="6197" r:id="rId26"/>
    <p:sldId id="6198" r:id="rId27"/>
    <p:sldId id="6195" r:id="rId28"/>
    <p:sldId id="6128" r:id="rId29"/>
  </p:sldIdLst>
  <p:sldSz cx="12192000" cy="6858000"/>
  <p:notesSz cx="6858000" cy="9144000"/>
  <p:custDataLst>
    <p:tags r:id="rId31"/>
  </p:custDataLst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chemeClr val="accent1"/>
        </a:solidFill>
        <a:effectLst/>
        <a:uFillTx/>
        <a:latin typeface="+mj-lt"/>
        <a:ea typeface="+mj-ea"/>
        <a:cs typeface="+mj-cs"/>
        <a:sym typeface="Simplon BP Regular"/>
      </a:defRPr>
    </a:lvl1pPr>
    <a:lvl2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chemeClr val="accent1"/>
        </a:solidFill>
        <a:effectLst/>
        <a:uFillTx/>
        <a:latin typeface="+mj-lt"/>
        <a:ea typeface="+mj-ea"/>
        <a:cs typeface="+mj-cs"/>
        <a:sym typeface="Simplon BP Regular"/>
      </a:defRPr>
    </a:lvl2pPr>
    <a:lvl3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chemeClr val="accent1"/>
        </a:solidFill>
        <a:effectLst/>
        <a:uFillTx/>
        <a:latin typeface="+mj-lt"/>
        <a:ea typeface="+mj-ea"/>
        <a:cs typeface="+mj-cs"/>
        <a:sym typeface="Simplon BP Regular"/>
      </a:defRPr>
    </a:lvl3pPr>
    <a:lvl4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chemeClr val="accent1"/>
        </a:solidFill>
        <a:effectLst/>
        <a:uFillTx/>
        <a:latin typeface="+mj-lt"/>
        <a:ea typeface="+mj-ea"/>
        <a:cs typeface="+mj-cs"/>
        <a:sym typeface="Simplon BP Regular"/>
      </a:defRPr>
    </a:lvl4pPr>
    <a:lvl5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chemeClr val="accent1"/>
        </a:solidFill>
        <a:effectLst/>
        <a:uFillTx/>
        <a:latin typeface="+mj-lt"/>
        <a:ea typeface="+mj-ea"/>
        <a:cs typeface="+mj-cs"/>
        <a:sym typeface="Simplon BP Regular"/>
      </a:defRPr>
    </a:lvl5pPr>
    <a:lvl6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chemeClr val="accent1"/>
        </a:solidFill>
        <a:effectLst/>
        <a:uFillTx/>
        <a:latin typeface="+mj-lt"/>
        <a:ea typeface="+mj-ea"/>
        <a:cs typeface="+mj-cs"/>
        <a:sym typeface="Simplon BP Regular"/>
      </a:defRPr>
    </a:lvl6pPr>
    <a:lvl7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chemeClr val="accent1"/>
        </a:solidFill>
        <a:effectLst/>
        <a:uFillTx/>
        <a:latin typeface="+mj-lt"/>
        <a:ea typeface="+mj-ea"/>
        <a:cs typeface="+mj-cs"/>
        <a:sym typeface="Simplon BP Regular"/>
      </a:defRPr>
    </a:lvl7pPr>
    <a:lvl8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chemeClr val="accent1"/>
        </a:solidFill>
        <a:effectLst/>
        <a:uFillTx/>
        <a:latin typeface="+mj-lt"/>
        <a:ea typeface="+mj-ea"/>
        <a:cs typeface="+mj-cs"/>
        <a:sym typeface="Simplon BP Regular"/>
      </a:defRPr>
    </a:lvl8pPr>
    <a:lvl9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chemeClr val="accent1"/>
        </a:solidFill>
        <a:effectLst/>
        <a:uFillTx/>
        <a:latin typeface="+mj-lt"/>
        <a:ea typeface="+mj-ea"/>
        <a:cs typeface="+mj-cs"/>
        <a:sym typeface="Simplon BP Regular"/>
      </a:defRPr>
    </a:lvl9pPr>
  </p:defaultTextStyle>
  <p:extLst>
    <p:ext uri="{521415D9-36F7-43E2-AB2F-B90AF26B5E84}">
      <p14:sectionLst xmlns:p14="http://schemas.microsoft.com/office/powerpoint/2010/main">
        <p14:section name="Seção Padrão" id="{E2FD906F-F81E-4346-8F91-A19CEB2BE249}">
          <p14:sldIdLst>
            <p14:sldId id="293"/>
            <p14:sldId id="6179"/>
            <p14:sldId id="6177"/>
            <p14:sldId id="6164"/>
            <p14:sldId id="429"/>
            <p14:sldId id="431"/>
            <p14:sldId id="2147482605"/>
            <p14:sldId id="6170"/>
            <p14:sldId id="2147482598"/>
            <p14:sldId id="2147482606"/>
            <p14:sldId id="2147482607"/>
            <p14:sldId id="2147482608"/>
            <p14:sldId id="2147482609"/>
            <p14:sldId id="2147482610"/>
            <p14:sldId id="2147482611"/>
            <p14:sldId id="6199"/>
            <p14:sldId id="6196"/>
            <p14:sldId id="6197"/>
            <p14:sldId id="6198"/>
            <p14:sldId id="6195"/>
            <p14:sldId id="612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760D"/>
    <a:srgbClr val="6FAE47"/>
    <a:srgbClr val="D9D9D9"/>
    <a:srgbClr val="F2F2F2"/>
    <a:srgbClr val="F4F4F4"/>
    <a:srgbClr val="9900FF"/>
    <a:srgbClr val="9900CC"/>
    <a:srgbClr val="009E12"/>
    <a:srgbClr val="00D318"/>
    <a:srgbClr val="53535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chemeClr val="accent3">
              <a:lumOff val="44000"/>
            </a:schemeClr>
          </a:solidFill>
        </a:fill>
      </a:tcStyle>
    </a:band2H>
    <a:firstCo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Col>
    <a:lastRow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ajor">
          <a:schemeClr val="accent1"/>
        </a:fontRef>
        <a:schemeClr val="accent1"/>
      </a:tcTxStyle>
      <a:tcStyle>
        <a:tcBdr>
          <a:left>
            <a:ln w="12700" cap="flat">
              <a:solidFill>
                <a:schemeClr val="accent2"/>
              </a:solidFill>
              <a:prstDash val="solid"/>
              <a:round/>
            </a:ln>
          </a:left>
          <a:right>
            <a:ln w="12700" cap="flat">
              <a:solidFill>
                <a:schemeClr val="accent2"/>
              </a:solidFill>
              <a:prstDash val="solid"/>
              <a:round/>
            </a:ln>
          </a:right>
          <a:top>
            <a:ln w="12700" cap="flat">
              <a:solidFill>
                <a:schemeClr val="accent2"/>
              </a:solidFill>
              <a:prstDash val="solid"/>
              <a:round/>
            </a:ln>
          </a:top>
          <a:bottom>
            <a:ln w="12700" cap="flat">
              <a:solidFill>
                <a:schemeClr val="accent2"/>
              </a:solidFill>
              <a:prstDash val="solid"/>
              <a:round/>
            </a:ln>
          </a:bottom>
          <a:insideH>
            <a:ln w="12700" cap="flat">
              <a:solidFill>
                <a:schemeClr val="accent2"/>
              </a:solidFill>
              <a:prstDash val="solid"/>
              <a:round/>
            </a:ln>
          </a:insideH>
          <a:insideV>
            <a:ln w="12700" cap="flat">
              <a:solidFill>
                <a:schemeClr val="accent2"/>
              </a:solidFill>
              <a:prstDash val="solid"/>
              <a:round/>
            </a:ln>
          </a:insideV>
        </a:tcBdr>
        <a:fill>
          <a:solidFill>
            <a:srgbClr val="CAEFCB"/>
          </a:solidFill>
        </a:fill>
      </a:tcStyle>
    </a:wholeTbl>
    <a:band2H>
      <a:tcTxStyle/>
      <a:tcStyle>
        <a:tcBdr/>
        <a:fill>
          <a:solidFill>
            <a:srgbClr val="E6F7E7"/>
          </a:solidFill>
        </a:fill>
      </a:tcStyle>
    </a:band2H>
    <a:firstCol>
      <a:tcTxStyle b="on" i="off">
        <a:font>
          <a:latin typeface="Simplon BP Bold"/>
          <a:ea typeface="Simplon BP Bold"/>
          <a:cs typeface="Simplon BP Bold"/>
        </a:font>
        <a:schemeClr val="accent2"/>
      </a:tcTxStyle>
      <a:tcStyle>
        <a:tcBdr>
          <a:left>
            <a:ln w="12700" cap="flat">
              <a:solidFill>
                <a:schemeClr val="accent2"/>
              </a:solidFill>
              <a:prstDash val="solid"/>
              <a:round/>
            </a:ln>
          </a:left>
          <a:right>
            <a:ln w="12700" cap="flat">
              <a:solidFill>
                <a:schemeClr val="accent2"/>
              </a:solidFill>
              <a:prstDash val="solid"/>
              <a:round/>
            </a:ln>
          </a:right>
          <a:top>
            <a:ln w="12700" cap="flat">
              <a:solidFill>
                <a:schemeClr val="accent2"/>
              </a:solidFill>
              <a:prstDash val="solid"/>
              <a:round/>
            </a:ln>
          </a:top>
          <a:bottom>
            <a:ln w="12700" cap="flat">
              <a:solidFill>
                <a:schemeClr val="accent2"/>
              </a:solidFill>
              <a:prstDash val="solid"/>
              <a:round/>
            </a:ln>
          </a:bottom>
          <a:insideH>
            <a:ln w="12700" cap="flat">
              <a:solidFill>
                <a:schemeClr val="accent2"/>
              </a:solidFill>
              <a:prstDash val="solid"/>
              <a:round/>
            </a:ln>
          </a:insideH>
          <a:insideV>
            <a:ln w="12700" cap="flat">
              <a:solidFill>
                <a:schemeClr val="accent2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Simplon BP Bold"/>
          <a:ea typeface="Simplon BP Bold"/>
          <a:cs typeface="Simplon BP Bold"/>
        </a:font>
        <a:schemeClr val="accent2"/>
      </a:tcTxStyle>
      <a:tcStyle>
        <a:tcBdr>
          <a:left>
            <a:ln w="12700" cap="flat">
              <a:solidFill>
                <a:schemeClr val="accent2"/>
              </a:solidFill>
              <a:prstDash val="solid"/>
              <a:round/>
            </a:ln>
          </a:left>
          <a:right>
            <a:ln w="12700" cap="flat">
              <a:solidFill>
                <a:schemeClr val="accent2"/>
              </a:solidFill>
              <a:prstDash val="solid"/>
              <a:round/>
            </a:ln>
          </a:right>
          <a:top>
            <a:ln w="38100" cap="flat">
              <a:solidFill>
                <a:schemeClr val="accent2"/>
              </a:solidFill>
              <a:prstDash val="solid"/>
              <a:round/>
            </a:ln>
          </a:top>
          <a:bottom>
            <a:ln w="12700" cap="flat">
              <a:solidFill>
                <a:schemeClr val="accent2"/>
              </a:solidFill>
              <a:prstDash val="solid"/>
              <a:round/>
            </a:ln>
          </a:bottom>
          <a:insideH>
            <a:ln w="12700" cap="flat">
              <a:solidFill>
                <a:schemeClr val="accent2"/>
              </a:solidFill>
              <a:prstDash val="solid"/>
              <a:round/>
            </a:ln>
          </a:insideH>
          <a:insideV>
            <a:ln w="12700" cap="flat">
              <a:solidFill>
                <a:schemeClr val="accent2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>
          <a:latin typeface="Simplon BP Bold"/>
          <a:ea typeface="Simplon BP Bold"/>
          <a:cs typeface="Simplon BP Bold"/>
        </a:font>
        <a:schemeClr val="accent2"/>
      </a:tcTxStyle>
      <a:tcStyle>
        <a:tcBdr>
          <a:left>
            <a:ln w="12700" cap="flat">
              <a:solidFill>
                <a:schemeClr val="accent2"/>
              </a:solidFill>
              <a:prstDash val="solid"/>
              <a:round/>
            </a:ln>
          </a:left>
          <a:right>
            <a:ln w="12700" cap="flat">
              <a:solidFill>
                <a:schemeClr val="accent2"/>
              </a:solidFill>
              <a:prstDash val="solid"/>
              <a:round/>
            </a:ln>
          </a:right>
          <a:top>
            <a:ln w="12700" cap="flat">
              <a:solidFill>
                <a:schemeClr val="accent2"/>
              </a:solidFill>
              <a:prstDash val="solid"/>
              <a:round/>
            </a:ln>
          </a:top>
          <a:bottom>
            <a:ln w="38100" cap="flat">
              <a:solidFill>
                <a:schemeClr val="accent2"/>
              </a:solidFill>
              <a:prstDash val="solid"/>
              <a:round/>
            </a:ln>
          </a:bottom>
          <a:insideH>
            <a:ln w="12700" cap="flat">
              <a:solidFill>
                <a:schemeClr val="accent2"/>
              </a:solidFill>
              <a:prstDash val="solid"/>
              <a:round/>
            </a:ln>
          </a:insideH>
          <a:insideV>
            <a:ln w="12700" cap="flat">
              <a:solidFill>
                <a:schemeClr val="accent2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chemeClr val="accent1"/>
        </a:fontRef>
        <a:schemeClr val="accent1"/>
      </a:tcTxStyle>
      <a:tcStyle>
        <a:tcBdr>
          <a:left>
            <a:ln w="12700" cap="flat">
              <a:solidFill>
                <a:schemeClr val="accent2"/>
              </a:solidFill>
              <a:prstDash val="solid"/>
              <a:round/>
            </a:ln>
          </a:left>
          <a:right>
            <a:ln w="12700" cap="flat">
              <a:solidFill>
                <a:schemeClr val="accent2"/>
              </a:solidFill>
              <a:prstDash val="solid"/>
              <a:round/>
            </a:ln>
          </a:right>
          <a:top>
            <a:ln w="12700" cap="flat">
              <a:solidFill>
                <a:schemeClr val="accent2"/>
              </a:solidFill>
              <a:prstDash val="solid"/>
              <a:round/>
            </a:ln>
          </a:top>
          <a:bottom>
            <a:ln w="12700" cap="flat">
              <a:solidFill>
                <a:schemeClr val="accent2"/>
              </a:solidFill>
              <a:prstDash val="solid"/>
              <a:round/>
            </a:ln>
          </a:bottom>
          <a:insideH>
            <a:ln w="12700" cap="flat">
              <a:solidFill>
                <a:schemeClr val="accent2"/>
              </a:solidFill>
              <a:prstDash val="solid"/>
              <a:round/>
            </a:ln>
          </a:insideH>
          <a:insideV>
            <a:ln w="12700" cap="flat">
              <a:solidFill>
                <a:schemeClr val="accent2"/>
              </a:solidFill>
              <a:prstDash val="solid"/>
              <a:round/>
            </a:ln>
          </a:insideV>
        </a:tcBdr>
        <a:fill>
          <a:solidFill>
            <a:schemeClr val="accent3">
              <a:lumOff val="44000"/>
            </a:schemeClr>
          </a:solidFill>
        </a:fill>
      </a:tcStyle>
    </a:wholeTbl>
    <a:band2H>
      <a:tcTxStyle/>
      <a:tcStyle>
        <a:tcBdr/>
        <a:fill>
          <a:solidFill>
            <a:schemeClr val="accent3">
              <a:lumOff val="44000"/>
            </a:schemeClr>
          </a:solidFill>
        </a:fill>
      </a:tcStyle>
    </a:band2H>
    <a:firstCol>
      <a:tcTxStyle b="on" i="off">
        <a:font>
          <a:latin typeface="Simplon BP Bold"/>
          <a:ea typeface="Simplon BP Bold"/>
          <a:cs typeface="Simplon BP Bold"/>
        </a:font>
        <a:schemeClr val="accent2"/>
      </a:tcTxStyle>
      <a:tcStyle>
        <a:tcBdr>
          <a:left>
            <a:ln w="12700" cap="flat">
              <a:solidFill>
                <a:schemeClr val="accent2"/>
              </a:solidFill>
              <a:prstDash val="solid"/>
              <a:round/>
            </a:ln>
          </a:left>
          <a:right>
            <a:ln w="12700" cap="flat">
              <a:solidFill>
                <a:schemeClr val="accent2"/>
              </a:solidFill>
              <a:prstDash val="solid"/>
              <a:round/>
            </a:ln>
          </a:right>
          <a:top>
            <a:ln w="12700" cap="flat">
              <a:solidFill>
                <a:schemeClr val="accent2"/>
              </a:solidFill>
              <a:prstDash val="solid"/>
              <a:round/>
            </a:ln>
          </a:top>
          <a:bottom>
            <a:ln w="12700" cap="flat">
              <a:solidFill>
                <a:schemeClr val="accent2"/>
              </a:solidFill>
              <a:prstDash val="solid"/>
              <a:round/>
            </a:ln>
          </a:bottom>
          <a:insideH>
            <a:ln w="12700" cap="flat">
              <a:solidFill>
                <a:schemeClr val="accent2"/>
              </a:solidFill>
              <a:prstDash val="solid"/>
              <a:round/>
            </a:ln>
          </a:insideH>
          <a:insideV>
            <a:ln w="12700" cap="flat">
              <a:solidFill>
                <a:schemeClr val="accent2"/>
              </a:solidFill>
              <a:prstDash val="solid"/>
              <a:round/>
            </a:ln>
          </a:insideV>
        </a:tcBdr>
        <a:fill>
          <a:solidFill>
            <a:schemeClr val="accent3">
              <a:lumOff val="44000"/>
            </a:schemeClr>
          </a:solidFill>
        </a:fill>
      </a:tcStyle>
    </a:firstCol>
    <a:lastRow>
      <a:tcTxStyle b="on" i="off">
        <a:font>
          <a:latin typeface="Simplon BP Bold"/>
          <a:ea typeface="Simplon BP Bold"/>
          <a:cs typeface="Simplon BP Bold"/>
        </a:font>
        <a:schemeClr val="accent2"/>
      </a:tcTxStyle>
      <a:tcStyle>
        <a:tcBdr>
          <a:left>
            <a:ln w="12700" cap="flat">
              <a:solidFill>
                <a:schemeClr val="accent2"/>
              </a:solidFill>
              <a:prstDash val="solid"/>
              <a:round/>
            </a:ln>
          </a:left>
          <a:right>
            <a:ln w="12700" cap="flat">
              <a:solidFill>
                <a:schemeClr val="accent2"/>
              </a:solidFill>
              <a:prstDash val="solid"/>
              <a:round/>
            </a:ln>
          </a:right>
          <a:top>
            <a:ln w="38100" cap="flat">
              <a:solidFill>
                <a:schemeClr val="accent2"/>
              </a:solidFill>
              <a:prstDash val="solid"/>
              <a:round/>
            </a:ln>
          </a:top>
          <a:bottom>
            <a:ln w="12700" cap="flat">
              <a:solidFill>
                <a:schemeClr val="accent2"/>
              </a:solidFill>
              <a:prstDash val="solid"/>
              <a:round/>
            </a:ln>
          </a:bottom>
          <a:insideH>
            <a:ln w="12700" cap="flat">
              <a:solidFill>
                <a:schemeClr val="accent2"/>
              </a:solidFill>
              <a:prstDash val="solid"/>
              <a:round/>
            </a:ln>
          </a:insideH>
          <a:insideV>
            <a:ln w="12700" cap="flat">
              <a:solidFill>
                <a:schemeClr val="accent2"/>
              </a:solidFill>
              <a:prstDash val="solid"/>
              <a:round/>
            </a:ln>
          </a:insideV>
        </a:tcBdr>
        <a:fill>
          <a:solidFill>
            <a:schemeClr val="accent3">
              <a:lumOff val="44000"/>
            </a:schemeClr>
          </a:solidFill>
        </a:fill>
      </a:tcStyle>
    </a:lastRow>
    <a:firstRow>
      <a:tcTxStyle b="on" i="off">
        <a:font>
          <a:latin typeface="Simplon BP Bold"/>
          <a:ea typeface="Simplon BP Bold"/>
          <a:cs typeface="Simplon BP Bold"/>
        </a:font>
        <a:schemeClr val="accent2"/>
      </a:tcTxStyle>
      <a:tcStyle>
        <a:tcBdr>
          <a:left>
            <a:ln w="12700" cap="flat">
              <a:solidFill>
                <a:schemeClr val="accent2"/>
              </a:solidFill>
              <a:prstDash val="solid"/>
              <a:round/>
            </a:ln>
          </a:left>
          <a:right>
            <a:ln w="12700" cap="flat">
              <a:solidFill>
                <a:schemeClr val="accent2"/>
              </a:solidFill>
              <a:prstDash val="solid"/>
              <a:round/>
            </a:ln>
          </a:right>
          <a:top>
            <a:ln w="12700" cap="flat">
              <a:solidFill>
                <a:schemeClr val="accent2"/>
              </a:solidFill>
              <a:prstDash val="solid"/>
              <a:round/>
            </a:ln>
          </a:top>
          <a:bottom>
            <a:ln w="38100" cap="flat">
              <a:solidFill>
                <a:schemeClr val="accent2"/>
              </a:solidFill>
              <a:prstDash val="solid"/>
              <a:round/>
            </a:ln>
          </a:bottom>
          <a:insideH>
            <a:ln w="12700" cap="flat">
              <a:solidFill>
                <a:schemeClr val="accent2"/>
              </a:solidFill>
              <a:prstDash val="solid"/>
              <a:round/>
            </a:ln>
          </a:insideH>
          <a:insideV>
            <a:ln w="12700" cap="flat">
              <a:solidFill>
                <a:schemeClr val="accent2"/>
              </a:solidFill>
              <a:prstDash val="solid"/>
              <a:round/>
            </a:ln>
          </a:insideV>
        </a:tcBdr>
        <a:fill>
          <a:solidFill>
            <a:schemeClr val="accent3">
              <a:lumOff val="44000"/>
            </a:schemeClr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chemeClr val="accent1"/>
        </a:fontRef>
        <a:schemeClr val="accent1"/>
      </a:tcTxStyle>
      <a:tcStyle>
        <a:tcBdr>
          <a:left>
            <a:ln w="12700" cap="flat">
              <a:solidFill>
                <a:schemeClr val="accent2"/>
              </a:solidFill>
              <a:prstDash val="solid"/>
              <a:round/>
            </a:ln>
          </a:left>
          <a:right>
            <a:ln w="12700" cap="flat">
              <a:solidFill>
                <a:schemeClr val="accent2"/>
              </a:solidFill>
              <a:prstDash val="solid"/>
              <a:round/>
            </a:ln>
          </a:right>
          <a:top>
            <a:ln w="12700" cap="flat">
              <a:solidFill>
                <a:schemeClr val="accent2"/>
              </a:solidFill>
              <a:prstDash val="solid"/>
              <a:round/>
            </a:ln>
          </a:top>
          <a:bottom>
            <a:ln w="12700" cap="flat">
              <a:solidFill>
                <a:schemeClr val="accent2"/>
              </a:solidFill>
              <a:prstDash val="solid"/>
              <a:round/>
            </a:ln>
          </a:bottom>
          <a:insideH>
            <a:ln w="12700" cap="flat">
              <a:solidFill>
                <a:schemeClr val="accent2"/>
              </a:solidFill>
              <a:prstDash val="solid"/>
              <a:round/>
            </a:ln>
          </a:insideH>
          <a:insideV>
            <a:ln w="12700" cap="flat">
              <a:solidFill>
                <a:schemeClr val="accent2"/>
              </a:solidFill>
              <a:prstDash val="solid"/>
              <a:round/>
            </a:ln>
          </a:insideV>
        </a:tcBdr>
        <a:fill>
          <a:solidFill>
            <a:srgbClr val="CFCFCF"/>
          </a:solidFill>
        </a:fill>
      </a:tcStyle>
    </a:wholeTbl>
    <a:band2H>
      <a:tcTxStyle/>
      <a:tcStyle>
        <a:tcBdr/>
        <a:fill>
          <a:solidFill>
            <a:srgbClr val="E8E8E8"/>
          </a:solidFill>
        </a:fill>
      </a:tcStyle>
    </a:band2H>
    <a:firstCol>
      <a:tcTxStyle b="on" i="off">
        <a:font>
          <a:latin typeface="Simplon BP Bold"/>
          <a:ea typeface="Simplon BP Bold"/>
          <a:cs typeface="Simplon BP Bold"/>
        </a:font>
        <a:schemeClr val="accent2"/>
      </a:tcTxStyle>
      <a:tcStyle>
        <a:tcBdr>
          <a:left>
            <a:ln w="12700" cap="flat">
              <a:solidFill>
                <a:schemeClr val="accent2"/>
              </a:solidFill>
              <a:prstDash val="solid"/>
              <a:round/>
            </a:ln>
          </a:left>
          <a:right>
            <a:ln w="12700" cap="flat">
              <a:solidFill>
                <a:schemeClr val="accent2"/>
              </a:solidFill>
              <a:prstDash val="solid"/>
              <a:round/>
            </a:ln>
          </a:right>
          <a:top>
            <a:ln w="12700" cap="flat">
              <a:solidFill>
                <a:schemeClr val="accent2"/>
              </a:solidFill>
              <a:prstDash val="solid"/>
              <a:round/>
            </a:ln>
          </a:top>
          <a:bottom>
            <a:ln w="12700" cap="flat">
              <a:solidFill>
                <a:schemeClr val="accent2"/>
              </a:solidFill>
              <a:prstDash val="solid"/>
              <a:round/>
            </a:ln>
          </a:bottom>
          <a:insideH>
            <a:ln w="12700" cap="flat">
              <a:solidFill>
                <a:schemeClr val="accent2"/>
              </a:solidFill>
              <a:prstDash val="solid"/>
              <a:round/>
            </a:ln>
          </a:insideH>
          <a:insideV>
            <a:ln w="12700" cap="flat">
              <a:solidFill>
                <a:schemeClr val="accent2"/>
              </a:solidFill>
              <a:prstDash val="solid"/>
              <a:round/>
            </a:ln>
          </a:insideV>
        </a:tcBdr>
        <a:fill>
          <a:solidFill>
            <a:schemeClr val="accent2"/>
          </a:solidFill>
        </a:fill>
      </a:tcStyle>
    </a:firstCol>
    <a:lastRow>
      <a:tcTxStyle b="on" i="off">
        <a:font>
          <a:latin typeface="Simplon BP Bold"/>
          <a:ea typeface="Simplon BP Bold"/>
          <a:cs typeface="Simplon BP Bold"/>
        </a:font>
        <a:schemeClr val="accent2"/>
      </a:tcTxStyle>
      <a:tcStyle>
        <a:tcBdr>
          <a:left>
            <a:ln w="12700" cap="flat">
              <a:solidFill>
                <a:schemeClr val="accent2"/>
              </a:solidFill>
              <a:prstDash val="solid"/>
              <a:round/>
            </a:ln>
          </a:left>
          <a:right>
            <a:ln w="12700" cap="flat">
              <a:solidFill>
                <a:schemeClr val="accent2"/>
              </a:solidFill>
              <a:prstDash val="solid"/>
              <a:round/>
            </a:ln>
          </a:right>
          <a:top>
            <a:ln w="38100" cap="flat">
              <a:solidFill>
                <a:schemeClr val="accent2"/>
              </a:solidFill>
              <a:prstDash val="solid"/>
              <a:round/>
            </a:ln>
          </a:top>
          <a:bottom>
            <a:ln w="12700" cap="flat">
              <a:solidFill>
                <a:schemeClr val="accent2"/>
              </a:solidFill>
              <a:prstDash val="solid"/>
              <a:round/>
            </a:ln>
          </a:bottom>
          <a:insideH>
            <a:ln w="12700" cap="flat">
              <a:solidFill>
                <a:schemeClr val="accent2"/>
              </a:solidFill>
              <a:prstDash val="solid"/>
              <a:round/>
            </a:ln>
          </a:insideH>
          <a:insideV>
            <a:ln w="12700" cap="flat">
              <a:solidFill>
                <a:schemeClr val="accent2"/>
              </a:solidFill>
              <a:prstDash val="solid"/>
              <a:round/>
            </a:ln>
          </a:insideV>
        </a:tcBdr>
        <a:fill>
          <a:solidFill>
            <a:schemeClr val="accent2"/>
          </a:solidFill>
        </a:fill>
      </a:tcStyle>
    </a:lastRow>
    <a:firstRow>
      <a:tcTxStyle b="on" i="off">
        <a:font>
          <a:latin typeface="Simplon BP Bold"/>
          <a:ea typeface="Simplon BP Bold"/>
          <a:cs typeface="Simplon BP Bold"/>
        </a:font>
        <a:schemeClr val="accent2"/>
      </a:tcTxStyle>
      <a:tcStyle>
        <a:tcBdr>
          <a:left>
            <a:ln w="12700" cap="flat">
              <a:solidFill>
                <a:schemeClr val="accent2"/>
              </a:solidFill>
              <a:prstDash val="solid"/>
              <a:round/>
            </a:ln>
          </a:left>
          <a:right>
            <a:ln w="12700" cap="flat">
              <a:solidFill>
                <a:schemeClr val="accent2"/>
              </a:solidFill>
              <a:prstDash val="solid"/>
              <a:round/>
            </a:ln>
          </a:right>
          <a:top>
            <a:ln w="12700" cap="flat">
              <a:solidFill>
                <a:schemeClr val="accent2"/>
              </a:solidFill>
              <a:prstDash val="solid"/>
              <a:round/>
            </a:ln>
          </a:top>
          <a:bottom>
            <a:ln w="38100" cap="flat">
              <a:solidFill>
                <a:schemeClr val="accent2"/>
              </a:solidFill>
              <a:prstDash val="solid"/>
              <a:round/>
            </a:ln>
          </a:bottom>
          <a:insideH>
            <a:ln w="12700" cap="flat">
              <a:solidFill>
                <a:schemeClr val="accent2"/>
              </a:solidFill>
              <a:prstDash val="solid"/>
              <a:round/>
            </a:ln>
          </a:insideH>
          <a:insideV>
            <a:ln w="12700" cap="flat">
              <a:solidFill>
                <a:schemeClr val="accent2"/>
              </a:solidFill>
              <a:prstDash val="solid"/>
              <a:round/>
            </a:ln>
          </a:insideV>
        </a:tcBdr>
        <a:fill>
          <a:solidFill>
            <a:schemeClr val="accent2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chemeClr val="accent1"/>
        </a:fontRef>
        <a:schemeClr val="accent1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F7E7"/>
          </a:solidFill>
        </a:fill>
      </a:tcStyle>
    </a:wholeTbl>
    <a:band2H>
      <a:tcTxStyle/>
      <a:tcStyle>
        <a:tcBdr/>
        <a:fill>
          <a:solidFill>
            <a:schemeClr val="accent2"/>
          </a:solidFill>
        </a:fill>
      </a:tcStyle>
    </a:band2H>
    <a:firstCol>
      <a:tcTxStyle b="on" i="off">
        <a:font>
          <a:latin typeface="Simplon BP Bold"/>
          <a:ea typeface="Simplon BP Bold"/>
          <a:cs typeface="Simplon BP Bold"/>
        </a:font>
        <a:schemeClr val="accent2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Simplon BP Bold"/>
          <a:ea typeface="Simplon BP Bold"/>
          <a:cs typeface="Simplon BP Bold"/>
        </a:font>
        <a:schemeClr val="accent1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chemeClr val="accent1"/>
              </a:solidFill>
              <a:prstDash val="solid"/>
              <a:round/>
            </a:ln>
          </a:top>
          <a:bottom>
            <a:ln w="25400" cap="flat">
              <a:solidFill>
                <a:schemeClr val="accent1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2"/>
          </a:solidFill>
        </a:fill>
      </a:tcStyle>
    </a:lastRow>
    <a:firstRow>
      <a:tcTxStyle b="on" i="off">
        <a:font>
          <a:latin typeface="Simplon BP Bold"/>
          <a:ea typeface="Simplon BP Bold"/>
          <a:cs typeface="Simplon BP Bold"/>
        </a:font>
        <a:schemeClr val="accent2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chemeClr val="accent1"/>
              </a:solidFill>
              <a:prstDash val="solid"/>
              <a:round/>
            </a:ln>
          </a:top>
          <a:bottom>
            <a:ln w="25400" cap="flat">
              <a:solidFill>
                <a:schemeClr val="accent1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chemeClr val="accent1"/>
        </a:fontRef>
        <a:schemeClr val="accent1"/>
      </a:tcTxStyle>
      <a:tcStyle>
        <a:tcBdr>
          <a:left>
            <a:ln w="12700" cap="flat">
              <a:solidFill>
                <a:schemeClr val="accent2"/>
              </a:solidFill>
              <a:prstDash val="solid"/>
              <a:round/>
            </a:ln>
          </a:left>
          <a:right>
            <a:ln w="12700" cap="flat">
              <a:solidFill>
                <a:schemeClr val="accent2"/>
              </a:solidFill>
              <a:prstDash val="solid"/>
              <a:round/>
            </a:ln>
          </a:right>
          <a:top>
            <a:ln w="12700" cap="flat">
              <a:solidFill>
                <a:schemeClr val="accent2"/>
              </a:solidFill>
              <a:prstDash val="solid"/>
              <a:round/>
            </a:ln>
          </a:top>
          <a:bottom>
            <a:ln w="12700" cap="flat">
              <a:solidFill>
                <a:schemeClr val="accent2"/>
              </a:solidFill>
              <a:prstDash val="solid"/>
              <a:round/>
            </a:ln>
          </a:bottom>
          <a:insideH>
            <a:ln w="12700" cap="flat">
              <a:solidFill>
                <a:schemeClr val="accent2"/>
              </a:solidFill>
              <a:prstDash val="solid"/>
              <a:round/>
            </a:ln>
          </a:insideH>
          <a:insideV>
            <a:ln w="12700" cap="flat">
              <a:solidFill>
                <a:schemeClr val="accent2"/>
              </a:solidFill>
              <a:prstDash val="solid"/>
              <a:round/>
            </a:ln>
          </a:insideV>
        </a:tcBdr>
        <a:fill>
          <a:solidFill>
            <a:srgbClr val="CAEFCB"/>
          </a:solidFill>
        </a:fill>
      </a:tcStyle>
    </a:wholeTbl>
    <a:band2H>
      <a:tcTxStyle/>
      <a:tcStyle>
        <a:tcBdr/>
        <a:fill>
          <a:solidFill>
            <a:srgbClr val="E6F7E7"/>
          </a:solidFill>
        </a:fill>
      </a:tcStyle>
    </a:band2H>
    <a:firstCol>
      <a:tcTxStyle b="on" i="off">
        <a:font>
          <a:latin typeface="Simplon BP Bold"/>
          <a:ea typeface="Simplon BP Bold"/>
          <a:cs typeface="Simplon BP Bold"/>
        </a:font>
        <a:schemeClr val="accent2"/>
      </a:tcTxStyle>
      <a:tcStyle>
        <a:tcBdr>
          <a:left>
            <a:ln w="12700" cap="flat">
              <a:solidFill>
                <a:schemeClr val="accent2"/>
              </a:solidFill>
              <a:prstDash val="solid"/>
              <a:round/>
            </a:ln>
          </a:left>
          <a:right>
            <a:ln w="12700" cap="flat">
              <a:solidFill>
                <a:schemeClr val="accent2"/>
              </a:solidFill>
              <a:prstDash val="solid"/>
              <a:round/>
            </a:ln>
          </a:right>
          <a:top>
            <a:ln w="12700" cap="flat">
              <a:solidFill>
                <a:schemeClr val="accent2"/>
              </a:solidFill>
              <a:prstDash val="solid"/>
              <a:round/>
            </a:ln>
          </a:top>
          <a:bottom>
            <a:ln w="12700" cap="flat">
              <a:solidFill>
                <a:schemeClr val="accent2"/>
              </a:solidFill>
              <a:prstDash val="solid"/>
              <a:round/>
            </a:ln>
          </a:bottom>
          <a:insideH>
            <a:ln w="12700" cap="flat">
              <a:solidFill>
                <a:schemeClr val="accent2"/>
              </a:solidFill>
              <a:prstDash val="solid"/>
              <a:round/>
            </a:ln>
          </a:insideH>
          <a:insideV>
            <a:ln w="12700" cap="flat">
              <a:solidFill>
                <a:schemeClr val="accent2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Simplon BP Bold"/>
          <a:ea typeface="Simplon BP Bold"/>
          <a:cs typeface="Simplon BP Bold"/>
        </a:font>
        <a:schemeClr val="accent2"/>
      </a:tcTxStyle>
      <a:tcStyle>
        <a:tcBdr>
          <a:left>
            <a:ln w="12700" cap="flat">
              <a:solidFill>
                <a:schemeClr val="accent2"/>
              </a:solidFill>
              <a:prstDash val="solid"/>
              <a:round/>
            </a:ln>
          </a:left>
          <a:right>
            <a:ln w="12700" cap="flat">
              <a:solidFill>
                <a:schemeClr val="accent2"/>
              </a:solidFill>
              <a:prstDash val="solid"/>
              <a:round/>
            </a:ln>
          </a:right>
          <a:top>
            <a:ln w="38100" cap="flat">
              <a:solidFill>
                <a:schemeClr val="accent2"/>
              </a:solidFill>
              <a:prstDash val="solid"/>
              <a:round/>
            </a:ln>
          </a:top>
          <a:bottom>
            <a:ln w="12700" cap="flat">
              <a:solidFill>
                <a:schemeClr val="accent2"/>
              </a:solidFill>
              <a:prstDash val="solid"/>
              <a:round/>
            </a:ln>
          </a:bottom>
          <a:insideH>
            <a:ln w="12700" cap="flat">
              <a:solidFill>
                <a:schemeClr val="accent2"/>
              </a:solidFill>
              <a:prstDash val="solid"/>
              <a:round/>
            </a:ln>
          </a:insideH>
          <a:insideV>
            <a:ln w="12700" cap="flat">
              <a:solidFill>
                <a:schemeClr val="accent2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>
          <a:latin typeface="Simplon BP Bold"/>
          <a:ea typeface="Simplon BP Bold"/>
          <a:cs typeface="Simplon BP Bold"/>
        </a:font>
        <a:schemeClr val="accent2"/>
      </a:tcTxStyle>
      <a:tcStyle>
        <a:tcBdr>
          <a:left>
            <a:ln w="12700" cap="flat">
              <a:solidFill>
                <a:schemeClr val="accent2"/>
              </a:solidFill>
              <a:prstDash val="solid"/>
              <a:round/>
            </a:ln>
          </a:left>
          <a:right>
            <a:ln w="12700" cap="flat">
              <a:solidFill>
                <a:schemeClr val="accent2"/>
              </a:solidFill>
              <a:prstDash val="solid"/>
              <a:round/>
            </a:ln>
          </a:right>
          <a:top>
            <a:ln w="12700" cap="flat">
              <a:solidFill>
                <a:schemeClr val="accent2"/>
              </a:solidFill>
              <a:prstDash val="solid"/>
              <a:round/>
            </a:ln>
          </a:top>
          <a:bottom>
            <a:ln w="38100" cap="flat">
              <a:solidFill>
                <a:schemeClr val="accent2"/>
              </a:solidFill>
              <a:prstDash val="solid"/>
              <a:round/>
            </a:ln>
          </a:bottom>
          <a:insideH>
            <a:ln w="12700" cap="flat">
              <a:solidFill>
                <a:schemeClr val="accent2"/>
              </a:solidFill>
              <a:prstDash val="solid"/>
              <a:round/>
            </a:ln>
          </a:insideH>
          <a:insideV>
            <a:ln w="12700" cap="flat">
              <a:solidFill>
                <a:schemeClr val="accent2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5940675A-B579-460E-94D1-54222C63F5DA}" styleName="Nenhum Estilo, Grade de Tabe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9C7853C-536D-4A76-A0AE-DD22124D55A5}" styleName="Estilo com Tema 1 - Ênfase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912C8C85-51F0-491E-9774-3900AFEF0FD7}" styleName="Estilo Claro 2 - Ênfase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68D230F3-CF80-4859-8CE7-A43EE81993B5}" styleName="Estilo Claro 1 - Ênfase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319"/>
    <p:restoredTop sz="94771" autoAdjust="0"/>
  </p:normalViewPr>
  <p:slideViewPr>
    <p:cSldViewPr snapToGrid="0">
      <p:cViewPr varScale="1">
        <p:scale>
          <a:sx n="124" d="100"/>
          <a:sy n="124" d="100"/>
        </p:scale>
        <p:origin x="4848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5.xml"/><Relationship Id="rId18" Type="http://schemas.openxmlformats.org/officeDocument/2006/relationships/slide" Target="slides/slide10.xml"/><Relationship Id="rId26" Type="http://schemas.openxmlformats.org/officeDocument/2006/relationships/slide" Target="slides/slide18.xml"/><Relationship Id="rId3" Type="http://schemas.openxmlformats.org/officeDocument/2006/relationships/customXml" Target="../customXml/item3.xml"/><Relationship Id="rId21" Type="http://schemas.openxmlformats.org/officeDocument/2006/relationships/slide" Target="slides/slide13.xml"/><Relationship Id="rId34" Type="http://schemas.openxmlformats.org/officeDocument/2006/relationships/theme" Target="theme/theme1.xml"/><Relationship Id="rId7" Type="http://schemas.openxmlformats.org/officeDocument/2006/relationships/slideMaster" Target="slideMasters/slideMaster4.xml"/><Relationship Id="rId12" Type="http://schemas.openxmlformats.org/officeDocument/2006/relationships/slide" Target="slides/slide4.xml"/><Relationship Id="rId17" Type="http://schemas.openxmlformats.org/officeDocument/2006/relationships/slide" Target="slides/slide9.xml"/><Relationship Id="rId25" Type="http://schemas.openxmlformats.org/officeDocument/2006/relationships/slide" Target="slides/slide17.xml"/><Relationship Id="rId33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8.xml"/><Relationship Id="rId20" Type="http://schemas.openxmlformats.org/officeDocument/2006/relationships/slide" Target="slides/slide12.xml"/><Relationship Id="rId29" Type="http://schemas.openxmlformats.org/officeDocument/2006/relationships/slide" Target="slides/slide2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3.xml"/><Relationship Id="rId24" Type="http://schemas.openxmlformats.org/officeDocument/2006/relationships/slide" Target="slides/slide16.xml"/><Relationship Id="rId32" Type="http://schemas.openxmlformats.org/officeDocument/2006/relationships/presProps" Target="presProp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7.xml"/><Relationship Id="rId23" Type="http://schemas.openxmlformats.org/officeDocument/2006/relationships/slide" Target="slides/slide15.xml"/><Relationship Id="rId28" Type="http://schemas.openxmlformats.org/officeDocument/2006/relationships/slide" Target="slides/slide20.xml"/><Relationship Id="rId10" Type="http://schemas.openxmlformats.org/officeDocument/2006/relationships/slide" Target="slides/slide2.xml"/><Relationship Id="rId19" Type="http://schemas.openxmlformats.org/officeDocument/2006/relationships/slide" Target="slides/slide11.xml"/><Relationship Id="rId31" Type="http://schemas.openxmlformats.org/officeDocument/2006/relationships/tags" Target="tags/tag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1.xml"/><Relationship Id="rId14" Type="http://schemas.openxmlformats.org/officeDocument/2006/relationships/slide" Target="slides/slide6.xml"/><Relationship Id="rId22" Type="http://schemas.openxmlformats.org/officeDocument/2006/relationships/slide" Target="slides/slide14.xml"/><Relationship Id="rId27" Type="http://schemas.openxmlformats.org/officeDocument/2006/relationships/slide" Target="slides/slide19.xml"/><Relationship Id="rId30" Type="http://schemas.openxmlformats.org/officeDocument/2006/relationships/notesMaster" Target="notesMasters/notesMaster1.xml"/><Relationship Id="rId35" Type="http://schemas.openxmlformats.org/officeDocument/2006/relationships/tableStyles" Target="tableStyles.xml"/><Relationship Id="rId8" Type="http://schemas.openxmlformats.org/officeDocument/2006/relationships/slideMaster" Target="slideMasters/slideMaster5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5.0000000000000001E-3"/>
          <c:y val="5.0000000000000001E-3"/>
          <c:w val="0.99"/>
          <c:h val="0.98750000000000004"/>
        </c:manualLayout>
      </c:layout>
      <c:doughnutChart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Vendas</c:v>
                </c:pt>
              </c:strCache>
            </c:strRef>
          </c:tx>
          <c:spPr>
            <a:solidFill>
              <a:srgbClr val="DBDBDB"/>
            </a:solidFill>
            <a:ln w="12700" cap="flat">
              <a:noFill/>
              <a:miter lim="400000"/>
            </a:ln>
            <a:effectLst/>
          </c:spPr>
          <c:explosion val="3"/>
          <c:dPt>
            <c:idx val="0"/>
            <c:bubble3D val="0"/>
            <c:extLst>
              <c:ext xmlns:c16="http://schemas.microsoft.com/office/drawing/2014/chart" uri="{C3380CC4-5D6E-409C-BE32-E72D297353CC}">
                <c16:uniqueId val="{00000000-1B27-4E37-8D0C-26310D241954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2700" cap="flat">
                <a:noFill/>
                <a:miter lim="400000"/>
              </a:ln>
              <a:effectLst/>
            </c:spPr>
            <c:extLst>
              <c:ext xmlns:c16="http://schemas.microsoft.com/office/drawing/2014/chart" uri="{C3380CC4-5D6E-409C-BE32-E72D297353CC}">
                <c16:uniqueId val="{00000002-1B27-4E37-8D0C-26310D241954}"/>
              </c:ext>
            </c:extLst>
          </c:dPt>
          <c:dPt>
            <c:idx val="2"/>
            <c:bubble3D val="0"/>
            <c:spPr>
              <a:solidFill>
                <a:srgbClr val="000000"/>
              </a:solidFill>
              <a:ln w="12700" cap="flat">
                <a:noFill/>
                <a:miter lim="400000"/>
              </a:ln>
              <a:effectLst/>
            </c:spPr>
            <c:extLst>
              <c:ext xmlns:c16="http://schemas.microsoft.com/office/drawing/2014/chart" uri="{C3380CC4-5D6E-409C-BE32-E72D297353CC}">
                <c16:uniqueId val="{00000004-1B27-4E37-8D0C-26310D241954}"/>
              </c:ext>
            </c:extLst>
          </c:dPt>
          <c:dPt>
            <c:idx val="3"/>
            <c:bubble3D val="0"/>
            <c:spPr>
              <a:solidFill>
                <a:schemeClr val="accent1"/>
              </a:solidFill>
              <a:ln w="12700" cap="flat">
                <a:noFill/>
                <a:miter lim="400000"/>
              </a:ln>
              <a:effectLst/>
            </c:spPr>
            <c:extLst>
              <c:ext xmlns:c16="http://schemas.microsoft.com/office/drawing/2014/chart" uri="{C3380CC4-5D6E-409C-BE32-E72D297353CC}">
                <c16:uniqueId val="{00000006-1B27-4E37-8D0C-26310D241954}"/>
              </c:ext>
            </c:extLst>
          </c:dPt>
          <c:cat>
            <c:strRef>
              <c:f>Sheet1!$B$1:$E$1</c:f>
              <c:strCache>
                <c:ptCount val="4"/>
                <c:pt idx="0">
                  <c:v>1º Tri</c:v>
                </c:pt>
                <c:pt idx="1">
                  <c:v>2º Tri</c:v>
                </c:pt>
                <c:pt idx="2">
                  <c:v>3º Tri</c:v>
                </c:pt>
                <c:pt idx="3">
                  <c:v>4º Tri</c:v>
                </c:pt>
              </c:strCache>
            </c:strRef>
          </c:cat>
          <c:val>
            <c:numRef>
              <c:f>Sheet1!$B$2:$E$2</c:f>
              <c:numCache>
                <c:formatCode>General</c:formatCode>
                <c:ptCount val="4"/>
                <c:pt idx="0">
                  <c:v>25</c:v>
                </c:pt>
                <c:pt idx="1">
                  <c:v>25</c:v>
                </c:pt>
                <c:pt idx="2">
                  <c:v>25</c:v>
                </c:pt>
                <c:pt idx="3">
                  <c:v>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1B27-4E37-8D0C-26310D24195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45"/>
      </c:doughnutChart>
      <c:spPr>
        <a:noFill/>
        <a:ln w="12700" cap="flat">
          <a:noFill/>
          <a:miter lim="400000"/>
        </a:ln>
        <a:effectLst/>
      </c:spPr>
    </c:plotArea>
    <c:plotVisOnly val="1"/>
    <c:dispBlanksAs val="gap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5.0000000000000001E-3"/>
          <c:y val="5.0000000000000001E-3"/>
          <c:w val="0.99"/>
          <c:h val="0.98750000000000004"/>
        </c:manualLayout>
      </c:layout>
      <c:doughnutChart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Vendas</c:v>
                </c:pt>
              </c:strCache>
            </c:strRef>
          </c:tx>
          <c:spPr>
            <a:solidFill>
              <a:srgbClr val="DBDBDB"/>
            </a:solidFill>
            <a:ln w="12700" cap="flat">
              <a:noFill/>
              <a:miter lim="400000"/>
            </a:ln>
            <a:effectLst/>
          </c:spPr>
          <c:explosion val="3"/>
          <c:dPt>
            <c:idx val="0"/>
            <c:bubble3D val="0"/>
            <c:extLst>
              <c:ext xmlns:c16="http://schemas.microsoft.com/office/drawing/2014/chart" uri="{C3380CC4-5D6E-409C-BE32-E72D297353CC}">
                <c16:uniqueId val="{00000000-1B27-4E37-8D0C-26310D241954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2700" cap="flat">
                <a:noFill/>
                <a:miter lim="400000"/>
              </a:ln>
              <a:effectLst/>
            </c:spPr>
            <c:extLst>
              <c:ext xmlns:c16="http://schemas.microsoft.com/office/drawing/2014/chart" uri="{C3380CC4-5D6E-409C-BE32-E72D297353CC}">
                <c16:uniqueId val="{00000002-1B27-4E37-8D0C-26310D241954}"/>
              </c:ext>
            </c:extLst>
          </c:dPt>
          <c:dPt>
            <c:idx val="2"/>
            <c:bubble3D val="0"/>
            <c:spPr>
              <a:solidFill>
                <a:srgbClr val="000000"/>
              </a:solidFill>
              <a:ln w="12700" cap="flat">
                <a:noFill/>
                <a:miter lim="400000"/>
              </a:ln>
              <a:effectLst/>
            </c:spPr>
            <c:extLst>
              <c:ext xmlns:c16="http://schemas.microsoft.com/office/drawing/2014/chart" uri="{C3380CC4-5D6E-409C-BE32-E72D297353CC}">
                <c16:uniqueId val="{00000004-1B27-4E37-8D0C-26310D241954}"/>
              </c:ext>
            </c:extLst>
          </c:dPt>
          <c:dPt>
            <c:idx val="3"/>
            <c:bubble3D val="0"/>
            <c:spPr>
              <a:solidFill>
                <a:schemeClr val="accent1"/>
              </a:solidFill>
              <a:ln w="12700" cap="flat">
                <a:noFill/>
                <a:miter lim="400000"/>
              </a:ln>
              <a:effectLst/>
            </c:spPr>
            <c:extLst>
              <c:ext xmlns:c16="http://schemas.microsoft.com/office/drawing/2014/chart" uri="{C3380CC4-5D6E-409C-BE32-E72D297353CC}">
                <c16:uniqueId val="{00000006-1B27-4E37-8D0C-26310D241954}"/>
              </c:ext>
            </c:extLst>
          </c:dPt>
          <c:cat>
            <c:strRef>
              <c:f>Sheet1!$B$1:$E$1</c:f>
              <c:strCache>
                <c:ptCount val="4"/>
                <c:pt idx="0">
                  <c:v>1º Tri</c:v>
                </c:pt>
                <c:pt idx="1">
                  <c:v>2º Tri</c:v>
                </c:pt>
                <c:pt idx="2">
                  <c:v>3º Tri</c:v>
                </c:pt>
                <c:pt idx="3">
                  <c:v>4º Tri</c:v>
                </c:pt>
              </c:strCache>
            </c:strRef>
          </c:cat>
          <c:val>
            <c:numRef>
              <c:f>Sheet1!$B$2:$E$2</c:f>
              <c:numCache>
                <c:formatCode>General</c:formatCode>
                <c:ptCount val="4"/>
                <c:pt idx="0">
                  <c:v>25</c:v>
                </c:pt>
                <c:pt idx="1">
                  <c:v>25</c:v>
                </c:pt>
                <c:pt idx="2">
                  <c:v>25</c:v>
                </c:pt>
                <c:pt idx="3">
                  <c:v>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1B27-4E37-8D0C-26310D24195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45"/>
      </c:doughnutChart>
      <c:spPr>
        <a:noFill/>
        <a:ln w="12700" cap="flat">
          <a:noFill/>
          <a:miter lim="400000"/>
        </a:ln>
        <a:effectLst/>
      </c:spPr>
    </c:plotArea>
    <c:plotVisOnly val="1"/>
    <c:dispBlanksAs val="gap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6" name="Shape 1526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527" name="Shape 1527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400">
        <a:latin typeface="+mj-lt"/>
        <a:ea typeface="+mj-ea"/>
        <a:cs typeface="+mj-cs"/>
        <a:sym typeface="Simplon BP Regular"/>
      </a:defRPr>
    </a:lvl1pPr>
    <a:lvl2pPr indent="228600" latinLnBrk="0">
      <a:defRPr sz="1400">
        <a:latin typeface="+mj-lt"/>
        <a:ea typeface="+mj-ea"/>
        <a:cs typeface="+mj-cs"/>
        <a:sym typeface="Simplon BP Regular"/>
      </a:defRPr>
    </a:lvl2pPr>
    <a:lvl3pPr indent="457200" latinLnBrk="0">
      <a:defRPr sz="1400">
        <a:latin typeface="+mj-lt"/>
        <a:ea typeface="+mj-ea"/>
        <a:cs typeface="+mj-cs"/>
        <a:sym typeface="Simplon BP Regular"/>
      </a:defRPr>
    </a:lvl3pPr>
    <a:lvl4pPr indent="685800" latinLnBrk="0">
      <a:defRPr sz="1400">
        <a:latin typeface="+mj-lt"/>
        <a:ea typeface="+mj-ea"/>
        <a:cs typeface="+mj-cs"/>
        <a:sym typeface="Simplon BP Regular"/>
      </a:defRPr>
    </a:lvl4pPr>
    <a:lvl5pPr indent="914400" latinLnBrk="0">
      <a:defRPr sz="1400">
        <a:latin typeface="+mj-lt"/>
        <a:ea typeface="+mj-ea"/>
        <a:cs typeface="+mj-cs"/>
        <a:sym typeface="Simplon BP Regular"/>
      </a:defRPr>
    </a:lvl5pPr>
    <a:lvl6pPr indent="1143000" latinLnBrk="0">
      <a:defRPr sz="1400">
        <a:latin typeface="+mj-lt"/>
        <a:ea typeface="+mj-ea"/>
        <a:cs typeface="+mj-cs"/>
        <a:sym typeface="Simplon BP Regular"/>
      </a:defRPr>
    </a:lvl6pPr>
    <a:lvl7pPr indent="1371600" latinLnBrk="0">
      <a:defRPr sz="1400">
        <a:latin typeface="+mj-lt"/>
        <a:ea typeface="+mj-ea"/>
        <a:cs typeface="+mj-cs"/>
        <a:sym typeface="Simplon BP Regular"/>
      </a:defRPr>
    </a:lvl7pPr>
    <a:lvl8pPr indent="1600200" latinLnBrk="0">
      <a:defRPr sz="1400">
        <a:latin typeface="+mj-lt"/>
        <a:ea typeface="+mj-ea"/>
        <a:cs typeface="+mj-cs"/>
        <a:sym typeface="Simplon BP Regular"/>
      </a:defRPr>
    </a:lvl8pPr>
    <a:lvl9pPr indent="1828800" latinLnBrk="0">
      <a:defRPr sz="1400">
        <a:latin typeface="+mj-lt"/>
        <a:ea typeface="+mj-ea"/>
        <a:cs typeface="+mj-cs"/>
        <a:sym typeface="Simplon BP Regular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3264376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R" dirty="0"/>
          </a:p>
        </p:txBody>
      </p:sp>
    </p:spTree>
    <p:extLst>
      <p:ext uri="{BB962C8B-B14F-4D97-AF65-F5344CB8AC3E}">
        <p14:creationId xmlns:p14="http://schemas.microsoft.com/office/powerpoint/2010/main" val="50516708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22361541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baseline="0" dirty="0"/>
          </a:p>
        </p:txBody>
      </p:sp>
    </p:spTree>
    <p:extLst>
      <p:ext uri="{BB962C8B-B14F-4D97-AF65-F5344CB8AC3E}">
        <p14:creationId xmlns:p14="http://schemas.microsoft.com/office/powerpoint/2010/main" val="86120332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baseline="0" dirty="0"/>
          </a:p>
        </p:txBody>
      </p:sp>
    </p:spTree>
    <p:extLst>
      <p:ext uri="{BB962C8B-B14F-4D97-AF65-F5344CB8AC3E}">
        <p14:creationId xmlns:p14="http://schemas.microsoft.com/office/powerpoint/2010/main" val="270668583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err="1"/>
              <a:t>OiPlay:</a:t>
            </a:r>
            <a:r>
              <a:rPr lang="pt-BR" baseline="0" err="1"/>
              <a:t>seoplayforjunto,teriaquelevarmuitacoisadoHeadend</a:t>
            </a:r>
            <a:r>
              <a:rPr lang="pt-BR" baseline="0"/>
              <a:t>–60a70%dosequipamentosteriamqueirparaanovaempresaouocompradorjáprecisariaterainfranecessáriaouaLegacyCoprestaserviçoparaanovaempresaparausodainfraestrutura.</a:t>
            </a:r>
          </a:p>
          <a:p>
            <a:endParaRPr lang="pt-BR" baseline="0"/>
          </a:p>
        </p:txBody>
      </p:sp>
    </p:spTree>
    <p:extLst>
      <p:ext uri="{BB962C8B-B14F-4D97-AF65-F5344CB8AC3E}">
        <p14:creationId xmlns:p14="http://schemas.microsoft.com/office/powerpoint/2010/main" val="140661066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017686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4634540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5195261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234477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25428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Relationship Id="rId5" Type="http://schemas.openxmlformats.org/officeDocument/2006/relationships/image" Target="../media/image2.png"/><Relationship Id="rId4" Type="http://schemas.openxmlformats.org/officeDocument/2006/relationships/image" Target="../media/image1.emf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Relationship Id="rId5" Type="http://schemas.openxmlformats.org/officeDocument/2006/relationships/image" Target="../media/image3.png"/><Relationship Id="rId4" Type="http://schemas.openxmlformats.org/officeDocument/2006/relationships/image" Target="../media/image1.emf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Relationship Id="rId4" Type="http://schemas.openxmlformats.org/officeDocument/2006/relationships/image" Target="../media/image1.emf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6.xml"/><Relationship Id="rId5" Type="http://schemas.openxmlformats.org/officeDocument/2006/relationships/image" Target="../media/image4.png"/><Relationship Id="rId4" Type="http://schemas.openxmlformats.org/officeDocument/2006/relationships/image" Target="../media/image1.emf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7.xml"/><Relationship Id="rId4" Type="http://schemas.openxmlformats.org/officeDocument/2006/relationships/image" Target="../media/image1.emf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8.xml"/><Relationship Id="rId5" Type="http://schemas.openxmlformats.org/officeDocument/2006/relationships/image" Target="../media/image3.png"/><Relationship Id="rId4" Type="http://schemas.openxmlformats.org/officeDocument/2006/relationships/image" Target="../media/image1.emf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9.xml"/><Relationship Id="rId5" Type="http://schemas.openxmlformats.org/officeDocument/2006/relationships/image" Target="../media/image2.png"/><Relationship Id="rId4" Type="http://schemas.openxmlformats.org/officeDocument/2006/relationships/image" Target="../media/image1.emf"/></Relationships>
</file>

<file path=ppt/slideLayouts/_rels/slideLayout8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26" Type="http://schemas.openxmlformats.org/officeDocument/2006/relationships/image" Target="../media/image25.png"/><Relationship Id="rId3" Type="http://schemas.openxmlformats.org/officeDocument/2006/relationships/oleObject" Target="../embeddings/oleObject9.bin"/><Relationship Id="rId21" Type="http://schemas.openxmlformats.org/officeDocument/2006/relationships/image" Target="../media/image20.png"/><Relationship Id="rId34" Type="http://schemas.openxmlformats.org/officeDocument/2006/relationships/image" Target="../media/image33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5" Type="http://schemas.openxmlformats.org/officeDocument/2006/relationships/image" Target="../media/image24.png"/><Relationship Id="rId33" Type="http://schemas.openxmlformats.org/officeDocument/2006/relationships/image" Target="../media/image32.png"/><Relationship Id="rId2" Type="http://schemas.openxmlformats.org/officeDocument/2006/relationships/slideMaster" Target="../slideMasters/slideMaster1.xml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29" Type="http://schemas.openxmlformats.org/officeDocument/2006/relationships/image" Target="../media/image28.png"/><Relationship Id="rId1" Type="http://schemas.openxmlformats.org/officeDocument/2006/relationships/tags" Target="../tags/tag10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24" Type="http://schemas.openxmlformats.org/officeDocument/2006/relationships/image" Target="../media/image23.png"/><Relationship Id="rId32" Type="http://schemas.openxmlformats.org/officeDocument/2006/relationships/image" Target="../media/image31.png"/><Relationship Id="rId5" Type="http://schemas.openxmlformats.org/officeDocument/2006/relationships/image" Target="../media/image3.png"/><Relationship Id="rId15" Type="http://schemas.openxmlformats.org/officeDocument/2006/relationships/image" Target="../media/image14.png"/><Relationship Id="rId23" Type="http://schemas.openxmlformats.org/officeDocument/2006/relationships/image" Target="../media/image22.png"/><Relationship Id="rId28" Type="http://schemas.openxmlformats.org/officeDocument/2006/relationships/image" Target="../media/image27.png"/><Relationship Id="rId10" Type="http://schemas.openxmlformats.org/officeDocument/2006/relationships/image" Target="../media/image9.png"/><Relationship Id="rId19" Type="http://schemas.openxmlformats.org/officeDocument/2006/relationships/image" Target="../media/image18.png"/><Relationship Id="rId31" Type="http://schemas.openxmlformats.org/officeDocument/2006/relationships/image" Target="../media/image30.png"/><Relationship Id="rId4" Type="http://schemas.openxmlformats.org/officeDocument/2006/relationships/image" Target="../media/image1.emf"/><Relationship Id="rId9" Type="http://schemas.openxmlformats.org/officeDocument/2006/relationships/image" Target="../media/image8.png"/><Relationship Id="rId14" Type="http://schemas.openxmlformats.org/officeDocument/2006/relationships/image" Target="../media/image13.png"/><Relationship Id="rId22" Type="http://schemas.openxmlformats.org/officeDocument/2006/relationships/image" Target="../media/image21.png"/><Relationship Id="rId27" Type="http://schemas.openxmlformats.org/officeDocument/2006/relationships/image" Target="../media/image26.png"/><Relationship Id="rId30" Type="http://schemas.openxmlformats.org/officeDocument/2006/relationships/image" Target="../media/image29.png"/><Relationship Id="rId35" Type="http://schemas.openxmlformats.org/officeDocument/2006/relationships/image" Target="../media/image34.png"/><Relationship Id="rId8" Type="http://schemas.openxmlformats.org/officeDocument/2006/relationships/image" Target="../media/image7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1.xml"/><Relationship Id="rId5" Type="http://schemas.openxmlformats.org/officeDocument/2006/relationships/image" Target="../media/image3.png"/><Relationship Id="rId4" Type="http://schemas.openxmlformats.org/officeDocument/2006/relationships/image" Target="../media/image1.emf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2.xml"/><Relationship Id="rId5" Type="http://schemas.openxmlformats.org/officeDocument/2006/relationships/image" Target="../media/image3.png"/><Relationship Id="rId4" Type="http://schemas.openxmlformats.org/officeDocument/2006/relationships/image" Target="../media/image1.emf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3.xml"/><Relationship Id="rId6" Type="http://schemas.openxmlformats.org/officeDocument/2006/relationships/chart" Target="../charts/chart1.xml"/><Relationship Id="rId5" Type="http://schemas.openxmlformats.org/officeDocument/2006/relationships/image" Target="../media/image3.png"/><Relationship Id="rId4" Type="http://schemas.openxmlformats.org/officeDocument/2006/relationships/image" Target="../media/image1.emf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4.xml"/><Relationship Id="rId5" Type="http://schemas.openxmlformats.org/officeDocument/2006/relationships/image" Target="../media/image3.png"/><Relationship Id="rId4" Type="http://schemas.openxmlformats.org/officeDocument/2006/relationships/image" Target="../media/image1.emf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5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6.xml"/><Relationship Id="rId5" Type="http://schemas.openxmlformats.org/officeDocument/2006/relationships/image" Target="../media/image2.png"/><Relationship Id="rId4" Type="http://schemas.openxmlformats.org/officeDocument/2006/relationships/image" Target="../media/image1.emf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6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7.xml"/><Relationship Id="rId5" Type="http://schemas.openxmlformats.org/officeDocument/2006/relationships/image" Target="../media/image3.png"/><Relationship Id="rId4" Type="http://schemas.openxmlformats.org/officeDocument/2006/relationships/image" Target="../media/image1.emf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7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8.xml"/><Relationship Id="rId5" Type="http://schemas.openxmlformats.org/officeDocument/2006/relationships/image" Target="../media/image4.png"/><Relationship Id="rId4" Type="http://schemas.openxmlformats.org/officeDocument/2006/relationships/image" Target="../media/image1.emf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8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9.xml"/><Relationship Id="rId4" Type="http://schemas.openxmlformats.org/officeDocument/2006/relationships/image" Target="../media/image1.emf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9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20.xml"/><Relationship Id="rId5" Type="http://schemas.openxmlformats.org/officeDocument/2006/relationships/image" Target="../media/image3.png"/><Relationship Id="rId4" Type="http://schemas.openxmlformats.org/officeDocument/2006/relationships/image" Target="../media/image1.emf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0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21.xml"/><Relationship Id="rId5" Type="http://schemas.openxmlformats.org/officeDocument/2006/relationships/image" Target="../media/image2.png"/><Relationship Id="rId4" Type="http://schemas.openxmlformats.org/officeDocument/2006/relationships/image" Target="../media/image1.emf"/></Relationships>
</file>

<file path=ppt/slideLayouts/_rels/slideLayout19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26" Type="http://schemas.openxmlformats.org/officeDocument/2006/relationships/image" Target="../media/image25.png"/><Relationship Id="rId3" Type="http://schemas.openxmlformats.org/officeDocument/2006/relationships/oleObject" Target="../embeddings/oleObject21.bin"/><Relationship Id="rId21" Type="http://schemas.openxmlformats.org/officeDocument/2006/relationships/image" Target="../media/image20.png"/><Relationship Id="rId34" Type="http://schemas.openxmlformats.org/officeDocument/2006/relationships/image" Target="../media/image33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5" Type="http://schemas.openxmlformats.org/officeDocument/2006/relationships/image" Target="../media/image24.png"/><Relationship Id="rId33" Type="http://schemas.openxmlformats.org/officeDocument/2006/relationships/image" Target="../media/image32.png"/><Relationship Id="rId2" Type="http://schemas.openxmlformats.org/officeDocument/2006/relationships/slideMaster" Target="../slideMasters/slideMaster2.xml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29" Type="http://schemas.openxmlformats.org/officeDocument/2006/relationships/image" Target="../media/image28.png"/><Relationship Id="rId1" Type="http://schemas.openxmlformats.org/officeDocument/2006/relationships/tags" Target="../tags/tag22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24" Type="http://schemas.openxmlformats.org/officeDocument/2006/relationships/image" Target="../media/image23.png"/><Relationship Id="rId32" Type="http://schemas.openxmlformats.org/officeDocument/2006/relationships/image" Target="../media/image31.png"/><Relationship Id="rId5" Type="http://schemas.openxmlformats.org/officeDocument/2006/relationships/image" Target="../media/image3.png"/><Relationship Id="rId15" Type="http://schemas.openxmlformats.org/officeDocument/2006/relationships/image" Target="../media/image14.png"/><Relationship Id="rId23" Type="http://schemas.openxmlformats.org/officeDocument/2006/relationships/image" Target="../media/image22.png"/><Relationship Id="rId28" Type="http://schemas.openxmlformats.org/officeDocument/2006/relationships/image" Target="../media/image27.png"/><Relationship Id="rId10" Type="http://schemas.openxmlformats.org/officeDocument/2006/relationships/image" Target="../media/image9.png"/><Relationship Id="rId19" Type="http://schemas.openxmlformats.org/officeDocument/2006/relationships/image" Target="../media/image18.png"/><Relationship Id="rId31" Type="http://schemas.openxmlformats.org/officeDocument/2006/relationships/image" Target="../media/image30.png"/><Relationship Id="rId4" Type="http://schemas.openxmlformats.org/officeDocument/2006/relationships/image" Target="../media/image1.emf"/><Relationship Id="rId9" Type="http://schemas.openxmlformats.org/officeDocument/2006/relationships/image" Target="../media/image8.png"/><Relationship Id="rId14" Type="http://schemas.openxmlformats.org/officeDocument/2006/relationships/image" Target="../media/image13.png"/><Relationship Id="rId22" Type="http://schemas.openxmlformats.org/officeDocument/2006/relationships/image" Target="../media/image21.png"/><Relationship Id="rId27" Type="http://schemas.openxmlformats.org/officeDocument/2006/relationships/image" Target="../media/image26.png"/><Relationship Id="rId30" Type="http://schemas.openxmlformats.org/officeDocument/2006/relationships/image" Target="../media/image29.png"/><Relationship Id="rId35" Type="http://schemas.openxmlformats.org/officeDocument/2006/relationships/image" Target="../media/image34.png"/><Relationship Id="rId8" Type="http://schemas.openxmlformats.org/officeDocument/2006/relationships/image" Target="../media/image7.png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2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23.xml"/><Relationship Id="rId5" Type="http://schemas.openxmlformats.org/officeDocument/2006/relationships/image" Target="../media/image3.png"/><Relationship Id="rId4" Type="http://schemas.openxmlformats.org/officeDocument/2006/relationships/image" Target="../media/image1.emf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3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24.xml"/><Relationship Id="rId5" Type="http://schemas.openxmlformats.org/officeDocument/2006/relationships/image" Target="../media/image3.png"/><Relationship Id="rId4" Type="http://schemas.openxmlformats.org/officeDocument/2006/relationships/image" Target="../media/image1.emf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4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25.xml"/><Relationship Id="rId6" Type="http://schemas.openxmlformats.org/officeDocument/2006/relationships/chart" Target="../charts/chart2.xml"/><Relationship Id="rId5" Type="http://schemas.openxmlformats.org/officeDocument/2006/relationships/image" Target="../media/image3.png"/><Relationship Id="rId4" Type="http://schemas.openxmlformats.org/officeDocument/2006/relationships/image" Target="../media/image1.emf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5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26.xml"/><Relationship Id="rId5" Type="http://schemas.openxmlformats.org/officeDocument/2006/relationships/image" Target="../media/image3.png"/><Relationship Id="rId4" Type="http://schemas.openxmlformats.org/officeDocument/2006/relationships/image" Target="../media/image1.emf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7.bin"/><Relationship Id="rId2" Type="http://schemas.openxmlformats.org/officeDocument/2006/relationships/slideMaster" Target="../slideMasters/slideMaster3.xml"/><Relationship Id="rId1" Type="http://schemas.openxmlformats.org/officeDocument/2006/relationships/tags" Target="../tags/tag28.xml"/><Relationship Id="rId4" Type="http://schemas.openxmlformats.org/officeDocument/2006/relationships/image" Target="../media/image36.emf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9.bin"/><Relationship Id="rId2" Type="http://schemas.openxmlformats.org/officeDocument/2006/relationships/slideMaster" Target="../slideMasters/slideMaster4.xml"/><Relationship Id="rId1" Type="http://schemas.openxmlformats.org/officeDocument/2006/relationships/tags" Target="../tags/tag30.xml"/><Relationship Id="rId4" Type="http://schemas.openxmlformats.org/officeDocument/2006/relationships/image" Target="../media/image36.emf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1.bin"/><Relationship Id="rId2" Type="http://schemas.openxmlformats.org/officeDocument/2006/relationships/slideMaster" Target="../slideMasters/slideMaster5.xml"/><Relationship Id="rId1" Type="http://schemas.openxmlformats.org/officeDocument/2006/relationships/tags" Target="../tags/tag32.xml"/><Relationship Id="rId4" Type="http://schemas.openxmlformats.org/officeDocument/2006/relationships/image" Target="../media/image36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Slide de Títul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to 3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20425172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21" imgH="423" progId="TCLayout.ActiveDocument.1">
                  <p:embed/>
                </p:oleObj>
              </mc:Choice>
              <mc:Fallback>
                <p:oleObj name="Slide do think-cell" r:id="rId3" imgW="421" imgH="423" progId="TCLayout.ActiveDocument.1">
                  <p:embed/>
                  <p:pic>
                    <p:nvPicPr>
                      <p:cNvPr id="4" name="Objeto 3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tângulo 2"/>
          <p:cNvSpPr/>
          <p:nvPr userDrawn="1"/>
        </p:nvSpPr>
        <p:spPr>
          <a:xfrm>
            <a:off x="3176" y="-54592"/>
            <a:ext cx="12192000" cy="6858000"/>
          </a:xfrm>
          <a:prstGeom prst="rect">
            <a:avLst/>
          </a:prstGeom>
          <a:solidFill>
            <a:schemeClr val="bg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grpSp>
        <p:nvGrpSpPr>
          <p:cNvPr id="89" name="Google Shape;46;p63"/>
          <p:cNvGrpSpPr/>
          <p:nvPr/>
        </p:nvGrpSpPr>
        <p:grpSpPr>
          <a:xfrm>
            <a:off x="8797290" y="6001215"/>
            <a:ext cx="3081581" cy="753915"/>
            <a:chOff x="0" y="0"/>
            <a:chExt cx="3081580" cy="753914"/>
          </a:xfrm>
        </p:grpSpPr>
        <p:sp>
          <p:nvSpPr>
            <p:cNvPr id="64" name="Google Shape;47;p63"/>
            <p:cNvSpPr/>
            <p:nvPr/>
          </p:nvSpPr>
          <p:spPr>
            <a:xfrm>
              <a:off x="-1" y="651044"/>
              <a:ext cx="93274" cy="9118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65" name="Google Shape;48;p63"/>
            <p:cNvSpPr/>
            <p:nvPr/>
          </p:nvSpPr>
          <p:spPr>
            <a:xfrm>
              <a:off x="2004" y="500959"/>
              <a:ext cx="252041" cy="252956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66" name="Google Shape;49;p63"/>
            <p:cNvSpPr/>
            <p:nvPr/>
          </p:nvSpPr>
          <p:spPr>
            <a:xfrm>
              <a:off x="11139" y="360030"/>
              <a:ext cx="388286" cy="39388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67" name="Google Shape;50;p63"/>
            <p:cNvSpPr/>
            <p:nvPr/>
          </p:nvSpPr>
          <p:spPr>
            <a:xfrm>
              <a:off x="8709" y="205072"/>
              <a:ext cx="540773" cy="548843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68" name="Google Shape;51;p63"/>
            <p:cNvSpPr/>
            <p:nvPr/>
          </p:nvSpPr>
          <p:spPr>
            <a:xfrm>
              <a:off x="4480" y="54679"/>
              <a:ext cx="697042" cy="69923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69" name="Google Shape;52;p63"/>
            <p:cNvSpPr/>
            <p:nvPr/>
          </p:nvSpPr>
          <p:spPr>
            <a:xfrm>
              <a:off x="10086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0" name="Google Shape;53;p63"/>
            <p:cNvSpPr/>
            <p:nvPr/>
          </p:nvSpPr>
          <p:spPr>
            <a:xfrm>
              <a:off x="24918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1" name="Google Shape;54;p63"/>
            <p:cNvSpPr/>
            <p:nvPr/>
          </p:nvSpPr>
          <p:spPr>
            <a:xfrm>
              <a:off x="39956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2" name="Google Shape;55;p63"/>
            <p:cNvSpPr/>
            <p:nvPr/>
          </p:nvSpPr>
          <p:spPr>
            <a:xfrm>
              <a:off x="54993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3" name="Google Shape;56;p63"/>
            <p:cNvSpPr/>
            <p:nvPr/>
          </p:nvSpPr>
          <p:spPr>
            <a:xfrm>
              <a:off x="69878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4" name="Google Shape;57;p63"/>
            <p:cNvSpPr/>
            <p:nvPr/>
          </p:nvSpPr>
          <p:spPr>
            <a:xfrm>
              <a:off x="847630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5" name="Google Shape;58;p63"/>
            <p:cNvSpPr/>
            <p:nvPr/>
          </p:nvSpPr>
          <p:spPr>
            <a:xfrm>
              <a:off x="99647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6" name="Google Shape;59;p63"/>
            <p:cNvSpPr/>
            <p:nvPr/>
          </p:nvSpPr>
          <p:spPr>
            <a:xfrm>
              <a:off x="114733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7" name="Google Shape;60;p63"/>
            <p:cNvSpPr/>
            <p:nvPr/>
          </p:nvSpPr>
          <p:spPr>
            <a:xfrm>
              <a:off x="130219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8" name="Google Shape;61;p63"/>
            <p:cNvSpPr/>
            <p:nvPr/>
          </p:nvSpPr>
          <p:spPr>
            <a:xfrm>
              <a:off x="144703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9" name="Google Shape;62;p63"/>
            <p:cNvSpPr/>
            <p:nvPr/>
          </p:nvSpPr>
          <p:spPr>
            <a:xfrm>
              <a:off x="1597885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0" name="Google Shape;63;p63"/>
            <p:cNvSpPr/>
            <p:nvPr/>
          </p:nvSpPr>
          <p:spPr>
            <a:xfrm>
              <a:off x="1750787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1" name="Google Shape;64;p63"/>
            <p:cNvSpPr/>
            <p:nvPr/>
          </p:nvSpPr>
          <p:spPr>
            <a:xfrm>
              <a:off x="189765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2" name="Google Shape;65;p63"/>
            <p:cNvSpPr/>
            <p:nvPr/>
          </p:nvSpPr>
          <p:spPr>
            <a:xfrm>
              <a:off x="2048527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3" name="Google Shape;66;p63"/>
            <p:cNvSpPr/>
            <p:nvPr/>
          </p:nvSpPr>
          <p:spPr>
            <a:xfrm>
              <a:off x="2197375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4" name="Google Shape;67;p63"/>
            <p:cNvSpPr/>
            <p:nvPr/>
          </p:nvSpPr>
          <p:spPr>
            <a:xfrm flipH="1" flipV="1">
              <a:off x="2938450" y="0"/>
              <a:ext cx="126797" cy="1238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5" name="Google Shape;68;p63"/>
            <p:cNvSpPr/>
            <p:nvPr/>
          </p:nvSpPr>
          <p:spPr>
            <a:xfrm flipH="1" flipV="1">
              <a:off x="2791660" y="0"/>
              <a:ext cx="271164" cy="2721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6" name="Google Shape;69;p63"/>
            <p:cNvSpPr/>
            <p:nvPr/>
          </p:nvSpPr>
          <p:spPr>
            <a:xfrm flipH="1" flipV="1">
              <a:off x="2643273" y="-1"/>
              <a:ext cx="417746" cy="42377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7" name="Google Shape;70;p63"/>
            <p:cNvSpPr/>
            <p:nvPr/>
          </p:nvSpPr>
          <p:spPr>
            <a:xfrm flipH="1" flipV="1">
              <a:off x="2493883" y="1"/>
              <a:ext cx="569360" cy="57539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8" name="Google Shape;71;p63"/>
            <p:cNvSpPr/>
            <p:nvPr/>
          </p:nvSpPr>
          <p:spPr>
            <a:xfrm flipH="1" flipV="1">
              <a:off x="2344588" y="1"/>
              <a:ext cx="736993" cy="742230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</p:grpSp>
      <p:pic>
        <p:nvPicPr>
          <p:cNvPr id="90" name="Google Shape;72;p63" descr="Google Shape;72;p63"/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511070" y="-213332"/>
            <a:ext cx="4684106" cy="4684107"/>
          </a:xfrm>
          <a:prstGeom prst="rect">
            <a:avLst/>
          </a:prstGeom>
          <a:ln w="12700">
            <a:miter lim="400000"/>
          </a:ln>
        </p:spPr>
      </p:pic>
      <p:sp>
        <p:nvSpPr>
          <p:cNvPr id="91" name="Google Shape;73;p63"/>
          <p:cNvSpPr/>
          <p:nvPr/>
        </p:nvSpPr>
        <p:spPr>
          <a:xfrm>
            <a:off x="339306" y="1155940"/>
            <a:ext cx="5250611" cy="667109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/>
            <a:endParaRPr/>
          </a:p>
        </p:txBody>
      </p:sp>
      <p:sp>
        <p:nvSpPr>
          <p:cNvPr id="92" name="Google Shape;74;p63"/>
          <p:cNvSpPr/>
          <p:nvPr/>
        </p:nvSpPr>
        <p:spPr>
          <a:xfrm rot="10800000" flipH="1">
            <a:off x="1031768" y="6132114"/>
            <a:ext cx="3600002" cy="18001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chemeClr val="accent2"/>
                </a:solidFill>
              </a:defRPr>
            </a:pPr>
            <a:endParaRPr/>
          </a:p>
        </p:txBody>
      </p:sp>
      <p:sp>
        <p:nvSpPr>
          <p:cNvPr id="7" name="Título 6"/>
          <p:cNvSpPr>
            <a:spLocks noGrp="1"/>
          </p:cNvSpPr>
          <p:nvPr>
            <p:ph type="title" hasCustomPrompt="1"/>
          </p:nvPr>
        </p:nvSpPr>
        <p:spPr>
          <a:xfrm>
            <a:off x="1190260" y="1113161"/>
            <a:ext cx="5923700" cy="791776"/>
          </a:xfrm>
          <a:prstGeom prst="rect">
            <a:avLst/>
          </a:prstGeom>
        </p:spPr>
        <p:txBody>
          <a:bodyPr vert="horz"/>
          <a:lstStyle>
            <a:lvl1pPr>
              <a:defRPr sz="6600">
                <a:solidFill>
                  <a:srgbClr val="FFFFFF"/>
                </a:solidFill>
                <a:latin typeface="Simplon BP Bold" pitchFamily="2" charset="0"/>
              </a:defRPr>
            </a:lvl1pPr>
          </a:lstStyle>
          <a:p>
            <a:r>
              <a:rPr lang="pt-BR"/>
              <a:t>título da</a:t>
            </a:r>
            <a:endParaRPr lang="en-US"/>
          </a:p>
        </p:txBody>
      </p:sp>
      <p:sp>
        <p:nvSpPr>
          <p:cNvPr id="33" name="Espaço Reservado para Texto 32"/>
          <p:cNvSpPr>
            <a:spLocks noGrp="1"/>
          </p:cNvSpPr>
          <p:nvPr>
            <p:ph type="body" sz="quarter" idx="10" hasCustomPrompt="1"/>
          </p:nvPr>
        </p:nvSpPr>
        <p:spPr>
          <a:xfrm>
            <a:off x="1031875" y="5663398"/>
            <a:ext cx="3600450" cy="450850"/>
          </a:xfrm>
          <a:prstGeom prst="rect">
            <a:avLst/>
          </a:prstGeom>
        </p:spPr>
        <p:txBody>
          <a:bodyPr/>
          <a:lstStyle>
            <a:lvl1pPr>
              <a:defRPr sz="2000" baseline="0">
                <a:solidFill>
                  <a:srgbClr val="00D318"/>
                </a:solidFill>
              </a:defRPr>
            </a:lvl1pPr>
          </a:lstStyle>
          <a:p>
            <a:pPr lvl="0"/>
            <a:r>
              <a:rPr lang="pt-BR"/>
              <a:t>Subtítulo da apresentação</a:t>
            </a:r>
            <a:endParaRPr lang="en-US"/>
          </a:p>
        </p:txBody>
      </p:sp>
      <p:sp>
        <p:nvSpPr>
          <p:cNvPr id="35" name="Espaço Reservado para Texto 34"/>
          <p:cNvSpPr>
            <a:spLocks noGrp="1"/>
          </p:cNvSpPr>
          <p:nvPr>
            <p:ph type="body" sz="quarter" idx="11" hasCustomPrompt="1"/>
          </p:nvPr>
        </p:nvSpPr>
        <p:spPr>
          <a:xfrm>
            <a:off x="1031875" y="6164594"/>
            <a:ext cx="1800225" cy="3524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4D4D4D"/>
                </a:solidFill>
              </a:defRPr>
            </a:lvl1pPr>
          </a:lstStyle>
          <a:p>
            <a:pPr lvl="0"/>
            <a:r>
              <a:rPr lang="pt-BR"/>
              <a:t>Mês 2023</a:t>
            </a:r>
            <a:endParaRPr lang="en-US"/>
          </a:p>
        </p:txBody>
      </p:sp>
      <p:sp>
        <p:nvSpPr>
          <p:cNvPr id="39" name="Espaço Reservado para Texto 38"/>
          <p:cNvSpPr>
            <a:spLocks noGrp="1"/>
          </p:cNvSpPr>
          <p:nvPr>
            <p:ph type="body" sz="quarter" idx="12" hasCustomPrompt="1"/>
          </p:nvPr>
        </p:nvSpPr>
        <p:spPr>
          <a:xfrm>
            <a:off x="1190625" y="1699641"/>
            <a:ext cx="6029325" cy="1016000"/>
          </a:xfrm>
          <a:prstGeom prst="rect">
            <a:avLst/>
          </a:prstGeom>
        </p:spPr>
        <p:txBody>
          <a:bodyPr/>
          <a:lstStyle>
            <a:lvl1pPr>
              <a:defRPr sz="6600">
                <a:solidFill>
                  <a:srgbClr val="000000"/>
                </a:solidFill>
                <a:latin typeface="Simplon BP Bold" pitchFamily="2" charset="0"/>
              </a:defRPr>
            </a:lvl1pPr>
          </a:lstStyle>
          <a:p>
            <a:pPr lvl="0"/>
            <a:r>
              <a:rPr lang="pt-BR"/>
              <a:t>apresentação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3451874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28612011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21" imgH="423" progId="TCLayout.ActiveDocument.1">
                  <p:embed/>
                </p:oleObj>
              </mc:Choice>
              <mc:Fallback>
                <p:oleObj name="Slide do think-cell" r:id="rId3" imgW="421" imgH="423" progId="TCLayout.ActiveDocument.1">
                  <p:embed/>
                  <p:pic>
                    <p:nvPicPr>
                      <p:cNvPr id="2" name="Objeto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tângulo 3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pic>
        <p:nvPicPr>
          <p:cNvPr id="136" name="Google Shape;106;p65" descr="Google Shape;106;p65"/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70663" y="-101600"/>
            <a:ext cx="1121337" cy="1121337"/>
          </a:xfrm>
          <a:prstGeom prst="rect">
            <a:avLst/>
          </a:prstGeom>
          <a:ln w="12700">
            <a:miter lim="400000"/>
          </a:ln>
        </p:spPr>
      </p:pic>
      <p:sp>
        <p:nvSpPr>
          <p:cNvPr id="137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832803" y="6596766"/>
            <a:ext cx="316751" cy="276999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5" name="Título 4"/>
          <p:cNvSpPr>
            <a:spLocks noGrp="1"/>
          </p:cNvSpPr>
          <p:nvPr>
            <p:ph type="title" hasCustomPrompt="1"/>
          </p:nvPr>
        </p:nvSpPr>
        <p:spPr>
          <a:xfrm>
            <a:off x="314182" y="119371"/>
            <a:ext cx="10756482" cy="558294"/>
          </a:xfrm>
          <a:prstGeom prst="rect">
            <a:avLst/>
          </a:prstGeom>
        </p:spPr>
        <p:txBody>
          <a:bodyPr vert="horz"/>
          <a:lstStyle>
            <a:lvl1pPr>
              <a:defRPr sz="2000" baseline="0">
                <a:solidFill>
                  <a:srgbClr val="00D318"/>
                </a:solidFill>
                <a:latin typeface="Simplon BP Bold" pitchFamily="2" charset="0"/>
              </a:defRPr>
            </a:lvl1pPr>
          </a:lstStyle>
          <a:p>
            <a:r>
              <a:rPr lang="pt-BR"/>
              <a:t>TÓPICO / TEXTO</a:t>
            </a:r>
            <a:endParaRPr lang="en-US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287E9628-E919-E6B3-7EE0-3BA313004A96}"/>
              </a:ext>
            </a:extLst>
          </p:cNvPr>
          <p:cNvSpPr txBox="1"/>
          <p:nvPr userDrawn="1"/>
        </p:nvSpPr>
        <p:spPr>
          <a:xfrm>
            <a:off x="10832678" y="6642932"/>
            <a:ext cx="1000125" cy="18466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spc="0" normalizeH="0" baseline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CONFIDENCIAL</a:t>
            </a:r>
          </a:p>
        </p:txBody>
      </p:sp>
    </p:spTree>
    <p:extLst>
      <p:ext uri="{BB962C8B-B14F-4D97-AF65-F5344CB8AC3E}">
        <p14:creationId xmlns:p14="http://schemas.microsoft.com/office/powerpoint/2010/main" val="3177997015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28612011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21" imgH="423" progId="TCLayout.ActiveDocument.1">
                  <p:embed/>
                </p:oleObj>
              </mc:Choice>
              <mc:Fallback>
                <p:oleObj name="Slide do think-cell" r:id="rId3" imgW="421" imgH="423" progId="TCLayout.ActiveDocument.1">
                  <p:embed/>
                  <p:pic>
                    <p:nvPicPr>
                      <p:cNvPr id="2" name="Objeto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tângulo 3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137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832803" y="6596766"/>
            <a:ext cx="316751" cy="276999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5" name="Título 4"/>
          <p:cNvSpPr>
            <a:spLocks noGrp="1"/>
          </p:cNvSpPr>
          <p:nvPr>
            <p:ph type="title" hasCustomPrompt="1"/>
          </p:nvPr>
        </p:nvSpPr>
        <p:spPr>
          <a:xfrm>
            <a:off x="314182" y="119371"/>
            <a:ext cx="10756482" cy="558294"/>
          </a:xfrm>
          <a:prstGeom prst="rect">
            <a:avLst/>
          </a:prstGeom>
        </p:spPr>
        <p:txBody>
          <a:bodyPr vert="horz"/>
          <a:lstStyle>
            <a:lvl1pPr>
              <a:defRPr sz="2000" baseline="0">
                <a:solidFill>
                  <a:srgbClr val="00D318"/>
                </a:solidFill>
                <a:latin typeface="Simplon BP Bold" pitchFamily="2" charset="0"/>
              </a:defRPr>
            </a:lvl1pPr>
          </a:lstStyle>
          <a:p>
            <a:r>
              <a:rPr lang="pt-BR"/>
              <a:t>TÓPICO / TEXTO</a:t>
            </a:r>
            <a:endParaRPr lang="en-US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287E9628-E919-E6B3-7EE0-3BA313004A96}"/>
              </a:ext>
            </a:extLst>
          </p:cNvPr>
          <p:cNvSpPr txBox="1"/>
          <p:nvPr userDrawn="1"/>
        </p:nvSpPr>
        <p:spPr>
          <a:xfrm>
            <a:off x="10832678" y="6642932"/>
            <a:ext cx="1000125" cy="18466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spc="0" normalizeH="0" baseline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CONFIDENCIAL</a:t>
            </a:r>
          </a:p>
        </p:txBody>
      </p:sp>
    </p:spTree>
    <p:extLst>
      <p:ext uri="{BB962C8B-B14F-4D97-AF65-F5344CB8AC3E}">
        <p14:creationId xmlns:p14="http://schemas.microsoft.com/office/powerpoint/2010/main" val="184153879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17325004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21" imgH="423" progId="TCLayout.ActiveDocument.1">
                  <p:embed/>
                </p:oleObj>
              </mc:Choice>
              <mc:Fallback>
                <p:oleObj name="Slide do think-cell" r:id="rId3" imgW="421" imgH="423" progId="TCLayout.ActiveDocument.1">
                  <p:embed/>
                  <p:pic>
                    <p:nvPicPr>
                      <p:cNvPr id="2" name="Objeto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tângulo 3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35" name="Google Shape;895;p25"/>
          <p:cNvSpPr/>
          <p:nvPr userDrawn="1"/>
        </p:nvSpPr>
        <p:spPr>
          <a:xfrm>
            <a:off x="305167" y="224280"/>
            <a:ext cx="1368000" cy="360032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 algn="ctr"/>
            <a:endParaRPr/>
          </a:p>
        </p:txBody>
      </p:sp>
      <p:grpSp>
        <p:nvGrpSpPr>
          <p:cNvPr id="7" name="Google Shape;867;p25"/>
          <p:cNvGrpSpPr/>
          <p:nvPr userDrawn="1"/>
        </p:nvGrpSpPr>
        <p:grpSpPr>
          <a:xfrm>
            <a:off x="8521140" y="-1"/>
            <a:ext cx="3081581" cy="753916"/>
            <a:chOff x="0" y="0"/>
            <a:chExt cx="3081580" cy="753914"/>
          </a:xfrm>
        </p:grpSpPr>
        <p:sp>
          <p:nvSpPr>
            <p:cNvPr id="8" name="Google Shape;868;p25"/>
            <p:cNvSpPr/>
            <p:nvPr/>
          </p:nvSpPr>
          <p:spPr>
            <a:xfrm>
              <a:off x="-1" y="651044"/>
              <a:ext cx="93274" cy="9118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9" name="Google Shape;869;p25"/>
            <p:cNvSpPr/>
            <p:nvPr/>
          </p:nvSpPr>
          <p:spPr>
            <a:xfrm>
              <a:off x="2004" y="500959"/>
              <a:ext cx="252041" cy="252956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0" name="Google Shape;870;p25"/>
            <p:cNvSpPr/>
            <p:nvPr/>
          </p:nvSpPr>
          <p:spPr>
            <a:xfrm>
              <a:off x="11139" y="360030"/>
              <a:ext cx="388286" cy="39388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1" name="Google Shape;871;p25"/>
            <p:cNvSpPr/>
            <p:nvPr/>
          </p:nvSpPr>
          <p:spPr>
            <a:xfrm>
              <a:off x="8709" y="205072"/>
              <a:ext cx="540773" cy="548843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2" name="Google Shape;872;p25"/>
            <p:cNvSpPr/>
            <p:nvPr/>
          </p:nvSpPr>
          <p:spPr>
            <a:xfrm>
              <a:off x="4480" y="54679"/>
              <a:ext cx="697042" cy="69923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3" name="Google Shape;873;p25"/>
            <p:cNvSpPr/>
            <p:nvPr/>
          </p:nvSpPr>
          <p:spPr>
            <a:xfrm>
              <a:off x="10086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4" name="Google Shape;874;p25"/>
            <p:cNvSpPr/>
            <p:nvPr/>
          </p:nvSpPr>
          <p:spPr>
            <a:xfrm>
              <a:off x="24918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5" name="Google Shape;875;p25"/>
            <p:cNvSpPr/>
            <p:nvPr/>
          </p:nvSpPr>
          <p:spPr>
            <a:xfrm>
              <a:off x="39956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6" name="Google Shape;876;p25"/>
            <p:cNvSpPr/>
            <p:nvPr/>
          </p:nvSpPr>
          <p:spPr>
            <a:xfrm>
              <a:off x="54993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7" name="Google Shape;877;p25"/>
            <p:cNvSpPr/>
            <p:nvPr/>
          </p:nvSpPr>
          <p:spPr>
            <a:xfrm>
              <a:off x="69878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8" name="Google Shape;878;p25"/>
            <p:cNvSpPr/>
            <p:nvPr/>
          </p:nvSpPr>
          <p:spPr>
            <a:xfrm>
              <a:off x="847630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9" name="Google Shape;879;p25"/>
            <p:cNvSpPr/>
            <p:nvPr/>
          </p:nvSpPr>
          <p:spPr>
            <a:xfrm>
              <a:off x="99647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0" name="Google Shape;880;p25"/>
            <p:cNvSpPr/>
            <p:nvPr/>
          </p:nvSpPr>
          <p:spPr>
            <a:xfrm>
              <a:off x="114733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1" name="Google Shape;881;p25"/>
            <p:cNvSpPr/>
            <p:nvPr/>
          </p:nvSpPr>
          <p:spPr>
            <a:xfrm>
              <a:off x="130219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2" name="Google Shape;882;p25"/>
            <p:cNvSpPr/>
            <p:nvPr/>
          </p:nvSpPr>
          <p:spPr>
            <a:xfrm>
              <a:off x="144703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3" name="Google Shape;883;p25"/>
            <p:cNvSpPr/>
            <p:nvPr/>
          </p:nvSpPr>
          <p:spPr>
            <a:xfrm>
              <a:off x="1597885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4" name="Google Shape;884;p25"/>
            <p:cNvSpPr/>
            <p:nvPr/>
          </p:nvSpPr>
          <p:spPr>
            <a:xfrm>
              <a:off x="1750787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5" name="Google Shape;885;p25"/>
            <p:cNvSpPr/>
            <p:nvPr/>
          </p:nvSpPr>
          <p:spPr>
            <a:xfrm>
              <a:off x="189765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6" name="Google Shape;886;p25"/>
            <p:cNvSpPr/>
            <p:nvPr/>
          </p:nvSpPr>
          <p:spPr>
            <a:xfrm>
              <a:off x="2048527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7" name="Google Shape;887;p25"/>
            <p:cNvSpPr/>
            <p:nvPr/>
          </p:nvSpPr>
          <p:spPr>
            <a:xfrm>
              <a:off x="2197375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8" name="Google Shape;888;p25"/>
            <p:cNvSpPr/>
            <p:nvPr/>
          </p:nvSpPr>
          <p:spPr>
            <a:xfrm flipH="1" flipV="1">
              <a:off x="2938450" y="0"/>
              <a:ext cx="126797" cy="1238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9" name="Google Shape;889;p25"/>
            <p:cNvSpPr/>
            <p:nvPr/>
          </p:nvSpPr>
          <p:spPr>
            <a:xfrm flipH="1" flipV="1">
              <a:off x="2791660" y="0"/>
              <a:ext cx="271164" cy="2721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30" name="Google Shape;890;p25"/>
            <p:cNvSpPr/>
            <p:nvPr/>
          </p:nvSpPr>
          <p:spPr>
            <a:xfrm flipH="1" flipV="1">
              <a:off x="2643273" y="-1"/>
              <a:ext cx="417746" cy="42377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31" name="Google Shape;891;p25"/>
            <p:cNvSpPr/>
            <p:nvPr/>
          </p:nvSpPr>
          <p:spPr>
            <a:xfrm flipH="1" flipV="1">
              <a:off x="2493883" y="1"/>
              <a:ext cx="569360" cy="57539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32" name="Google Shape;892;p25"/>
            <p:cNvSpPr/>
            <p:nvPr/>
          </p:nvSpPr>
          <p:spPr>
            <a:xfrm flipH="1" flipV="1">
              <a:off x="2344588" y="1"/>
              <a:ext cx="736993" cy="742230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</p:grpSp>
      <p:pic>
        <p:nvPicPr>
          <p:cNvPr id="33" name="Google Shape;893;p25" descr="Google Shape;893;p25"/>
          <p:cNvPicPr>
            <a:picLocks noChangeAspect="1"/>
          </p:cNvPicPr>
          <p:nvPr userDrawn="1"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17592" y="5296896"/>
            <a:ext cx="1641751" cy="1641751"/>
          </a:xfrm>
          <a:prstGeom prst="rect">
            <a:avLst/>
          </a:prstGeom>
          <a:ln w="12700">
            <a:miter lim="400000"/>
          </a:ln>
        </p:spPr>
      </p:pic>
      <p:sp>
        <p:nvSpPr>
          <p:cNvPr id="34" name="Google Shape;894;p25"/>
          <p:cNvSpPr/>
          <p:nvPr userDrawn="1"/>
        </p:nvSpPr>
        <p:spPr>
          <a:xfrm>
            <a:off x="314183" y="1463039"/>
            <a:ext cx="11288538" cy="3947160"/>
          </a:xfrm>
          <a:prstGeom prst="rect">
            <a:avLst/>
          </a:prstGeom>
          <a:ln w="25400">
            <a:solidFill>
              <a:schemeClr val="accent1"/>
            </a:solidFill>
          </a:ln>
        </p:spPr>
        <p:txBody>
          <a:bodyPr wrap="none" lIns="252000" tIns="108000" rIns="72000" bIns="72000" numCol="2" anchor="ctr"/>
          <a:lstStyle/>
          <a:p>
            <a:pPr marL="285750" marR="0" indent="-28575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00D318"/>
              </a:buClr>
              <a:buSzTx/>
              <a:buFont typeface="Arial" panose="020B0604020202020204" pitchFamily="34" charset="0"/>
              <a:buChar char="•"/>
              <a:tabLst/>
            </a:pPr>
            <a:endParaRPr kumimoji="0" lang="en-US" sz="16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Simplon BP Bold" pitchFamily="2" charset="0"/>
              <a:ea typeface="+mj-ea"/>
              <a:cs typeface="+mj-cs"/>
              <a:sym typeface="Simplon BP Regular"/>
            </a:endParaRPr>
          </a:p>
        </p:txBody>
      </p:sp>
      <p:sp>
        <p:nvSpPr>
          <p:cNvPr id="39" name="Título 4"/>
          <p:cNvSpPr>
            <a:spLocks noGrp="1"/>
          </p:cNvSpPr>
          <p:nvPr>
            <p:ph type="title" hasCustomPrompt="1"/>
          </p:nvPr>
        </p:nvSpPr>
        <p:spPr>
          <a:xfrm>
            <a:off x="314182" y="119371"/>
            <a:ext cx="8103141" cy="558294"/>
          </a:xfrm>
          <a:prstGeom prst="rect">
            <a:avLst/>
          </a:prstGeom>
        </p:spPr>
        <p:txBody>
          <a:bodyPr vert="horz"/>
          <a:lstStyle>
            <a:lvl1pPr>
              <a:defRPr sz="2000" baseline="0">
                <a:solidFill>
                  <a:srgbClr val="FFFFFF"/>
                </a:solidFill>
                <a:latin typeface="Simplon BP Bold" pitchFamily="2" charset="0"/>
              </a:defRPr>
            </a:lvl1pPr>
          </a:lstStyle>
          <a:p>
            <a:r>
              <a:rPr lang="pt-BR"/>
              <a:t>sumário</a:t>
            </a:r>
            <a:endParaRPr lang="en-US"/>
          </a:p>
        </p:txBody>
      </p:sp>
      <p:sp>
        <p:nvSpPr>
          <p:cNvPr id="42" name="Espaço Reservado para Texto 41"/>
          <p:cNvSpPr>
            <a:spLocks noGrp="1"/>
          </p:cNvSpPr>
          <p:nvPr>
            <p:ph type="body" sz="quarter" idx="10" hasCustomPrompt="1"/>
          </p:nvPr>
        </p:nvSpPr>
        <p:spPr>
          <a:xfrm>
            <a:off x="314325" y="2047352"/>
            <a:ext cx="11267836" cy="2370818"/>
          </a:xfrm>
          <a:prstGeom prst="rect">
            <a:avLst/>
          </a:prstGeom>
        </p:spPr>
        <p:txBody>
          <a:bodyPr numCol="2"/>
          <a:lstStyle>
            <a:lvl1pPr marL="273050" marR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00D318"/>
              </a:buClr>
              <a:buSzTx/>
              <a:buFont typeface="Arial" panose="020B0604020202020204" pitchFamily="34" charset="0"/>
              <a:buNone/>
              <a:tabLst/>
              <a:defRPr sz="1800">
                <a:latin typeface="Simplon BP Bold" pitchFamily="2" charset="0"/>
              </a:defRPr>
            </a:lvl1pPr>
            <a:lvl2pPr marL="627063" indent="-354013">
              <a:lnSpc>
                <a:spcPct val="150000"/>
              </a:lnSpc>
              <a:spcAft>
                <a:spcPts val="600"/>
              </a:spcAft>
              <a:buClr>
                <a:srgbClr val="00D318"/>
              </a:buClr>
              <a:buFont typeface="Arial" panose="020B0604020202020204" pitchFamily="34" charset="0"/>
              <a:buChar char="•"/>
              <a:defRPr sz="1800">
                <a:latin typeface="Simplon BP Bold" pitchFamily="2" charset="0"/>
              </a:defRPr>
            </a:lvl2pPr>
            <a:lvl3pPr marL="627063" indent="-354013">
              <a:lnSpc>
                <a:spcPct val="150000"/>
              </a:lnSpc>
              <a:spcAft>
                <a:spcPts val="600"/>
              </a:spcAft>
              <a:buClr>
                <a:srgbClr val="00D318"/>
              </a:buClr>
              <a:buFont typeface="Arial" panose="020B0604020202020204" pitchFamily="34" charset="0"/>
              <a:buChar char="•"/>
              <a:defRPr sz="1800">
                <a:latin typeface="Simplon BP Bold" pitchFamily="2" charset="0"/>
              </a:defRPr>
            </a:lvl3pPr>
            <a:lvl4pPr marL="627063" indent="-354013">
              <a:lnSpc>
                <a:spcPct val="150000"/>
              </a:lnSpc>
              <a:spcAft>
                <a:spcPts val="600"/>
              </a:spcAft>
              <a:buClr>
                <a:srgbClr val="00D318"/>
              </a:buClr>
              <a:buFont typeface="Arial" panose="020B0604020202020204" pitchFamily="34" charset="0"/>
              <a:buChar char="•"/>
              <a:defRPr sz="1800">
                <a:latin typeface="Simplon BP Bold" pitchFamily="2" charset="0"/>
              </a:defRPr>
            </a:lvl4pPr>
            <a:lvl5pPr marL="273050" indent="0">
              <a:lnSpc>
                <a:spcPct val="150000"/>
              </a:lnSpc>
              <a:spcAft>
                <a:spcPts val="600"/>
              </a:spcAft>
              <a:buClr>
                <a:srgbClr val="00D318"/>
              </a:buClr>
              <a:buFont typeface="Arial" panose="020B0604020202020204" pitchFamily="34" charset="0"/>
              <a:buNone/>
              <a:defRPr sz="1800">
                <a:latin typeface="Simplon BP Bold" pitchFamily="2" charset="0"/>
              </a:defRPr>
            </a:lvl5pPr>
          </a:lstStyle>
          <a:p>
            <a:pPr marL="627063" marR="0" lvl="0" indent="-354013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00D31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Simplon </a:t>
            </a:r>
            <a:r>
              <a:rPr kumimoji="0" lang="en-US" sz="1800" b="0" i="0" u="none" strike="noStrike" cap="none" spc="0" normalizeH="0" baseline="0" err="1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bp</a:t>
            </a: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regular  </a:t>
            </a:r>
            <a:r>
              <a:rPr kumimoji="0" lang="en-US" sz="1800" b="0" i="0" u="none" strike="noStrike" cap="none" spc="0" normalizeH="0" baseline="0" err="1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simplon</a:t>
            </a: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</a:t>
            </a:r>
            <a:r>
              <a:rPr kumimoji="0" lang="en-US" sz="1800" b="0" i="0" u="none" strike="noStrike" cap="none" spc="0" normalizeH="0" baseline="0" err="1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bp</a:t>
            </a: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Bold</a:t>
            </a:r>
          </a:p>
          <a:p>
            <a:pPr marL="627063" marR="0" lvl="0" indent="-354013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00D31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Simplon </a:t>
            </a:r>
            <a:r>
              <a:rPr kumimoji="0" lang="en-US" sz="1800" b="0" i="0" u="none" strike="noStrike" cap="none" spc="0" normalizeH="0" baseline="0" err="1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bp</a:t>
            </a: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regular  </a:t>
            </a:r>
            <a:r>
              <a:rPr kumimoji="0" lang="en-US" sz="1800" b="0" i="0" u="none" strike="noStrike" cap="none" spc="0" normalizeH="0" baseline="0" err="1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simplon</a:t>
            </a: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</a:t>
            </a:r>
            <a:r>
              <a:rPr kumimoji="0" lang="en-US" sz="1800" b="0" i="0" u="none" strike="noStrike" cap="none" spc="0" normalizeH="0" baseline="0" err="1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bp</a:t>
            </a: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Bold</a:t>
            </a:r>
          </a:p>
          <a:p>
            <a:pPr marL="627063" marR="0" lvl="0" indent="-354013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00D31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Simplon </a:t>
            </a:r>
            <a:r>
              <a:rPr kumimoji="0" lang="en-US" sz="1800" b="0" i="0" u="none" strike="noStrike" cap="none" spc="0" normalizeH="0" baseline="0" err="1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bp</a:t>
            </a: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regular  </a:t>
            </a:r>
            <a:r>
              <a:rPr kumimoji="0" lang="en-US" sz="1800" b="0" i="0" u="none" strike="noStrike" cap="none" spc="0" normalizeH="0" baseline="0" err="1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simplon</a:t>
            </a: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</a:t>
            </a:r>
            <a:r>
              <a:rPr kumimoji="0" lang="en-US" sz="1800" b="0" i="0" u="none" strike="noStrike" cap="none" spc="0" normalizeH="0" baseline="0" err="1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bp</a:t>
            </a: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Bold</a:t>
            </a:r>
          </a:p>
          <a:p>
            <a:pPr marL="627063" marR="0" lvl="0" indent="-354013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00D31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Simplon </a:t>
            </a:r>
            <a:r>
              <a:rPr kumimoji="0" lang="en-US" sz="1800" b="0" i="0" u="none" strike="noStrike" cap="none" spc="0" normalizeH="0" baseline="0" err="1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bp</a:t>
            </a: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regular  </a:t>
            </a:r>
            <a:r>
              <a:rPr kumimoji="0" lang="en-US" sz="1800" b="0" i="0" u="none" strike="noStrike" cap="none" spc="0" normalizeH="0" baseline="0" err="1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simplon</a:t>
            </a: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</a:t>
            </a:r>
            <a:r>
              <a:rPr kumimoji="0" lang="en-US" sz="1800" b="0" i="0" u="none" strike="noStrike" cap="none" spc="0" normalizeH="0" baseline="0" err="1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bp</a:t>
            </a: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Bold</a:t>
            </a:r>
            <a:endParaRPr lang="pt-BR"/>
          </a:p>
          <a:p>
            <a:pPr marL="627063" marR="0" lvl="0" indent="-354013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00D31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Simplon </a:t>
            </a:r>
            <a:r>
              <a:rPr kumimoji="0" lang="en-US" sz="1800" b="0" i="0" u="none" strike="noStrike" cap="none" spc="0" normalizeH="0" baseline="0" err="1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bp</a:t>
            </a: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regular  </a:t>
            </a:r>
            <a:r>
              <a:rPr kumimoji="0" lang="en-US" sz="1800" b="0" i="0" u="none" strike="noStrike" cap="none" spc="0" normalizeH="0" baseline="0" err="1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simplon</a:t>
            </a: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</a:t>
            </a:r>
            <a:r>
              <a:rPr kumimoji="0" lang="en-US" sz="1800" b="0" i="0" u="none" strike="noStrike" cap="none" spc="0" normalizeH="0" baseline="0" err="1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bp</a:t>
            </a: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Bold</a:t>
            </a:r>
          </a:p>
          <a:p>
            <a:pPr marL="627063" marR="0" lvl="0" indent="-354013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00D31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Simplon </a:t>
            </a:r>
            <a:r>
              <a:rPr kumimoji="0" lang="en-US" sz="1800" b="0" i="0" u="none" strike="noStrike" cap="none" spc="0" normalizeH="0" baseline="0" err="1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bp</a:t>
            </a: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regular  </a:t>
            </a:r>
            <a:r>
              <a:rPr kumimoji="0" lang="en-US" sz="1800" b="0" i="0" u="none" strike="noStrike" cap="none" spc="0" normalizeH="0" baseline="0" err="1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simplon</a:t>
            </a: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</a:t>
            </a:r>
            <a:r>
              <a:rPr kumimoji="0" lang="en-US" sz="1800" b="0" i="0" u="none" strike="noStrike" cap="none" spc="0" normalizeH="0" baseline="0" err="1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bp</a:t>
            </a: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Bold</a:t>
            </a:r>
          </a:p>
        </p:txBody>
      </p:sp>
      <p:sp>
        <p:nvSpPr>
          <p:cNvPr id="43" name="Espaço Reservado para Número de Slide 4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6CB4B4D-7CA3-9044-876B-883B54F8677D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48278474"/>
      </p:ext>
    </p:extLst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to 3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7316062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21" imgH="423" progId="TCLayout.ActiveDocument.1">
                  <p:embed/>
                </p:oleObj>
              </mc:Choice>
              <mc:Fallback>
                <p:oleObj name="Slide do think-cell" r:id="rId3" imgW="421" imgH="423" progId="TCLayout.ActiveDocument.1">
                  <p:embed/>
                  <p:pic>
                    <p:nvPicPr>
                      <p:cNvPr id="4" name="Objeto 3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8" name="Google Shape;170;p7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chemeClr val="accent2"/>
                </a:solidFill>
              </a:defRPr>
            </a:pPr>
            <a:endParaRPr/>
          </a:p>
        </p:txBody>
      </p:sp>
      <p:grpSp>
        <p:nvGrpSpPr>
          <p:cNvPr id="244" name="Google Shape;171;p70"/>
          <p:cNvGrpSpPr/>
          <p:nvPr/>
        </p:nvGrpSpPr>
        <p:grpSpPr>
          <a:xfrm>
            <a:off x="0" y="4145279"/>
            <a:ext cx="4402014" cy="1076961"/>
            <a:chOff x="0" y="0"/>
            <a:chExt cx="4402013" cy="1076959"/>
          </a:xfrm>
        </p:grpSpPr>
        <p:sp>
          <p:nvSpPr>
            <p:cNvPr id="219" name="Google Shape;172;p70"/>
            <p:cNvSpPr/>
            <p:nvPr/>
          </p:nvSpPr>
          <p:spPr>
            <a:xfrm>
              <a:off x="-1" y="930011"/>
              <a:ext cx="133240" cy="130260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20" name="Google Shape;173;p70"/>
            <p:cNvSpPr/>
            <p:nvPr/>
          </p:nvSpPr>
          <p:spPr>
            <a:xfrm>
              <a:off x="2864" y="715615"/>
              <a:ext cx="360038" cy="361345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21" name="Google Shape;174;p70"/>
            <p:cNvSpPr/>
            <p:nvPr/>
          </p:nvSpPr>
          <p:spPr>
            <a:xfrm>
              <a:off x="15913" y="514299"/>
              <a:ext cx="554663" cy="562661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22" name="Google Shape;175;p70"/>
            <p:cNvSpPr/>
            <p:nvPr/>
          </p:nvSpPr>
          <p:spPr>
            <a:xfrm>
              <a:off x="12442" y="292945"/>
              <a:ext cx="772489" cy="784015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23" name="Google Shape;176;p70"/>
            <p:cNvSpPr/>
            <p:nvPr/>
          </p:nvSpPr>
          <p:spPr>
            <a:xfrm>
              <a:off x="6400" y="78108"/>
              <a:ext cx="995719" cy="9988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24" name="Google Shape;177;p70"/>
            <p:cNvSpPr/>
            <p:nvPr/>
          </p:nvSpPr>
          <p:spPr>
            <a:xfrm>
              <a:off x="144084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25" name="Google Shape;178;p70"/>
            <p:cNvSpPr/>
            <p:nvPr/>
          </p:nvSpPr>
          <p:spPr>
            <a:xfrm>
              <a:off x="355964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26" name="Google Shape;179;p70"/>
            <p:cNvSpPr/>
            <p:nvPr/>
          </p:nvSpPr>
          <p:spPr>
            <a:xfrm>
              <a:off x="570771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27" name="Google Shape;180;p70"/>
            <p:cNvSpPr/>
            <p:nvPr/>
          </p:nvSpPr>
          <p:spPr>
            <a:xfrm>
              <a:off x="785577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28" name="Google Shape;181;p70"/>
            <p:cNvSpPr/>
            <p:nvPr/>
          </p:nvSpPr>
          <p:spPr>
            <a:xfrm>
              <a:off x="998206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29" name="Google Shape;182;p70"/>
            <p:cNvSpPr/>
            <p:nvPr/>
          </p:nvSpPr>
          <p:spPr>
            <a:xfrm>
              <a:off x="1210834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30" name="Google Shape;183;p70"/>
            <p:cNvSpPr/>
            <p:nvPr/>
          </p:nvSpPr>
          <p:spPr>
            <a:xfrm>
              <a:off x="1423462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31" name="Google Shape;184;p70"/>
            <p:cNvSpPr/>
            <p:nvPr/>
          </p:nvSpPr>
          <p:spPr>
            <a:xfrm>
              <a:off x="1638954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32" name="Google Shape;185;p70"/>
            <p:cNvSpPr/>
            <p:nvPr/>
          </p:nvSpPr>
          <p:spPr>
            <a:xfrm>
              <a:off x="1860175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33" name="Google Shape;186;p70"/>
            <p:cNvSpPr/>
            <p:nvPr/>
          </p:nvSpPr>
          <p:spPr>
            <a:xfrm>
              <a:off x="2067075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34" name="Google Shape;187;p70"/>
            <p:cNvSpPr/>
            <p:nvPr/>
          </p:nvSpPr>
          <p:spPr>
            <a:xfrm>
              <a:off x="2282567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35" name="Google Shape;188;p70"/>
            <p:cNvSpPr/>
            <p:nvPr/>
          </p:nvSpPr>
          <p:spPr>
            <a:xfrm>
              <a:off x="2500987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36" name="Google Shape;189;p70"/>
            <p:cNvSpPr/>
            <p:nvPr/>
          </p:nvSpPr>
          <p:spPr>
            <a:xfrm>
              <a:off x="2710782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37" name="Google Shape;190;p70"/>
            <p:cNvSpPr/>
            <p:nvPr/>
          </p:nvSpPr>
          <p:spPr>
            <a:xfrm>
              <a:off x="2926306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38" name="Google Shape;191;p70"/>
            <p:cNvSpPr/>
            <p:nvPr/>
          </p:nvSpPr>
          <p:spPr>
            <a:xfrm>
              <a:off x="3138934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39" name="Google Shape;192;p70"/>
            <p:cNvSpPr/>
            <p:nvPr/>
          </p:nvSpPr>
          <p:spPr>
            <a:xfrm flipH="1" flipV="1">
              <a:off x="4197554" y="0"/>
              <a:ext cx="181128" cy="176915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40" name="Google Shape;193;p70"/>
            <p:cNvSpPr/>
            <p:nvPr/>
          </p:nvSpPr>
          <p:spPr>
            <a:xfrm flipH="1" flipV="1">
              <a:off x="3987866" y="0"/>
              <a:ext cx="387355" cy="388760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41" name="Google Shape;194;p70"/>
            <p:cNvSpPr/>
            <p:nvPr/>
          </p:nvSpPr>
          <p:spPr>
            <a:xfrm flipH="1" flipV="1">
              <a:off x="3775896" y="0"/>
              <a:ext cx="596746" cy="605351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42" name="Google Shape;195;p70"/>
            <p:cNvSpPr/>
            <p:nvPr/>
          </p:nvSpPr>
          <p:spPr>
            <a:xfrm flipH="1" flipV="1">
              <a:off x="3562494" y="2"/>
              <a:ext cx="813325" cy="821940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43" name="Google Shape;196;p70"/>
            <p:cNvSpPr/>
            <p:nvPr/>
          </p:nvSpPr>
          <p:spPr>
            <a:xfrm flipH="1" flipV="1">
              <a:off x="3349226" y="1"/>
              <a:ext cx="1052788" cy="1060269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</p:grpSp>
      <p:sp>
        <p:nvSpPr>
          <p:cNvPr id="3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420849" y="6217851"/>
            <a:ext cx="316751" cy="276999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86CB4B4D-7CA3-9044-876B-883B54F8677D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35" name="Título 6"/>
          <p:cNvSpPr>
            <a:spLocks noGrp="1"/>
          </p:cNvSpPr>
          <p:nvPr>
            <p:ph type="title" hasCustomPrompt="1"/>
          </p:nvPr>
        </p:nvSpPr>
        <p:spPr>
          <a:xfrm>
            <a:off x="2282568" y="2916669"/>
            <a:ext cx="5923700" cy="791776"/>
          </a:xfrm>
          <a:prstGeom prst="rect">
            <a:avLst/>
          </a:prstGeom>
        </p:spPr>
        <p:txBody>
          <a:bodyPr vert="horz"/>
          <a:lstStyle>
            <a:lvl1pPr>
              <a:defRPr sz="6600">
                <a:solidFill>
                  <a:srgbClr val="FFFFFF"/>
                </a:solidFill>
                <a:latin typeface="Simplon BP Bold" pitchFamily="2" charset="0"/>
              </a:defRPr>
            </a:lvl1pPr>
          </a:lstStyle>
          <a:p>
            <a:r>
              <a:rPr lang="pt-BR"/>
              <a:t>destaque</a:t>
            </a:r>
            <a:endParaRPr lang="en-US"/>
          </a:p>
        </p:txBody>
      </p:sp>
      <p:sp>
        <p:nvSpPr>
          <p:cNvPr id="36" name="Espaço Reservado para Texto 32"/>
          <p:cNvSpPr>
            <a:spLocks noGrp="1"/>
          </p:cNvSpPr>
          <p:nvPr>
            <p:ph type="body" sz="quarter" idx="10" hasCustomPrompt="1"/>
          </p:nvPr>
        </p:nvSpPr>
        <p:spPr>
          <a:xfrm>
            <a:off x="2292350" y="2409825"/>
            <a:ext cx="3600450" cy="450850"/>
          </a:xfrm>
          <a:prstGeom prst="rect">
            <a:avLst/>
          </a:prstGeom>
        </p:spPr>
        <p:txBody>
          <a:bodyPr/>
          <a:lstStyle>
            <a:lvl1pPr>
              <a:defRPr sz="2000" baseline="0">
                <a:solidFill>
                  <a:srgbClr val="00D318"/>
                </a:solidFill>
              </a:defRPr>
            </a:lvl1pPr>
          </a:lstStyle>
          <a:p>
            <a:pPr lvl="0"/>
            <a:r>
              <a:rPr lang="pt-BR"/>
              <a:t>título da subcapa</a:t>
            </a:r>
            <a:endParaRPr lang="en-US"/>
          </a:p>
        </p:txBody>
      </p:sp>
      <p:sp>
        <p:nvSpPr>
          <p:cNvPr id="11" name="Espaço Reservado para Texto 10"/>
          <p:cNvSpPr>
            <a:spLocks noGrp="1"/>
          </p:cNvSpPr>
          <p:nvPr>
            <p:ph type="body" sz="quarter" idx="11" hasCustomPrompt="1"/>
          </p:nvPr>
        </p:nvSpPr>
        <p:spPr>
          <a:xfrm>
            <a:off x="725186" y="2045363"/>
            <a:ext cx="960437" cy="1608490"/>
          </a:xfrm>
          <a:prstGeom prst="rect">
            <a:avLst/>
          </a:prstGeom>
        </p:spPr>
        <p:txBody>
          <a:bodyPr/>
          <a:lstStyle>
            <a:lvl1pPr>
              <a:defRPr sz="13800">
                <a:solidFill>
                  <a:srgbClr val="FFFFFF"/>
                </a:solidFill>
                <a:latin typeface="Simplon BP Bold" pitchFamily="2" charset="0"/>
              </a:defRPr>
            </a:lvl1pPr>
          </a:lstStyle>
          <a:p>
            <a:pPr lvl="0"/>
            <a:r>
              <a:rPr lang="pt-BR"/>
              <a:t>1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615881"/>
      </p:ext>
    </p:extLst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70096296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21" imgH="423" progId="TCLayout.ActiveDocument.1">
                  <p:embed/>
                </p:oleObj>
              </mc:Choice>
              <mc:Fallback>
                <p:oleObj name="Slide do think-cell" r:id="rId3" imgW="421" imgH="423" progId="TCLayout.ActiveDocument.1">
                  <p:embed/>
                  <p:pic>
                    <p:nvPicPr>
                      <p:cNvPr id="2" name="Objeto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tângulo 3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49" name="Google Shape;1321;p15"/>
          <p:cNvSpPr/>
          <p:nvPr userDrawn="1"/>
        </p:nvSpPr>
        <p:spPr>
          <a:xfrm rot="5400000">
            <a:off x="8485469" y="2219971"/>
            <a:ext cx="3347246" cy="4065814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r">
              <a:defRPr sz="1800">
                <a:solidFill>
                  <a:schemeClr val="accent2"/>
                </a:solidFill>
              </a:defRPr>
            </a:pPr>
            <a:endParaRPr/>
          </a:p>
        </p:txBody>
      </p:sp>
      <p:sp>
        <p:nvSpPr>
          <p:cNvPr id="47" name="Google Shape;1319;p15"/>
          <p:cNvSpPr/>
          <p:nvPr userDrawn="1"/>
        </p:nvSpPr>
        <p:spPr>
          <a:xfrm rot="5400000">
            <a:off x="354548" y="2220680"/>
            <a:ext cx="3347245" cy="4064402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r">
              <a:defRPr sz="1800">
                <a:solidFill>
                  <a:schemeClr val="accent2"/>
                </a:solidFill>
              </a:defRPr>
            </a:pPr>
            <a:endParaRPr/>
          </a:p>
        </p:txBody>
      </p:sp>
      <p:sp>
        <p:nvSpPr>
          <p:cNvPr id="48" name="Google Shape;1320;p15"/>
          <p:cNvSpPr/>
          <p:nvPr userDrawn="1"/>
        </p:nvSpPr>
        <p:spPr>
          <a:xfrm rot="5400000">
            <a:off x="4420362" y="2220686"/>
            <a:ext cx="3347245" cy="4064402"/>
          </a:xfrm>
          <a:prstGeom prst="rect">
            <a:avLst/>
          </a:prstGeom>
          <a:solidFill>
            <a:schemeClr val="accent2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r">
              <a:defRPr sz="1800">
                <a:solidFill>
                  <a:schemeClr val="accent2"/>
                </a:solidFill>
              </a:defRPr>
            </a:pPr>
            <a:endParaRPr/>
          </a:p>
        </p:txBody>
      </p:sp>
      <p:pic>
        <p:nvPicPr>
          <p:cNvPr id="136" name="Google Shape;106;p65" descr="Google Shape;106;p65"/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70663" y="-101600"/>
            <a:ext cx="1121337" cy="1121337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3" name="Agrupar 2"/>
          <p:cNvGrpSpPr/>
          <p:nvPr userDrawn="1"/>
        </p:nvGrpSpPr>
        <p:grpSpPr>
          <a:xfrm>
            <a:off x="-1924709" y="273157"/>
            <a:ext cx="1875959" cy="5481043"/>
            <a:chOff x="-1924709" y="273157"/>
            <a:chExt cx="1875959" cy="5481043"/>
          </a:xfrm>
        </p:grpSpPr>
        <p:grpSp>
          <p:nvGrpSpPr>
            <p:cNvPr id="8" name="Google Shape;456;p5"/>
            <p:cNvGrpSpPr/>
            <p:nvPr/>
          </p:nvGrpSpPr>
          <p:grpSpPr>
            <a:xfrm>
              <a:off x="-1860193" y="896121"/>
              <a:ext cx="1740449" cy="4173016"/>
              <a:chOff x="4077841" y="5415653"/>
              <a:chExt cx="1740449" cy="4173016"/>
            </a:xfrm>
          </p:grpSpPr>
          <p:sp>
            <p:nvSpPr>
              <p:cNvPr id="18" name="Google Shape;457;p5"/>
              <p:cNvSpPr/>
              <p:nvPr/>
            </p:nvSpPr>
            <p:spPr>
              <a:xfrm>
                <a:off x="4191000" y="5415653"/>
                <a:ext cx="762000" cy="762000"/>
              </a:xfrm>
              <a:prstGeom prst="ellipse">
                <a:avLst/>
              </a:prstGeom>
              <a:solidFill>
                <a:srgbClr val="00D318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" name="Google Shape;458;p5"/>
              <p:cNvSpPr/>
              <p:nvPr/>
            </p:nvSpPr>
            <p:spPr>
              <a:xfrm>
                <a:off x="5056290" y="5415653"/>
                <a:ext cx="762000" cy="762000"/>
              </a:xfrm>
              <a:prstGeom prst="ellipse">
                <a:avLst/>
              </a:prstGeom>
              <a:solidFill>
                <a:srgbClr val="009E0B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" name="Google Shape;459;p5"/>
              <p:cNvSpPr/>
              <p:nvPr/>
            </p:nvSpPr>
            <p:spPr>
              <a:xfrm>
                <a:off x="4106520" y="7322761"/>
                <a:ext cx="762000" cy="7620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" name="Google Shape;460;p5"/>
              <p:cNvSpPr/>
              <p:nvPr/>
            </p:nvSpPr>
            <p:spPr>
              <a:xfrm>
                <a:off x="4977132" y="7314542"/>
                <a:ext cx="762000" cy="762000"/>
              </a:xfrm>
              <a:prstGeom prst="ellipse">
                <a:avLst/>
              </a:prstGeom>
              <a:solidFill>
                <a:srgbClr val="FFFF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" name="Google Shape;461;p5"/>
              <p:cNvSpPr/>
              <p:nvPr/>
            </p:nvSpPr>
            <p:spPr>
              <a:xfrm>
                <a:off x="4077841" y="8826669"/>
                <a:ext cx="762000" cy="762000"/>
              </a:xfrm>
              <a:prstGeom prst="ellipse">
                <a:avLst/>
              </a:prstGeom>
              <a:solidFill>
                <a:srgbClr val="4D4D4D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" name="Google Shape;462;p5"/>
              <p:cNvSpPr/>
              <p:nvPr/>
            </p:nvSpPr>
            <p:spPr>
              <a:xfrm>
                <a:off x="4969800" y="8826669"/>
                <a:ext cx="762000" cy="762000"/>
              </a:xfrm>
              <a:prstGeom prst="ellipse">
                <a:avLst/>
              </a:prstGeom>
              <a:solidFill>
                <a:srgbClr val="000000"/>
              </a:solidFill>
              <a:ln w="19050" cap="flat" cmpd="sng">
                <a:solidFill>
                  <a:srgbClr val="94949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" name="Google Shape;464;p5"/>
            <p:cNvSpPr txBox="1"/>
            <p:nvPr/>
          </p:nvSpPr>
          <p:spPr>
            <a:xfrm>
              <a:off x="-1825003" y="273157"/>
              <a:ext cx="1776253" cy="30773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Bold" pitchFamily="2" charset="77"/>
                  <a:cs typeface="Arial"/>
                  <a:sym typeface="Arial"/>
                </a:rPr>
                <a:t>PALETA</a:t>
              </a:r>
              <a:endParaRPr kumimoji="0" sz="1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Bold" pitchFamily="2" charset="77"/>
                <a:cs typeface="Arial"/>
                <a:sym typeface="Arial"/>
              </a:endParaRPr>
            </a:p>
          </p:txBody>
        </p:sp>
        <p:sp>
          <p:nvSpPr>
            <p:cNvPr id="10" name="Google Shape;465;p5"/>
            <p:cNvSpPr txBox="1"/>
            <p:nvPr/>
          </p:nvSpPr>
          <p:spPr>
            <a:xfrm>
              <a:off x="-1825003" y="524413"/>
              <a:ext cx="1648562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Principais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1" name="Google Shape;466;p5"/>
            <p:cNvSpPr txBox="1"/>
            <p:nvPr/>
          </p:nvSpPr>
          <p:spPr>
            <a:xfrm>
              <a:off x="-1903362" y="2462339"/>
              <a:ext cx="1648562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Secundárias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2" name="Google Shape;467;p5"/>
            <p:cNvSpPr txBox="1"/>
            <p:nvPr/>
          </p:nvSpPr>
          <p:spPr>
            <a:xfrm>
              <a:off x="-1825002" y="1733827"/>
              <a:ext cx="87427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R.0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G.211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B.24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3" name="Google Shape;468;p5"/>
            <p:cNvSpPr txBox="1"/>
            <p:nvPr/>
          </p:nvSpPr>
          <p:spPr>
            <a:xfrm>
              <a:off x="-923028" y="1733827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R.0G.158B.11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4" name="Google Shape;469;p5"/>
            <p:cNvSpPr txBox="1"/>
            <p:nvPr/>
          </p:nvSpPr>
          <p:spPr>
            <a:xfrm>
              <a:off x="-1903362" y="3640935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R.255G.255B.255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5" name="Google Shape;470;p5"/>
            <p:cNvSpPr txBox="1"/>
            <p:nvPr/>
          </p:nvSpPr>
          <p:spPr>
            <a:xfrm>
              <a:off x="-1029084" y="3687308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R.255G.255B.0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6" name="Google Shape;471;p5"/>
            <p:cNvSpPr txBox="1"/>
            <p:nvPr/>
          </p:nvSpPr>
          <p:spPr>
            <a:xfrm>
              <a:off x="-1924709" y="5144843"/>
              <a:ext cx="93512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R.77</a:t>
              </a:r>
            </a:p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G.77</a:t>
              </a:r>
            </a:p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B.77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7" name="Google Shape;472;p5"/>
            <p:cNvSpPr txBox="1"/>
            <p:nvPr/>
          </p:nvSpPr>
          <p:spPr>
            <a:xfrm>
              <a:off x="-1029084" y="5144843"/>
              <a:ext cx="87427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R.0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G.0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B.0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</p:grpSp>
      <p:sp>
        <p:nvSpPr>
          <p:cNvPr id="36" name="Google Shape;1318;p15"/>
          <p:cNvSpPr/>
          <p:nvPr userDrawn="1"/>
        </p:nvSpPr>
        <p:spPr>
          <a:xfrm>
            <a:off x="0" y="1589152"/>
            <a:ext cx="12192000" cy="935512"/>
          </a:xfrm>
          <a:prstGeom prst="rect">
            <a:avLst/>
          </a:prstGeom>
          <a:solidFill>
            <a:schemeClr val="accent3">
              <a:lumOff val="44000"/>
            </a:schemeClr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chemeClr val="accent2"/>
                </a:solidFill>
              </a:defRPr>
            </a:pPr>
            <a:endParaRPr/>
          </a:p>
        </p:txBody>
      </p:sp>
      <p:sp>
        <p:nvSpPr>
          <p:cNvPr id="51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5892800" y="6172200"/>
            <a:ext cx="2844800" cy="36830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52" name="Título 4"/>
          <p:cNvSpPr>
            <a:spLocks noGrp="1"/>
          </p:cNvSpPr>
          <p:nvPr>
            <p:ph type="title" hasCustomPrompt="1"/>
          </p:nvPr>
        </p:nvSpPr>
        <p:spPr>
          <a:xfrm>
            <a:off x="314182" y="119371"/>
            <a:ext cx="10756482" cy="558294"/>
          </a:xfrm>
          <a:prstGeom prst="rect">
            <a:avLst/>
          </a:prstGeom>
        </p:spPr>
        <p:txBody>
          <a:bodyPr vert="horz"/>
          <a:lstStyle>
            <a:lvl1pPr>
              <a:defRPr sz="2000" baseline="0">
                <a:latin typeface="Simplon BP Bold" pitchFamily="2" charset="0"/>
              </a:defRPr>
            </a:lvl1pPr>
          </a:lstStyle>
          <a:p>
            <a:r>
              <a:rPr lang="pt-BR"/>
              <a:t>tópico / texto</a:t>
            </a:r>
            <a:endParaRPr lang="en-US"/>
          </a:p>
        </p:txBody>
      </p:sp>
      <p:sp>
        <p:nvSpPr>
          <p:cNvPr id="54" name="Espaço Reservado para Texto 34"/>
          <p:cNvSpPr>
            <a:spLocks noGrp="1"/>
          </p:cNvSpPr>
          <p:nvPr>
            <p:ph type="body" sz="quarter" idx="11" hasCustomPrompt="1"/>
          </p:nvPr>
        </p:nvSpPr>
        <p:spPr>
          <a:xfrm>
            <a:off x="328174" y="702616"/>
            <a:ext cx="10742490" cy="51828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4D4D4D"/>
                </a:solidFill>
              </a:defRPr>
            </a:lvl1pPr>
          </a:lstStyle>
          <a:p>
            <a:pPr>
              <a:lnSpc>
                <a:spcPct val="90000"/>
              </a:lnSpc>
              <a:defRPr>
                <a:solidFill>
                  <a:schemeClr val="accent2"/>
                </a:solidFill>
              </a:defRPr>
            </a:pPr>
            <a:r>
              <a:rPr lang="pt-BR" err="1"/>
              <a:t>Lorem</a:t>
            </a:r>
            <a:r>
              <a:rPr lang="pt-BR"/>
              <a:t> ipsum </a:t>
            </a:r>
            <a:r>
              <a:rPr lang="pt-BR" err="1"/>
              <a:t>dolor</a:t>
            </a:r>
            <a:r>
              <a:rPr lang="pt-BR"/>
              <a:t> </a:t>
            </a:r>
            <a:r>
              <a:rPr lang="pt-BR" err="1"/>
              <a:t>sit</a:t>
            </a:r>
            <a:r>
              <a:rPr lang="pt-BR"/>
              <a:t> </a:t>
            </a:r>
            <a:r>
              <a:rPr lang="pt-BR" err="1"/>
              <a:t>amet</a:t>
            </a:r>
            <a:r>
              <a:rPr lang="pt-BR"/>
              <a:t>, </a:t>
            </a:r>
            <a:r>
              <a:rPr lang="pt-BR" err="1"/>
              <a:t>consectetur</a:t>
            </a:r>
            <a:r>
              <a:rPr lang="pt-BR"/>
              <a:t> </a:t>
            </a:r>
            <a:r>
              <a:rPr lang="pt-BR" err="1"/>
              <a:t>adipiscing</a:t>
            </a:r>
            <a:r>
              <a:rPr lang="pt-BR"/>
              <a:t> </a:t>
            </a:r>
            <a:r>
              <a:rPr lang="pt-BR" err="1"/>
              <a:t>elit</a:t>
            </a:r>
            <a:r>
              <a:rPr lang="pt-BR"/>
              <a:t>. </a:t>
            </a:r>
            <a:r>
              <a:rPr lang="pt-BR" err="1"/>
              <a:t>Praesent</a:t>
            </a:r>
            <a:r>
              <a:rPr lang="pt-BR"/>
              <a:t> </a:t>
            </a:r>
            <a:r>
              <a:rPr lang="pt-BR" err="1"/>
              <a:t>luctus</a:t>
            </a:r>
            <a:r>
              <a:rPr lang="pt-BR"/>
              <a:t> sem et </a:t>
            </a:r>
            <a:r>
              <a:rPr lang="pt-BR" err="1"/>
              <a:t>nibh</a:t>
            </a:r>
            <a:r>
              <a:rPr lang="pt-BR"/>
              <a:t> </a:t>
            </a:r>
            <a:r>
              <a:rPr lang="pt-BR" err="1"/>
              <a:t>elementum</a:t>
            </a:r>
            <a:r>
              <a:rPr lang="pt-BR"/>
              <a:t>, </a:t>
            </a:r>
            <a:br>
              <a:rPr lang="pt-BR"/>
            </a:br>
            <a:r>
              <a:rPr lang="pt-BR"/>
              <a:t>quis </a:t>
            </a:r>
            <a:r>
              <a:rPr lang="pt-BR" err="1"/>
              <a:t>volutpat</a:t>
            </a:r>
            <a:r>
              <a:rPr lang="pt-BR"/>
              <a:t> </a:t>
            </a:r>
            <a:r>
              <a:rPr lang="pt-BR" err="1"/>
              <a:t>sapien</a:t>
            </a:r>
            <a:r>
              <a:rPr lang="pt-BR"/>
              <a:t> </a:t>
            </a:r>
            <a:r>
              <a:rPr lang="pt-BR" err="1"/>
              <a:t>sodales</a:t>
            </a:r>
            <a:r>
              <a:rPr lang="pt-BR"/>
              <a:t>. </a:t>
            </a:r>
          </a:p>
        </p:txBody>
      </p:sp>
      <p:sp>
        <p:nvSpPr>
          <p:cNvPr id="56" name="Espaço Reservado para Texto 38"/>
          <p:cNvSpPr>
            <a:spLocks noGrp="1"/>
          </p:cNvSpPr>
          <p:nvPr>
            <p:ph type="body" sz="quarter" idx="12" hasCustomPrompt="1"/>
          </p:nvPr>
        </p:nvSpPr>
        <p:spPr>
          <a:xfrm>
            <a:off x="4702494" y="1740692"/>
            <a:ext cx="2789312" cy="526559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rgbClr val="4D4D4D"/>
                </a:solidFill>
                <a:latin typeface="Simplon BP Bold" pitchFamily="2" charset="0"/>
              </a:defRPr>
            </a:lvl1pPr>
          </a:lstStyle>
          <a:p>
            <a:pPr lvl="0"/>
            <a:r>
              <a:rPr lang="pt-BR"/>
              <a:t>subitem 2</a:t>
            </a:r>
            <a:endParaRPr lang="en-US"/>
          </a:p>
        </p:txBody>
      </p:sp>
      <p:sp>
        <p:nvSpPr>
          <p:cNvPr id="57" name="Espaço Reservado para Texto 38"/>
          <p:cNvSpPr>
            <a:spLocks noGrp="1"/>
          </p:cNvSpPr>
          <p:nvPr>
            <p:ph type="body" sz="quarter" idx="13" hasCustomPrompt="1"/>
          </p:nvPr>
        </p:nvSpPr>
        <p:spPr>
          <a:xfrm>
            <a:off x="8684029" y="1710364"/>
            <a:ext cx="2789312" cy="526559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rgbClr val="000000"/>
                </a:solidFill>
                <a:latin typeface="Simplon BP Bold" pitchFamily="2" charset="0"/>
              </a:defRPr>
            </a:lvl1pPr>
          </a:lstStyle>
          <a:p>
            <a:pPr lvl="0"/>
            <a:r>
              <a:rPr lang="pt-BR"/>
              <a:t>subitem 3</a:t>
            </a:r>
            <a:endParaRPr lang="en-US"/>
          </a:p>
        </p:txBody>
      </p:sp>
      <p:sp>
        <p:nvSpPr>
          <p:cNvPr id="58" name="Espaço Reservado para Texto 38"/>
          <p:cNvSpPr>
            <a:spLocks noGrp="1"/>
          </p:cNvSpPr>
          <p:nvPr>
            <p:ph type="body" sz="quarter" idx="14" hasCustomPrompt="1"/>
          </p:nvPr>
        </p:nvSpPr>
        <p:spPr>
          <a:xfrm>
            <a:off x="671180" y="1730680"/>
            <a:ext cx="2789312" cy="526559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rgbClr val="00D318"/>
                </a:solidFill>
                <a:latin typeface="Simplon BP Bold" pitchFamily="2" charset="0"/>
              </a:defRPr>
            </a:lvl1pPr>
          </a:lstStyle>
          <a:p>
            <a:pPr lvl="0"/>
            <a:r>
              <a:rPr lang="pt-BR"/>
              <a:t>subitem 1</a:t>
            </a:r>
            <a:endParaRPr lang="en-US"/>
          </a:p>
        </p:txBody>
      </p:sp>
      <p:sp>
        <p:nvSpPr>
          <p:cNvPr id="61" name="Espaço Reservado para Texto 60"/>
          <p:cNvSpPr>
            <a:spLocks noGrp="1"/>
          </p:cNvSpPr>
          <p:nvPr>
            <p:ph type="body" sz="quarter" idx="18"/>
          </p:nvPr>
        </p:nvSpPr>
        <p:spPr>
          <a:xfrm>
            <a:off x="4408227" y="2947410"/>
            <a:ext cx="3411798" cy="2608840"/>
          </a:xfrm>
          <a:prstGeom prst="rect">
            <a:avLst/>
          </a:prstGeom>
        </p:spPr>
        <p:txBody>
          <a:bodyPr/>
          <a:lstStyle>
            <a:lvl1pPr>
              <a:defRPr sz="16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600">
                <a:solidFill>
                  <a:schemeClr val="bg1"/>
                </a:solidFill>
              </a:defRPr>
            </a:lvl3pPr>
            <a:lvl4pPr>
              <a:defRPr sz="1600">
                <a:solidFill>
                  <a:schemeClr val="bg1"/>
                </a:solidFill>
              </a:defRPr>
            </a:lvl4pPr>
            <a:lvl5pPr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67" name="Espaço Reservado para Texto 60"/>
          <p:cNvSpPr>
            <a:spLocks noGrp="1"/>
          </p:cNvSpPr>
          <p:nvPr>
            <p:ph type="body" sz="quarter" idx="19"/>
          </p:nvPr>
        </p:nvSpPr>
        <p:spPr>
          <a:xfrm>
            <a:off x="8453193" y="2948073"/>
            <a:ext cx="3411798" cy="2608840"/>
          </a:xfrm>
          <a:prstGeom prst="rect">
            <a:avLst/>
          </a:prstGeom>
        </p:spPr>
        <p:txBody>
          <a:bodyPr/>
          <a:lstStyle>
            <a:lvl1pPr>
              <a:defRPr sz="16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600">
                <a:solidFill>
                  <a:schemeClr val="bg1"/>
                </a:solidFill>
              </a:defRPr>
            </a:lvl3pPr>
            <a:lvl4pPr>
              <a:defRPr sz="1600">
                <a:solidFill>
                  <a:schemeClr val="bg1"/>
                </a:solidFill>
              </a:defRPr>
            </a:lvl4pPr>
            <a:lvl5pPr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68" name="Espaço Reservado para Texto 60"/>
          <p:cNvSpPr>
            <a:spLocks noGrp="1"/>
          </p:cNvSpPr>
          <p:nvPr>
            <p:ph type="body" sz="quarter" idx="20"/>
          </p:nvPr>
        </p:nvSpPr>
        <p:spPr>
          <a:xfrm>
            <a:off x="329002" y="2949841"/>
            <a:ext cx="3411798" cy="2608840"/>
          </a:xfrm>
          <a:prstGeom prst="rect">
            <a:avLst/>
          </a:prstGeom>
        </p:spPr>
        <p:txBody>
          <a:bodyPr/>
          <a:lstStyle>
            <a:lvl1pPr>
              <a:defRPr sz="1600">
                <a:solidFill>
                  <a:srgbClr val="4D4D4D"/>
                </a:solidFill>
              </a:defRPr>
            </a:lvl1pPr>
            <a:lvl2pPr>
              <a:defRPr sz="1600">
                <a:solidFill>
                  <a:srgbClr val="4D4D4D"/>
                </a:solidFill>
              </a:defRPr>
            </a:lvl2pPr>
            <a:lvl3pPr>
              <a:defRPr sz="1600">
                <a:solidFill>
                  <a:srgbClr val="4D4D4D"/>
                </a:solidFill>
              </a:defRPr>
            </a:lvl3pPr>
            <a:lvl4pPr>
              <a:defRPr sz="1600">
                <a:solidFill>
                  <a:srgbClr val="4D4D4D"/>
                </a:solidFill>
              </a:defRPr>
            </a:lvl4pPr>
            <a:lvl5pPr>
              <a:defRPr sz="1600">
                <a:solidFill>
                  <a:srgbClr val="4D4D4D"/>
                </a:solidFill>
              </a:defRPr>
            </a:lvl5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1747594"/>
      </p:ext>
    </p:extLst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Slide de Títul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to 3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99273863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21" imgH="423" progId="TCLayout.ActiveDocument.1">
                  <p:embed/>
                </p:oleObj>
              </mc:Choice>
              <mc:Fallback>
                <p:oleObj name="Slide do think-cell" r:id="rId3" imgW="421" imgH="423" progId="TCLayout.ActiveDocument.1">
                  <p:embed/>
                  <p:pic>
                    <p:nvPicPr>
                      <p:cNvPr id="4" name="Objeto 3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tângulo 2"/>
          <p:cNvSpPr/>
          <p:nvPr userDrawn="1"/>
        </p:nvSpPr>
        <p:spPr>
          <a:xfrm>
            <a:off x="3176" y="-54592"/>
            <a:ext cx="12192000" cy="6858000"/>
          </a:xfrm>
          <a:prstGeom prst="rect">
            <a:avLst/>
          </a:prstGeom>
          <a:solidFill>
            <a:schemeClr val="bg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grpSp>
        <p:nvGrpSpPr>
          <p:cNvPr id="89" name="Google Shape;46;p63"/>
          <p:cNvGrpSpPr/>
          <p:nvPr/>
        </p:nvGrpSpPr>
        <p:grpSpPr>
          <a:xfrm>
            <a:off x="8797290" y="6001215"/>
            <a:ext cx="3081581" cy="753915"/>
            <a:chOff x="0" y="0"/>
            <a:chExt cx="3081580" cy="753914"/>
          </a:xfrm>
        </p:grpSpPr>
        <p:sp>
          <p:nvSpPr>
            <p:cNvPr id="64" name="Google Shape;47;p63"/>
            <p:cNvSpPr/>
            <p:nvPr/>
          </p:nvSpPr>
          <p:spPr>
            <a:xfrm>
              <a:off x="-1" y="651044"/>
              <a:ext cx="93274" cy="9118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65" name="Google Shape;48;p63"/>
            <p:cNvSpPr/>
            <p:nvPr/>
          </p:nvSpPr>
          <p:spPr>
            <a:xfrm>
              <a:off x="2004" y="500959"/>
              <a:ext cx="252041" cy="252956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66" name="Google Shape;49;p63"/>
            <p:cNvSpPr/>
            <p:nvPr/>
          </p:nvSpPr>
          <p:spPr>
            <a:xfrm>
              <a:off x="11139" y="360030"/>
              <a:ext cx="388286" cy="39388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67" name="Google Shape;50;p63"/>
            <p:cNvSpPr/>
            <p:nvPr/>
          </p:nvSpPr>
          <p:spPr>
            <a:xfrm>
              <a:off x="8709" y="205072"/>
              <a:ext cx="540773" cy="548843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68" name="Google Shape;51;p63"/>
            <p:cNvSpPr/>
            <p:nvPr/>
          </p:nvSpPr>
          <p:spPr>
            <a:xfrm>
              <a:off x="4480" y="54679"/>
              <a:ext cx="697042" cy="69923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69" name="Google Shape;52;p63"/>
            <p:cNvSpPr/>
            <p:nvPr/>
          </p:nvSpPr>
          <p:spPr>
            <a:xfrm>
              <a:off x="10086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0" name="Google Shape;53;p63"/>
            <p:cNvSpPr/>
            <p:nvPr/>
          </p:nvSpPr>
          <p:spPr>
            <a:xfrm>
              <a:off x="24918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1" name="Google Shape;54;p63"/>
            <p:cNvSpPr/>
            <p:nvPr/>
          </p:nvSpPr>
          <p:spPr>
            <a:xfrm>
              <a:off x="39956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2" name="Google Shape;55;p63"/>
            <p:cNvSpPr/>
            <p:nvPr/>
          </p:nvSpPr>
          <p:spPr>
            <a:xfrm>
              <a:off x="54993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3" name="Google Shape;56;p63"/>
            <p:cNvSpPr/>
            <p:nvPr/>
          </p:nvSpPr>
          <p:spPr>
            <a:xfrm>
              <a:off x="69878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4" name="Google Shape;57;p63"/>
            <p:cNvSpPr/>
            <p:nvPr/>
          </p:nvSpPr>
          <p:spPr>
            <a:xfrm>
              <a:off x="847630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5" name="Google Shape;58;p63"/>
            <p:cNvSpPr/>
            <p:nvPr/>
          </p:nvSpPr>
          <p:spPr>
            <a:xfrm>
              <a:off x="99647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6" name="Google Shape;59;p63"/>
            <p:cNvSpPr/>
            <p:nvPr/>
          </p:nvSpPr>
          <p:spPr>
            <a:xfrm>
              <a:off x="114733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7" name="Google Shape;60;p63"/>
            <p:cNvSpPr/>
            <p:nvPr/>
          </p:nvSpPr>
          <p:spPr>
            <a:xfrm>
              <a:off x="130219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8" name="Google Shape;61;p63"/>
            <p:cNvSpPr/>
            <p:nvPr/>
          </p:nvSpPr>
          <p:spPr>
            <a:xfrm>
              <a:off x="144703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9" name="Google Shape;62;p63"/>
            <p:cNvSpPr/>
            <p:nvPr/>
          </p:nvSpPr>
          <p:spPr>
            <a:xfrm>
              <a:off x="1597885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0" name="Google Shape;63;p63"/>
            <p:cNvSpPr/>
            <p:nvPr/>
          </p:nvSpPr>
          <p:spPr>
            <a:xfrm>
              <a:off x="1750787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1" name="Google Shape;64;p63"/>
            <p:cNvSpPr/>
            <p:nvPr/>
          </p:nvSpPr>
          <p:spPr>
            <a:xfrm>
              <a:off x="189765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2" name="Google Shape;65;p63"/>
            <p:cNvSpPr/>
            <p:nvPr/>
          </p:nvSpPr>
          <p:spPr>
            <a:xfrm>
              <a:off x="2048527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3" name="Google Shape;66;p63"/>
            <p:cNvSpPr/>
            <p:nvPr/>
          </p:nvSpPr>
          <p:spPr>
            <a:xfrm>
              <a:off x="2197375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4" name="Google Shape;67;p63"/>
            <p:cNvSpPr/>
            <p:nvPr/>
          </p:nvSpPr>
          <p:spPr>
            <a:xfrm flipH="1" flipV="1">
              <a:off x="2938450" y="0"/>
              <a:ext cx="126797" cy="1238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5" name="Google Shape;68;p63"/>
            <p:cNvSpPr/>
            <p:nvPr/>
          </p:nvSpPr>
          <p:spPr>
            <a:xfrm flipH="1" flipV="1">
              <a:off x="2791660" y="0"/>
              <a:ext cx="271164" cy="2721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6" name="Google Shape;69;p63"/>
            <p:cNvSpPr/>
            <p:nvPr/>
          </p:nvSpPr>
          <p:spPr>
            <a:xfrm flipH="1" flipV="1">
              <a:off x="2643273" y="-1"/>
              <a:ext cx="417746" cy="42377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7" name="Google Shape;70;p63"/>
            <p:cNvSpPr/>
            <p:nvPr/>
          </p:nvSpPr>
          <p:spPr>
            <a:xfrm flipH="1" flipV="1">
              <a:off x="2493883" y="1"/>
              <a:ext cx="569360" cy="57539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8" name="Google Shape;71;p63"/>
            <p:cNvSpPr/>
            <p:nvPr/>
          </p:nvSpPr>
          <p:spPr>
            <a:xfrm flipH="1" flipV="1">
              <a:off x="2344588" y="1"/>
              <a:ext cx="736993" cy="742230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</p:grpSp>
      <p:pic>
        <p:nvPicPr>
          <p:cNvPr id="90" name="Google Shape;72;p63" descr="Google Shape;72;p63"/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302867" y="36825"/>
            <a:ext cx="4684106" cy="4684107"/>
          </a:xfrm>
          <a:prstGeom prst="rect">
            <a:avLst/>
          </a:prstGeom>
          <a:ln w="12700">
            <a:miter lim="400000"/>
          </a:ln>
        </p:spPr>
      </p:pic>
      <p:sp>
        <p:nvSpPr>
          <p:cNvPr id="37" name="Google Shape;1680;p57"/>
          <p:cNvSpPr txBox="1"/>
          <p:nvPr userDrawn="1"/>
        </p:nvSpPr>
        <p:spPr>
          <a:xfrm>
            <a:off x="1090515" y="2230434"/>
            <a:ext cx="6135416" cy="13080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699" tIns="45699" rIns="45699" bIns="45699">
            <a:spAutoFit/>
          </a:bodyPr>
          <a:lstStyle>
            <a:lvl1pPr>
              <a:defRPr sz="9600">
                <a:solidFill>
                  <a:schemeClr val="accent2"/>
                </a:solidFill>
                <a:latin typeface="Simplon BP Bold"/>
                <a:ea typeface="Simplon BP Bold"/>
                <a:cs typeface="Simplon BP Bold"/>
                <a:sym typeface="Simplon BP Bold"/>
              </a:defRPr>
            </a:lvl1pPr>
          </a:lstStyle>
          <a:p>
            <a:r>
              <a:t>obrigado!</a:t>
            </a:r>
          </a:p>
        </p:txBody>
      </p:sp>
    </p:spTree>
    <p:extLst>
      <p:ext uri="{BB962C8B-B14F-4D97-AF65-F5344CB8AC3E}">
        <p14:creationId xmlns:p14="http://schemas.microsoft.com/office/powerpoint/2010/main" val="2922235789"/>
      </p:ext>
    </p:extLst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37912589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21" imgH="423" progId="TCLayout.ActiveDocument.1">
                  <p:embed/>
                </p:oleObj>
              </mc:Choice>
              <mc:Fallback>
                <p:oleObj name="Slide do think-cell" r:id="rId3" imgW="421" imgH="423" progId="TCLayout.ActiveDocument.1">
                  <p:embed/>
                  <p:pic>
                    <p:nvPicPr>
                      <p:cNvPr id="2" name="Objeto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tângulo 3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pic>
        <p:nvPicPr>
          <p:cNvPr id="136" name="Google Shape;106;p65" descr="Google Shape;106;p65"/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70663" y="-101600"/>
            <a:ext cx="1121337" cy="1121337"/>
          </a:xfrm>
          <a:prstGeom prst="rect">
            <a:avLst/>
          </a:prstGeom>
          <a:ln w="12700">
            <a:miter lim="400000"/>
          </a:ln>
        </p:spPr>
      </p:pic>
      <p:sp>
        <p:nvSpPr>
          <p:cNvPr id="13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grpSp>
        <p:nvGrpSpPr>
          <p:cNvPr id="3" name="Agrupar 2"/>
          <p:cNvGrpSpPr/>
          <p:nvPr userDrawn="1"/>
        </p:nvGrpSpPr>
        <p:grpSpPr>
          <a:xfrm>
            <a:off x="-1924709" y="273157"/>
            <a:ext cx="1875959" cy="5481043"/>
            <a:chOff x="-1924709" y="273157"/>
            <a:chExt cx="1875959" cy="5481043"/>
          </a:xfrm>
        </p:grpSpPr>
        <p:grpSp>
          <p:nvGrpSpPr>
            <p:cNvPr id="8" name="Google Shape;456;p5"/>
            <p:cNvGrpSpPr/>
            <p:nvPr/>
          </p:nvGrpSpPr>
          <p:grpSpPr>
            <a:xfrm>
              <a:off x="-1860193" y="896121"/>
              <a:ext cx="1740449" cy="4173016"/>
              <a:chOff x="4077841" y="5415653"/>
              <a:chExt cx="1740449" cy="4173016"/>
            </a:xfrm>
          </p:grpSpPr>
          <p:sp>
            <p:nvSpPr>
              <p:cNvPr id="18" name="Google Shape;457;p5"/>
              <p:cNvSpPr/>
              <p:nvPr/>
            </p:nvSpPr>
            <p:spPr>
              <a:xfrm>
                <a:off x="4191000" y="5415653"/>
                <a:ext cx="762000" cy="762000"/>
              </a:xfrm>
              <a:prstGeom prst="ellipse">
                <a:avLst/>
              </a:prstGeom>
              <a:solidFill>
                <a:srgbClr val="00D318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" name="Google Shape;458;p5"/>
              <p:cNvSpPr/>
              <p:nvPr/>
            </p:nvSpPr>
            <p:spPr>
              <a:xfrm>
                <a:off x="5056290" y="5415653"/>
                <a:ext cx="762000" cy="762000"/>
              </a:xfrm>
              <a:prstGeom prst="ellipse">
                <a:avLst/>
              </a:prstGeom>
              <a:solidFill>
                <a:srgbClr val="009E0B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" name="Google Shape;459;p5"/>
              <p:cNvSpPr/>
              <p:nvPr/>
            </p:nvSpPr>
            <p:spPr>
              <a:xfrm>
                <a:off x="4106520" y="7322761"/>
                <a:ext cx="762000" cy="7620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" name="Google Shape;460;p5"/>
              <p:cNvSpPr/>
              <p:nvPr/>
            </p:nvSpPr>
            <p:spPr>
              <a:xfrm>
                <a:off x="4977132" y="7314542"/>
                <a:ext cx="762000" cy="762000"/>
              </a:xfrm>
              <a:prstGeom prst="ellipse">
                <a:avLst/>
              </a:prstGeom>
              <a:solidFill>
                <a:srgbClr val="FFFF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" name="Google Shape;461;p5"/>
              <p:cNvSpPr/>
              <p:nvPr/>
            </p:nvSpPr>
            <p:spPr>
              <a:xfrm>
                <a:off x="4077841" y="8826669"/>
                <a:ext cx="762000" cy="762000"/>
              </a:xfrm>
              <a:prstGeom prst="ellipse">
                <a:avLst/>
              </a:prstGeom>
              <a:solidFill>
                <a:srgbClr val="4D4D4D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" name="Google Shape;462;p5"/>
              <p:cNvSpPr/>
              <p:nvPr/>
            </p:nvSpPr>
            <p:spPr>
              <a:xfrm>
                <a:off x="4969800" y="8826669"/>
                <a:ext cx="762000" cy="762000"/>
              </a:xfrm>
              <a:prstGeom prst="ellipse">
                <a:avLst/>
              </a:prstGeom>
              <a:solidFill>
                <a:srgbClr val="000000"/>
              </a:solidFill>
              <a:ln w="19050" cap="flat" cmpd="sng">
                <a:solidFill>
                  <a:srgbClr val="94949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" name="Google Shape;464;p5"/>
            <p:cNvSpPr txBox="1"/>
            <p:nvPr/>
          </p:nvSpPr>
          <p:spPr>
            <a:xfrm>
              <a:off x="-1825003" y="273157"/>
              <a:ext cx="1776253" cy="30773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Bold" pitchFamily="2" charset="77"/>
                  <a:cs typeface="Arial"/>
                  <a:sym typeface="Arial"/>
                </a:rPr>
                <a:t>PALETA</a:t>
              </a:r>
              <a:endParaRPr kumimoji="0" sz="1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Bold" pitchFamily="2" charset="77"/>
                <a:cs typeface="Arial"/>
                <a:sym typeface="Arial"/>
              </a:endParaRPr>
            </a:p>
          </p:txBody>
        </p:sp>
        <p:sp>
          <p:nvSpPr>
            <p:cNvPr id="10" name="Google Shape;465;p5"/>
            <p:cNvSpPr txBox="1"/>
            <p:nvPr/>
          </p:nvSpPr>
          <p:spPr>
            <a:xfrm>
              <a:off x="-1825003" y="524413"/>
              <a:ext cx="1648562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Principais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1" name="Google Shape;466;p5"/>
            <p:cNvSpPr txBox="1"/>
            <p:nvPr/>
          </p:nvSpPr>
          <p:spPr>
            <a:xfrm>
              <a:off x="-1903362" y="2462339"/>
              <a:ext cx="1648562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Secundárias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2" name="Google Shape;467;p5"/>
            <p:cNvSpPr txBox="1"/>
            <p:nvPr/>
          </p:nvSpPr>
          <p:spPr>
            <a:xfrm>
              <a:off x="-1825002" y="1733827"/>
              <a:ext cx="87427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R.0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G.211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B.24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3" name="Google Shape;468;p5"/>
            <p:cNvSpPr txBox="1"/>
            <p:nvPr/>
          </p:nvSpPr>
          <p:spPr>
            <a:xfrm>
              <a:off x="-923028" y="1733827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R.0G.158B.11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4" name="Google Shape;469;p5"/>
            <p:cNvSpPr txBox="1"/>
            <p:nvPr/>
          </p:nvSpPr>
          <p:spPr>
            <a:xfrm>
              <a:off x="-1903362" y="3640935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R.255G.255B.255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5" name="Google Shape;470;p5"/>
            <p:cNvSpPr txBox="1"/>
            <p:nvPr/>
          </p:nvSpPr>
          <p:spPr>
            <a:xfrm>
              <a:off x="-1029084" y="3687308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R.255G.255B.0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6" name="Google Shape;471;p5"/>
            <p:cNvSpPr txBox="1"/>
            <p:nvPr/>
          </p:nvSpPr>
          <p:spPr>
            <a:xfrm>
              <a:off x="-1924709" y="5144843"/>
              <a:ext cx="93512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R.77</a:t>
              </a:r>
            </a:p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G.77</a:t>
              </a:r>
            </a:p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B.77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7" name="Google Shape;472;p5"/>
            <p:cNvSpPr txBox="1"/>
            <p:nvPr/>
          </p:nvSpPr>
          <p:spPr>
            <a:xfrm>
              <a:off x="-1029084" y="5144843"/>
              <a:ext cx="87427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R.0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G.0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B.0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</p:grpSp>
      <p:sp>
        <p:nvSpPr>
          <p:cNvPr id="5" name="Título 4"/>
          <p:cNvSpPr>
            <a:spLocks noGrp="1"/>
          </p:cNvSpPr>
          <p:nvPr>
            <p:ph type="title" hasCustomPrompt="1"/>
          </p:nvPr>
        </p:nvSpPr>
        <p:spPr>
          <a:xfrm>
            <a:off x="314182" y="119371"/>
            <a:ext cx="10756482" cy="558294"/>
          </a:xfrm>
          <a:prstGeom prst="rect">
            <a:avLst/>
          </a:prstGeom>
        </p:spPr>
        <p:txBody>
          <a:bodyPr vert="horz"/>
          <a:lstStyle>
            <a:lvl1pPr>
              <a:defRPr sz="2000" baseline="0">
                <a:latin typeface="Simplon BP Bold" pitchFamily="2" charset="0"/>
              </a:defRPr>
            </a:lvl1pPr>
          </a:lstStyle>
          <a:p>
            <a:r>
              <a:rPr lang="pt-BR" err="1"/>
              <a:t>icones</a:t>
            </a:r>
            <a:endParaRPr lang="en-US"/>
          </a:p>
        </p:txBody>
      </p:sp>
      <p:sp>
        <p:nvSpPr>
          <p:cNvPr id="24" name="Google Shape;1504;p94"/>
          <p:cNvSpPr/>
          <p:nvPr userDrawn="1"/>
        </p:nvSpPr>
        <p:spPr>
          <a:xfrm>
            <a:off x="1448017" y="870857"/>
            <a:ext cx="9295966" cy="5410201"/>
          </a:xfrm>
          <a:prstGeom prst="rect">
            <a:avLst/>
          </a:prstGeom>
          <a:ln w="25400">
            <a:solidFill>
              <a:schemeClr val="accent1"/>
            </a:solidFill>
          </a:ln>
        </p:spPr>
        <p:txBody>
          <a:bodyPr lIns="0" tIns="0" rIns="0" bIns="0" anchor="ctr"/>
          <a:lstStyle/>
          <a:p>
            <a:pPr algn="ctr">
              <a:defRPr>
                <a:solidFill>
                  <a:schemeClr val="accent2"/>
                </a:solidFill>
              </a:defRPr>
            </a:pPr>
            <a:endParaRPr/>
          </a:p>
        </p:txBody>
      </p:sp>
      <p:pic>
        <p:nvPicPr>
          <p:cNvPr id="25" name="Google Shape;1505;p94" descr="Google Shape;1505;p94"/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2028019" y="1155200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26" name="Google Shape;1506;p94" descr="Google Shape;1506;p94"/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9386741" y="1155200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27" name="Google Shape;1507;p94" descr="Google Shape;1507;p94"/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9386741" y="5219474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28" name="Google Shape;1508;p94" descr="Google Shape;1508;p94"/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2028019" y="5219474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29" name="Google Shape;1509;p94" descr="Google Shape;1509;p94"/>
          <p:cNvPicPr>
            <a:picLocks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3499763" y="1155200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30" name="Google Shape;1510;p94" descr="Google Shape;1510;p94"/>
          <p:cNvPicPr>
            <a:picLocks noChangeAspect="1"/>
          </p:cNvPicPr>
          <p:nvPr userDrawn="1"/>
        </p:nvPicPr>
        <p:blipFill>
          <a:blip r:embed="rId11"/>
          <a:stretch>
            <a:fillRect/>
          </a:stretch>
        </p:blipFill>
        <p:spPr>
          <a:xfrm>
            <a:off x="4971508" y="2171269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31" name="Google Shape;1511;p94" descr="Google Shape;1511;p94"/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6443253" y="1155200"/>
            <a:ext cx="777242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32" name="Google Shape;1512;p94" descr="Google Shape;1512;p94"/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6443253" y="4203406"/>
            <a:ext cx="777242" cy="777242"/>
          </a:xfrm>
          <a:prstGeom prst="rect">
            <a:avLst/>
          </a:prstGeom>
          <a:ln w="12700">
            <a:miter lim="400000"/>
          </a:ln>
        </p:spPr>
      </p:pic>
      <p:pic>
        <p:nvPicPr>
          <p:cNvPr id="33" name="Google Shape;1513;p94" descr="Google Shape;1513;p94"/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9386741" y="4203406"/>
            <a:ext cx="777241" cy="777242"/>
          </a:xfrm>
          <a:prstGeom prst="rect">
            <a:avLst/>
          </a:prstGeom>
          <a:ln w="12700">
            <a:miter lim="400000"/>
          </a:ln>
        </p:spPr>
      </p:pic>
      <p:pic>
        <p:nvPicPr>
          <p:cNvPr id="34" name="Google Shape;1514;p94" descr="Google Shape;1514;p94"/>
          <p:cNvPicPr>
            <a:picLocks noChangeAspect="1"/>
          </p:cNvPicPr>
          <p:nvPr userDrawn="1"/>
        </p:nvPicPr>
        <p:blipFill>
          <a:blip r:embed="rId15"/>
          <a:stretch>
            <a:fillRect/>
          </a:stretch>
        </p:blipFill>
        <p:spPr>
          <a:xfrm>
            <a:off x="7914999" y="4203406"/>
            <a:ext cx="777241" cy="777242"/>
          </a:xfrm>
          <a:prstGeom prst="rect">
            <a:avLst/>
          </a:prstGeom>
          <a:ln w="12700">
            <a:miter lim="400000"/>
          </a:ln>
        </p:spPr>
      </p:pic>
      <p:pic>
        <p:nvPicPr>
          <p:cNvPr id="35" name="Google Shape;1515;p94" descr="Google Shape;1515;p94"/>
          <p:cNvPicPr>
            <a:picLocks noChangeAspect="1"/>
          </p:cNvPicPr>
          <p:nvPr userDrawn="1"/>
        </p:nvPicPr>
        <p:blipFill>
          <a:blip r:embed="rId16"/>
          <a:stretch>
            <a:fillRect/>
          </a:stretch>
        </p:blipFill>
        <p:spPr>
          <a:xfrm>
            <a:off x="6443253" y="2171269"/>
            <a:ext cx="777242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36" name="Google Shape;1516;p94" descr="Google Shape;1516;p94"/>
          <p:cNvPicPr>
            <a:picLocks noChangeAspect="1"/>
          </p:cNvPicPr>
          <p:nvPr userDrawn="1"/>
        </p:nvPicPr>
        <p:blipFill>
          <a:blip r:embed="rId17"/>
          <a:stretch>
            <a:fillRect/>
          </a:stretch>
        </p:blipFill>
        <p:spPr>
          <a:xfrm>
            <a:off x="3499763" y="5219474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37" name="Google Shape;1517;p94" descr="Google Shape;1517;p94"/>
          <p:cNvPicPr>
            <a:picLocks noChangeAspect="1"/>
          </p:cNvPicPr>
          <p:nvPr userDrawn="1"/>
        </p:nvPicPr>
        <p:blipFill>
          <a:blip r:embed="rId18"/>
          <a:stretch>
            <a:fillRect/>
          </a:stretch>
        </p:blipFill>
        <p:spPr>
          <a:xfrm>
            <a:off x="9386741" y="3187338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38" name="Google Shape;1518;p94" descr="Google Shape;1518;p94"/>
          <p:cNvPicPr>
            <a:picLocks noChangeAspect="1"/>
          </p:cNvPicPr>
          <p:nvPr userDrawn="1"/>
        </p:nvPicPr>
        <p:blipFill>
          <a:blip r:embed="rId19"/>
          <a:stretch>
            <a:fillRect/>
          </a:stretch>
        </p:blipFill>
        <p:spPr>
          <a:xfrm>
            <a:off x="6443253" y="5219474"/>
            <a:ext cx="777242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39" name="Google Shape;1519;p94" descr="Google Shape;1519;p94"/>
          <p:cNvPicPr>
            <a:picLocks noChangeAspect="1"/>
          </p:cNvPicPr>
          <p:nvPr userDrawn="1"/>
        </p:nvPicPr>
        <p:blipFill>
          <a:blip r:embed="rId20"/>
          <a:stretch>
            <a:fillRect/>
          </a:stretch>
        </p:blipFill>
        <p:spPr>
          <a:xfrm>
            <a:off x="2028019" y="4203406"/>
            <a:ext cx="777241" cy="777242"/>
          </a:xfrm>
          <a:prstGeom prst="rect">
            <a:avLst/>
          </a:prstGeom>
          <a:ln w="12700">
            <a:miter lim="400000"/>
          </a:ln>
        </p:spPr>
      </p:pic>
      <p:pic>
        <p:nvPicPr>
          <p:cNvPr id="40" name="Google Shape;1520;p94" descr="Google Shape;1520;p94"/>
          <p:cNvPicPr>
            <a:picLocks noChangeAspect="1"/>
          </p:cNvPicPr>
          <p:nvPr userDrawn="1"/>
        </p:nvPicPr>
        <p:blipFill>
          <a:blip r:embed="rId21"/>
          <a:stretch>
            <a:fillRect/>
          </a:stretch>
        </p:blipFill>
        <p:spPr>
          <a:xfrm>
            <a:off x="4971508" y="4203406"/>
            <a:ext cx="777241" cy="777242"/>
          </a:xfrm>
          <a:prstGeom prst="rect">
            <a:avLst/>
          </a:prstGeom>
          <a:ln w="12700">
            <a:miter lim="400000"/>
          </a:ln>
        </p:spPr>
      </p:pic>
      <p:pic>
        <p:nvPicPr>
          <p:cNvPr id="41" name="Google Shape;1521;p94" descr="Google Shape;1521;p94"/>
          <p:cNvPicPr>
            <a:picLocks noChangeAspect="1"/>
          </p:cNvPicPr>
          <p:nvPr userDrawn="1"/>
        </p:nvPicPr>
        <p:blipFill>
          <a:blip r:embed="rId22"/>
          <a:stretch>
            <a:fillRect/>
          </a:stretch>
        </p:blipFill>
        <p:spPr>
          <a:xfrm>
            <a:off x="3499763" y="4203406"/>
            <a:ext cx="777241" cy="777242"/>
          </a:xfrm>
          <a:prstGeom prst="rect">
            <a:avLst/>
          </a:prstGeom>
          <a:ln w="12700">
            <a:miter lim="400000"/>
          </a:ln>
        </p:spPr>
      </p:pic>
      <p:pic>
        <p:nvPicPr>
          <p:cNvPr id="42" name="Google Shape;1522;p94" descr="Google Shape;1522;p94"/>
          <p:cNvPicPr>
            <a:picLocks noChangeAspect="1"/>
          </p:cNvPicPr>
          <p:nvPr userDrawn="1"/>
        </p:nvPicPr>
        <p:blipFill>
          <a:blip r:embed="rId23"/>
          <a:stretch>
            <a:fillRect/>
          </a:stretch>
        </p:blipFill>
        <p:spPr>
          <a:xfrm>
            <a:off x="3499763" y="2171269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43" name="Google Shape;1523;p94" descr="Google Shape;1523;p94"/>
          <p:cNvPicPr>
            <a:picLocks noChangeAspect="1"/>
          </p:cNvPicPr>
          <p:nvPr userDrawn="1"/>
        </p:nvPicPr>
        <p:blipFill>
          <a:blip r:embed="rId24"/>
          <a:stretch>
            <a:fillRect/>
          </a:stretch>
        </p:blipFill>
        <p:spPr>
          <a:xfrm>
            <a:off x="9386741" y="2171269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44" name="Google Shape;1524;p94" descr="Google Shape;1524;p94"/>
          <p:cNvPicPr>
            <a:picLocks noChangeAspect="1"/>
          </p:cNvPicPr>
          <p:nvPr userDrawn="1"/>
        </p:nvPicPr>
        <p:blipFill>
          <a:blip r:embed="rId25"/>
          <a:stretch>
            <a:fillRect/>
          </a:stretch>
        </p:blipFill>
        <p:spPr>
          <a:xfrm>
            <a:off x="7914999" y="2171269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45" name="Google Shape;1525;p94" descr="Google Shape;1525;p94"/>
          <p:cNvPicPr>
            <a:picLocks noChangeAspect="1"/>
          </p:cNvPicPr>
          <p:nvPr userDrawn="1"/>
        </p:nvPicPr>
        <p:blipFill>
          <a:blip r:embed="rId26"/>
          <a:stretch>
            <a:fillRect/>
          </a:stretch>
        </p:blipFill>
        <p:spPr>
          <a:xfrm>
            <a:off x="7914999" y="3187338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46" name="Google Shape;1526;p94" descr="Google Shape;1526;p94"/>
          <p:cNvPicPr>
            <a:picLocks noChangeAspect="1"/>
          </p:cNvPicPr>
          <p:nvPr userDrawn="1"/>
        </p:nvPicPr>
        <p:blipFill>
          <a:blip r:embed="rId27"/>
          <a:stretch>
            <a:fillRect/>
          </a:stretch>
        </p:blipFill>
        <p:spPr>
          <a:xfrm>
            <a:off x="2028019" y="3187338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47" name="Google Shape;1527;p94" descr="Google Shape;1527;p94"/>
          <p:cNvPicPr>
            <a:picLocks noChangeAspect="1"/>
          </p:cNvPicPr>
          <p:nvPr userDrawn="1"/>
        </p:nvPicPr>
        <p:blipFill>
          <a:blip r:embed="rId28"/>
          <a:stretch>
            <a:fillRect/>
          </a:stretch>
        </p:blipFill>
        <p:spPr>
          <a:xfrm>
            <a:off x="7914999" y="1155200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48" name="Google Shape;1528;p94" descr="Google Shape;1528;p94"/>
          <p:cNvPicPr>
            <a:picLocks noChangeAspect="1"/>
          </p:cNvPicPr>
          <p:nvPr userDrawn="1"/>
        </p:nvPicPr>
        <p:blipFill>
          <a:blip r:embed="rId29"/>
          <a:stretch>
            <a:fillRect/>
          </a:stretch>
        </p:blipFill>
        <p:spPr>
          <a:xfrm>
            <a:off x="4971508" y="3187338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49" name="Google Shape;1529;p94" descr="Google Shape;1529;p94"/>
          <p:cNvPicPr>
            <a:picLocks noChangeAspect="1"/>
          </p:cNvPicPr>
          <p:nvPr userDrawn="1"/>
        </p:nvPicPr>
        <p:blipFill>
          <a:blip r:embed="rId30"/>
          <a:stretch>
            <a:fillRect/>
          </a:stretch>
        </p:blipFill>
        <p:spPr>
          <a:xfrm>
            <a:off x="4971508" y="1155200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50" name="Google Shape;1530;p94" descr="Google Shape;1530;p94"/>
          <p:cNvPicPr>
            <a:picLocks noChangeAspect="1"/>
          </p:cNvPicPr>
          <p:nvPr userDrawn="1"/>
        </p:nvPicPr>
        <p:blipFill>
          <a:blip r:embed="rId31"/>
          <a:stretch>
            <a:fillRect/>
          </a:stretch>
        </p:blipFill>
        <p:spPr>
          <a:xfrm>
            <a:off x="7914999" y="5219474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51" name="Google Shape;1531;p94" descr="Google Shape;1531;p94"/>
          <p:cNvPicPr>
            <a:picLocks noChangeAspect="1"/>
          </p:cNvPicPr>
          <p:nvPr userDrawn="1"/>
        </p:nvPicPr>
        <p:blipFill>
          <a:blip r:embed="rId32"/>
          <a:stretch>
            <a:fillRect/>
          </a:stretch>
        </p:blipFill>
        <p:spPr>
          <a:xfrm>
            <a:off x="3499763" y="3187338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52" name="Google Shape;1532;p94" descr="Google Shape;1532;p94"/>
          <p:cNvPicPr>
            <a:picLocks noChangeAspect="1"/>
          </p:cNvPicPr>
          <p:nvPr userDrawn="1"/>
        </p:nvPicPr>
        <p:blipFill>
          <a:blip r:embed="rId33"/>
          <a:stretch>
            <a:fillRect/>
          </a:stretch>
        </p:blipFill>
        <p:spPr>
          <a:xfrm>
            <a:off x="6443253" y="3187338"/>
            <a:ext cx="777242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53" name="Google Shape;1533;p94" descr="Google Shape;1533;p94"/>
          <p:cNvPicPr>
            <a:picLocks noChangeAspect="1"/>
          </p:cNvPicPr>
          <p:nvPr userDrawn="1"/>
        </p:nvPicPr>
        <p:blipFill>
          <a:blip r:embed="rId34"/>
          <a:stretch>
            <a:fillRect/>
          </a:stretch>
        </p:blipFill>
        <p:spPr>
          <a:xfrm>
            <a:off x="4971508" y="5219474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54" name="Google Shape;1534;p94" descr="Google Shape;1534;p94"/>
          <p:cNvPicPr>
            <a:picLocks noChangeAspect="1"/>
          </p:cNvPicPr>
          <p:nvPr userDrawn="1"/>
        </p:nvPicPr>
        <p:blipFill>
          <a:blip r:embed="rId35"/>
          <a:stretch>
            <a:fillRect/>
          </a:stretch>
        </p:blipFill>
        <p:spPr>
          <a:xfrm>
            <a:off x="2028019" y="2171269"/>
            <a:ext cx="777241" cy="77724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3669159542"/>
      </p:ext>
    </p:extLst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62053783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21" imgH="423" progId="TCLayout.ActiveDocument.1">
                  <p:embed/>
                </p:oleObj>
              </mc:Choice>
              <mc:Fallback>
                <p:oleObj name="Slide do think-cell" r:id="rId3" imgW="421" imgH="423" progId="TCLayout.ActiveDocument.1">
                  <p:embed/>
                  <p:pic>
                    <p:nvPicPr>
                      <p:cNvPr id="2" name="Objeto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tângulo 3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pic>
        <p:nvPicPr>
          <p:cNvPr id="136" name="Google Shape;106;p65" descr="Google Shape;106;p65"/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70663" y="-101600"/>
            <a:ext cx="1121337" cy="1121337"/>
          </a:xfrm>
          <a:prstGeom prst="rect">
            <a:avLst/>
          </a:prstGeom>
          <a:ln w="12700">
            <a:miter lim="400000"/>
          </a:ln>
        </p:spPr>
      </p:pic>
      <p:sp>
        <p:nvSpPr>
          <p:cNvPr id="13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grpSp>
        <p:nvGrpSpPr>
          <p:cNvPr id="3" name="Agrupar 2"/>
          <p:cNvGrpSpPr/>
          <p:nvPr userDrawn="1"/>
        </p:nvGrpSpPr>
        <p:grpSpPr>
          <a:xfrm>
            <a:off x="-1924709" y="273157"/>
            <a:ext cx="1875959" cy="5481043"/>
            <a:chOff x="-1924709" y="273157"/>
            <a:chExt cx="1875959" cy="5481043"/>
          </a:xfrm>
        </p:grpSpPr>
        <p:grpSp>
          <p:nvGrpSpPr>
            <p:cNvPr id="8" name="Google Shape;456;p5"/>
            <p:cNvGrpSpPr/>
            <p:nvPr/>
          </p:nvGrpSpPr>
          <p:grpSpPr>
            <a:xfrm>
              <a:off x="-1860193" y="896121"/>
              <a:ext cx="1740449" cy="4173016"/>
              <a:chOff x="4077841" y="5415653"/>
              <a:chExt cx="1740449" cy="4173016"/>
            </a:xfrm>
          </p:grpSpPr>
          <p:sp>
            <p:nvSpPr>
              <p:cNvPr id="18" name="Google Shape;457;p5"/>
              <p:cNvSpPr/>
              <p:nvPr/>
            </p:nvSpPr>
            <p:spPr>
              <a:xfrm>
                <a:off x="4191000" y="5415653"/>
                <a:ext cx="762000" cy="762000"/>
              </a:xfrm>
              <a:prstGeom prst="ellipse">
                <a:avLst/>
              </a:prstGeom>
              <a:solidFill>
                <a:srgbClr val="00D318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" name="Google Shape;458;p5"/>
              <p:cNvSpPr/>
              <p:nvPr/>
            </p:nvSpPr>
            <p:spPr>
              <a:xfrm>
                <a:off x="5056290" y="5415653"/>
                <a:ext cx="762000" cy="762000"/>
              </a:xfrm>
              <a:prstGeom prst="ellipse">
                <a:avLst/>
              </a:prstGeom>
              <a:solidFill>
                <a:srgbClr val="009E0B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" name="Google Shape;459;p5"/>
              <p:cNvSpPr/>
              <p:nvPr/>
            </p:nvSpPr>
            <p:spPr>
              <a:xfrm>
                <a:off x="4106520" y="7322761"/>
                <a:ext cx="762000" cy="7620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" name="Google Shape;460;p5"/>
              <p:cNvSpPr/>
              <p:nvPr/>
            </p:nvSpPr>
            <p:spPr>
              <a:xfrm>
                <a:off x="4977132" y="7314542"/>
                <a:ext cx="762000" cy="762000"/>
              </a:xfrm>
              <a:prstGeom prst="ellipse">
                <a:avLst/>
              </a:prstGeom>
              <a:solidFill>
                <a:srgbClr val="FFFF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" name="Google Shape;461;p5"/>
              <p:cNvSpPr/>
              <p:nvPr/>
            </p:nvSpPr>
            <p:spPr>
              <a:xfrm>
                <a:off x="4077841" y="8826669"/>
                <a:ext cx="762000" cy="762000"/>
              </a:xfrm>
              <a:prstGeom prst="ellipse">
                <a:avLst/>
              </a:prstGeom>
              <a:solidFill>
                <a:srgbClr val="4D4D4D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" name="Google Shape;462;p5"/>
              <p:cNvSpPr/>
              <p:nvPr/>
            </p:nvSpPr>
            <p:spPr>
              <a:xfrm>
                <a:off x="4969800" y="8826669"/>
                <a:ext cx="762000" cy="762000"/>
              </a:xfrm>
              <a:prstGeom prst="ellipse">
                <a:avLst/>
              </a:prstGeom>
              <a:solidFill>
                <a:srgbClr val="000000"/>
              </a:solidFill>
              <a:ln w="19050" cap="flat" cmpd="sng">
                <a:solidFill>
                  <a:srgbClr val="94949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" name="Google Shape;464;p5"/>
            <p:cNvSpPr txBox="1"/>
            <p:nvPr/>
          </p:nvSpPr>
          <p:spPr>
            <a:xfrm>
              <a:off x="-1825003" y="273157"/>
              <a:ext cx="1776253" cy="30773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Bold" pitchFamily="2" charset="77"/>
                  <a:cs typeface="Arial"/>
                  <a:sym typeface="Arial"/>
                </a:rPr>
                <a:t>PALETA</a:t>
              </a:r>
              <a:endParaRPr kumimoji="0" sz="1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Bold" pitchFamily="2" charset="77"/>
                <a:cs typeface="Arial"/>
                <a:sym typeface="Arial"/>
              </a:endParaRPr>
            </a:p>
          </p:txBody>
        </p:sp>
        <p:sp>
          <p:nvSpPr>
            <p:cNvPr id="10" name="Google Shape;465;p5"/>
            <p:cNvSpPr txBox="1"/>
            <p:nvPr/>
          </p:nvSpPr>
          <p:spPr>
            <a:xfrm>
              <a:off x="-1825003" y="524413"/>
              <a:ext cx="1648562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Principais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1" name="Google Shape;466;p5"/>
            <p:cNvSpPr txBox="1"/>
            <p:nvPr/>
          </p:nvSpPr>
          <p:spPr>
            <a:xfrm>
              <a:off x="-1903362" y="2462339"/>
              <a:ext cx="1648562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Secundárias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2" name="Google Shape;467;p5"/>
            <p:cNvSpPr txBox="1"/>
            <p:nvPr/>
          </p:nvSpPr>
          <p:spPr>
            <a:xfrm>
              <a:off x="-1825002" y="1733827"/>
              <a:ext cx="87427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R.0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G.211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B.24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3" name="Google Shape;468;p5"/>
            <p:cNvSpPr txBox="1"/>
            <p:nvPr/>
          </p:nvSpPr>
          <p:spPr>
            <a:xfrm>
              <a:off x="-923028" y="1733827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R.0G.158B.11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4" name="Google Shape;469;p5"/>
            <p:cNvSpPr txBox="1"/>
            <p:nvPr/>
          </p:nvSpPr>
          <p:spPr>
            <a:xfrm>
              <a:off x="-1903362" y="3640935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R.255G.255B.255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5" name="Google Shape;470;p5"/>
            <p:cNvSpPr txBox="1"/>
            <p:nvPr/>
          </p:nvSpPr>
          <p:spPr>
            <a:xfrm>
              <a:off x="-1029084" y="3687308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R.255G.255B.0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6" name="Google Shape;471;p5"/>
            <p:cNvSpPr txBox="1"/>
            <p:nvPr/>
          </p:nvSpPr>
          <p:spPr>
            <a:xfrm>
              <a:off x="-1924709" y="5144843"/>
              <a:ext cx="93512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R.77</a:t>
              </a:r>
            </a:p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G.77</a:t>
              </a:r>
            </a:p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B.77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7" name="Google Shape;472;p5"/>
            <p:cNvSpPr txBox="1"/>
            <p:nvPr/>
          </p:nvSpPr>
          <p:spPr>
            <a:xfrm>
              <a:off x="-1029084" y="5144843"/>
              <a:ext cx="87427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R.0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G.0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B.0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</p:grpSp>
      <p:sp>
        <p:nvSpPr>
          <p:cNvPr id="5" name="Título 4"/>
          <p:cNvSpPr>
            <a:spLocks noGrp="1"/>
          </p:cNvSpPr>
          <p:nvPr>
            <p:ph type="title" hasCustomPrompt="1"/>
          </p:nvPr>
        </p:nvSpPr>
        <p:spPr>
          <a:xfrm>
            <a:off x="314182" y="119371"/>
            <a:ext cx="10756482" cy="558294"/>
          </a:xfrm>
          <a:prstGeom prst="rect">
            <a:avLst/>
          </a:prstGeom>
        </p:spPr>
        <p:txBody>
          <a:bodyPr vert="horz"/>
          <a:lstStyle>
            <a:lvl1pPr>
              <a:defRPr sz="2000" baseline="0">
                <a:latin typeface="Simplon BP Bold" pitchFamily="2" charset="0"/>
              </a:defRPr>
            </a:lvl1pPr>
          </a:lstStyle>
          <a:p>
            <a:r>
              <a:rPr lang="pt-BR" err="1"/>
              <a:t>Timeline</a:t>
            </a:r>
            <a:r>
              <a:rPr lang="pt-BR"/>
              <a:t> exemplo</a:t>
            </a:r>
            <a:endParaRPr lang="en-US"/>
          </a:p>
        </p:txBody>
      </p:sp>
      <p:sp>
        <p:nvSpPr>
          <p:cNvPr id="24" name="Google Shape;1372;p39"/>
          <p:cNvSpPr/>
          <p:nvPr userDrawn="1"/>
        </p:nvSpPr>
        <p:spPr>
          <a:xfrm>
            <a:off x="3047999" y="3763986"/>
            <a:ext cx="1" cy="475827"/>
          </a:xfrm>
          <a:prstGeom prst="line">
            <a:avLst/>
          </a:prstGeom>
          <a:ln>
            <a:solidFill>
              <a:srgbClr val="00D312"/>
            </a:solidFill>
            <a:tailEnd type="triangle"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25" name="Google Shape;1373;p39"/>
          <p:cNvSpPr/>
          <p:nvPr userDrawn="1"/>
        </p:nvSpPr>
        <p:spPr>
          <a:xfrm>
            <a:off x="5551713" y="3763986"/>
            <a:ext cx="1" cy="475827"/>
          </a:xfrm>
          <a:prstGeom prst="line">
            <a:avLst/>
          </a:prstGeom>
          <a:ln>
            <a:solidFill>
              <a:srgbClr val="00D312"/>
            </a:solidFill>
            <a:tailEnd type="triangle"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26" name="Google Shape;1374;p39"/>
          <p:cNvSpPr/>
          <p:nvPr userDrawn="1"/>
        </p:nvSpPr>
        <p:spPr>
          <a:xfrm>
            <a:off x="8055426" y="3763986"/>
            <a:ext cx="1" cy="475827"/>
          </a:xfrm>
          <a:prstGeom prst="line">
            <a:avLst/>
          </a:prstGeom>
          <a:ln>
            <a:solidFill>
              <a:srgbClr val="00D312"/>
            </a:solidFill>
            <a:tailEnd type="triangle"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27" name="Google Shape;1375;p39"/>
          <p:cNvSpPr/>
          <p:nvPr userDrawn="1"/>
        </p:nvSpPr>
        <p:spPr>
          <a:xfrm>
            <a:off x="11440883" y="3763986"/>
            <a:ext cx="1" cy="475827"/>
          </a:xfrm>
          <a:prstGeom prst="line">
            <a:avLst/>
          </a:prstGeom>
          <a:ln>
            <a:solidFill>
              <a:srgbClr val="00D312"/>
            </a:solidFill>
            <a:tailEnd type="triangle"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28" name="Google Shape;1376;p39"/>
          <p:cNvSpPr/>
          <p:nvPr userDrawn="1"/>
        </p:nvSpPr>
        <p:spPr>
          <a:xfrm flipV="1">
            <a:off x="1764755" y="3026229"/>
            <a:ext cx="1" cy="475827"/>
          </a:xfrm>
          <a:prstGeom prst="line">
            <a:avLst/>
          </a:prstGeom>
          <a:ln>
            <a:solidFill>
              <a:srgbClr val="00D312"/>
            </a:solidFill>
            <a:tailEnd type="triangle"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29" name="Google Shape;1377;p39"/>
          <p:cNvSpPr/>
          <p:nvPr userDrawn="1"/>
        </p:nvSpPr>
        <p:spPr>
          <a:xfrm flipV="1">
            <a:off x="4268470" y="3026229"/>
            <a:ext cx="0" cy="475827"/>
          </a:xfrm>
          <a:prstGeom prst="line">
            <a:avLst/>
          </a:prstGeom>
          <a:ln>
            <a:solidFill>
              <a:srgbClr val="00D312"/>
            </a:solidFill>
            <a:tailEnd type="triangle"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30" name="Google Shape;1378;p39"/>
          <p:cNvSpPr/>
          <p:nvPr userDrawn="1"/>
        </p:nvSpPr>
        <p:spPr>
          <a:xfrm flipV="1">
            <a:off x="6772183" y="3026229"/>
            <a:ext cx="1" cy="475827"/>
          </a:xfrm>
          <a:prstGeom prst="line">
            <a:avLst/>
          </a:prstGeom>
          <a:ln>
            <a:solidFill>
              <a:srgbClr val="00D312"/>
            </a:solidFill>
            <a:tailEnd type="triangle"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31" name="Google Shape;1379;p39"/>
          <p:cNvSpPr/>
          <p:nvPr userDrawn="1"/>
        </p:nvSpPr>
        <p:spPr>
          <a:xfrm flipV="1">
            <a:off x="10157640" y="3026229"/>
            <a:ext cx="1" cy="475827"/>
          </a:xfrm>
          <a:prstGeom prst="line">
            <a:avLst/>
          </a:prstGeom>
          <a:ln>
            <a:solidFill>
              <a:srgbClr val="00D312"/>
            </a:solidFill>
            <a:tailEnd type="triangle"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32" name="Google Shape;1380;p39"/>
          <p:cNvSpPr/>
          <p:nvPr userDrawn="1"/>
        </p:nvSpPr>
        <p:spPr>
          <a:xfrm>
            <a:off x="0" y="3352794"/>
            <a:ext cx="11952514" cy="544287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chemeClr val="accent2"/>
                </a:solidFill>
              </a:defRPr>
            </a:pPr>
            <a:endParaRPr/>
          </a:p>
        </p:txBody>
      </p:sp>
      <p:sp>
        <p:nvSpPr>
          <p:cNvPr id="33" name="Google Shape;1381;p39"/>
          <p:cNvSpPr txBox="1"/>
          <p:nvPr userDrawn="1"/>
        </p:nvSpPr>
        <p:spPr>
          <a:xfrm>
            <a:off x="10651121" y="3814019"/>
            <a:ext cx="1058366" cy="271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699" tIns="45699" rIns="45699" bIns="45699" anchor="ctr">
            <a:spAutoFit/>
          </a:bodyPr>
          <a:lstStyle>
            <a:lvl1pPr algn="ctr">
              <a:defRPr>
                <a:solidFill>
                  <a:schemeClr val="accent2"/>
                </a:solidFill>
              </a:defRPr>
            </a:lvl1pPr>
          </a:lstStyle>
          <a:p>
            <a:r>
              <a:t>MAR</a:t>
            </a:r>
          </a:p>
        </p:txBody>
      </p:sp>
      <p:sp>
        <p:nvSpPr>
          <p:cNvPr id="34" name="Google Shape;1382;p39"/>
          <p:cNvSpPr txBox="1"/>
          <p:nvPr userDrawn="1"/>
        </p:nvSpPr>
        <p:spPr>
          <a:xfrm>
            <a:off x="9284160" y="3195373"/>
            <a:ext cx="1197334" cy="271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699" tIns="45699" rIns="45699" bIns="45699" anchor="ctr">
            <a:spAutoFit/>
          </a:bodyPr>
          <a:lstStyle>
            <a:lvl1pPr algn="ctr">
              <a:defRPr>
                <a:solidFill>
                  <a:schemeClr val="accent2"/>
                </a:solidFill>
              </a:defRPr>
            </a:lvl1pPr>
          </a:lstStyle>
          <a:p>
            <a:r>
              <a:t>JAN</a:t>
            </a:r>
          </a:p>
        </p:txBody>
      </p:sp>
      <p:grpSp>
        <p:nvGrpSpPr>
          <p:cNvPr id="35" name="Google Shape;1383;p39"/>
          <p:cNvGrpSpPr/>
          <p:nvPr userDrawn="1"/>
        </p:nvGrpSpPr>
        <p:grpSpPr>
          <a:xfrm>
            <a:off x="8636790" y="3480282"/>
            <a:ext cx="768950" cy="272798"/>
            <a:chOff x="0" y="0"/>
            <a:chExt cx="768948" cy="272797"/>
          </a:xfrm>
        </p:grpSpPr>
        <p:sp>
          <p:nvSpPr>
            <p:cNvPr id="36" name="Rectangle"/>
            <p:cNvSpPr/>
            <p:nvPr/>
          </p:nvSpPr>
          <p:spPr>
            <a:xfrm>
              <a:off x="0" y="0"/>
              <a:ext cx="768950" cy="272798"/>
            </a:xfrm>
            <a:prstGeom prst="rect">
              <a:avLst/>
            </a:prstGeom>
            <a:solidFill>
              <a:schemeClr val="accent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1800">
                  <a:solidFill>
                    <a:schemeClr val="accent3">
                      <a:lumOff val="44000"/>
                    </a:schemeClr>
                  </a:solidFill>
                  <a:latin typeface="Simplon BP Bold"/>
                  <a:ea typeface="Simplon BP Bold"/>
                  <a:cs typeface="Simplon BP Bold"/>
                  <a:sym typeface="Simplon BP Bold"/>
                </a:defRPr>
              </a:pPr>
              <a:endParaRPr/>
            </a:p>
          </p:txBody>
        </p:sp>
        <p:sp>
          <p:nvSpPr>
            <p:cNvPr id="37" name="2020"/>
            <p:cNvSpPr/>
            <p:nvPr/>
          </p:nvSpPr>
          <p:spPr>
            <a:xfrm>
              <a:off x="116299" y="136398"/>
              <a:ext cx="606925" cy="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699" tIns="45699" rIns="45699" bIns="45699" numCol="1" anchor="ctr">
              <a:spAutoFit/>
            </a:bodyPr>
            <a:lstStyle>
              <a:lvl1pPr algn="ctr">
                <a:defRPr>
                  <a:solidFill>
                    <a:schemeClr val="accent3">
                      <a:lumOff val="44000"/>
                    </a:schemeClr>
                  </a:solidFill>
                  <a:latin typeface="Simplon BP Bold"/>
                  <a:ea typeface="Simplon BP Bold"/>
                  <a:cs typeface="Simplon BP Bold"/>
                  <a:sym typeface="Simplon BP Bold"/>
                </a:defRPr>
              </a:lvl1pPr>
            </a:lstStyle>
            <a:p>
              <a:r>
                <a:t>2020</a:t>
              </a:r>
            </a:p>
          </p:txBody>
        </p:sp>
      </p:grpSp>
      <p:sp>
        <p:nvSpPr>
          <p:cNvPr id="38" name="Google Shape;1384;p39"/>
          <p:cNvSpPr txBox="1"/>
          <p:nvPr userDrawn="1"/>
        </p:nvSpPr>
        <p:spPr>
          <a:xfrm>
            <a:off x="7236893" y="3816520"/>
            <a:ext cx="1078665" cy="271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699" tIns="45699" rIns="45699" bIns="45699" anchor="ctr">
            <a:spAutoFit/>
          </a:bodyPr>
          <a:lstStyle>
            <a:lvl1pPr algn="ctr">
              <a:defRPr>
                <a:solidFill>
                  <a:schemeClr val="accent2"/>
                </a:solidFill>
              </a:defRPr>
            </a:lvl1pPr>
          </a:lstStyle>
          <a:p>
            <a:r>
              <a:t>DEZ</a:t>
            </a:r>
          </a:p>
        </p:txBody>
      </p:sp>
      <p:sp>
        <p:nvSpPr>
          <p:cNvPr id="39" name="Google Shape;1385;p39"/>
          <p:cNvSpPr txBox="1"/>
          <p:nvPr userDrawn="1"/>
        </p:nvSpPr>
        <p:spPr>
          <a:xfrm>
            <a:off x="5987682" y="3195373"/>
            <a:ext cx="1078665" cy="271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699" tIns="45699" rIns="45699" bIns="45699" anchor="ctr">
            <a:spAutoFit/>
          </a:bodyPr>
          <a:lstStyle>
            <a:lvl1pPr algn="ctr">
              <a:defRPr>
                <a:solidFill>
                  <a:schemeClr val="accent2"/>
                </a:solidFill>
              </a:defRPr>
            </a:lvl1pPr>
          </a:lstStyle>
          <a:p>
            <a:r>
              <a:t>JUL</a:t>
            </a:r>
          </a:p>
        </p:txBody>
      </p:sp>
      <p:sp>
        <p:nvSpPr>
          <p:cNvPr id="40" name="Google Shape;1386;p39"/>
          <p:cNvSpPr txBox="1"/>
          <p:nvPr userDrawn="1"/>
        </p:nvSpPr>
        <p:spPr>
          <a:xfrm>
            <a:off x="4738469" y="3814019"/>
            <a:ext cx="1078666" cy="271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699" tIns="45699" rIns="45699" bIns="45699" anchor="ctr">
            <a:spAutoFit/>
          </a:bodyPr>
          <a:lstStyle>
            <a:lvl1pPr algn="ctr">
              <a:defRPr>
                <a:solidFill>
                  <a:schemeClr val="accent2"/>
                </a:solidFill>
              </a:defRPr>
            </a:lvl1pPr>
          </a:lstStyle>
          <a:p>
            <a:r>
              <a:t>JUN</a:t>
            </a:r>
          </a:p>
        </p:txBody>
      </p:sp>
      <p:sp>
        <p:nvSpPr>
          <p:cNvPr id="41" name="Google Shape;1387;p39"/>
          <p:cNvSpPr txBox="1"/>
          <p:nvPr userDrawn="1"/>
        </p:nvSpPr>
        <p:spPr>
          <a:xfrm>
            <a:off x="3489259" y="3195373"/>
            <a:ext cx="1078665" cy="271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699" tIns="45699" rIns="45699" bIns="45699" anchor="ctr">
            <a:spAutoFit/>
          </a:bodyPr>
          <a:lstStyle>
            <a:lvl1pPr algn="ctr">
              <a:defRPr>
                <a:solidFill>
                  <a:schemeClr val="accent2"/>
                </a:solidFill>
              </a:defRPr>
            </a:lvl1pPr>
          </a:lstStyle>
          <a:p>
            <a:r>
              <a:t>MAI</a:t>
            </a:r>
          </a:p>
        </p:txBody>
      </p:sp>
      <p:sp>
        <p:nvSpPr>
          <p:cNvPr id="42" name="Google Shape;1388;p39"/>
          <p:cNvSpPr txBox="1"/>
          <p:nvPr userDrawn="1"/>
        </p:nvSpPr>
        <p:spPr>
          <a:xfrm>
            <a:off x="2240046" y="3816520"/>
            <a:ext cx="1078665" cy="271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699" tIns="45699" rIns="45699" bIns="45699" anchor="ctr">
            <a:spAutoFit/>
          </a:bodyPr>
          <a:lstStyle>
            <a:lvl1pPr algn="ctr">
              <a:defRPr>
                <a:solidFill>
                  <a:schemeClr val="accent2"/>
                </a:solidFill>
              </a:defRPr>
            </a:lvl1pPr>
          </a:lstStyle>
          <a:p>
            <a:r>
              <a:t>MAR</a:t>
            </a:r>
          </a:p>
        </p:txBody>
      </p:sp>
      <p:sp>
        <p:nvSpPr>
          <p:cNvPr id="43" name="Google Shape;1389;p39"/>
          <p:cNvSpPr txBox="1"/>
          <p:nvPr userDrawn="1"/>
        </p:nvSpPr>
        <p:spPr>
          <a:xfrm>
            <a:off x="990835" y="3196943"/>
            <a:ext cx="1078665" cy="271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699" tIns="45699" rIns="45699" bIns="45699" anchor="ctr">
            <a:spAutoFit/>
          </a:bodyPr>
          <a:lstStyle>
            <a:lvl1pPr algn="ctr">
              <a:defRPr>
                <a:solidFill>
                  <a:schemeClr val="accent2"/>
                </a:solidFill>
              </a:defRPr>
            </a:lvl1pPr>
          </a:lstStyle>
          <a:p>
            <a:r>
              <a:t>FEV</a:t>
            </a:r>
          </a:p>
        </p:txBody>
      </p:sp>
      <p:grpSp>
        <p:nvGrpSpPr>
          <p:cNvPr id="44" name="Google Shape;1390;p39"/>
          <p:cNvGrpSpPr/>
          <p:nvPr userDrawn="1"/>
        </p:nvGrpSpPr>
        <p:grpSpPr>
          <a:xfrm>
            <a:off x="348776" y="3480282"/>
            <a:ext cx="766772" cy="283705"/>
            <a:chOff x="0" y="2539"/>
            <a:chExt cx="766771" cy="283704"/>
          </a:xfrm>
        </p:grpSpPr>
        <p:sp>
          <p:nvSpPr>
            <p:cNvPr id="45" name="Rectangle"/>
            <p:cNvSpPr/>
            <p:nvPr/>
          </p:nvSpPr>
          <p:spPr>
            <a:xfrm>
              <a:off x="0" y="2539"/>
              <a:ext cx="766772" cy="283705"/>
            </a:xfrm>
            <a:prstGeom prst="rect">
              <a:avLst/>
            </a:prstGeom>
            <a:solidFill>
              <a:schemeClr val="accent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1800">
                  <a:solidFill>
                    <a:schemeClr val="accent3">
                      <a:lumOff val="44000"/>
                    </a:schemeClr>
                  </a:solidFill>
                  <a:latin typeface="Simplon BP Bold"/>
                  <a:ea typeface="Simplon BP Bold"/>
                  <a:cs typeface="Simplon BP Bold"/>
                  <a:sym typeface="Simplon BP Bold"/>
                </a:defRPr>
              </a:pPr>
              <a:endParaRPr/>
            </a:p>
          </p:txBody>
        </p:sp>
        <p:sp>
          <p:nvSpPr>
            <p:cNvPr id="46" name="2019"/>
            <p:cNvSpPr txBox="1"/>
            <p:nvPr/>
          </p:nvSpPr>
          <p:spPr>
            <a:xfrm>
              <a:off x="45724" y="8521"/>
              <a:ext cx="675323" cy="2717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699" tIns="45699" rIns="45699" bIns="45699" numCol="1" anchor="ctr">
              <a:spAutoFit/>
            </a:bodyPr>
            <a:lstStyle>
              <a:lvl1pPr algn="ctr">
                <a:defRPr>
                  <a:solidFill>
                    <a:schemeClr val="accent3">
                      <a:lumOff val="44000"/>
                    </a:schemeClr>
                  </a:solidFill>
                  <a:latin typeface="Simplon BP Bold"/>
                  <a:ea typeface="Simplon BP Bold"/>
                  <a:cs typeface="Simplon BP Bold"/>
                  <a:sym typeface="Simplon BP Bold"/>
                </a:defRPr>
              </a:lvl1pPr>
            </a:lstStyle>
            <a:p>
              <a:r>
                <a:t>2019</a:t>
              </a:r>
            </a:p>
          </p:txBody>
        </p:sp>
      </p:grpSp>
      <p:grpSp>
        <p:nvGrpSpPr>
          <p:cNvPr id="47" name="Google Shape;1391;p39"/>
          <p:cNvGrpSpPr/>
          <p:nvPr userDrawn="1"/>
        </p:nvGrpSpPr>
        <p:grpSpPr>
          <a:xfrm>
            <a:off x="346820" y="1369993"/>
            <a:ext cx="2080484" cy="1548339"/>
            <a:chOff x="0" y="-1"/>
            <a:chExt cx="2080482" cy="1548337"/>
          </a:xfrm>
        </p:grpSpPr>
        <p:sp>
          <p:nvSpPr>
            <p:cNvPr id="48" name="Google Shape;1392;p39"/>
            <p:cNvSpPr/>
            <p:nvPr/>
          </p:nvSpPr>
          <p:spPr>
            <a:xfrm rot="10800000">
              <a:off x="0" y="-1"/>
              <a:ext cx="2080482" cy="1548337"/>
            </a:xfrm>
            <a:prstGeom prst="roundRect">
              <a:avLst>
                <a:gd name="adj" fmla="val 0"/>
              </a:avLst>
            </a:pr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900">
                  <a:solidFill>
                    <a:schemeClr val="accent2"/>
                  </a:solidFill>
                </a:defRPr>
              </a:pPr>
              <a:endParaRPr/>
            </a:p>
          </p:txBody>
        </p:sp>
        <p:sp>
          <p:nvSpPr>
            <p:cNvPr id="49" name="Google Shape;1393;p39"/>
            <p:cNvSpPr txBox="1"/>
            <p:nvPr/>
          </p:nvSpPr>
          <p:spPr>
            <a:xfrm>
              <a:off x="130116" y="75571"/>
              <a:ext cx="1904641" cy="27695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>
                <a:defRPr sz="1200">
                  <a:solidFill>
                    <a:schemeClr val="accent2"/>
                  </a:solidFill>
                  <a:latin typeface="Simplon BP Bold"/>
                  <a:ea typeface="Simplon BP Bold"/>
                  <a:cs typeface="Simplon BP Bold"/>
                  <a:sym typeface="Simplon BP Bold"/>
                </a:defRPr>
              </a:lvl1pPr>
            </a:lstStyle>
            <a:p>
              <a:r>
                <a:t>LOREMIPSUMDOLOR</a:t>
              </a:r>
            </a:p>
          </p:txBody>
        </p:sp>
        <p:sp>
          <p:nvSpPr>
            <p:cNvPr id="50" name="Google Shape;1394;p39"/>
            <p:cNvSpPr txBox="1"/>
            <p:nvPr/>
          </p:nvSpPr>
          <p:spPr>
            <a:xfrm>
              <a:off x="130116" y="326765"/>
              <a:ext cx="1904641" cy="11328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/>
            <a:p>
              <a:pPr marL="176212" indent="-176212">
                <a:lnSpc>
                  <a:spcPct val="80000"/>
                </a:lnSpc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Sitamet,consecteturadipiscingelit</a:t>
              </a:r>
              <a:endParaRPr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Crassitamettellussitameteros</a:t>
              </a:r>
              <a:endParaRPr sz="1800"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dapibusultricieselementumetodio</a:t>
              </a:r>
              <a:endParaRPr/>
            </a:p>
          </p:txBody>
        </p:sp>
      </p:grpSp>
      <p:grpSp>
        <p:nvGrpSpPr>
          <p:cNvPr id="51" name="Google Shape;1395;p39"/>
          <p:cNvGrpSpPr/>
          <p:nvPr userDrawn="1"/>
        </p:nvGrpSpPr>
        <p:grpSpPr>
          <a:xfrm>
            <a:off x="2825005" y="1369993"/>
            <a:ext cx="2080484" cy="1548339"/>
            <a:chOff x="0" y="-1"/>
            <a:chExt cx="2080482" cy="1548337"/>
          </a:xfrm>
        </p:grpSpPr>
        <p:sp>
          <p:nvSpPr>
            <p:cNvPr id="52" name="Google Shape;1396;p39"/>
            <p:cNvSpPr/>
            <p:nvPr/>
          </p:nvSpPr>
          <p:spPr>
            <a:xfrm rot="10800000">
              <a:off x="0" y="-1"/>
              <a:ext cx="2080482" cy="1548337"/>
            </a:xfrm>
            <a:prstGeom prst="roundRect">
              <a:avLst>
                <a:gd name="adj" fmla="val 0"/>
              </a:avLst>
            </a:pr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900">
                  <a:solidFill>
                    <a:schemeClr val="accent2"/>
                  </a:solidFill>
                </a:defRPr>
              </a:pPr>
              <a:endParaRPr/>
            </a:p>
          </p:txBody>
        </p:sp>
        <p:sp>
          <p:nvSpPr>
            <p:cNvPr id="53" name="Google Shape;1397;p39"/>
            <p:cNvSpPr txBox="1"/>
            <p:nvPr userDrawn="1"/>
          </p:nvSpPr>
          <p:spPr>
            <a:xfrm>
              <a:off x="108684" y="81241"/>
              <a:ext cx="1904641" cy="27695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>
                <a:defRPr sz="1200">
                  <a:solidFill>
                    <a:schemeClr val="accent2"/>
                  </a:solidFill>
                  <a:latin typeface="Simplon BP Bold"/>
                  <a:ea typeface="Simplon BP Bold"/>
                  <a:cs typeface="Simplon BP Bold"/>
                  <a:sym typeface="Simplon BP Bold"/>
                </a:defRPr>
              </a:lvl1pPr>
            </a:lstStyle>
            <a:p>
              <a:r>
                <a:t>LOREIPSUMDOLOR</a:t>
              </a:r>
            </a:p>
          </p:txBody>
        </p:sp>
        <p:sp>
          <p:nvSpPr>
            <p:cNvPr id="54" name="Google Shape;1398;p39"/>
            <p:cNvSpPr txBox="1"/>
            <p:nvPr userDrawn="1"/>
          </p:nvSpPr>
          <p:spPr>
            <a:xfrm>
              <a:off x="100501" y="320962"/>
              <a:ext cx="1904641" cy="113280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/>
            <a:p>
              <a:pPr marL="176212" indent="-176212">
                <a:lnSpc>
                  <a:spcPct val="80000"/>
                </a:lnSpc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Sitamet,consecteturadipiscingelit</a:t>
              </a:r>
              <a:endParaRPr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Crassitamettellussitameteros</a:t>
              </a:r>
              <a:endParaRPr sz="1800"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dapibusultricieselementumetodio</a:t>
              </a:r>
              <a:endParaRPr/>
            </a:p>
          </p:txBody>
        </p:sp>
      </p:grpSp>
      <p:grpSp>
        <p:nvGrpSpPr>
          <p:cNvPr id="55" name="Google Shape;1399;p39"/>
          <p:cNvGrpSpPr/>
          <p:nvPr userDrawn="1"/>
        </p:nvGrpSpPr>
        <p:grpSpPr>
          <a:xfrm>
            <a:off x="5328349" y="1369992"/>
            <a:ext cx="2080483" cy="1548339"/>
            <a:chOff x="0" y="-1"/>
            <a:chExt cx="2080482" cy="1548337"/>
          </a:xfrm>
        </p:grpSpPr>
        <p:sp>
          <p:nvSpPr>
            <p:cNvPr id="56" name="Google Shape;1400;p39"/>
            <p:cNvSpPr/>
            <p:nvPr/>
          </p:nvSpPr>
          <p:spPr>
            <a:xfrm rot="10800000">
              <a:off x="0" y="-1"/>
              <a:ext cx="2080482" cy="1548337"/>
            </a:xfrm>
            <a:prstGeom prst="roundRect">
              <a:avLst>
                <a:gd name="adj" fmla="val 0"/>
              </a:avLst>
            </a:pr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900">
                  <a:solidFill>
                    <a:schemeClr val="accent2"/>
                  </a:solidFill>
                </a:defRPr>
              </a:pPr>
              <a:endParaRPr/>
            </a:p>
          </p:txBody>
        </p:sp>
        <p:sp>
          <p:nvSpPr>
            <p:cNvPr id="57" name="Google Shape;1401;p39"/>
            <p:cNvSpPr txBox="1"/>
            <p:nvPr/>
          </p:nvSpPr>
          <p:spPr>
            <a:xfrm>
              <a:off x="108742" y="76117"/>
              <a:ext cx="1904641" cy="27695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>
                <a:defRPr sz="1200">
                  <a:solidFill>
                    <a:schemeClr val="accent2"/>
                  </a:solidFill>
                  <a:latin typeface="Simplon BP Bold"/>
                  <a:ea typeface="Simplon BP Bold"/>
                  <a:cs typeface="Simplon BP Bold"/>
                  <a:sym typeface="Simplon BP Bold"/>
                </a:defRPr>
              </a:lvl1pPr>
            </a:lstStyle>
            <a:p>
              <a:r>
                <a:t>LOREMIPSUMDOLOR</a:t>
              </a:r>
            </a:p>
          </p:txBody>
        </p:sp>
        <p:sp>
          <p:nvSpPr>
            <p:cNvPr id="58" name="Google Shape;1402;p39"/>
            <p:cNvSpPr txBox="1"/>
            <p:nvPr/>
          </p:nvSpPr>
          <p:spPr>
            <a:xfrm>
              <a:off x="108742" y="315838"/>
              <a:ext cx="1904641" cy="11328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/>
            <a:p>
              <a:pPr marL="176212" indent="-176212">
                <a:lnSpc>
                  <a:spcPct val="80000"/>
                </a:lnSpc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Sitamet,consecteturadipiscingelit</a:t>
              </a:r>
              <a:endParaRPr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Crassitamettellussitameteros</a:t>
              </a:r>
              <a:endParaRPr sz="1800"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dapibusultricieselementumetodio</a:t>
              </a:r>
              <a:endParaRPr/>
            </a:p>
          </p:txBody>
        </p:sp>
      </p:grpSp>
      <p:grpSp>
        <p:nvGrpSpPr>
          <p:cNvPr id="59" name="Google Shape;1403;p39"/>
          <p:cNvGrpSpPr/>
          <p:nvPr userDrawn="1"/>
        </p:nvGrpSpPr>
        <p:grpSpPr>
          <a:xfrm>
            <a:off x="8636790" y="1369991"/>
            <a:ext cx="2080483" cy="1548339"/>
            <a:chOff x="0" y="-1"/>
            <a:chExt cx="2080482" cy="1548337"/>
          </a:xfrm>
        </p:grpSpPr>
        <p:sp>
          <p:nvSpPr>
            <p:cNvPr id="60" name="Google Shape;1404;p39"/>
            <p:cNvSpPr/>
            <p:nvPr/>
          </p:nvSpPr>
          <p:spPr>
            <a:xfrm rot="10800000">
              <a:off x="0" y="-1"/>
              <a:ext cx="2080482" cy="1548337"/>
            </a:xfrm>
            <a:prstGeom prst="roundRect">
              <a:avLst>
                <a:gd name="adj" fmla="val 0"/>
              </a:avLst>
            </a:pr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900">
                  <a:solidFill>
                    <a:schemeClr val="accent2"/>
                  </a:solidFill>
                </a:defRPr>
              </a:pPr>
              <a:endParaRPr/>
            </a:p>
          </p:txBody>
        </p:sp>
        <p:sp>
          <p:nvSpPr>
            <p:cNvPr id="61" name="Google Shape;1405;p39"/>
            <p:cNvSpPr txBox="1"/>
            <p:nvPr/>
          </p:nvSpPr>
          <p:spPr>
            <a:xfrm>
              <a:off x="101350" y="86846"/>
              <a:ext cx="1904641" cy="27695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>
                <a:defRPr sz="1200">
                  <a:solidFill>
                    <a:schemeClr val="accent2"/>
                  </a:solidFill>
                  <a:latin typeface="Simplon BP Bold"/>
                  <a:ea typeface="Simplon BP Bold"/>
                  <a:cs typeface="Simplon BP Bold"/>
                  <a:sym typeface="Simplon BP Bold"/>
                </a:defRPr>
              </a:lvl1pPr>
            </a:lstStyle>
            <a:p>
              <a:r>
                <a:t>LOREMIPSUMDOLOR</a:t>
              </a:r>
            </a:p>
          </p:txBody>
        </p:sp>
        <p:sp>
          <p:nvSpPr>
            <p:cNvPr id="62" name="Google Shape;1406;p39"/>
            <p:cNvSpPr txBox="1"/>
            <p:nvPr/>
          </p:nvSpPr>
          <p:spPr>
            <a:xfrm>
              <a:off x="101350" y="326567"/>
              <a:ext cx="1904641" cy="113280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/>
            <a:p>
              <a:pPr marL="176212" indent="-176212">
                <a:lnSpc>
                  <a:spcPct val="80000"/>
                </a:lnSpc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Sitamet,consecteturadipiscingelit</a:t>
              </a:r>
              <a:endParaRPr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Crassitamettellussitameteros</a:t>
              </a:r>
              <a:endParaRPr sz="1800"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dapibusultricieselementumetodio</a:t>
              </a:r>
              <a:endParaRPr/>
            </a:p>
          </p:txBody>
        </p:sp>
      </p:grpSp>
      <p:grpSp>
        <p:nvGrpSpPr>
          <p:cNvPr id="63" name="Google Shape;1407;p39"/>
          <p:cNvGrpSpPr/>
          <p:nvPr userDrawn="1"/>
        </p:nvGrpSpPr>
        <p:grpSpPr>
          <a:xfrm>
            <a:off x="1474725" y="4384154"/>
            <a:ext cx="2080483" cy="1548337"/>
            <a:chOff x="0" y="0"/>
            <a:chExt cx="2080482" cy="1548336"/>
          </a:xfrm>
        </p:grpSpPr>
        <p:sp>
          <p:nvSpPr>
            <p:cNvPr id="64" name="Google Shape;1408;p39"/>
            <p:cNvSpPr/>
            <p:nvPr/>
          </p:nvSpPr>
          <p:spPr>
            <a:xfrm>
              <a:off x="0" y="0"/>
              <a:ext cx="2080482" cy="1548336"/>
            </a:xfrm>
            <a:prstGeom prst="roundRect">
              <a:avLst>
                <a:gd name="adj" fmla="val 0"/>
              </a:avLst>
            </a:pr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900">
                  <a:solidFill>
                    <a:schemeClr val="accent2"/>
                  </a:solidFill>
                </a:defRPr>
              </a:pPr>
              <a:endParaRPr/>
            </a:p>
          </p:txBody>
        </p:sp>
        <p:sp>
          <p:nvSpPr>
            <p:cNvPr id="65" name="Google Shape;1409;p39"/>
            <p:cNvSpPr txBox="1"/>
            <p:nvPr/>
          </p:nvSpPr>
          <p:spPr>
            <a:xfrm>
              <a:off x="126130" y="56160"/>
              <a:ext cx="1904641" cy="27695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>
                <a:defRPr sz="1200">
                  <a:solidFill>
                    <a:schemeClr val="accent2"/>
                  </a:solidFill>
                  <a:latin typeface="Simplon BP Bold"/>
                  <a:ea typeface="Simplon BP Bold"/>
                  <a:cs typeface="Simplon BP Bold"/>
                  <a:sym typeface="Simplon BP Bold"/>
                </a:defRPr>
              </a:lvl1pPr>
            </a:lstStyle>
            <a:p>
              <a:r>
                <a:t>LOREMIPSUMDOLOR</a:t>
              </a:r>
            </a:p>
          </p:txBody>
        </p:sp>
        <p:sp>
          <p:nvSpPr>
            <p:cNvPr id="66" name="Google Shape;1410;p39"/>
            <p:cNvSpPr txBox="1"/>
            <p:nvPr/>
          </p:nvSpPr>
          <p:spPr>
            <a:xfrm>
              <a:off x="141300" y="283723"/>
              <a:ext cx="1904641" cy="11328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/>
            <a:p>
              <a:pPr marL="176212" indent="-176212">
                <a:lnSpc>
                  <a:spcPct val="80000"/>
                </a:lnSpc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Sitamet,consecteturadipiscingelit</a:t>
              </a:r>
              <a:endParaRPr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Crassitamettellussitameteros</a:t>
              </a:r>
              <a:endParaRPr sz="1800"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dapibusultricieselementumetodio</a:t>
              </a:r>
              <a:endParaRPr/>
            </a:p>
          </p:txBody>
        </p:sp>
      </p:grpSp>
      <p:grpSp>
        <p:nvGrpSpPr>
          <p:cNvPr id="67" name="Google Shape;1411;p39"/>
          <p:cNvGrpSpPr/>
          <p:nvPr userDrawn="1"/>
        </p:nvGrpSpPr>
        <p:grpSpPr>
          <a:xfrm>
            <a:off x="3952909" y="4384154"/>
            <a:ext cx="2080484" cy="1548337"/>
            <a:chOff x="0" y="0"/>
            <a:chExt cx="2080482" cy="1548336"/>
          </a:xfrm>
        </p:grpSpPr>
        <p:sp>
          <p:nvSpPr>
            <p:cNvPr id="68" name="Google Shape;1412;p39"/>
            <p:cNvSpPr/>
            <p:nvPr/>
          </p:nvSpPr>
          <p:spPr>
            <a:xfrm>
              <a:off x="0" y="0"/>
              <a:ext cx="2080482" cy="1548336"/>
            </a:xfrm>
            <a:prstGeom prst="roundRect">
              <a:avLst>
                <a:gd name="adj" fmla="val 0"/>
              </a:avLst>
            </a:pr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900">
                  <a:solidFill>
                    <a:schemeClr val="accent2"/>
                  </a:solidFill>
                </a:defRPr>
              </a:pPr>
              <a:endParaRPr/>
            </a:p>
          </p:txBody>
        </p:sp>
        <p:sp>
          <p:nvSpPr>
            <p:cNvPr id="69" name="Google Shape;1413;p39"/>
            <p:cNvSpPr txBox="1"/>
            <p:nvPr/>
          </p:nvSpPr>
          <p:spPr>
            <a:xfrm>
              <a:off x="104698" y="61830"/>
              <a:ext cx="1904641" cy="27695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>
                <a:defRPr sz="1200">
                  <a:solidFill>
                    <a:schemeClr val="accent2"/>
                  </a:solidFill>
                  <a:latin typeface="Simplon BP Bold"/>
                  <a:ea typeface="Simplon BP Bold"/>
                  <a:cs typeface="Simplon BP Bold"/>
                  <a:sym typeface="Simplon BP Bold"/>
                </a:defRPr>
              </a:lvl1pPr>
            </a:lstStyle>
            <a:p>
              <a:r>
                <a:t>LOREMIPSUMDOLOR</a:t>
              </a:r>
            </a:p>
          </p:txBody>
        </p:sp>
        <p:sp>
          <p:nvSpPr>
            <p:cNvPr id="70" name="Google Shape;1414;p39"/>
            <p:cNvSpPr txBox="1"/>
            <p:nvPr/>
          </p:nvSpPr>
          <p:spPr>
            <a:xfrm>
              <a:off x="111684" y="277921"/>
              <a:ext cx="1904641" cy="11328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/>
            <a:p>
              <a:pPr marL="176212" indent="-176212">
                <a:lnSpc>
                  <a:spcPct val="80000"/>
                </a:lnSpc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Sitamet,consecteturadipiscingelit</a:t>
              </a:r>
              <a:endParaRPr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Crassitamettellussitameteros</a:t>
              </a:r>
              <a:endParaRPr sz="1800"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dapibusultricieselementumetodio</a:t>
              </a:r>
              <a:endParaRPr/>
            </a:p>
          </p:txBody>
        </p:sp>
      </p:grpSp>
      <p:grpSp>
        <p:nvGrpSpPr>
          <p:cNvPr id="71" name="Google Shape;1415;p39"/>
          <p:cNvGrpSpPr/>
          <p:nvPr userDrawn="1"/>
        </p:nvGrpSpPr>
        <p:grpSpPr>
          <a:xfrm>
            <a:off x="6456253" y="4384154"/>
            <a:ext cx="2080484" cy="1548337"/>
            <a:chOff x="0" y="0"/>
            <a:chExt cx="2080482" cy="1548336"/>
          </a:xfrm>
        </p:grpSpPr>
        <p:sp>
          <p:nvSpPr>
            <p:cNvPr id="72" name="Google Shape;1416;p39"/>
            <p:cNvSpPr/>
            <p:nvPr/>
          </p:nvSpPr>
          <p:spPr>
            <a:xfrm>
              <a:off x="0" y="0"/>
              <a:ext cx="2080482" cy="1548336"/>
            </a:xfrm>
            <a:prstGeom prst="roundRect">
              <a:avLst>
                <a:gd name="adj" fmla="val 0"/>
              </a:avLst>
            </a:pr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900">
                  <a:solidFill>
                    <a:schemeClr val="accent2"/>
                  </a:solidFill>
                </a:defRPr>
              </a:pPr>
              <a:endParaRPr/>
            </a:p>
          </p:txBody>
        </p:sp>
        <p:sp>
          <p:nvSpPr>
            <p:cNvPr id="73" name="Google Shape;1417;p39"/>
            <p:cNvSpPr txBox="1"/>
            <p:nvPr/>
          </p:nvSpPr>
          <p:spPr>
            <a:xfrm>
              <a:off x="104756" y="56705"/>
              <a:ext cx="1904641" cy="27695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>
                <a:defRPr sz="1200">
                  <a:solidFill>
                    <a:schemeClr val="accent2"/>
                  </a:solidFill>
                  <a:latin typeface="Simplon BP Bold"/>
                  <a:ea typeface="Simplon BP Bold"/>
                  <a:cs typeface="Simplon BP Bold"/>
                  <a:sym typeface="Simplon BP Bold"/>
                </a:defRPr>
              </a:lvl1pPr>
            </a:lstStyle>
            <a:p>
              <a:r>
                <a:t>LOREMIPSUMDOLOR</a:t>
              </a:r>
            </a:p>
          </p:txBody>
        </p:sp>
        <p:sp>
          <p:nvSpPr>
            <p:cNvPr id="74" name="Google Shape;1418;p39"/>
            <p:cNvSpPr txBox="1"/>
            <p:nvPr/>
          </p:nvSpPr>
          <p:spPr>
            <a:xfrm>
              <a:off x="119926" y="272796"/>
              <a:ext cx="1904641" cy="11328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/>
            <a:p>
              <a:pPr marL="176212" indent="-176212">
                <a:lnSpc>
                  <a:spcPct val="80000"/>
                </a:lnSpc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Sitamet,consecteturadipiscingelit</a:t>
              </a:r>
              <a:endParaRPr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Crassitamettellussitameteros</a:t>
              </a:r>
              <a:endParaRPr sz="1800"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dapibusultricieselementumetodio</a:t>
              </a:r>
              <a:endParaRPr/>
            </a:p>
          </p:txBody>
        </p:sp>
      </p:grpSp>
      <p:grpSp>
        <p:nvGrpSpPr>
          <p:cNvPr id="75" name="Google Shape;1419;p39"/>
          <p:cNvGrpSpPr/>
          <p:nvPr userDrawn="1"/>
        </p:nvGrpSpPr>
        <p:grpSpPr>
          <a:xfrm>
            <a:off x="9764693" y="4384154"/>
            <a:ext cx="2080484" cy="1548337"/>
            <a:chOff x="0" y="0"/>
            <a:chExt cx="2080482" cy="1548336"/>
          </a:xfrm>
        </p:grpSpPr>
        <p:sp>
          <p:nvSpPr>
            <p:cNvPr id="76" name="Google Shape;1420;p39"/>
            <p:cNvSpPr/>
            <p:nvPr/>
          </p:nvSpPr>
          <p:spPr>
            <a:xfrm>
              <a:off x="0" y="0"/>
              <a:ext cx="2080482" cy="1548336"/>
            </a:xfrm>
            <a:prstGeom prst="roundRect">
              <a:avLst>
                <a:gd name="adj" fmla="val 0"/>
              </a:avLst>
            </a:pr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900">
                  <a:solidFill>
                    <a:schemeClr val="accent2"/>
                  </a:solidFill>
                </a:defRPr>
              </a:pPr>
              <a:endParaRPr/>
            </a:p>
          </p:txBody>
        </p:sp>
        <p:sp>
          <p:nvSpPr>
            <p:cNvPr id="77" name="Google Shape;1421;p39"/>
            <p:cNvSpPr txBox="1"/>
            <p:nvPr/>
          </p:nvSpPr>
          <p:spPr>
            <a:xfrm>
              <a:off x="97913" y="54890"/>
              <a:ext cx="1904641" cy="27695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>
                <a:defRPr sz="1200">
                  <a:solidFill>
                    <a:schemeClr val="accent2"/>
                  </a:solidFill>
                  <a:latin typeface="Simplon BP Bold"/>
                  <a:ea typeface="Simplon BP Bold"/>
                  <a:cs typeface="Simplon BP Bold"/>
                  <a:sym typeface="Simplon BP Bold"/>
                </a:defRPr>
              </a:lvl1pPr>
            </a:lstStyle>
            <a:p>
              <a:r>
                <a:t>LOREMIPSUMDOLOR</a:t>
              </a:r>
            </a:p>
          </p:txBody>
        </p:sp>
        <p:sp>
          <p:nvSpPr>
            <p:cNvPr id="78" name="Google Shape;1422;p39"/>
            <p:cNvSpPr txBox="1"/>
            <p:nvPr/>
          </p:nvSpPr>
          <p:spPr>
            <a:xfrm>
              <a:off x="112534" y="283524"/>
              <a:ext cx="1904641" cy="11328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/>
            <a:p>
              <a:pPr marL="176212" indent="-176212">
                <a:lnSpc>
                  <a:spcPct val="80000"/>
                </a:lnSpc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Sitamet,consecteturadipiscingelit</a:t>
              </a:r>
              <a:endParaRPr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Crassitamettellussitameteros</a:t>
              </a:r>
              <a:endParaRPr sz="1800"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dapibusultricieselementumetodio</a:t>
              </a: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3223751832"/>
      </p:ext>
    </p:extLst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84424899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21" imgH="423" progId="TCLayout.ActiveDocument.1">
                  <p:embed/>
                </p:oleObj>
              </mc:Choice>
              <mc:Fallback>
                <p:oleObj name="Slide do think-cell" r:id="rId3" imgW="421" imgH="423" progId="TCLayout.ActiveDocument.1">
                  <p:embed/>
                  <p:pic>
                    <p:nvPicPr>
                      <p:cNvPr id="2" name="Objeto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tângulo 3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pic>
        <p:nvPicPr>
          <p:cNvPr id="136" name="Google Shape;106;p65" descr="Google Shape;106;p65"/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70663" y="-101600"/>
            <a:ext cx="1121337" cy="1121337"/>
          </a:xfrm>
          <a:prstGeom prst="rect">
            <a:avLst/>
          </a:prstGeom>
          <a:ln w="12700">
            <a:miter lim="400000"/>
          </a:ln>
        </p:spPr>
      </p:pic>
      <p:sp>
        <p:nvSpPr>
          <p:cNvPr id="13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grpSp>
        <p:nvGrpSpPr>
          <p:cNvPr id="3" name="Agrupar 2"/>
          <p:cNvGrpSpPr/>
          <p:nvPr userDrawn="1"/>
        </p:nvGrpSpPr>
        <p:grpSpPr>
          <a:xfrm>
            <a:off x="-1924709" y="273157"/>
            <a:ext cx="1875959" cy="5481043"/>
            <a:chOff x="-1924709" y="273157"/>
            <a:chExt cx="1875959" cy="5481043"/>
          </a:xfrm>
        </p:grpSpPr>
        <p:grpSp>
          <p:nvGrpSpPr>
            <p:cNvPr id="8" name="Google Shape;456;p5"/>
            <p:cNvGrpSpPr/>
            <p:nvPr/>
          </p:nvGrpSpPr>
          <p:grpSpPr>
            <a:xfrm>
              <a:off x="-1860193" y="896121"/>
              <a:ext cx="1740449" cy="4173016"/>
              <a:chOff x="4077841" y="5415653"/>
              <a:chExt cx="1740449" cy="4173016"/>
            </a:xfrm>
          </p:grpSpPr>
          <p:sp>
            <p:nvSpPr>
              <p:cNvPr id="18" name="Google Shape;457;p5"/>
              <p:cNvSpPr/>
              <p:nvPr/>
            </p:nvSpPr>
            <p:spPr>
              <a:xfrm>
                <a:off x="4191000" y="5415653"/>
                <a:ext cx="762000" cy="762000"/>
              </a:xfrm>
              <a:prstGeom prst="ellipse">
                <a:avLst/>
              </a:prstGeom>
              <a:solidFill>
                <a:srgbClr val="00D318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" name="Google Shape;458;p5"/>
              <p:cNvSpPr/>
              <p:nvPr/>
            </p:nvSpPr>
            <p:spPr>
              <a:xfrm>
                <a:off x="5056290" y="5415653"/>
                <a:ext cx="762000" cy="762000"/>
              </a:xfrm>
              <a:prstGeom prst="ellipse">
                <a:avLst/>
              </a:prstGeom>
              <a:solidFill>
                <a:srgbClr val="009E0B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" name="Google Shape;459;p5"/>
              <p:cNvSpPr/>
              <p:nvPr/>
            </p:nvSpPr>
            <p:spPr>
              <a:xfrm>
                <a:off x="4106520" y="7322761"/>
                <a:ext cx="762000" cy="7620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" name="Google Shape;460;p5"/>
              <p:cNvSpPr/>
              <p:nvPr/>
            </p:nvSpPr>
            <p:spPr>
              <a:xfrm>
                <a:off x="4977132" y="7314542"/>
                <a:ext cx="762000" cy="762000"/>
              </a:xfrm>
              <a:prstGeom prst="ellipse">
                <a:avLst/>
              </a:prstGeom>
              <a:solidFill>
                <a:srgbClr val="FFFF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" name="Google Shape;461;p5"/>
              <p:cNvSpPr/>
              <p:nvPr/>
            </p:nvSpPr>
            <p:spPr>
              <a:xfrm>
                <a:off x="4077841" y="8826669"/>
                <a:ext cx="762000" cy="762000"/>
              </a:xfrm>
              <a:prstGeom prst="ellipse">
                <a:avLst/>
              </a:prstGeom>
              <a:solidFill>
                <a:srgbClr val="4D4D4D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" name="Google Shape;462;p5"/>
              <p:cNvSpPr/>
              <p:nvPr/>
            </p:nvSpPr>
            <p:spPr>
              <a:xfrm>
                <a:off x="4969800" y="8826669"/>
                <a:ext cx="762000" cy="762000"/>
              </a:xfrm>
              <a:prstGeom prst="ellipse">
                <a:avLst/>
              </a:prstGeom>
              <a:solidFill>
                <a:srgbClr val="000000"/>
              </a:solidFill>
              <a:ln w="19050" cap="flat" cmpd="sng">
                <a:solidFill>
                  <a:srgbClr val="94949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" name="Google Shape;464;p5"/>
            <p:cNvSpPr txBox="1"/>
            <p:nvPr/>
          </p:nvSpPr>
          <p:spPr>
            <a:xfrm>
              <a:off x="-1825003" y="273157"/>
              <a:ext cx="1776253" cy="30773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Bold" pitchFamily="2" charset="77"/>
                  <a:cs typeface="Arial"/>
                  <a:sym typeface="Arial"/>
                </a:rPr>
                <a:t>PALETA</a:t>
              </a:r>
              <a:endParaRPr kumimoji="0" sz="1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Bold" pitchFamily="2" charset="77"/>
                <a:cs typeface="Arial"/>
                <a:sym typeface="Arial"/>
              </a:endParaRPr>
            </a:p>
          </p:txBody>
        </p:sp>
        <p:sp>
          <p:nvSpPr>
            <p:cNvPr id="10" name="Google Shape;465;p5"/>
            <p:cNvSpPr txBox="1"/>
            <p:nvPr/>
          </p:nvSpPr>
          <p:spPr>
            <a:xfrm>
              <a:off x="-1825003" y="524413"/>
              <a:ext cx="1648562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Principais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1" name="Google Shape;466;p5"/>
            <p:cNvSpPr txBox="1"/>
            <p:nvPr/>
          </p:nvSpPr>
          <p:spPr>
            <a:xfrm>
              <a:off x="-1903362" y="2462339"/>
              <a:ext cx="1648562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Secundárias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2" name="Google Shape;467;p5"/>
            <p:cNvSpPr txBox="1"/>
            <p:nvPr/>
          </p:nvSpPr>
          <p:spPr>
            <a:xfrm>
              <a:off x="-1825002" y="1733827"/>
              <a:ext cx="87427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R.0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G.211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B.24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3" name="Google Shape;468;p5"/>
            <p:cNvSpPr txBox="1"/>
            <p:nvPr/>
          </p:nvSpPr>
          <p:spPr>
            <a:xfrm>
              <a:off x="-923028" y="1733827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R.0G.158B.11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4" name="Google Shape;469;p5"/>
            <p:cNvSpPr txBox="1"/>
            <p:nvPr/>
          </p:nvSpPr>
          <p:spPr>
            <a:xfrm>
              <a:off x="-1903362" y="3640935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R.255G.255B.255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5" name="Google Shape;470;p5"/>
            <p:cNvSpPr txBox="1"/>
            <p:nvPr/>
          </p:nvSpPr>
          <p:spPr>
            <a:xfrm>
              <a:off x="-1029084" y="3687308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R.255G.255B.0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6" name="Google Shape;471;p5"/>
            <p:cNvSpPr txBox="1"/>
            <p:nvPr/>
          </p:nvSpPr>
          <p:spPr>
            <a:xfrm>
              <a:off x="-1924709" y="5144843"/>
              <a:ext cx="93512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R.77</a:t>
              </a:r>
            </a:p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G.77</a:t>
              </a:r>
            </a:p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B.77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7" name="Google Shape;472;p5"/>
            <p:cNvSpPr txBox="1"/>
            <p:nvPr/>
          </p:nvSpPr>
          <p:spPr>
            <a:xfrm>
              <a:off x="-1029084" y="5144843"/>
              <a:ext cx="87427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R.0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G.0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B.0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</p:grpSp>
      <p:sp>
        <p:nvSpPr>
          <p:cNvPr id="5" name="Título 4"/>
          <p:cNvSpPr>
            <a:spLocks noGrp="1"/>
          </p:cNvSpPr>
          <p:nvPr>
            <p:ph type="title" hasCustomPrompt="1"/>
          </p:nvPr>
        </p:nvSpPr>
        <p:spPr>
          <a:xfrm>
            <a:off x="314182" y="119371"/>
            <a:ext cx="10756482" cy="558294"/>
          </a:xfrm>
          <a:prstGeom prst="rect">
            <a:avLst/>
          </a:prstGeom>
        </p:spPr>
        <p:txBody>
          <a:bodyPr vert="horz"/>
          <a:lstStyle>
            <a:lvl1pPr>
              <a:defRPr sz="2000" baseline="0">
                <a:latin typeface="Simplon BP Bold" pitchFamily="2" charset="0"/>
              </a:defRPr>
            </a:lvl1pPr>
          </a:lstStyle>
          <a:p>
            <a:r>
              <a:rPr lang="pt-BR"/>
              <a:t>Tabela exemplo</a:t>
            </a:r>
            <a:endParaRPr lang="en-US"/>
          </a:p>
        </p:txBody>
      </p:sp>
      <p:graphicFrame>
        <p:nvGraphicFramePr>
          <p:cNvPr id="24" name="Google Shape;1428;p41"/>
          <p:cNvGraphicFramePr/>
          <p:nvPr userDrawn="1">
            <p:extLst>
              <p:ext uri="{D42A27DB-BD31-4B8C-83A1-F6EECF244321}">
                <p14:modId xmlns:p14="http://schemas.microsoft.com/office/powerpoint/2010/main" val="4154599987"/>
              </p:ext>
            </p:extLst>
          </p:nvPr>
        </p:nvGraphicFramePr>
        <p:xfrm>
          <a:off x="314182" y="896121"/>
          <a:ext cx="10604800" cy="4622100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2810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89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89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989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989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989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989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5175"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endParaRPr/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 w="12700">
                      <a:solidFill>
                        <a:schemeClr val="accent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>
                          <a:solidFill>
                            <a:schemeClr val="accent3">
                              <a:lumOff val="44000"/>
                            </a:schemeClr>
                          </a:solidFill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2016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chemeClr val="accent1"/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>
                          <a:solidFill>
                            <a:schemeClr val="accent3">
                              <a:lumOff val="44000"/>
                            </a:schemeClr>
                          </a:solidFill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2017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>
                          <a:solidFill>
                            <a:schemeClr val="accent3">
                              <a:lumOff val="44000"/>
                            </a:schemeClr>
                          </a:solidFill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2018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>
                          <a:solidFill>
                            <a:schemeClr val="accent3">
                              <a:lumOff val="44000"/>
                            </a:schemeClr>
                          </a:solidFill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2019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>
                          <a:solidFill>
                            <a:schemeClr val="accent3">
                              <a:lumOff val="44000"/>
                            </a:schemeClr>
                          </a:solidFill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2020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>
                          <a:solidFill>
                            <a:schemeClr val="accent3">
                              <a:lumOff val="44000"/>
                            </a:schemeClr>
                          </a:solidFill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2021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5175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600"/>
                        <a:t>LOREMIPSUM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chemeClr val="accent1"/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endParaRPr/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endParaRPr/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endParaRPr/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endParaRPr/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endParaRPr/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endParaRPr/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5175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LOREMIPSUMDOLOR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chemeClr val="accent1"/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3,4%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3,3%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3,4%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3,1%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6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3,0%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3,3%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5175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LOREMIPSUMDOLOR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chemeClr val="accent1"/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2,2%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1,5%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2,4%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2,4%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6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1,5%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1,5%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5175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LOREMIPSUMDOLOR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chemeClr val="accent1"/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-0,8%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-0,2%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0,9%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1,6%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6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1,5%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-0,2%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5175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LOREMIPSUMDOLOR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chemeClr val="accent1"/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7,7%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7,8%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7,3%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6,9%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6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6,5%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7,8%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5175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LOREMIPSUMDOLOR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chemeClr val="accent1"/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1,7%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1,4%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0,0%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0,6%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6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0,4%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1,4%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5175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600"/>
                        <a:t>LOREMIPSUM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chemeClr val="accent1"/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endParaRPr/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endParaRPr/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endParaRPr/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endParaRPr/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endParaRPr/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endParaRPr/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5175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LOREMIPSUMDOLOR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chemeClr val="accent1"/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1,9%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3,0%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0,1%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-3,8%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6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-3,5%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3,0%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85175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LOREMIPSUMDOLOR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chemeClr val="accent1"/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7,25%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10,00%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11,75%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14,25%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6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13,50%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10,00%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85175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LOREMIPSUMDOLOR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chemeClr val="accent1"/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8,46%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8,44%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11,02%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13,58%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6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14,15%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8,44%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85175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LOREMIPSUMDOLOR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chemeClr val="accent1"/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5,5%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5,0%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5,0%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7,0%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6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7,5%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5,0%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6602587"/>
      </p:ext>
    </p:extLst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07145904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21" imgH="423" progId="TCLayout.ActiveDocument.1">
                  <p:embed/>
                </p:oleObj>
              </mc:Choice>
              <mc:Fallback>
                <p:oleObj name="Slide do think-cell" r:id="rId3" imgW="421" imgH="423" progId="TCLayout.ActiveDocument.1">
                  <p:embed/>
                  <p:pic>
                    <p:nvPicPr>
                      <p:cNvPr id="2" name="Objeto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tângulo 3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pic>
        <p:nvPicPr>
          <p:cNvPr id="136" name="Google Shape;106;p65" descr="Google Shape;106;p65"/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70663" y="-101600"/>
            <a:ext cx="1121337" cy="1121337"/>
          </a:xfrm>
          <a:prstGeom prst="rect">
            <a:avLst/>
          </a:prstGeom>
          <a:ln w="12700">
            <a:miter lim="400000"/>
          </a:ln>
        </p:spPr>
      </p:pic>
      <p:sp>
        <p:nvSpPr>
          <p:cNvPr id="13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grpSp>
        <p:nvGrpSpPr>
          <p:cNvPr id="3" name="Agrupar 2"/>
          <p:cNvGrpSpPr/>
          <p:nvPr userDrawn="1"/>
        </p:nvGrpSpPr>
        <p:grpSpPr>
          <a:xfrm>
            <a:off x="-1924709" y="273157"/>
            <a:ext cx="1875959" cy="5481043"/>
            <a:chOff x="-1924709" y="273157"/>
            <a:chExt cx="1875959" cy="5481043"/>
          </a:xfrm>
        </p:grpSpPr>
        <p:grpSp>
          <p:nvGrpSpPr>
            <p:cNvPr id="8" name="Google Shape;456;p5"/>
            <p:cNvGrpSpPr/>
            <p:nvPr/>
          </p:nvGrpSpPr>
          <p:grpSpPr>
            <a:xfrm>
              <a:off x="-1860193" y="896121"/>
              <a:ext cx="1740449" cy="4173016"/>
              <a:chOff x="4077841" y="5415653"/>
              <a:chExt cx="1740449" cy="4173016"/>
            </a:xfrm>
          </p:grpSpPr>
          <p:sp>
            <p:nvSpPr>
              <p:cNvPr id="18" name="Google Shape;457;p5"/>
              <p:cNvSpPr/>
              <p:nvPr/>
            </p:nvSpPr>
            <p:spPr>
              <a:xfrm>
                <a:off x="4191000" y="5415653"/>
                <a:ext cx="762000" cy="762000"/>
              </a:xfrm>
              <a:prstGeom prst="ellipse">
                <a:avLst/>
              </a:prstGeom>
              <a:solidFill>
                <a:srgbClr val="00D318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" name="Google Shape;458;p5"/>
              <p:cNvSpPr/>
              <p:nvPr/>
            </p:nvSpPr>
            <p:spPr>
              <a:xfrm>
                <a:off x="5056290" y="5415653"/>
                <a:ext cx="762000" cy="762000"/>
              </a:xfrm>
              <a:prstGeom prst="ellipse">
                <a:avLst/>
              </a:prstGeom>
              <a:solidFill>
                <a:srgbClr val="009E0B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" name="Google Shape;459;p5"/>
              <p:cNvSpPr/>
              <p:nvPr/>
            </p:nvSpPr>
            <p:spPr>
              <a:xfrm>
                <a:off x="4106520" y="7322761"/>
                <a:ext cx="762000" cy="7620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" name="Google Shape;460;p5"/>
              <p:cNvSpPr/>
              <p:nvPr/>
            </p:nvSpPr>
            <p:spPr>
              <a:xfrm>
                <a:off x="4977132" y="7314542"/>
                <a:ext cx="762000" cy="762000"/>
              </a:xfrm>
              <a:prstGeom prst="ellipse">
                <a:avLst/>
              </a:prstGeom>
              <a:solidFill>
                <a:srgbClr val="FFFF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" name="Google Shape;461;p5"/>
              <p:cNvSpPr/>
              <p:nvPr/>
            </p:nvSpPr>
            <p:spPr>
              <a:xfrm>
                <a:off x="4077841" y="8826669"/>
                <a:ext cx="762000" cy="762000"/>
              </a:xfrm>
              <a:prstGeom prst="ellipse">
                <a:avLst/>
              </a:prstGeom>
              <a:solidFill>
                <a:srgbClr val="4D4D4D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" name="Google Shape;462;p5"/>
              <p:cNvSpPr/>
              <p:nvPr/>
            </p:nvSpPr>
            <p:spPr>
              <a:xfrm>
                <a:off x="4969800" y="8826669"/>
                <a:ext cx="762000" cy="762000"/>
              </a:xfrm>
              <a:prstGeom prst="ellipse">
                <a:avLst/>
              </a:prstGeom>
              <a:solidFill>
                <a:srgbClr val="000000"/>
              </a:solidFill>
              <a:ln w="19050" cap="flat" cmpd="sng">
                <a:solidFill>
                  <a:srgbClr val="94949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" name="Google Shape;464;p5"/>
            <p:cNvSpPr txBox="1"/>
            <p:nvPr/>
          </p:nvSpPr>
          <p:spPr>
            <a:xfrm>
              <a:off x="-1825003" y="273157"/>
              <a:ext cx="1776253" cy="30773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Bold" pitchFamily="2" charset="77"/>
                  <a:cs typeface="Arial"/>
                  <a:sym typeface="Arial"/>
                </a:rPr>
                <a:t>PALETA</a:t>
              </a:r>
              <a:endParaRPr kumimoji="0" sz="1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Bold" pitchFamily="2" charset="77"/>
                <a:cs typeface="Arial"/>
                <a:sym typeface="Arial"/>
              </a:endParaRPr>
            </a:p>
          </p:txBody>
        </p:sp>
        <p:sp>
          <p:nvSpPr>
            <p:cNvPr id="10" name="Google Shape;465;p5"/>
            <p:cNvSpPr txBox="1"/>
            <p:nvPr/>
          </p:nvSpPr>
          <p:spPr>
            <a:xfrm>
              <a:off x="-1825003" y="524413"/>
              <a:ext cx="1648562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Principais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1" name="Google Shape;466;p5"/>
            <p:cNvSpPr txBox="1"/>
            <p:nvPr/>
          </p:nvSpPr>
          <p:spPr>
            <a:xfrm>
              <a:off x="-1903362" y="2462339"/>
              <a:ext cx="1648562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Secundárias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2" name="Google Shape;467;p5"/>
            <p:cNvSpPr txBox="1"/>
            <p:nvPr/>
          </p:nvSpPr>
          <p:spPr>
            <a:xfrm>
              <a:off x="-1825002" y="1733827"/>
              <a:ext cx="87427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R.0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G.211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B.24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3" name="Google Shape;468;p5"/>
            <p:cNvSpPr txBox="1"/>
            <p:nvPr/>
          </p:nvSpPr>
          <p:spPr>
            <a:xfrm>
              <a:off x="-923028" y="1733827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R.0G.158B.11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4" name="Google Shape;469;p5"/>
            <p:cNvSpPr txBox="1"/>
            <p:nvPr/>
          </p:nvSpPr>
          <p:spPr>
            <a:xfrm>
              <a:off x="-1903362" y="3640935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R.255G.255B.255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5" name="Google Shape;470;p5"/>
            <p:cNvSpPr txBox="1"/>
            <p:nvPr/>
          </p:nvSpPr>
          <p:spPr>
            <a:xfrm>
              <a:off x="-1029084" y="3687308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R.255G.255B.0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6" name="Google Shape;471;p5"/>
            <p:cNvSpPr txBox="1"/>
            <p:nvPr/>
          </p:nvSpPr>
          <p:spPr>
            <a:xfrm>
              <a:off x="-1924709" y="5144843"/>
              <a:ext cx="93512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R.77</a:t>
              </a:r>
            </a:p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G.77</a:t>
              </a:r>
            </a:p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B.77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7" name="Google Shape;472;p5"/>
            <p:cNvSpPr txBox="1"/>
            <p:nvPr/>
          </p:nvSpPr>
          <p:spPr>
            <a:xfrm>
              <a:off x="-1029084" y="5144843"/>
              <a:ext cx="87427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R.0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G.0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B.0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</p:grpSp>
      <p:sp>
        <p:nvSpPr>
          <p:cNvPr id="5" name="Título 4"/>
          <p:cNvSpPr>
            <a:spLocks noGrp="1"/>
          </p:cNvSpPr>
          <p:nvPr>
            <p:ph type="title" hasCustomPrompt="1"/>
          </p:nvPr>
        </p:nvSpPr>
        <p:spPr>
          <a:xfrm>
            <a:off x="314182" y="119371"/>
            <a:ext cx="10756482" cy="558294"/>
          </a:xfrm>
          <a:prstGeom prst="rect">
            <a:avLst/>
          </a:prstGeom>
        </p:spPr>
        <p:txBody>
          <a:bodyPr vert="horz"/>
          <a:lstStyle>
            <a:lvl1pPr>
              <a:defRPr sz="2000" baseline="0">
                <a:latin typeface="Simplon BP Bold" pitchFamily="2" charset="0"/>
              </a:defRPr>
            </a:lvl1pPr>
          </a:lstStyle>
          <a:p>
            <a:r>
              <a:rPr lang="pt-BR" err="1"/>
              <a:t>mandala</a:t>
            </a:r>
            <a:endParaRPr lang="en-US"/>
          </a:p>
        </p:txBody>
      </p:sp>
      <p:graphicFrame>
        <p:nvGraphicFramePr>
          <p:cNvPr id="24" name="Google Shape;1434;p68"/>
          <p:cNvGraphicFramePr/>
          <p:nvPr userDrawn="1"/>
        </p:nvGraphicFramePr>
        <p:xfrm>
          <a:off x="4114436" y="1611396"/>
          <a:ext cx="3917583" cy="391758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pSp>
        <p:nvGrpSpPr>
          <p:cNvPr id="25" name="Google Shape;1435;p68"/>
          <p:cNvGrpSpPr/>
          <p:nvPr userDrawn="1"/>
        </p:nvGrpSpPr>
        <p:grpSpPr>
          <a:xfrm>
            <a:off x="8305799" y="1907189"/>
            <a:ext cx="2948163" cy="1245064"/>
            <a:chOff x="0" y="0"/>
            <a:chExt cx="2948162" cy="1245061"/>
          </a:xfrm>
        </p:grpSpPr>
        <p:sp>
          <p:nvSpPr>
            <p:cNvPr id="26" name="Google Shape;1436;p68"/>
            <p:cNvSpPr/>
            <p:nvPr/>
          </p:nvSpPr>
          <p:spPr>
            <a:xfrm>
              <a:off x="0" y="0"/>
              <a:ext cx="1872344" cy="315687"/>
            </a:xfrm>
            <a:prstGeom prst="rect">
              <a:avLst/>
            </a:prstGeom>
            <a:solidFill>
              <a:srgbClr val="DBDBDB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>
                  <a:solidFill>
                    <a:schemeClr val="accent2"/>
                  </a:solidFill>
                </a:defRPr>
              </a:pPr>
              <a:endParaRPr/>
            </a:p>
          </p:txBody>
        </p:sp>
        <p:grpSp>
          <p:nvGrpSpPr>
            <p:cNvPr id="27" name="Google Shape;1437;p68"/>
            <p:cNvGrpSpPr/>
            <p:nvPr/>
          </p:nvGrpSpPr>
          <p:grpSpPr>
            <a:xfrm>
              <a:off x="65985" y="7338"/>
              <a:ext cx="2882177" cy="1237723"/>
              <a:chOff x="0" y="0"/>
              <a:chExt cx="2882176" cy="1237716"/>
            </a:xfrm>
          </p:grpSpPr>
          <p:sp>
            <p:nvSpPr>
              <p:cNvPr id="28" name="Google Shape;1438;p68"/>
              <p:cNvSpPr/>
              <p:nvPr/>
            </p:nvSpPr>
            <p:spPr>
              <a:xfrm>
                <a:off x="0" y="0"/>
                <a:ext cx="2558176" cy="36932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extrusionOk="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  </a:ext>
              </a:extLst>
            </p:spPr>
            <p:txBody>
              <a:bodyPr wrap="square" lIns="0" tIns="0" rIns="0" bIns="0" numCol="1" anchor="t">
                <a:spAutoFit/>
              </a:bodyPr>
              <a:lstStyle>
                <a:lvl1pPr>
                  <a:defRPr sz="2400">
                    <a:solidFill>
                      <a:srgbClr val="000000"/>
                    </a:solidFill>
                    <a:latin typeface="Simplon BP Bold"/>
                    <a:ea typeface="Simplon BP Bold"/>
                    <a:cs typeface="Simplon BP Bold"/>
                    <a:sym typeface="Simplon BP Bold"/>
                  </a:defRPr>
                </a:lvl1pPr>
              </a:lstStyle>
              <a:p>
                <a:r>
                  <a:rPr err="1"/>
                  <a:t>loremipsum</a:t>
                </a:r>
                <a:endParaRPr/>
              </a:p>
            </p:txBody>
          </p:sp>
          <p:sp>
            <p:nvSpPr>
              <p:cNvPr id="29" name="Google Shape;1439;p68"/>
              <p:cNvSpPr/>
              <p:nvPr/>
            </p:nvSpPr>
            <p:spPr>
              <a:xfrm>
                <a:off x="0" y="375949"/>
                <a:ext cx="2882176" cy="86176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extrusionOk="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  </a:ext>
              </a:extLst>
            </p:spPr>
            <p:txBody>
              <a:bodyPr wrap="square" lIns="0" tIns="0" rIns="0" bIns="0" numCol="1" anchor="t">
                <a:spAutoFit/>
              </a:bodyPr>
              <a:lstStyle>
                <a:lvl1pPr>
                  <a:defRPr>
                    <a:solidFill>
                      <a:schemeClr val="accent2"/>
                    </a:solidFill>
                  </a:defRPr>
                </a:lvl1pPr>
              </a:lstStyle>
              <a:p>
                <a:r>
                  <a:t>loremipsumdolorsitamet,consecteturadipiscingelit.crassitamettellussitameterosdapibusultricieselementumetodio</a:t>
                </a:r>
              </a:p>
            </p:txBody>
          </p:sp>
        </p:grpSp>
      </p:grpSp>
      <p:grpSp>
        <p:nvGrpSpPr>
          <p:cNvPr id="30" name="Google Shape;1440;p68"/>
          <p:cNvGrpSpPr/>
          <p:nvPr userDrawn="1"/>
        </p:nvGrpSpPr>
        <p:grpSpPr>
          <a:xfrm>
            <a:off x="8305799" y="4099549"/>
            <a:ext cx="2948163" cy="1239911"/>
            <a:chOff x="0" y="0"/>
            <a:chExt cx="2948162" cy="1239904"/>
          </a:xfrm>
        </p:grpSpPr>
        <p:sp>
          <p:nvSpPr>
            <p:cNvPr id="31" name="Google Shape;1441;p68"/>
            <p:cNvSpPr/>
            <p:nvPr/>
          </p:nvSpPr>
          <p:spPr>
            <a:xfrm>
              <a:off x="0" y="4364"/>
              <a:ext cx="1872344" cy="315687"/>
            </a:xfrm>
            <a:prstGeom prst="rect">
              <a:avLst/>
            </a:prstGeom>
            <a:solidFill>
              <a:schemeClr val="accent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>
                  <a:solidFill>
                    <a:schemeClr val="accent2"/>
                  </a:solidFill>
                </a:defRPr>
              </a:pPr>
              <a:endParaRPr/>
            </a:p>
          </p:txBody>
        </p:sp>
        <p:grpSp>
          <p:nvGrpSpPr>
            <p:cNvPr id="32" name="Google Shape;1442;p68"/>
            <p:cNvGrpSpPr/>
            <p:nvPr/>
          </p:nvGrpSpPr>
          <p:grpSpPr>
            <a:xfrm>
              <a:off x="56385" y="0"/>
              <a:ext cx="2891777" cy="1239904"/>
              <a:chOff x="0" y="0"/>
              <a:chExt cx="2891776" cy="1239901"/>
            </a:xfrm>
          </p:grpSpPr>
          <p:sp>
            <p:nvSpPr>
              <p:cNvPr id="33" name="Google Shape;1443;p68"/>
              <p:cNvSpPr/>
              <p:nvPr/>
            </p:nvSpPr>
            <p:spPr>
              <a:xfrm>
                <a:off x="0" y="0"/>
                <a:ext cx="2558176" cy="36932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extrusionOk="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  </a:ext>
              </a:extLst>
            </p:spPr>
            <p:txBody>
              <a:bodyPr wrap="square" lIns="0" tIns="0" rIns="0" bIns="0" numCol="1" anchor="t">
                <a:spAutoFit/>
              </a:bodyPr>
              <a:lstStyle>
                <a:lvl1pPr>
                  <a:defRPr sz="2400">
                    <a:solidFill>
                      <a:schemeClr val="accent3">
                        <a:lumOff val="44000"/>
                      </a:schemeClr>
                    </a:solidFill>
                    <a:latin typeface="Simplon BP Bold"/>
                    <a:ea typeface="Simplon BP Bold"/>
                    <a:cs typeface="Simplon BP Bold"/>
                    <a:sym typeface="Simplon BP Bold"/>
                  </a:defRPr>
                </a:lvl1pPr>
              </a:lstStyle>
              <a:p>
                <a:r>
                  <a:rPr err="1"/>
                  <a:t>loremipsum</a:t>
                </a:r>
                <a:endParaRPr/>
              </a:p>
            </p:txBody>
          </p:sp>
          <p:sp>
            <p:nvSpPr>
              <p:cNvPr id="34" name="Google Shape;1444;p68"/>
              <p:cNvSpPr/>
              <p:nvPr/>
            </p:nvSpPr>
            <p:spPr>
              <a:xfrm>
                <a:off x="0" y="378134"/>
                <a:ext cx="2891776" cy="86176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extrusionOk="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  </a:ext>
              </a:extLst>
            </p:spPr>
            <p:txBody>
              <a:bodyPr wrap="square" lIns="0" tIns="0" rIns="0" bIns="0" numCol="1" anchor="t">
                <a:spAutoFit/>
              </a:bodyPr>
              <a:lstStyle>
                <a:lvl1pPr>
                  <a:defRPr>
                    <a:solidFill>
                      <a:schemeClr val="accent2"/>
                    </a:solidFill>
                  </a:defRPr>
                </a:lvl1pPr>
              </a:lstStyle>
              <a:p>
                <a:r>
                  <a:t>loremipsumdolorsitamet,consecteturadipiscingelit.crassitamettellussitameterosdapibusultricieselementumetodio</a:t>
                </a:r>
              </a:p>
            </p:txBody>
          </p:sp>
        </p:grpSp>
      </p:grpSp>
      <p:grpSp>
        <p:nvGrpSpPr>
          <p:cNvPr id="35" name="Google Shape;1445;p68"/>
          <p:cNvGrpSpPr/>
          <p:nvPr userDrawn="1"/>
        </p:nvGrpSpPr>
        <p:grpSpPr>
          <a:xfrm>
            <a:off x="938040" y="1886951"/>
            <a:ext cx="2872642" cy="1265301"/>
            <a:chOff x="0" y="-1"/>
            <a:chExt cx="2872640" cy="1265298"/>
          </a:xfrm>
        </p:grpSpPr>
        <p:sp>
          <p:nvSpPr>
            <p:cNvPr id="36" name="Google Shape;1446;p68"/>
            <p:cNvSpPr/>
            <p:nvPr/>
          </p:nvSpPr>
          <p:spPr>
            <a:xfrm>
              <a:off x="1000296" y="14531"/>
              <a:ext cx="1872344" cy="315687"/>
            </a:xfrm>
            <a:prstGeom prst="rect">
              <a:avLst/>
            </a:pr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>
                  <a:solidFill>
                    <a:schemeClr val="accent2"/>
                  </a:solidFill>
                </a:defRPr>
              </a:pPr>
              <a:endParaRPr/>
            </a:p>
          </p:txBody>
        </p:sp>
        <p:grpSp>
          <p:nvGrpSpPr>
            <p:cNvPr id="37" name="Google Shape;1447;p68"/>
            <p:cNvGrpSpPr/>
            <p:nvPr/>
          </p:nvGrpSpPr>
          <p:grpSpPr>
            <a:xfrm>
              <a:off x="0" y="-1"/>
              <a:ext cx="2836732" cy="1265298"/>
              <a:chOff x="0" y="0"/>
              <a:chExt cx="2836731" cy="1265289"/>
            </a:xfrm>
          </p:grpSpPr>
          <p:sp>
            <p:nvSpPr>
              <p:cNvPr id="38" name="Google Shape;1448;p68"/>
              <p:cNvSpPr/>
              <p:nvPr/>
            </p:nvSpPr>
            <p:spPr>
              <a:xfrm>
                <a:off x="329154" y="0"/>
                <a:ext cx="2507476" cy="36932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extrusionOk="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  </a:ext>
              </a:extLst>
            </p:spPr>
            <p:txBody>
              <a:bodyPr wrap="square" lIns="0" tIns="0" rIns="0" bIns="0" numCol="1" anchor="t">
                <a:spAutoFit/>
              </a:bodyPr>
              <a:lstStyle>
                <a:lvl1pPr algn="r">
                  <a:defRPr sz="2400">
                    <a:solidFill>
                      <a:srgbClr val="000000"/>
                    </a:solidFill>
                    <a:latin typeface="Simplon BP Bold"/>
                    <a:ea typeface="Simplon BP Bold"/>
                    <a:cs typeface="Simplon BP Bold"/>
                    <a:sym typeface="Simplon BP Bold"/>
                  </a:defRPr>
                </a:lvl1pPr>
              </a:lstStyle>
              <a:p>
                <a:r>
                  <a:rPr err="1"/>
                  <a:t>loremipsum</a:t>
                </a:r>
                <a:endParaRPr/>
              </a:p>
            </p:txBody>
          </p:sp>
          <p:sp>
            <p:nvSpPr>
              <p:cNvPr id="39" name="Google Shape;1449;p68"/>
              <p:cNvSpPr/>
              <p:nvPr/>
            </p:nvSpPr>
            <p:spPr>
              <a:xfrm>
                <a:off x="0" y="403524"/>
                <a:ext cx="2836731" cy="86176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extrusionOk="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  </a:ext>
              </a:extLst>
            </p:spPr>
            <p:txBody>
              <a:bodyPr wrap="square" lIns="0" tIns="0" rIns="0" bIns="0" numCol="1" anchor="t">
                <a:spAutoFit/>
              </a:bodyPr>
              <a:lstStyle>
                <a:lvl1pPr algn="r">
                  <a:defRPr>
                    <a:solidFill>
                      <a:schemeClr val="accent2"/>
                    </a:solidFill>
                  </a:defRPr>
                </a:lvl1pPr>
              </a:lstStyle>
              <a:p>
                <a:r>
                  <a:t>loremipsumdolorsitamet,consecteturadipiscingelit.crassitamettellussitameterosdapibusultricieselementumetodio</a:t>
                </a:r>
              </a:p>
            </p:txBody>
          </p:sp>
        </p:grpSp>
      </p:grpSp>
      <p:grpSp>
        <p:nvGrpSpPr>
          <p:cNvPr id="40" name="Google Shape;1451;p68"/>
          <p:cNvGrpSpPr/>
          <p:nvPr userDrawn="1"/>
        </p:nvGrpSpPr>
        <p:grpSpPr>
          <a:xfrm>
            <a:off x="938040" y="4070901"/>
            <a:ext cx="2872643" cy="1268557"/>
            <a:chOff x="0" y="0"/>
            <a:chExt cx="2872641" cy="1268551"/>
          </a:xfrm>
        </p:grpSpPr>
        <p:grpSp>
          <p:nvGrpSpPr>
            <p:cNvPr id="41" name="Google Shape;1452;p68"/>
            <p:cNvGrpSpPr/>
            <p:nvPr/>
          </p:nvGrpSpPr>
          <p:grpSpPr>
            <a:xfrm>
              <a:off x="0" y="27306"/>
              <a:ext cx="2872641" cy="1241245"/>
              <a:chOff x="0" y="0"/>
              <a:chExt cx="2872640" cy="1241242"/>
            </a:xfrm>
          </p:grpSpPr>
          <p:sp>
            <p:nvSpPr>
              <p:cNvPr id="43" name="Google Shape;1453;p68"/>
              <p:cNvSpPr/>
              <p:nvPr/>
            </p:nvSpPr>
            <p:spPr>
              <a:xfrm>
                <a:off x="1000296" y="0"/>
                <a:ext cx="1872344" cy="315687"/>
              </a:xfrm>
              <a:prstGeom prst="rect">
                <a:avLst/>
              </a:prstGeom>
              <a:solidFill>
                <a:srgbClr val="0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>
                  <a:defRPr>
                    <a:solidFill>
                      <a:schemeClr val="accent2"/>
                    </a:solidFill>
                  </a:defRPr>
                </a:pPr>
                <a:endParaRPr/>
              </a:p>
            </p:txBody>
          </p:sp>
          <p:sp>
            <p:nvSpPr>
              <p:cNvPr id="44" name="Google Shape;1454;p68"/>
              <p:cNvSpPr/>
              <p:nvPr/>
            </p:nvSpPr>
            <p:spPr>
              <a:xfrm>
                <a:off x="0" y="379475"/>
                <a:ext cx="2836731" cy="86176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extrusionOk="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  </a:ext>
              </a:extLst>
            </p:spPr>
            <p:txBody>
              <a:bodyPr wrap="square" lIns="0" tIns="0" rIns="0" bIns="0" numCol="1" anchor="t">
                <a:spAutoFit/>
              </a:bodyPr>
              <a:lstStyle>
                <a:lvl1pPr algn="r">
                  <a:defRPr>
                    <a:solidFill>
                      <a:schemeClr val="accent2"/>
                    </a:solidFill>
                  </a:defRPr>
                </a:lvl1pPr>
              </a:lstStyle>
              <a:p>
                <a:r>
                  <a:t>loremipsumdolorsitamet,consecteturadipiscingelit.crassitamettellussitameterosdapibusultricieselementumetodio</a:t>
                </a:r>
              </a:p>
            </p:txBody>
          </p:sp>
        </p:grpSp>
        <p:sp>
          <p:nvSpPr>
            <p:cNvPr id="42" name="Google Shape;1455;p68"/>
            <p:cNvSpPr/>
            <p:nvPr/>
          </p:nvSpPr>
          <p:spPr>
            <a:xfrm>
              <a:off x="314800" y="0"/>
              <a:ext cx="2507476" cy="36933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 algn="r">
                <a:defRPr sz="2400">
                  <a:solidFill>
                    <a:schemeClr val="accent3">
                      <a:lumOff val="44000"/>
                    </a:schemeClr>
                  </a:solidFill>
                  <a:latin typeface="Simplon BP Bold"/>
                  <a:ea typeface="Simplon BP Bold"/>
                  <a:cs typeface="Simplon BP Bold"/>
                  <a:sym typeface="Simplon BP Bold"/>
                </a:defRPr>
              </a:lvl1pPr>
            </a:lstStyle>
            <a:p>
              <a:r>
                <a:rPr err="1"/>
                <a:t>loremipsum</a:t>
              </a: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3341796818"/>
      </p:ext>
    </p:extLst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24828956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21" imgH="423" progId="TCLayout.ActiveDocument.1">
                  <p:embed/>
                </p:oleObj>
              </mc:Choice>
              <mc:Fallback>
                <p:oleObj name="Slide do think-cell" r:id="rId3" imgW="421" imgH="423" progId="TCLayout.ActiveDocument.1">
                  <p:embed/>
                  <p:pic>
                    <p:nvPicPr>
                      <p:cNvPr id="2" name="Objeto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tângulo 3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pic>
        <p:nvPicPr>
          <p:cNvPr id="136" name="Google Shape;106;p65" descr="Google Shape;106;p65"/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70663" y="-101600"/>
            <a:ext cx="1121337" cy="1121337"/>
          </a:xfrm>
          <a:prstGeom prst="rect">
            <a:avLst/>
          </a:prstGeom>
          <a:ln w="12700">
            <a:miter lim="400000"/>
          </a:ln>
        </p:spPr>
      </p:pic>
      <p:sp>
        <p:nvSpPr>
          <p:cNvPr id="137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5892800" y="6335976"/>
            <a:ext cx="2844800" cy="36830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grpSp>
        <p:nvGrpSpPr>
          <p:cNvPr id="3" name="Agrupar 2"/>
          <p:cNvGrpSpPr/>
          <p:nvPr userDrawn="1"/>
        </p:nvGrpSpPr>
        <p:grpSpPr>
          <a:xfrm>
            <a:off x="-1924709" y="273157"/>
            <a:ext cx="1875959" cy="5481043"/>
            <a:chOff x="-1924709" y="273157"/>
            <a:chExt cx="1875959" cy="5481043"/>
          </a:xfrm>
        </p:grpSpPr>
        <p:grpSp>
          <p:nvGrpSpPr>
            <p:cNvPr id="8" name="Google Shape;456;p5"/>
            <p:cNvGrpSpPr/>
            <p:nvPr/>
          </p:nvGrpSpPr>
          <p:grpSpPr>
            <a:xfrm>
              <a:off x="-1860193" y="896121"/>
              <a:ext cx="1740449" cy="4173016"/>
              <a:chOff x="4077841" y="5415653"/>
              <a:chExt cx="1740449" cy="4173016"/>
            </a:xfrm>
          </p:grpSpPr>
          <p:sp>
            <p:nvSpPr>
              <p:cNvPr id="18" name="Google Shape;457;p5"/>
              <p:cNvSpPr/>
              <p:nvPr/>
            </p:nvSpPr>
            <p:spPr>
              <a:xfrm>
                <a:off x="4191000" y="5415653"/>
                <a:ext cx="762000" cy="762000"/>
              </a:xfrm>
              <a:prstGeom prst="ellipse">
                <a:avLst/>
              </a:prstGeom>
              <a:solidFill>
                <a:srgbClr val="00D318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" name="Google Shape;458;p5"/>
              <p:cNvSpPr/>
              <p:nvPr/>
            </p:nvSpPr>
            <p:spPr>
              <a:xfrm>
                <a:off x="5056290" y="5415653"/>
                <a:ext cx="762000" cy="762000"/>
              </a:xfrm>
              <a:prstGeom prst="ellipse">
                <a:avLst/>
              </a:prstGeom>
              <a:solidFill>
                <a:srgbClr val="009E0B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" name="Google Shape;459;p5"/>
              <p:cNvSpPr/>
              <p:nvPr/>
            </p:nvSpPr>
            <p:spPr>
              <a:xfrm>
                <a:off x="4106520" y="7322761"/>
                <a:ext cx="762000" cy="7620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" name="Google Shape;460;p5"/>
              <p:cNvSpPr/>
              <p:nvPr/>
            </p:nvSpPr>
            <p:spPr>
              <a:xfrm>
                <a:off x="4977132" y="7314542"/>
                <a:ext cx="762000" cy="762000"/>
              </a:xfrm>
              <a:prstGeom prst="ellipse">
                <a:avLst/>
              </a:prstGeom>
              <a:solidFill>
                <a:srgbClr val="FFFF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" name="Google Shape;461;p5"/>
              <p:cNvSpPr/>
              <p:nvPr/>
            </p:nvSpPr>
            <p:spPr>
              <a:xfrm>
                <a:off x="4077841" y="8826669"/>
                <a:ext cx="762000" cy="762000"/>
              </a:xfrm>
              <a:prstGeom prst="ellipse">
                <a:avLst/>
              </a:prstGeom>
              <a:solidFill>
                <a:srgbClr val="4D4D4D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" name="Google Shape;462;p5"/>
              <p:cNvSpPr/>
              <p:nvPr/>
            </p:nvSpPr>
            <p:spPr>
              <a:xfrm>
                <a:off x="4969800" y="8826669"/>
                <a:ext cx="762000" cy="762000"/>
              </a:xfrm>
              <a:prstGeom prst="ellipse">
                <a:avLst/>
              </a:prstGeom>
              <a:solidFill>
                <a:srgbClr val="000000"/>
              </a:solidFill>
              <a:ln w="19050" cap="flat" cmpd="sng">
                <a:solidFill>
                  <a:srgbClr val="94949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" name="Google Shape;464;p5"/>
            <p:cNvSpPr txBox="1"/>
            <p:nvPr/>
          </p:nvSpPr>
          <p:spPr>
            <a:xfrm>
              <a:off x="-1825003" y="273157"/>
              <a:ext cx="1776253" cy="30773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Bold" pitchFamily="2" charset="77"/>
                  <a:cs typeface="Arial"/>
                  <a:sym typeface="Arial"/>
                </a:rPr>
                <a:t>PALETA</a:t>
              </a:r>
              <a:endParaRPr kumimoji="0" sz="1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Bold" pitchFamily="2" charset="77"/>
                <a:cs typeface="Arial"/>
                <a:sym typeface="Arial"/>
              </a:endParaRPr>
            </a:p>
          </p:txBody>
        </p:sp>
        <p:sp>
          <p:nvSpPr>
            <p:cNvPr id="10" name="Google Shape;465;p5"/>
            <p:cNvSpPr txBox="1"/>
            <p:nvPr/>
          </p:nvSpPr>
          <p:spPr>
            <a:xfrm>
              <a:off x="-1825003" y="524413"/>
              <a:ext cx="1648562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Principais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1" name="Google Shape;466;p5"/>
            <p:cNvSpPr txBox="1"/>
            <p:nvPr/>
          </p:nvSpPr>
          <p:spPr>
            <a:xfrm>
              <a:off x="-1903362" y="2462339"/>
              <a:ext cx="1648562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Secundárias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2" name="Google Shape;467;p5"/>
            <p:cNvSpPr txBox="1"/>
            <p:nvPr/>
          </p:nvSpPr>
          <p:spPr>
            <a:xfrm>
              <a:off x="-1825002" y="1733827"/>
              <a:ext cx="87427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R.0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G.211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B.24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3" name="Google Shape;468;p5"/>
            <p:cNvSpPr txBox="1"/>
            <p:nvPr/>
          </p:nvSpPr>
          <p:spPr>
            <a:xfrm>
              <a:off x="-923028" y="1733827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R.0G.158B.11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4" name="Google Shape;469;p5"/>
            <p:cNvSpPr txBox="1"/>
            <p:nvPr/>
          </p:nvSpPr>
          <p:spPr>
            <a:xfrm>
              <a:off x="-1903362" y="3640935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R.255G.255B.255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5" name="Google Shape;470;p5"/>
            <p:cNvSpPr txBox="1"/>
            <p:nvPr/>
          </p:nvSpPr>
          <p:spPr>
            <a:xfrm>
              <a:off x="-1029084" y="3687308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R.255G.255B.0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6" name="Google Shape;471;p5"/>
            <p:cNvSpPr txBox="1"/>
            <p:nvPr/>
          </p:nvSpPr>
          <p:spPr>
            <a:xfrm>
              <a:off x="-1924709" y="5144843"/>
              <a:ext cx="93512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R.77</a:t>
              </a:r>
            </a:p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G.77</a:t>
              </a:r>
            </a:p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B.77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7" name="Google Shape;472;p5"/>
            <p:cNvSpPr txBox="1"/>
            <p:nvPr/>
          </p:nvSpPr>
          <p:spPr>
            <a:xfrm>
              <a:off x="-1029084" y="5144843"/>
              <a:ext cx="87427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R.0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G.0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B.0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</p:grpSp>
      <p:sp>
        <p:nvSpPr>
          <p:cNvPr id="5" name="Título 4"/>
          <p:cNvSpPr>
            <a:spLocks noGrp="1"/>
          </p:cNvSpPr>
          <p:nvPr>
            <p:ph type="title" hasCustomPrompt="1"/>
          </p:nvPr>
        </p:nvSpPr>
        <p:spPr>
          <a:xfrm>
            <a:off x="314182" y="119371"/>
            <a:ext cx="10756482" cy="558294"/>
          </a:xfrm>
          <a:prstGeom prst="rect">
            <a:avLst/>
          </a:prstGeom>
        </p:spPr>
        <p:txBody>
          <a:bodyPr vert="horz"/>
          <a:lstStyle>
            <a:lvl1pPr>
              <a:defRPr sz="2000" baseline="0">
                <a:latin typeface="Simplon BP Bold" pitchFamily="2" charset="0"/>
              </a:defRPr>
            </a:lvl1pPr>
          </a:lstStyle>
          <a:p>
            <a:r>
              <a:rPr lang="pt-BR" err="1"/>
              <a:t>mandala</a:t>
            </a:r>
            <a:endParaRPr lang="en-US"/>
          </a:p>
        </p:txBody>
      </p:sp>
      <p:grpSp>
        <p:nvGrpSpPr>
          <p:cNvPr id="24" name="Google Shape;1460;p69"/>
          <p:cNvGrpSpPr/>
          <p:nvPr userDrawn="1"/>
        </p:nvGrpSpPr>
        <p:grpSpPr>
          <a:xfrm>
            <a:off x="4698551" y="941753"/>
            <a:ext cx="6660240" cy="5487435"/>
            <a:chOff x="0" y="-1"/>
            <a:chExt cx="6660238" cy="5487435"/>
          </a:xfrm>
        </p:grpSpPr>
        <p:sp>
          <p:nvSpPr>
            <p:cNvPr id="25" name="Google Shape;1461;p69"/>
            <p:cNvSpPr/>
            <p:nvPr/>
          </p:nvSpPr>
          <p:spPr>
            <a:xfrm>
              <a:off x="894644" y="288799"/>
              <a:ext cx="4867600" cy="4867601"/>
            </a:xfrm>
            <a:prstGeom prst="ellipse">
              <a:avLst/>
            </a:prstGeom>
            <a:solidFill>
              <a:schemeClr val="accent3">
                <a:lumOff val="44000"/>
              </a:schemeClr>
            </a:solidFill>
            <a:ln w="19050" cap="flat">
              <a:solidFill>
                <a:srgbClr val="D9D9D9"/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2400">
                  <a:solidFill>
                    <a:schemeClr val="accent2"/>
                  </a:solidFill>
                </a:defRPr>
              </a:pPr>
              <a:endParaRPr/>
            </a:p>
          </p:txBody>
        </p:sp>
        <p:sp>
          <p:nvSpPr>
            <p:cNvPr id="26" name="Google Shape;1462;p69"/>
            <p:cNvSpPr/>
            <p:nvPr/>
          </p:nvSpPr>
          <p:spPr>
            <a:xfrm>
              <a:off x="1775510" y="1324966"/>
              <a:ext cx="3062402" cy="3062401"/>
            </a:xfrm>
            <a:prstGeom prst="ellipse">
              <a:avLst/>
            </a:prstGeom>
            <a:solidFill>
              <a:schemeClr val="accent3">
                <a:lumOff val="44000"/>
              </a:schemeClr>
            </a:solidFill>
            <a:ln w="1905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2400">
                  <a:solidFill>
                    <a:schemeClr val="accent2"/>
                  </a:solidFill>
                </a:defRPr>
              </a:pPr>
              <a:endParaRPr/>
            </a:p>
          </p:txBody>
        </p:sp>
        <p:sp>
          <p:nvSpPr>
            <p:cNvPr id="27" name="Google Shape;1463;p69"/>
            <p:cNvSpPr txBox="1"/>
            <p:nvPr/>
          </p:nvSpPr>
          <p:spPr>
            <a:xfrm>
              <a:off x="2169488" y="2110635"/>
              <a:ext cx="2317910" cy="133263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121899" tIns="121899" rIns="121899" bIns="121899" numCol="1" anchor="ctr">
              <a:spAutoFit/>
            </a:bodyPr>
            <a:lstStyle/>
            <a:p>
              <a:pPr algn="ctr">
                <a:lnSpc>
                  <a:spcPct val="80000"/>
                </a:lnSpc>
                <a:defRPr sz="2000">
                  <a:solidFill>
                    <a:schemeClr val="accent2"/>
                  </a:solidFill>
                  <a:latin typeface="Simplon BP Bold"/>
                  <a:ea typeface="Simplon BP Bold"/>
                  <a:cs typeface="Simplon BP Bold"/>
                  <a:sym typeface="Simplon BP Bold"/>
                </a:defRPr>
              </a:pPr>
              <a:r>
                <a:rPr err="1"/>
                <a:t>valoresdolor</a:t>
              </a:r>
              <a:br>
                <a:rPr/>
              </a:br>
              <a:r>
                <a:rPr err="1"/>
                <a:t>loremipsum</a:t>
              </a:r>
              <a:endParaRPr/>
            </a:p>
            <a:p>
              <a:pPr algn="ctr">
                <a:lnSpc>
                  <a:spcPct val="80000"/>
                </a:lnSpc>
                <a:spcBef>
                  <a:spcPts val="600"/>
                </a:spcBef>
                <a:defRPr>
                  <a:solidFill>
                    <a:schemeClr val="accent2"/>
                  </a:solidFill>
                </a:defRPr>
              </a:pPr>
              <a:r>
                <a:t>Loremipsumdolorsitamet,consecteturadipiscingelit.Namnonloremluctus.</a:t>
              </a:r>
            </a:p>
          </p:txBody>
        </p:sp>
        <p:grpSp>
          <p:nvGrpSpPr>
            <p:cNvPr id="28" name="Google Shape;1464;p69"/>
            <p:cNvGrpSpPr/>
            <p:nvPr/>
          </p:nvGrpSpPr>
          <p:grpSpPr>
            <a:xfrm>
              <a:off x="612283" y="1060832"/>
              <a:ext cx="1585201" cy="794002"/>
              <a:chOff x="0" y="0"/>
              <a:chExt cx="1585199" cy="794000"/>
            </a:xfrm>
          </p:grpSpPr>
          <p:sp>
            <p:nvSpPr>
              <p:cNvPr id="50" name="Rectangle"/>
              <p:cNvSpPr/>
              <p:nvPr/>
            </p:nvSpPr>
            <p:spPr>
              <a:xfrm>
                <a:off x="0" y="0"/>
                <a:ext cx="1585199" cy="794000"/>
              </a:xfrm>
              <a:prstGeom prst="rect">
                <a:avLst/>
              </a:prstGeom>
              <a:solidFill>
                <a:schemeClr val="accent3">
                  <a:lumOff val="44000"/>
                </a:scheme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>
                  <a:defRPr sz="1200">
                    <a:solidFill>
                      <a:schemeClr val="accent2"/>
                    </a:solidFill>
                  </a:defRPr>
                </a:pPr>
                <a:endParaRPr/>
              </a:p>
            </p:txBody>
          </p:sp>
          <p:sp>
            <p:nvSpPr>
              <p:cNvPr id="51" name="lorem ipsum dolor amet alurum"/>
              <p:cNvSpPr txBox="1"/>
              <p:nvPr/>
            </p:nvSpPr>
            <p:spPr>
              <a:xfrm>
                <a:off x="0" y="89245"/>
                <a:ext cx="1585199" cy="61550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121899" tIns="121899" rIns="121899" bIns="121899" numCol="1" anchor="ctr">
                <a:spAutoFit/>
              </a:bodyPr>
              <a:lstStyle>
                <a:lvl1pPr algn="ctr">
                  <a:defRPr sz="1200">
                    <a:solidFill>
                      <a:schemeClr val="accent2"/>
                    </a:solidFill>
                  </a:defRPr>
                </a:lvl1pPr>
              </a:lstStyle>
              <a:p>
                <a:r>
                  <a:rPr err="1"/>
                  <a:t>loremipsumdolorametalurum</a:t>
                </a:r>
                <a:endParaRPr/>
              </a:p>
            </p:txBody>
          </p:sp>
        </p:grpSp>
        <p:grpSp>
          <p:nvGrpSpPr>
            <p:cNvPr id="29" name="Google Shape;1465;p69"/>
            <p:cNvGrpSpPr/>
            <p:nvPr/>
          </p:nvGrpSpPr>
          <p:grpSpPr>
            <a:xfrm>
              <a:off x="2535843" y="-1"/>
              <a:ext cx="1585201" cy="794002"/>
              <a:chOff x="0" y="0"/>
              <a:chExt cx="1585199" cy="794000"/>
            </a:xfrm>
          </p:grpSpPr>
          <p:sp>
            <p:nvSpPr>
              <p:cNvPr id="48" name="Rectangle"/>
              <p:cNvSpPr/>
              <p:nvPr/>
            </p:nvSpPr>
            <p:spPr>
              <a:xfrm>
                <a:off x="0" y="0"/>
                <a:ext cx="1585199" cy="794000"/>
              </a:xfrm>
              <a:prstGeom prst="rect">
                <a:avLst/>
              </a:prstGeom>
              <a:solidFill>
                <a:schemeClr val="accent3">
                  <a:lumOff val="44000"/>
                </a:scheme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>
                  <a:defRPr sz="1200">
                    <a:solidFill>
                      <a:schemeClr val="accent2"/>
                    </a:solidFill>
                  </a:defRPr>
                </a:pPr>
                <a:endParaRPr/>
              </a:p>
            </p:txBody>
          </p:sp>
          <p:sp>
            <p:nvSpPr>
              <p:cNvPr id="49" name="lorem ipsum dolor amet alurum"/>
              <p:cNvSpPr txBox="1"/>
              <p:nvPr/>
            </p:nvSpPr>
            <p:spPr>
              <a:xfrm>
                <a:off x="0" y="89245"/>
                <a:ext cx="1585199" cy="61550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121899" tIns="121899" rIns="121899" bIns="121899" numCol="1" anchor="ctr">
                <a:spAutoFit/>
              </a:bodyPr>
              <a:lstStyle>
                <a:lvl1pPr algn="ctr">
                  <a:defRPr sz="1200">
                    <a:solidFill>
                      <a:schemeClr val="accent2"/>
                    </a:solidFill>
                  </a:defRPr>
                </a:lvl1pPr>
              </a:lstStyle>
              <a:p>
                <a:r>
                  <a:rPr err="1"/>
                  <a:t>loremipsumdolorametalurum</a:t>
                </a:r>
                <a:endParaRPr/>
              </a:p>
            </p:txBody>
          </p:sp>
        </p:grpSp>
        <p:grpSp>
          <p:nvGrpSpPr>
            <p:cNvPr id="30" name="Google Shape;1466;p69"/>
            <p:cNvGrpSpPr/>
            <p:nvPr/>
          </p:nvGrpSpPr>
          <p:grpSpPr>
            <a:xfrm>
              <a:off x="4487397" y="3796215"/>
              <a:ext cx="1585201" cy="794002"/>
              <a:chOff x="0" y="0"/>
              <a:chExt cx="1585199" cy="794000"/>
            </a:xfrm>
          </p:grpSpPr>
          <p:sp>
            <p:nvSpPr>
              <p:cNvPr id="46" name="Rectangle"/>
              <p:cNvSpPr/>
              <p:nvPr/>
            </p:nvSpPr>
            <p:spPr>
              <a:xfrm>
                <a:off x="0" y="0"/>
                <a:ext cx="1585199" cy="794000"/>
              </a:xfrm>
              <a:prstGeom prst="rect">
                <a:avLst/>
              </a:prstGeom>
              <a:solidFill>
                <a:schemeClr val="accent3">
                  <a:lumOff val="44000"/>
                </a:scheme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>
                  <a:defRPr sz="1200">
                    <a:solidFill>
                      <a:schemeClr val="accent2"/>
                    </a:solidFill>
                  </a:defRPr>
                </a:pPr>
                <a:endParaRPr/>
              </a:p>
            </p:txBody>
          </p:sp>
          <p:sp>
            <p:nvSpPr>
              <p:cNvPr id="47" name="lorem ipsum dolor amet alurum"/>
              <p:cNvSpPr txBox="1"/>
              <p:nvPr/>
            </p:nvSpPr>
            <p:spPr>
              <a:xfrm>
                <a:off x="0" y="89245"/>
                <a:ext cx="1585199" cy="61550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121899" tIns="121899" rIns="121899" bIns="121899" numCol="1" anchor="ctr">
                <a:spAutoFit/>
              </a:bodyPr>
              <a:lstStyle>
                <a:lvl1pPr algn="ctr">
                  <a:defRPr sz="1200">
                    <a:solidFill>
                      <a:schemeClr val="accent2"/>
                    </a:solidFill>
                  </a:defRPr>
                </a:lvl1pPr>
              </a:lstStyle>
              <a:p>
                <a:r>
                  <a:rPr err="1"/>
                  <a:t>loremipsumdolorametalurum</a:t>
                </a:r>
                <a:endParaRPr/>
              </a:p>
            </p:txBody>
          </p:sp>
        </p:grpSp>
        <p:grpSp>
          <p:nvGrpSpPr>
            <p:cNvPr id="31" name="Google Shape;1467;p69"/>
            <p:cNvGrpSpPr/>
            <p:nvPr/>
          </p:nvGrpSpPr>
          <p:grpSpPr>
            <a:xfrm>
              <a:off x="612283" y="3796215"/>
              <a:ext cx="1585201" cy="794002"/>
              <a:chOff x="0" y="0"/>
              <a:chExt cx="1585199" cy="794000"/>
            </a:xfrm>
          </p:grpSpPr>
          <p:sp>
            <p:nvSpPr>
              <p:cNvPr id="44" name="Rectangle"/>
              <p:cNvSpPr/>
              <p:nvPr/>
            </p:nvSpPr>
            <p:spPr>
              <a:xfrm>
                <a:off x="0" y="0"/>
                <a:ext cx="1585199" cy="794000"/>
              </a:xfrm>
              <a:prstGeom prst="rect">
                <a:avLst/>
              </a:prstGeom>
              <a:solidFill>
                <a:schemeClr val="accent3">
                  <a:lumOff val="44000"/>
                </a:scheme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>
                  <a:defRPr sz="1200">
                    <a:solidFill>
                      <a:schemeClr val="accent2"/>
                    </a:solidFill>
                  </a:defRPr>
                </a:pPr>
                <a:endParaRPr/>
              </a:p>
            </p:txBody>
          </p:sp>
          <p:sp>
            <p:nvSpPr>
              <p:cNvPr id="45" name="lorem ipsum dolor amet alurum"/>
              <p:cNvSpPr txBox="1"/>
              <p:nvPr/>
            </p:nvSpPr>
            <p:spPr>
              <a:xfrm>
                <a:off x="0" y="89245"/>
                <a:ext cx="1585199" cy="61550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121899" tIns="121899" rIns="121899" bIns="121899" numCol="1" anchor="ctr">
                <a:spAutoFit/>
              </a:bodyPr>
              <a:lstStyle>
                <a:lvl1pPr algn="ctr">
                  <a:defRPr sz="1200">
                    <a:solidFill>
                      <a:schemeClr val="accent2"/>
                    </a:solidFill>
                  </a:defRPr>
                </a:lvl1pPr>
              </a:lstStyle>
              <a:p>
                <a:r>
                  <a:rPr err="1"/>
                  <a:t>loremipsumdolorametalurum</a:t>
                </a:r>
                <a:endParaRPr/>
              </a:p>
            </p:txBody>
          </p:sp>
        </p:grpSp>
        <p:grpSp>
          <p:nvGrpSpPr>
            <p:cNvPr id="32" name="Google Shape;1468;p69"/>
            <p:cNvGrpSpPr/>
            <p:nvPr/>
          </p:nvGrpSpPr>
          <p:grpSpPr>
            <a:xfrm>
              <a:off x="4487397" y="1023066"/>
              <a:ext cx="1585201" cy="794002"/>
              <a:chOff x="0" y="0"/>
              <a:chExt cx="1585199" cy="794000"/>
            </a:xfrm>
          </p:grpSpPr>
          <p:sp>
            <p:nvSpPr>
              <p:cNvPr id="42" name="Rectangle"/>
              <p:cNvSpPr/>
              <p:nvPr/>
            </p:nvSpPr>
            <p:spPr>
              <a:xfrm>
                <a:off x="0" y="0"/>
                <a:ext cx="1585199" cy="794000"/>
              </a:xfrm>
              <a:prstGeom prst="rect">
                <a:avLst/>
              </a:prstGeom>
              <a:solidFill>
                <a:schemeClr val="accent3">
                  <a:lumOff val="44000"/>
                </a:scheme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>
                  <a:defRPr sz="1200">
                    <a:solidFill>
                      <a:schemeClr val="accent2"/>
                    </a:solidFill>
                  </a:defRPr>
                </a:pPr>
                <a:endParaRPr/>
              </a:p>
            </p:txBody>
          </p:sp>
          <p:sp>
            <p:nvSpPr>
              <p:cNvPr id="43" name="lorem ipsum dolor amet alurum"/>
              <p:cNvSpPr txBox="1"/>
              <p:nvPr/>
            </p:nvSpPr>
            <p:spPr>
              <a:xfrm>
                <a:off x="0" y="89245"/>
                <a:ext cx="1585199" cy="61550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121899" tIns="121899" rIns="121899" bIns="121899" numCol="1" anchor="ctr">
                <a:spAutoFit/>
              </a:bodyPr>
              <a:lstStyle>
                <a:lvl1pPr algn="ctr">
                  <a:defRPr sz="1200">
                    <a:solidFill>
                      <a:schemeClr val="accent2"/>
                    </a:solidFill>
                  </a:defRPr>
                </a:lvl1pPr>
              </a:lstStyle>
              <a:p>
                <a:r>
                  <a:rPr err="1"/>
                  <a:t>loremipsumdolorametalurum</a:t>
                </a:r>
                <a:endParaRPr/>
              </a:p>
            </p:txBody>
          </p:sp>
        </p:grpSp>
        <p:grpSp>
          <p:nvGrpSpPr>
            <p:cNvPr id="33" name="Google Shape;1469;p69"/>
            <p:cNvGrpSpPr/>
            <p:nvPr/>
          </p:nvGrpSpPr>
          <p:grpSpPr>
            <a:xfrm>
              <a:off x="2535843" y="4693432"/>
              <a:ext cx="1585201" cy="794002"/>
              <a:chOff x="0" y="0"/>
              <a:chExt cx="1585199" cy="794000"/>
            </a:xfrm>
          </p:grpSpPr>
          <p:sp>
            <p:nvSpPr>
              <p:cNvPr id="40" name="Rectangle"/>
              <p:cNvSpPr/>
              <p:nvPr/>
            </p:nvSpPr>
            <p:spPr>
              <a:xfrm>
                <a:off x="0" y="0"/>
                <a:ext cx="1585199" cy="794000"/>
              </a:xfrm>
              <a:prstGeom prst="rect">
                <a:avLst/>
              </a:prstGeom>
              <a:solidFill>
                <a:schemeClr val="accent3">
                  <a:lumOff val="44000"/>
                </a:scheme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>
                  <a:defRPr sz="1200">
                    <a:solidFill>
                      <a:schemeClr val="accent2"/>
                    </a:solidFill>
                  </a:defRPr>
                </a:pPr>
                <a:endParaRPr/>
              </a:p>
            </p:txBody>
          </p:sp>
          <p:sp>
            <p:nvSpPr>
              <p:cNvPr id="41" name="lorem ipsum dolor amet alurum"/>
              <p:cNvSpPr txBox="1"/>
              <p:nvPr/>
            </p:nvSpPr>
            <p:spPr>
              <a:xfrm>
                <a:off x="0" y="89245"/>
                <a:ext cx="1585199" cy="61550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121899" tIns="121899" rIns="121899" bIns="121899" numCol="1" anchor="ctr">
                <a:spAutoFit/>
              </a:bodyPr>
              <a:lstStyle>
                <a:lvl1pPr algn="ctr">
                  <a:defRPr sz="1200">
                    <a:solidFill>
                      <a:schemeClr val="accent2"/>
                    </a:solidFill>
                  </a:defRPr>
                </a:lvl1pPr>
              </a:lstStyle>
              <a:p>
                <a:r>
                  <a:rPr err="1"/>
                  <a:t>loremipsumdolorametalurum</a:t>
                </a:r>
                <a:endParaRPr/>
              </a:p>
            </p:txBody>
          </p:sp>
        </p:grpSp>
        <p:grpSp>
          <p:nvGrpSpPr>
            <p:cNvPr id="34" name="Google Shape;1470;p69"/>
            <p:cNvGrpSpPr/>
            <p:nvPr/>
          </p:nvGrpSpPr>
          <p:grpSpPr>
            <a:xfrm>
              <a:off x="0" y="2414827"/>
              <a:ext cx="1858001" cy="615511"/>
              <a:chOff x="0" y="-10155"/>
              <a:chExt cx="1857999" cy="615510"/>
            </a:xfrm>
          </p:grpSpPr>
          <p:sp>
            <p:nvSpPr>
              <p:cNvPr id="38" name="Rectangle"/>
              <p:cNvSpPr/>
              <p:nvPr/>
            </p:nvSpPr>
            <p:spPr>
              <a:xfrm>
                <a:off x="0" y="-1"/>
                <a:ext cx="1857999" cy="595202"/>
              </a:xfrm>
              <a:prstGeom prst="rect">
                <a:avLst/>
              </a:prstGeom>
              <a:solidFill>
                <a:schemeClr val="accent3">
                  <a:lumOff val="44000"/>
                </a:scheme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>
                  <a:defRPr sz="1200">
                    <a:solidFill>
                      <a:schemeClr val="accent2"/>
                    </a:solidFill>
                    <a:latin typeface="Simplon BP Bold"/>
                    <a:ea typeface="Simplon BP Bold"/>
                    <a:cs typeface="Simplon BP Bold"/>
                    <a:sym typeface="Simplon BP Bold"/>
                  </a:defRPr>
                </a:pPr>
                <a:endParaRPr/>
              </a:p>
            </p:txBody>
          </p:sp>
          <p:sp>
            <p:nvSpPr>
              <p:cNvPr id="39" name="lorem ipsum dolor amet dolor"/>
              <p:cNvSpPr txBox="1"/>
              <p:nvPr/>
            </p:nvSpPr>
            <p:spPr>
              <a:xfrm>
                <a:off x="0" y="-10155"/>
                <a:ext cx="1857999" cy="61551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121899" tIns="121899" rIns="121899" bIns="121899" numCol="1" anchor="ctr">
                <a:spAutoFit/>
              </a:bodyPr>
              <a:lstStyle>
                <a:lvl1pPr algn="ctr">
                  <a:defRPr sz="1200">
                    <a:solidFill>
                      <a:schemeClr val="accent2"/>
                    </a:solidFill>
                    <a:latin typeface="Simplon BP Bold"/>
                    <a:ea typeface="Simplon BP Bold"/>
                    <a:cs typeface="Simplon BP Bold"/>
                    <a:sym typeface="Simplon BP Bold"/>
                  </a:defRPr>
                </a:lvl1pPr>
              </a:lstStyle>
              <a:p>
                <a:r>
                  <a:rPr err="1"/>
                  <a:t>loremipsumdolorametdolor</a:t>
                </a:r>
                <a:endParaRPr/>
              </a:p>
            </p:txBody>
          </p:sp>
        </p:grpSp>
        <p:grpSp>
          <p:nvGrpSpPr>
            <p:cNvPr id="35" name="Google Shape;1471;p69"/>
            <p:cNvGrpSpPr/>
            <p:nvPr/>
          </p:nvGrpSpPr>
          <p:grpSpPr>
            <a:xfrm>
              <a:off x="4802237" y="2380711"/>
              <a:ext cx="1858001" cy="615511"/>
              <a:chOff x="0" y="-10155"/>
              <a:chExt cx="1857999" cy="615510"/>
            </a:xfrm>
          </p:grpSpPr>
          <p:sp>
            <p:nvSpPr>
              <p:cNvPr id="36" name="Rectangle"/>
              <p:cNvSpPr/>
              <p:nvPr/>
            </p:nvSpPr>
            <p:spPr>
              <a:xfrm>
                <a:off x="0" y="-1"/>
                <a:ext cx="1857999" cy="595202"/>
              </a:xfrm>
              <a:prstGeom prst="rect">
                <a:avLst/>
              </a:prstGeom>
              <a:solidFill>
                <a:schemeClr val="accent3">
                  <a:lumOff val="44000"/>
                </a:scheme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>
                  <a:defRPr sz="1200">
                    <a:solidFill>
                      <a:schemeClr val="accent2"/>
                    </a:solidFill>
                    <a:latin typeface="Simplon BP Bold"/>
                    <a:ea typeface="Simplon BP Bold"/>
                    <a:cs typeface="Simplon BP Bold"/>
                    <a:sym typeface="Simplon BP Bold"/>
                  </a:defRPr>
                </a:pPr>
                <a:endParaRPr/>
              </a:p>
            </p:txBody>
          </p:sp>
          <p:sp>
            <p:nvSpPr>
              <p:cNvPr id="37" name="lorem ipsum dolor amet dolor"/>
              <p:cNvSpPr txBox="1"/>
              <p:nvPr/>
            </p:nvSpPr>
            <p:spPr>
              <a:xfrm>
                <a:off x="0" y="-10155"/>
                <a:ext cx="1857999" cy="61551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121899" tIns="121899" rIns="121899" bIns="121899" numCol="1" anchor="ctr">
                <a:spAutoFit/>
              </a:bodyPr>
              <a:lstStyle>
                <a:lvl1pPr algn="ctr">
                  <a:defRPr sz="1200">
                    <a:solidFill>
                      <a:schemeClr val="accent2"/>
                    </a:solidFill>
                    <a:latin typeface="Simplon BP Bold"/>
                    <a:ea typeface="Simplon BP Bold"/>
                    <a:cs typeface="Simplon BP Bold"/>
                    <a:sym typeface="Simplon BP Bold"/>
                  </a:defRPr>
                </a:lvl1pPr>
              </a:lstStyle>
              <a:p>
                <a:r>
                  <a:rPr err="1"/>
                  <a:t>loremipsumdolorametdolor</a:t>
                </a:r>
                <a:endParaRPr/>
              </a:p>
            </p:txBody>
          </p:sp>
        </p:grpSp>
      </p:grpSp>
      <p:grpSp>
        <p:nvGrpSpPr>
          <p:cNvPr id="52" name="Google Shape;1472;p69"/>
          <p:cNvGrpSpPr/>
          <p:nvPr userDrawn="1"/>
        </p:nvGrpSpPr>
        <p:grpSpPr>
          <a:xfrm>
            <a:off x="992190" y="2228670"/>
            <a:ext cx="3440079" cy="2102975"/>
            <a:chOff x="0" y="0"/>
            <a:chExt cx="3440077" cy="2102973"/>
          </a:xfrm>
        </p:grpSpPr>
        <p:sp>
          <p:nvSpPr>
            <p:cNvPr id="53" name="Google Shape;1473;p69"/>
            <p:cNvSpPr/>
            <p:nvPr/>
          </p:nvSpPr>
          <p:spPr>
            <a:xfrm>
              <a:off x="0" y="525415"/>
              <a:ext cx="2665410" cy="478972"/>
            </a:xfrm>
            <a:prstGeom prst="rect">
              <a:avLst/>
            </a:pr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>
                  <a:solidFill>
                    <a:schemeClr val="accent2"/>
                  </a:solidFill>
                </a:defRPr>
              </a:pPr>
              <a:endParaRPr/>
            </a:p>
          </p:txBody>
        </p:sp>
        <p:sp>
          <p:nvSpPr>
            <p:cNvPr id="54" name="Google Shape;1474;p69"/>
            <p:cNvSpPr txBox="1"/>
            <p:nvPr/>
          </p:nvSpPr>
          <p:spPr>
            <a:xfrm>
              <a:off x="13626" y="0"/>
              <a:ext cx="3426451" cy="131031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/>
            <a:p>
              <a:pPr>
                <a:lnSpc>
                  <a:spcPct val="80000"/>
                </a:lnSpc>
                <a:defRPr sz="3600">
                  <a:solidFill>
                    <a:schemeClr val="accent2"/>
                  </a:solidFill>
                </a:defRPr>
              </a:pPr>
              <a:r>
                <a:rPr err="1"/>
                <a:t>textoem</a:t>
              </a:r>
              <a:r>
                <a:rPr sz="4800" err="1">
                  <a:solidFill>
                    <a:schemeClr val="accent3">
                      <a:lumOff val="44000"/>
                    </a:schemeClr>
                  </a:solidFill>
                  <a:latin typeface="Simplon BP Bold"/>
                  <a:ea typeface="Simplon BP Bold"/>
                  <a:cs typeface="Simplon BP Bold"/>
                  <a:sym typeface="Simplon BP Bold"/>
                </a:rPr>
                <a:t>destaque</a:t>
              </a:r>
              <a:endParaRPr sz="4800">
                <a:solidFill>
                  <a:schemeClr val="accent3">
                    <a:lumOff val="44000"/>
                  </a:schemeClr>
                </a:solidFill>
                <a:latin typeface="Simplon BP Bold"/>
                <a:ea typeface="Simplon BP Bold"/>
                <a:cs typeface="Simplon BP Bold"/>
                <a:sym typeface="Simplon BP Bold"/>
              </a:endParaRPr>
            </a:p>
          </p:txBody>
        </p:sp>
        <p:sp>
          <p:nvSpPr>
            <p:cNvPr id="55" name="Google Shape;1475;p69"/>
            <p:cNvSpPr txBox="1"/>
            <p:nvPr/>
          </p:nvSpPr>
          <p:spPr>
            <a:xfrm>
              <a:off x="13626" y="1179687"/>
              <a:ext cx="3242677" cy="92328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>
                <a:defRPr sz="1800">
                  <a:solidFill>
                    <a:schemeClr val="accent2"/>
                  </a:solidFill>
                </a:defRPr>
              </a:lvl1pPr>
            </a:lstStyle>
            <a:p>
              <a:r>
                <a:t>Textocomplementarempoucaslinhasparaauxiliarnodesenvolvimentodaideiaprincipaldoslide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514400197"/>
      </p:ext>
    </p:extLst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Slide de Títul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to 3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21" imgH="423" progId="TCLayout.ActiveDocument.1">
                  <p:embed/>
                </p:oleObj>
              </mc:Choice>
              <mc:Fallback>
                <p:oleObj name="Slide do think-cell" r:id="rId3" imgW="421" imgH="423" progId="TCLayout.ActiveDocument.1">
                  <p:embed/>
                  <p:pic>
                    <p:nvPicPr>
                      <p:cNvPr id="4" name="Objeto 3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tângulo 2"/>
          <p:cNvSpPr/>
          <p:nvPr userDrawn="1"/>
        </p:nvSpPr>
        <p:spPr>
          <a:xfrm>
            <a:off x="3176" y="-54592"/>
            <a:ext cx="12192000" cy="6858000"/>
          </a:xfrm>
          <a:prstGeom prst="rect">
            <a:avLst/>
          </a:prstGeom>
          <a:solidFill>
            <a:schemeClr val="bg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grpSp>
        <p:nvGrpSpPr>
          <p:cNvPr id="89" name="Google Shape;46;p63"/>
          <p:cNvGrpSpPr/>
          <p:nvPr/>
        </p:nvGrpSpPr>
        <p:grpSpPr>
          <a:xfrm>
            <a:off x="8797290" y="6001215"/>
            <a:ext cx="3081581" cy="753915"/>
            <a:chOff x="0" y="0"/>
            <a:chExt cx="3081580" cy="753914"/>
          </a:xfrm>
        </p:grpSpPr>
        <p:sp>
          <p:nvSpPr>
            <p:cNvPr id="64" name="Google Shape;47;p63"/>
            <p:cNvSpPr/>
            <p:nvPr/>
          </p:nvSpPr>
          <p:spPr>
            <a:xfrm>
              <a:off x="-1" y="651044"/>
              <a:ext cx="93274" cy="9118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65" name="Google Shape;48;p63"/>
            <p:cNvSpPr/>
            <p:nvPr/>
          </p:nvSpPr>
          <p:spPr>
            <a:xfrm>
              <a:off x="2004" y="500959"/>
              <a:ext cx="252041" cy="252956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66" name="Google Shape;49;p63"/>
            <p:cNvSpPr/>
            <p:nvPr/>
          </p:nvSpPr>
          <p:spPr>
            <a:xfrm>
              <a:off x="11139" y="360030"/>
              <a:ext cx="388286" cy="39388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67" name="Google Shape;50;p63"/>
            <p:cNvSpPr/>
            <p:nvPr/>
          </p:nvSpPr>
          <p:spPr>
            <a:xfrm>
              <a:off x="8709" y="205072"/>
              <a:ext cx="540773" cy="548843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68" name="Google Shape;51;p63"/>
            <p:cNvSpPr/>
            <p:nvPr/>
          </p:nvSpPr>
          <p:spPr>
            <a:xfrm>
              <a:off x="4480" y="54679"/>
              <a:ext cx="697042" cy="69923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69" name="Google Shape;52;p63"/>
            <p:cNvSpPr/>
            <p:nvPr/>
          </p:nvSpPr>
          <p:spPr>
            <a:xfrm>
              <a:off x="10086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0" name="Google Shape;53;p63"/>
            <p:cNvSpPr/>
            <p:nvPr/>
          </p:nvSpPr>
          <p:spPr>
            <a:xfrm>
              <a:off x="24918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1" name="Google Shape;54;p63"/>
            <p:cNvSpPr/>
            <p:nvPr/>
          </p:nvSpPr>
          <p:spPr>
            <a:xfrm>
              <a:off x="39956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2" name="Google Shape;55;p63"/>
            <p:cNvSpPr/>
            <p:nvPr/>
          </p:nvSpPr>
          <p:spPr>
            <a:xfrm>
              <a:off x="54993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3" name="Google Shape;56;p63"/>
            <p:cNvSpPr/>
            <p:nvPr/>
          </p:nvSpPr>
          <p:spPr>
            <a:xfrm>
              <a:off x="69878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4" name="Google Shape;57;p63"/>
            <p:cNvSpPr/>
            <p:nvPr/>
          </p:nvSpPr>
          <p:spPr>
            <a:xfrm>
              <a:off x="847630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5" name="Google Shape;58;p63"/>
            <p:cNvSpPr/>
            <p:nvPr/>
          </p:nvSpPr>
          <p:spPr>
            <a:xfrm>
              <a:off x="99647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6" name="Google Shape;59;p63"/>
            <p:cNvSpPr/>
            <p:nvPr/>
          </p:nvSpPr>
          <p:spPr>
            <a:xfrm>
              <a:off x="114733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7" name="Google Shape;60;p63"/>
            <p:cNvSpPr/>
            <p:nvPr/>
          </p:nvSpPr>
          <p:spPr>
            <a:xfrm>
              <a:off x="130219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8" name="Google Shape;61;p63"/>
            <p:cNvSpPr/>
            <p:nvPr/>
          </p:nvSpPr>
          <p:spPr>
            <a:xfrm>
              <a:off x="144703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9" name="Google Shape;62;p63"/>
            <p:cNvSpPr/>
            <p:nvPr/>
          </p:nvSpPr>
          <p:spPr>
            <a:xfrm>
              <a:off x="1597885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0" name="Google Shape;63;p63"/>
            <p:cNvSpPr/>
            <p:nvPr/>
          </p:nvSpPr>
          <p:spPr>
            <a:xfrm>
              <a:off x="1750787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1" name="Google Shape;64;p63"/>
            <p:cNvSpPr/>
            <p:nvPr/>
          </p:nvSpPr>
          <p:spPr>
            <a:xfrm>
              <a:off x="189765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2" name="Google Shape;65;p63"/>
            <p:cNvSpPr/>
            <p:nvPr/>
          </p:nvSpPr>
          <p:spPr>
            <a:xfrm>
              <a:off x="2048527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3" name="Google Shape;66;p63"/>
            <p:cNvSpPr/>
            <p:nvPr/>
          </p:nvSpPr>
          <p:spPr>
            <a:xfrm>
              <a:off x="2197375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4" name="Google Shape;67;p63"/>
            <p:cNvSpPr/>
            <p:nvPr/>
          </p:nvSpPr>
          <p:spPr>
            <a:xfrm flipH="1" flipV="1">
              <a:off x="2938450" y="0"/>
              <a:ext cx="126797" cy="1238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5" name="Google Shape;68;p63"/>
            <p:cNvSpPr/>
            <p:nvPr/>
          </p:nvSpPr>
          <p:spPr>
            <a:xfrm flipH="1" flipV="1">
              <a:off x="2791660" y="0"/>
              <a:ext cx="271164" cy="2721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6" name="Google Shape;69;p63"/>
            <p:cNvSpPr/>
            <p:nvPr/>
          </p:nvSpPr>
          <p:spPr>
            <a:xfrm flipH="1" flipV="1">
              <a:off x="2643273" y="-1"/>
              <a:ext cx="417746" cy="42377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7" name="Google Shape;70;p63"/>
            <p:cNvSpPr/>
            <p:nvPr/>
          </p:nvSpPr>
          <p:spPr>
            <a:xfrm flipH="1" flipV="1">
              <a:off x="2493883" y="1"/>
              <a:ext cx="569360" cy="57539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8" name="Google Shape;71;p63"/>
            <p:cNvSpPr/>
            <p:nvPr/>
          </p:nvSpPr>
          <p:spPr>
            <a:xfrm flipH="1" flipV="1">
              <a:off x="2344588" y="1"/>
              <a:ext cx="736993" cy="742230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</p:grpSp>
      <p:pic>
        <p:nvPicPr>
          <p:cNvPr id="90" name="Google Shape;72;p63" descr="Google Shape;72;p63"/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976912" y="-198215"/>
            <a:ext cx="4684106" cy="4684107"/>
          </a:xfrm>
          <a:prstGeom prst="rect">
            <a:avLst/>
          </a:prstGeom>
          <a:ln w="12700">
            <a:miter lim="400000"/>
          </a:ln>
        </p:spPr>
      </p:pic>
      <p:sp>
        <p:nvSpPr>
          <p:cNvPr id="91" name="Google Shape;73;p63"/>
          <p:cNvSpPr/>
          <p:nvPr/>
        </p:nvSpPr>
        <p:spPr>
          <a:xfrm>
            <a:off x="339306" y="1155940"/>
            <a:ext cx="5250611" cy="667109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/>
            <a:endParaRPr/>
          </a:p>
        </p:txBody>
      </p:sp>
      <p:sp>
        <p:nvSpPr>
          <p:cNvPr id="92" name="Google Shape;74;p63"/>
          <p:cNvSpPr/>
          <p:nvPr/>
        </p:nvSpPr>
        <p:spPr>
          <a:xfrm rot="10800000" flipH="1">
            <a:off x="1031768" y="6132114"/>
            <a:ext cx="3600002" cy="18001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chemeClr val="accent2"/>
                </a:solidFill>
              </a:defRPr>
            </a:pPr>
            <a:endParaRPr/>
          </a:p>
        </p:txBody>
      </p:sp>
      <p:sp>
        <p:nvSpPr>
          <p:cNvPr id="7" name="Título 6"/>
          <p:cNvSpPr>
            <a:spLocks noGrp="1"/>
          </p:cNvSpPr>
          <p:nvPr>
            <p:ph type="title" hasCustomPrompt="1"/>
          </p:nvPr>
        </p:nvSpPr>
        <p:spPr>
          <a:xfrm>
            <a:off x="1190260" y="1113161"/>
            <a:ext cx="5923700" cy="791776"/>
          </a:xfrm>
          <a:prstGeom prst="rect">
            <a:avLst/>
          </a:prstGeom>
        </p:spPr>
        <p:txBody>
          <a:bodyPr vert="horz"/>
          <a:lstStyle>
            <a:lvl1pPr>
              <a:defRPr sz="6600">
                <a:solidFill>
                  <a:srgbClr val="FFFFFF"/>
                </a:solidFill>
                <a:latin typeface="Simplon BP Bold" pitchFamily="2" charset="0"/>
              </a:defRPr>
            </a:lvl1pPr>
          </a:lstStyle>
          <a:p>
            <a:r>
              <a:rPr lang="pt-BR"/>
              <a:t>título da</a:t>
            </a:r>
            <a:endParaRPr lang="en-US"/>
          </a:p>
        </p:txBody>
      </p:sp>
      <p:sp>
        <p:nvSpPr>
          <p:cNvPr id="33" name="Espaço Reservado para Texto 32"/>
          <p:cNvSpPr>
            <a:spLocks noGrp="1"/>
          </p:cNvSpPr>
          <p:nvPr>
            <p:ph type="body" sz="quarter" idx="10" hasCustomPrompt="1"/>
          </p:nvPr>
        </p:nvSpPr>
        <p:spPr>
          <a:xfrm>
            <a:off x="1031875" y="5663398"/>
            <a:ext cx="3600450" cy="450850"/>
          </a:xfrm>
          <a:prstGeom prst="rect">
            <a:avLst/>
          </a:prstGeom>
        </p:spPr>
        <p:txBody>
          <a:bodyPr/>
          <a:lstStyle>
            <a:lvl1pPr>
              <a:defRPr sz="2000" baseline="0">
                <a:solidFill>
                  <a:srgbClr val="00D318"/>
                </a:solidFill>
              </a:defRPr>
            </a:lvl1pPr>
          </a:lstStyle>
          <a:p>
            <a:pPr lvl="0"/>
            <a:r>
              <a:rPr lang="pt-BR"/>
              <a:t>Subtítulo da apresentação</a:t>
            </a:r>
            <a:endParaRPr lang="en-US"/>
          </a:p>
        </p:txBody>
      </p:sp>
      <p:sp>
        <p:nvSpPr>
          <p:cNvPr id="35" name="Espaço Reservado para Texto 34"/>
          <p:cNvSpPr>
            <a:spLocks noGrp="1"/>
          </p:cNvSpPr>
          <p:nvPr>
            <p:ph type="body" sz="quarter" idx="11" hasCustomPrompt="1"/>
          </p:nvPr>
        </p:nvSpPr>
        <p:spPr>
          <a:xfrm>
            <a:off x="1031875" y="6164594"/>
            <a:ext cx="1800225" cy="3524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4D4D4D"/>
                </a:solidFill>
              </a:defRPr>
            </a:lvl1pPr>
          </a:lstStyle>
          <a:p>
            <a:pPr lvl="0"/>
            <a:r>
              <a:rPr lang="pt-BR"/>
              <a:t>Mês 2023</a:t>
            </a:r>
            <a:endParaRPr lang="en-US"/>
          </a:p>
        </p:txBody>
      </p:sp>
      <p:sp>
        <p:nvSpPr>
          <p:cNvPr id="39" name="Espaço Reservado para Texto 38"/>
          <p:cNvSpPr>
            <a:spLocks noGrp="1"/>
          </p:cNvSpPr>
          <p:nvPr>
            <p:ph type="body" sz="quarter" idx="12" hasCustomPrompt="1"/>
          </p:nvPr>
        </p:nvSpPr>
        <p:spPr>
          <a:xfrm>
            <a:off x="1190625" y="1699641"/>
            <a:ext cx="6029325" cy="1016000"/>
          </a:xfrm>
          <a:prstGeom prst="rect">
            <a:avLst/>
          </a:prstGeom>
        </p:spPr>
        <p:txBody>
          <a:bodyPr/>
          <a:lstStyle>
            <a:lvl1pPr>
              <a:defRPr sz="6600">
                <a:solidFill>
                  <a:srgbClr val="000000"/>
                </a:solidFill>
                <a:latin typeface="Simplon BP Bold" pitchFamily="2" charset="0"/>
              </a:defRPr>
            </a:lvl1pPr>
          </a:lstStyle>
          <a:p>
            <a:pPr lvl="0"/>
            <a:r>
              <a:rPr lang="pt-BR"/>
              <a:t>apresentação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0198906"/>
      </p:ext>
    </p:extLst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21" imgH="423" progId="TCLayout.ActiveDocument.1">
                  <p:embed/>
                </p:oleObj>
              </mc:Choice>
              <mc:Fallback>
                <p:oleObj name="Slide do think-cell" r:id="rId3" imgW="421" imgH="423" progId="TCLayout.ActiveDocument.1">
                  <p:embed/>
                  <p:pic>
                    <p:nvPicPr>
                      <p:cNvPr id="2" name="Objeto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tângulo 3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pic>
        <p:nvPicPr>
          <p:cNvPr id="136" name="Google Shape;106;p65" descr="Google Shape;106;p65"/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70663" y="-101600"/>
            <a:ext cx="1121337" cy="1121337"/>
          </a:xfrm>
          <a:prstGeom prst="rect">
            <a:avLst/>
          </a:prstGeom>
          <a:ln w="12700">
            <a:miter lim="400000"/>
          </a:ln>
        </p:spPr>
      </p:pic>
      <p:sp>
        <p:nvSpPr>
          <p:cNvPr id="13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grpSp>
        <p:nvGrpSpPr>
          <p:cNvPr id="3" name="Agrupar 2"/>
          <p:cNvGrpSpPr/>
          <p:nvPr userDrawn="1"/>
        </p:nvGrpSpPr>
        <p:grpSpPr>
          <a:xfrm>
            <a:off x="-1924709" y="273157"/>
            <a:ext cx="1875959" cy="5481043"/>
            <a:chOff x="-1924709" y="273157"/>
            <a:chExt cx="1875959" cy="5481043"/>
          </a:xfrm>
        </p:grpSpPr>
        <p:grpSp>
          <p:nvGrpSpPr>
            <p:cNvPr id="8" name="Google Shape;456;p5"/>
            <p:cNvGrpSpPr/>
            <p:nvPr/>
          </p:nvGrpSpPr>
          <p:grpSpPr>
            <a:xfrm>
              <a:off x="-1860193" y="896121"/>
              <a:ext cx="1740449" cy="4173016"/>
              <a:chOff x="4077841" y="5415653"/>
              <a:chExt cx="1740449" cy="4173016"/>
            </a:xfrm>
          </p:grpSpPr>
          <p:sp>
            <p:nvSpPr>
              <p:cNvPr id="18" name="Google Shape;457;p5"/>
              <p:cNvSpPr/>
              <p:nvPr/>
            </p:nvSpPr>
            <p:spPr>
              <a:xfrm>
                <a:off x="4191000" y="5415653"/>
                <a:ext cx="762000" cy="762000"/>
              </a:xfrm>
              <a:prstGeom prst="ellipse">
                <a:avLst/>
              </a:prstGeom>
              <a:solidFill>
                <a:srgbClr val="00D318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" name="Google Shape;458;p5"/>
              <p:cNvSpPr/>
              <p:nvPr/>
            </p:nvSpPr>
            <p:spPr>
              <a:xfrm>
                <a:off x="5056290" y="5415653"/>
                <a:ext cx="762000" cy="762000"/>
              </a:xfrm>
              <a:prstGeom prst="ellipse">
                <a:avLst/>
              </a:prstGeom>
              <a:solidFill>
                <a:srgbClr val="009E0B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" name="Google Shape;459;p5"/>
              <p:cNvSpPr/>
              <p:nvPr/>
            </p:nvSpPr>
            <p:spPr>
              <a:xfrm>
                <a:off x="4106520" y="7322761"/>
                <a:ext cx="762000" cy="7620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" name="Google Shape;460;p5"/>
              <p:cNvSpPr/>
              <p:nvPr/>
            </p:nvSpPr>
            <p:spPr>
              <a:xfrm>
                <a:off x="4977132" y="7314542"/>
                <a:ext cx="762000" cy="762000"/>
              </a:xfrm>
              <a:prstGeom prst="ellipse">
                <a:avLst/>
              </a:prstGeom>
              <a:solidFill>
                <a:srgbClr val="FFFF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" name="Google Shape;461;p5"/>
              <p:cNvSpPr/>
              <p:nvPr/>
            </p:nvSpPr>
            <p:spPr>
              <a:xfrm>
                <a:off x="4077841" y="8826669"/>
                <a:ext cx="762000" cy="762000"/>
              </a:xfrm>
              <a:prstGeom prst="ellipse">
                <a:avLst/>
              </a:prstGeom>
              <a:solidFill>
                <a:srgbClr val="4D4D4D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" name="Google Shape;462;p5"/>
              <p:cNvSpPr/>
              <p:nvPr/>
            </p:nvSpPr>
            <p:spPr>
              <a:xfrm>
                <a:off x="4969800" y="8826669"/>
                <a:ext cx="762000" cy="762000"/>
              </a:xfrm>
              <a:prstGeom prst="ellipse">
                <a:avLst/>
              </a:prstGeom>
              <a:solidFill>
                <a:srgbClr val="000000"/>
              </a:solidFill>
              <a:ln w="19050" cap="flat" cmpd="sng">
                <a:solidFill>
                  <a:srgbClr val="94949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" name="Google Shape;464;p5"/>
            <p:cNvSpPr txBox="1"/>
            <p:nvPr/>
          </p:nvSpPr>
          <p:spPr>
            <a:xfrm>
              <a:off x="-1825003" y="273157"/>
              <a:ext cx="1776253" cy="30773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Bold" pitchFamily="2" charset="77"/>
                  <a:cs typeface="Arial"/>
                  <a:sym typeface="Arial"/>
                </a:rPr>
                <a:t>PALETA</a:t>
              </a:r>
              <a:endParaRPr kumimoji="0" sz="1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Bold" pitchFamily="2" charset="77"/>
                <a:cs typeface="Arial"/>
                <a:sym typeface="Arial"/>
              </a:endParaRPr>
            </a:p>
          </p:txBody>
        </p:sp>
        <p:sp>
          <p:nvSpPr>
            <p:cNvPr id="10" name="Google Shape;465;p5"/>
            <p:cNvSpPr txBox="1"/>
            <p:nvPr/>
          </p:nvSpPr>
          <p:spPr>
            <a:xfrm>
              <a:off x="-1825003" y="524413"/>
              <a:ext cx="1648562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Principais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1" name="Google Shape;466;p5"/>
            <p:cNvSpPr txBox="1"/>
            <p:nvPr/>
          </p:nvSpPr>
          <p:spPr>
            <a:xfrm>
              <a:off x="-1903362" y="2462339"/>
              <a:ext cx="1648562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Secundárias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2" name="Google Shape;467;p5"/>
            <p:cNvSpPr txBox="1"/>
            <p:nvPr/>
          </p:nvSpPr>
          <p:spPr>
            <a:xfrm>
              <a:off x="-1825002" y="1733827"/>
              <a:ext cx="87427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R.0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G.211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B.24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3" name="Google Shape;468;p5"/>
            <p:cNvSpPr txBox="1"/>
            <p:nvPr/>
          </p:nvSpPr>
          <p:spPr>
            <a:xfrm>
              <a:off x="-923028" y="1733827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R.0G.158B.11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4" name="Google Shape;469;p5"/>
            <p:cNvSpPr txBox="1"/>
            <p:nvPr/>
          </p:nvSpPr>
          <p:spPr>
            <a:xfrm>
              <a:off x="-1903362" y="3640935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R.255G.255B.255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5" name="Google Shape;470;p5"/>
            <p:cNvSpPr txBox="1"/>
            <p:nvPr/>
          </p:nvSpPr>
          <p:spPr>
            <a:xfrm>
              <a:off x="-1029084" y="3687308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R.255G.255B.0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6" name="Google Shape;471;p5"/>
            <p:cNvSpPr txBox="1"/>
            <p:nvPr/>
          </p:nvSpPr>
          <p:spPr>
            <a:xfrm>
              <a:off x="-1924709" y="5144843"/>
              <a:ext cx="93512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R.77</a:t>
              </a:r>
            </a:p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G.77</a:t>
              </a:r>
            </a:p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B.77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7" name="Google Shape;472;p5"/>
            <p:cNvSpPr txBox="1"/>
            <p:nvPr/>
          </p:nvSpPr>
          <p:spPr>
            <a:xfrm>
              <a:off x="-1029084" y="5144843"/>
              <a:ext cx="87427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R.0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G.0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B.0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</p:grpSp>
      <p:sp>
        <p:nvSpPr>
          <p:cNvPr id="5" name="Título 4"/>
          <p:cNvSpPr>
            <a:spLocks noGrp="1"/>
          </p:cNvSpPr>
          <p:nvPr>
            <p:ph type="title" hasCustomPrompt="1"/>
          </p:nvPr>
        </p:nvSpPr>
        <p:spPr>
          <a:xfrm>
            <a:off x="314182" y="119371"/>
            <a:ext cx="10756482" cy="558294"/>
          </a:xfrm>
          <a:prstGeom prst="rect">
            <a:avLst/>
          </a:prstGeom>
        </p:spPr>
        <p:txBody>
          <a:bodyPr vert="horz"/>
          <a:lstStyle>
            <a:lvl1pPr>
              <a:defRPr sz="2000" baseline="0">
                <a:latin typeface="Simplon BP Bold" pitchFamily="2" charset="0"/>
              </a:defRPr>
            </a:lvl1pPr>
          </a:lstStyle>
          <a:p>
            <a:r>
              <a:rPr lang="pt-BR"/>
              <a:t>tópico / texto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5079229"/>
      </p:ext>
    </p:extLst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21" imgH="423" progId="TCLayout.ActiveDocument.1">
                  <p:embed/>
                </p:oleObj>
              </mc:Choice>
              <mc:Fallback>
                <p:oleObj name="Slide do think-cell" r:id="rId3" imgW="421" imgH="423" progId="TCLayout.ActiveDocument.1">
                  <p:embed/>
                  <p:pic>
                    <p:nvPicPr>
                      <p:cNvPr id="2" name="Objeto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tângulo 3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35" name="Google Shape;895;p25"/>
          <p:cNvSpPr/>
          <p:nvPr userDrawn="1"/>
        </p:nvSpPr>
        <p:spPr>
          <a:xfrm>
            <a:off x="305167" y="224280"/>
            <a:ext cx="1368000" cy="360032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 algn="ctr"/>
            <a:endParaRPr/>
          </a:p>
        </p:txBody>
      </p:sp>
      <p:grpSp>
        <p:nvGrpSpPr>
          <p:cNvPr id="7" name="Google Shape;867;p25"/>
          <p:cNvGrpSpPr/>
          <p:nvPr userDrawn="1"/>
        </p:nvGrpSpPr>
        <p:grpSpPr>
          <a:xfrm>
            <a:off x="8521140" y="-1"/>
            <a:ext cx="3081581" cy="753916"/>
            <a:chOff x="0" y="0"/>
            <a:chExt cx="3081580" cy="753914"/>
          </a:xfrm>
        </p:grpSpPr>
        <p:sp>
          <p:nvSpPr>
            <p:cNvPr id="8" name="Google Shape;868;p25"/>
            <p:cNvSpPr/>
            <p:nvPr/>
          </p:nvSpPr>
          <p:spPr>
            <a:xfrm>
              <a:off x="-1" y="651044"/>
              <a:ext cx="93274" cy="9118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9" name="Google Shape;869;p25"/>
            <p:cNvSpPr/>
            <p:nvPr/>
          </p:nvSpPr>
          <p:spPr>
            <a:xfrm>
              <a:off x="2004" y="500959"/>
              <a:ext cx="252041" cy="252956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0" name="Google Shape;870;p25"/>
            <p:cNvSpPr/>
            <p:nvPr/>
          </p:nvSpPr>
          <p:spPr>
            <a:xfrm>
              <a:off x="11139" y="360030"/>
              <a:ext cx="388286" cy="39388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1" name="Google Shape;871;p25"/>
            <p:cNvSpPr/>
            <p:nvPr/>
          </p:nvSpPr>
          <p:spPr>
            <a:xfrm>
              <a:off x="8709" y="205072"/>
              <a:ext cx="540773" cy="548843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2" name="Google Shape;872;p25"/>
            <p:cNvSpPr/>
            <p:nvPr/>
          </p:nvSpPr>
          <p:spPr>
            <a:xfrm>
              <a:off x="4480" y="54679"/>
              <a:ext cx="697042" cy="69923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3" name="Google Shape;873;p25"/>
            <p:cNvSpPr/>
            <p:nvPr/>
          </p:nvSpPr>
          <p:spPr>
            <a:xfrm>
              <a:off x="10086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4" name="Google Shape;874;p25"/>
            <p:cNvSpPr/>
            <p:nvPr/>
          </p:nvSpPr>
          <p:spPr>
            <a:xfrm>
              <a:off x="24918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5" name="Google Shape;875;p25"/>
            <p:cNvSpPr/>
            <p:nvPr/>
          </p:nvSpPr>
          <p:spPr>
            <a:xfrm>
              <a:off x="39956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6" name="Google Shape;876;p25"/>
            <p:cNvSpPr/>
            <p:nvPr/>
          </p:nvSpPr>
          <p:spPr>
            <a:xfrm>
              <a:off x="54993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7" name="Google Shape;877;p25"/>
            <p:cNvSpPr/>
            <p:nvPr/>
          </p:nvSpPr>
          <p:spPr>
            <a:xfrm>
              <a:off x="69878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8" name="Google Shape;878;p25"/>
            <p:cNvSpPr/>
            <p:nvPr/>
          </p:nvSpPr>
          <p:spPr>
            <a:xfrm>
              <a:off x="847630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9" name="Google Shape;879;p25"/>
            <p:cNvSpPr/>
            <p:nvPr/>
          </p:nvSpPr>
          <p:spPr>
            <a:xfrm>
              <a:off x="99647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0" name="Google Shape;880;p25"/>
            <p:cNvSpPr/>
            <p:nvPr/>
          </p:nvSpPr>
          <p:spPr>
            <a:xfrm>
              <a:off x="114733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1" name="Google Shape;881;p25"/>
            <p:cNvSpPr/>
            <p:nvPr/>
          </p:nvSpPr>
          <p:spPr>
            <a:xfrm>
              <a:off x="130219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2" name="Google Shape;882;p25"/>
            <p:cNvSpPr/>
            <p:nvPr/>
          </p:nvSpPr>
          <p:spPr>
            <a:xfrm>
              <a:off x="144703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3" name="Google Shape;883;p25"/>
            <p:cNvSpPr/>
            <p:nvPr/>
          </p:nvSpPr>
          <p:spPr>
            <a:xfrm>
              <a:off x="1597885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4" name="Google Shape;884;p25"/>
            <p:cNvSpPr/>
            <p:nvPr/>
          </p:nvSpPr>
          <p:spPr>
            <a:xfrm>
              <a:off x="1750787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5" name="Google Shape;885;p25"/>
            <p:cNvSpPr/>
            <p:nvPr/>
          </p:nvSpPr>
          <p:spPr>
            <a:xfrm>
              <a:off x="189765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6" name="Google Shape;886;p25"/>
            <p:cNvSpPr/>
            <p:nvPr/>
          </p:nvSpPr>
          <p:spPr>
            <a:xfrm>
              <a:off x="2048527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7" name="Google Shape;887;p25"/>
            <p:cNvSpPr/>
            <p:nvPr/>
          </p:nvSpPr>
          <p:spPr>
            <a:xfrm>
              <a:off x="2197375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8" name="Google Shape;888;p25"/>
            <p:cNvSpPr/>
            <p:nvPr/>
          </p:nvSpPr>
          <p:spPr>
            <a:xfrm flipH="1" flipV="1">
              <a:off x="2938450" y="0"/>
              <a:ext cx="126797" cy="1238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9" name="Google Shape;889;p25"/>
            <p:cNvSpPr/>
            <p:nvPr/>
          </p:nvSpPr>
          <p:spPr>
            <a:xfrm flipH="1" flipV="1">
              <a:off x="2791660" y="0"/>
              <a:ext cx="271164" cy="2721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30" name="Google Shape;890;p25"/>
            <p:cNvSpPr/>
            <p:nvPr/>
          </p:nvSpPr>
          <p:spPr>
            <a:xfrm flipH="1" flipV="1">
              <a:off x="2643273" y="-1"/>
              <a:ext cx="417746" cy="42377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31" name="Google Shape;891;p25"/>
            <p:cNvSpPr/>
            <p:nvPr/>
          </p:nvSpPr>
          <p:spPr>
            <a:xfrm flipH="1" flipV="1">
              <a:off x="2493883" y="1"/>
              <a:ext cx="569360" cy="57539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32" name="Google Shape;892;p25"/>
            <p:cNvSpPr/>
            <p:nvPr/>
          </p:nvSpPr>
          <p:spPr>
            <a:xfrm flipH="1" flipV="1">
              <a:off x="2344588" y="1"/>
              <a:ext cx="736993" cy="742230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</p:grpSp>
      <p:pic>
        <p:nvPicPr>
          <p:cNvPr id="33" name="Google Shape;893;p25" descr="Google Shape;893;p25"/>
          <p:cNvPicPr>
            <a:picLocks noChangeAspect="1"/>
          </p:cNvPicPr>
          <p:nvPr userDrawn="1"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17592" y="5296896"/>
            <a:ext cx="1641751" cy="1641751"/>
          </a:xfrm>
          <a:prstGeom prst="rect">
            <a:avLst/>
          </a:prstGeom>
          <a:ln w="12700">
            <a:miter lim="400000"/>
          </a:ln>
        </p:spPr>
      </p:pic>
      <p:sp>
        <p:nvSpPr>
          <p:cNvPr id="34" name="Google Shape;894;p25"/>
          <p:cNvSpPr/>
          <p:nvPr userDrawn="1"/>
        </p:nvSpPr>
        <p:spPr>
          <a:xfrm>
            <a:off x="314183" y="1463039"/>
            <a:ext cx="11288538" cy="3947160"/>
          </a:xfrm>
          <a:prstGeom prst="rect">
            <a:avLst/>
          </a:prstGeom>
          <a:ln w="25400">
            <a:solidFill>
              <a:schemeClr val="accent1"/>
            </a:solidFill>
          </a:ln>
        </p:spPr>
        <p:txBody>
          <a:bodyPr wrap="none" lIns="252000" tIns="108000" rIns="72000" bIns="72000" numCol="2" anchor="ctr"/>
          <a:lstStyle/>
          <a:p>
            <a:pPr marL="285750" marR="0" indent="-28575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00D318"/>
              </a:buClr>
              <a:buSzTx/>
              <a:buFont typeface="Arial" panose="020B0604020202020204" pitchFamily="34" charset="0"/>
              <a:buChar char="•"/>
              <a:tabLst/>
            </a:pPr>
            <a:endParaRPr kumimoji="0" lang="en-US" sz="16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Simplon BP Bold" pitchFamily="2" charset="0"/>
              <a:ea typeface="+mj-ea"/>
              <a:cs typeface="+mj-cs"/>
              <a:sym typeface="Simplon BP Regular"/>
            </a:endParaRPr>
          </a:p>
        </p:txBody>
      </p:sp>
      <p:sp>
        <p:nvSpPr>
          <p:cNvPr id="39" name="Título 4"/>
          <p:cNvSpPr>
            <a:spLocks noGrp="1"/>
          </p:cNvSpPr>
          <p:nvPr>
            <p:ph type="title" hasCustomPrompt="1"/>
          </p:nvPr>
        </p:nvSpPr>
        <p:spPr>
          <a:xfrm>
            <a:off x="314182" y="119371"/>
            <a:ext cx="8103141" cy="558294"/>
          </a:xfrm>
          <a:prstGeom prst="rect">
            <a:avLst/>
          </a:prstGeom>
        </p:spPr>
        <p:txBody>
          <a:bodyPr vert="horz"/>
          <a:lstStyle>
            <a:lvl1pPr>
              <a:defRPr sz="2000" baseline="0">
                <a:solidFill>
                  <a:srgbClr val="FFFFFF"/>
                </a:solidFill>
                <a:latin typeface="Simplon BP Bold" pitchFamily="2" charset="0"/>
              </a:defRPr>
            </a:lvl1pPr>
          </a:lstStyle>
          <a:p>
            <a:r>
              <a:rPr lang="pt-BR"/>
              <a:t>sumário</a:t>
            </a:r>
            <a:endParaRPr lang="en-US"/>
          </a:p>
        </p:txBody>
      </p:sp>
      <p:sp>
        <p:nvSpPr>
          <p:cNvPr id="42" name="Espaço Reservado para Texto 41"/>
          <p:cNvSpPr>
            <a:spLocks noGrp="1"/>
          </p:cNvSpPr>
          <p:nvPr>
            <p:ph type="body" sz="quarter" idx="10" hasCustomPrompt="1"/>
          </p:nvPr>
        </p:nvSpPr>
        <p:spPr>
          <a:xfrm>
            <a:off x="314325" y="2047352"/>
            <a:ext cx="11267836" cy="2370818"/>
          </a:xfrm>
          <a:prstGeom prst="rect">
            <a:avLst/>
          </a:prstGeom>
        </p:spPr>
        <p:txBody>
          <a:bodyPr numCol="2"/>
          <a:lstStyle>
            <a:lvl1pPr marL="273050" marR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00D318"/>
              </a:buClr>
              <a:buSzTx/>
              <a:buFont typeface="Arial" panose="020B0604020202020204" pitchFamily="34" charset="0"/>
              <a:buNone/>
              <a:tabLst/>
              <a:defRPr sz="1800">
                <a:latin typeface="Simplon BP Bold" pitchFamily="2" charset="0"/>
              </a:defRPr>
            </a:lvl1pPr>
            <a:lvl2pPr marL="627063" indent="-354013">
              <a:lnSpc>
                <a:spcPct val="150000"/>
              </a:lnSpc>
              <a:spcAft>
                <a:spcPts val="600"/>
              </a:spcAft>
              <a:buClr>
                <a:srgbClr val="00D318"/>
              </a:buClr>
              <a:buFont typeface="Arial" panose="020B0604020202020204" pitchFamily="34" charset="0"/>
              <a:buChar char="•"/>
              <a:defRPr sz="1800">
                <a:latin typeface="Simplon BP Bold" pitchFamily="2" charset="0"/>
              </a:defRPr>
            </a:lvl2pPr>
            <a:lvl3pPr marL="627063" indent="-354013">
              <a:lnSpc>
                <a:spcPct val="150000"/>
              </a:lnSpc>
              <a:spcAft>
                <a:spcPts val="600"/>
              </a:spcAft>
              <a:buClr>
                <a:srgbClr val="00D318"/>
              </a:buClr>
              <a:buFont typeface="Arial" panose="020B0604020202020204" pitchFamily="34" charset="0"/>
              <a:buChar char="•"/>
              <a:defRPr sz="1800">
                <a:latin typeface="Simplon BP Bold" pitchFamily="2" charset="0"/>
              </a:defRPr>
            </a:lvl3pPr>
            <a:lvl4pPr marL="627063" indent="-354013">
              <a:lnSpc>
                <a:spcPct val="150000"/>
              </a:lnSpc>
              <a:spcAft>
                <a:spcPts val="600"/>
              </a:spcAft>
              <a:buClr>
                <a:srgbClr val="00D318"/>
              </a:buClr>
              <a:buFont typeface="Arial" panose="020B0604020202020204" pitchFamily="34" charset="0"/>
              <a:buChar char="•"/>
              <a:defRPr sz="1800">
                <a:latin typeface="Simplon BP Bold" pitchFamily="2" charset="0"/>
              </a:defRPr>
            </a:lvl4pPr>
            <a:lvl5pPr marL="273050" indent="0">
              <a:lnSpc>
                <a:spcPct val="150000"/>
              </a:lnSpc>
              <a:spcAft>
                <a:spcPts val="600"/>
              </a:spcAft>
              <a:buClr>
                <a:srgbClr val="00D318"/>
              </a:buClr>
              <a:buFont typeface="Arial" panose="020B0604020202020204" pitchFamily="34" charset="0"/>
              <a:buNone/>
              <a:defRPr sz="1800">
                <a:latin typeface="Simplon BP Bold" pitchFamily="2" charset="0"/>
              </a:defRPr>
            </a:lvl5pPr>
          </a:lstStyle>
          <a:p>
            <a:pPr marL="627063" marR="0" lvl="0" indent="-354013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00D31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Simplon </a:t>
            </a:r>
            <a:r>
              <a:rPr kumimoji="0" lang="en-US" sz="1800" b="0" i="0" u="none" strike="noStrike" cap="none" spc="0" normalizeH="0" baseline="0" err="1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bp</a:t>
            </a: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regular  </a:t>
            </a:r>
            <a:r>
              <a:rPr kumimoji="0" lang="en-US" sz="1800" b="0" i="0" u="none" strike="noStrike" cap="none" spc="0" normalizeH="0" baseline="0" err="1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simplon</a:t>
            </a: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</a:t>
            </a:r>
            <a:r>
              <a:rPr kumimoji="0" lang="en-US" sz="1800" b="0" i="0" u="none" strike="noStrike" cap="none" spc="0" normalizeH="0" baseline="0" err="1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bp</a:t>
            </a: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Bold</a:t>
            </a:r>
          </a:p>
          <a:p>
            <a:pPr marL="627063" marR="0" lvl="0" indent="-354013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00D31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Simplon </a:t>
            </a:r>
            <a:r>
              <a:rPr kumimoji="0" lang="en-US" sz="1800" b="0" i="0" u="none" strike="noStrike" cap="none" spc="0" normalizeH="0" baseline="0" err="1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bp</a:t>
            </a: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regular  </a:t>
            </a:r>
            <a:r>
              <a:rPr kumimoji="0" lang="en-US" sz="1800" b="0" i="0" u="none" strike="noStrike" cap="none" spc="0" normalizeH="0" baseline="0" err="1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simplon</a:t>
            </a: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</a:t>
            </a:r>
            <a:r>
              <a:rPr kumimoji="0" lang="en-US" sz="1800" b="0" i="0" u="none" strike="noStrike" cap="none" spc="0" normalizeH="0" baseline="0" err="1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bp</a:t>
            </a: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Bold</a:t>
            </a:r>
          </a:p>
          <a:p>
            <a:pPr marL="627063" marR="0" lvl="0" indent="-354013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00D31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Simplon </a:t>
            </a:r>
            <a:r>
              <a:rPr kumimoji="0" lang="en-US" sz="1800" b="0" i="0" u="none" strike="noStrike" cap="none" spc="0" normalizeH="0" baseline="0" err="1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bp</a:t>
            </a: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regular  </a:t>
            </a:r>
            <a:r>
              <a:rPr kumimoji="0" lang="en-US" sz="1800" b="0" i="0" u="none" strike="noStrike" cap="none" spc="0" normalizeH="0" baseline="0" err="1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simplon</a:t>
            </a: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</a:t>
            </a:r>
            <a:r>
              <a:rPr kumimoji="0" lang="en-US" sz="1800" b="0" i="0" u="none" strike="noStrike" cap="none" spc="0" normalizeH="0" baseline="0" err="1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bp</a:t>
            </a: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Bold</a:t>
            </a:r>
          </a:p>
          <a:p>
            <a:pPr marL="627063" marR="0" lvl="0" indent="-354013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00D31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Simplon </a:t>
            </a:r>
            <a:r>
              <a:rPr kumimoji="0" lang="en-US" sz="1800" b="0" i="0" u="none" strike="noStrike" cap="none" spc="0" normalizeH="0" baseline="0" err="1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bp</a:t>
            </a: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regular  </a:t>
            </a:r>
            <a:r>
              <a:rPr kumimoji="0" lang="en-US" sz="1800" b="0" i="0" u="none" strike="noStrike" cap="none" spc="0" normalizeH="0" baseline="0" err="1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simplon</a:t>
            </a: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</a:t>
            </a:r>
            <a:r>
              <a:rPr kumimoji="0" lang="en-US" sz="1800" b="0" i="0" u="none" strike="noStrike" cap="none" spc="0" normalizeH="0" baseline="0" err="1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bp</a:t>
            </a: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Bold</a:t>
            </a:r>
            <a:endParaRPr lang="pt-BR"/>
          </a:p>
          <a:p>
            <a:pPr marL="627063" marR="0" lvl="0" indent="-354013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00D31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Simplon </a:t>
            </a:r>
            <a:r>
              <a:rPr kumimoji="0" lang="en-US" sz="1800" b="0" i="0" u="none" strike="noStrike" cap="none" spc="0" normalizeH="0" baseline="0" err="1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bp</a:t>
            </a: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regular  </a:t>
            </a:r>
            <a:r>
              <a:rPr kumimoji="0" lang="en-US" sz="1800" b="0" i="0" u="none" strike="noStrike" cap="none" spc="0" normalizeH="0" baseline="0" err="1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simplon</a:t>
            </a: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</a:t>
            </a:r>
            <a:r>
              <a:rPr kumimoji="0" lang="en-US" sz="1800" b="0" i="0" u="none" strike="noStrike" cap="none" spc="0" normalizeH="0" baseline="0" err="1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bp</a:t>
            </a: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Bold</a:t>
            </a:r>
          </a:p>
          <a:p>
            <a:pPr marL="627063" marR="0" lvl="0" indent="-354013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00D31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Simplon </a:t>
            </a:r>
            <a:r>
              <a:rPr kumimoji="0" lang="en-US" sz="1800" b="0" i="0" u="none" strike="noStrike" cap="none" spc="0" normalizeH="0" baseline="0" err="1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bp</a:t>
            </a: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regular  </a:t>
            </a:r>
            <a:r>
              <a:rPr kumimoji="0" lang="en-US" sz="1800" b="0" i="0" u="none" strike="noStrike" cap="none" spc="0" normalizeH="0" baseline="0" err="1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simplon</a:t>
            </a: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</a:t>
            </a:r>
            <a:r>
              <a:rPr kumimoji="0" lang="en-US" sz="1800" b="0" i="0" u="none" strike="noStrike" cap="none" spc="0" normalizeH="0" baseline="0" err="1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bp</a:t>
            </a: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Bold</a:t>
            </a:r>
          </a:p>
        </p:txBody>
      </p:sp>
      <p:sp>
        <p:nvSpPr>
          <p:cNvPr id="43" name="Espaço Reservado para Número de Slide 4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6CB4B4D-7CA3-9044-876B-883B54F8677D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67236572"/>
      </p:ext>
    </p:extLst>
  </p:cSld>
  <p:clrMapOvr>
    <a:masterClrMapping/>
  </p:clrMapOvr>
  <p:transition spd="med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to 3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21" imgH="423" progId="TCLayout.ActiveDocument.1">
                  <p:embed/>
                </p:oleObj>
              </mc:Choice>
              <mc:Fallback>
                <p:oleObj name="Slide do think-cell" r:id="rId3" imgW="421" imgH="423" progId="TCLayout.ActiveDocument.1">
                  <p:embed/>
                  <p:pic>
                    <p:nvPicPr>
                      <p:cNvPr id="4" name="Objeto 3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8" name="Google Shape;170;p7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chemeClr val="accent2"/>
                </a:solidFill>
              </a:defRPr>
            </a:pPr>
            <a:endParaRPr/>
          </a:p>
        </p:txBody>
      </p:sp>
      <p:grpSp>
        <p:nvGrpSpPr>
          <p:cNvPr id="244" name="Google Shape;171;p70"/>
          <p:cNvGrpSpPr/>
          <p:nvPr/>
        </p:nvGrpSpPr>
        <p:grpSpPr>
          <a:xfrm>
            <a:off x="0" y="4145279"/>
            <a:ext cx="4402014" cy="1076961"/>
            <a:chOff x="0" y="0"/>
            <a:chExt cx="4402013" cy="1076959"/>
          </a:xfrm>
        </p:grpSpPr>
        <p:sp>
          <p:nvSpPr>
            <p:cNvPr id="219" name="Google Shape;172;p70"/>
            <p:cNvSpPr/>
            <p:nvPr/>
          </p:nvSpPr>
          <p:spPr>
            <a:xfrm>
              <a:off x="-1" y="930011"/>
              <a:ext cx="133240" cy="130260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20" name="Google Shape;173;p70"/>
            <p:cNvSpPr/>
            <p:nvPr/>
          </p:nvSpPr>
          <p:spPr>
            <a:xfrm>
              <a:off x="2864" y="715615"/>
              <a:ext cx="360038" cy="361345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21" name="Google Shape;174;p70"/>
            <p:cNvSpPr/>
            <p:nvPr/>
          </p:nvSpPr>
          <p:spPr>
            <a:xfrm>
              <a:off x="15913" y="514299"/>
              <a:ext cx="554663" cy="562661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22" name="Google Shape;175;p70"/>
            <p:cNvSpPr/>
            <p:nvPr/>
          </p:nvSpPr>
          <p:spPr>
            <a:xfrm>
              <a:off x="12442" y="292945"/>
              <a:ext cx="772489" cy="784015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23" name="Google Shape;176;p70"/>
            <p:cNvSpPr/>
            <p:nvPr/>
          </p:nvSpPr>
          <p:spPr>
            <a:xfrm>
              <a:off x="6400" y="78108"/>
              <a:ext cx="995719" cy="9988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24" name="Google Shape;177;p70"/>
            <p:cNvSpPr/>
            <p:nvPr/>
          </p:nvSpPr>
          <p:spPr>
            <a:xfrm>
              <a:off x="144084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25" name="Google Shape;178;p70"/>
            <p:cNvSpPr/>
            <p:nvPr/>
          </p:nvSpPr>
          <p:spPr>
            <a:xfrm>
              <a:off x="355964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26" name="Google Shape;179;p70"/>
            <p:cNvSpPr/>
            <p:nvPr/>
          </p:nvSpPr>
          <p:spPr>
            <a:xfrm>
              <a:off x="570771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27" name="Google Shape;180;p70"/>
            <p:cNvSpPr/>
            <p:nvPr/>
          </p:nvSpPr>
          <p:spPr>
            <a:xfrm>
              <a:off x="785577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28" name="Google Shape;181;p70"/>
            <p:cNvSpPr/>
            <p:nvPr/>
          </p:nvSpPr>
          <p:spPr>
            <a:xfrm>
              <a:off x="998206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29" name="Google Shape;182;p70"/>
            <p:cNvSpPr/>
            <p:nvPr/>
          </p:nvSpPr>
          <p:spPr>
            <a:xfrm>
              <a:off x="1210834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30" name="Google Shape;183;p70"/>
            <p:cNvSpPr/>
            <p:nvPr/>
          </p:nvSpPr>
          <p:spPr>
            <a:xfrm>
              <a:off x="1423462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31" name="Google Shape;184;p70"/>
            <p:cNvSpPr/>
            <p:nvPr/>
          </p:nvSpPr>
          <p:spPr>
            <a:xfrm>
              <a:off x="1638954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32" name="Google Shape;185;p70"/>
            <p:cNvSpPr/>
            <p:nvPr/>
          </p:nvSpPr>
          <p:spPr>
            <a:xfrm>
              <a:off x="1860175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33" name="Google Shape;186;p70"/>
            <p:cNvSpPr/>
            <p:nvPr/>
          </p:nvSpPr>
          <p:spPr>
            <a:xfrm>
              <a:off x="2067075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34" name="Google Shape;187;p70"/>
            <p:cNvSpPr/>
            <p:nvPr/>
          </p:nvSpPr>
          <p:spPr>
            <a:xfrm>
              <a:off x="2282567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35" name="Google Shape;188;p70"/>
            <p:cNvSpPr/>
            <p:nvPr/>
          </p:nvSpPr>
          <p:spPr>
            <a:xfrm>
              <a:off x="2500987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36" name="Google Shape;189;p70"/>
            <p:cNvSpPr/>
            <p:nvPr/>
          </p:nvSpPr>
          <p:spPr>
            <a:xfrm>
              <a:off x="2710782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37" name="Google Shape;190;p70"/>
            <p:cNvSpPr/>
            <p:nvPr/>
          </p:nvSpPr>
          <p:spPr>
            <a:xfrm>
              <a:off x="2926306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38" name="Google Shape;191;p70"/>
            <p:cNvSpPr/>
            <p:nvPr/>
          </p:nvSpPr>
          <p:spPr>
            <a:xfrm>
              <a:off x="3138934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39" name="Google Shape;192;p70"/>
            <p:cNvSpPr/>
            <p:nvPr/>
          </p:nvSpPr>
          <p:spPr>
            <a:xfrm flipH="1" flipV="1">
              <a:off x="4197554" y="0"/>
              <a:ext cx="181128" cy="176915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40" name="Google Shape;193;p70"/>
            <p:cNvSpPr/>
            <p:nvPr/>
          </p:nvSpPr>
          <p:spPr>
            <a:xfrm flipH="1" flipV="1">
              <a:off x="3987866" y="0"/>
              <a:ext cx="387355" cy="388760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41" name="Google Shape;194;p70"/>
            <p:cNvSpPr/>
            <p:nvPr/>
          </p:nvSpPr>
          <p:spPr>
            <a:xfrm flipH="1" flipV="1">
              <a:off x="3775896" y="0"/>
              <a:ext cx="596746" cy="605351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42" name="Google Shape;195;p70"/>
            <p:cNvSpPr/>
            <p:nvPr/>
          </p:nvSpPr>
          <p:spPr>
            <a:xfrm flipH="1" flipV="1">
              <a:off x="3562494" y="2"/>
              <a:ext cx="813325" cy="821940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43" name="Google Shape;196;p70"/>
            <p:cNvSpPr/>
            <p:nvPr/>
          </p:nvSpPr>
          <p:spPr>
            <a:xfrm flipH="1" flipV="1">
              <a:off x="3349226" y="1"/>
              <a:ext cx="1052788" cy="1060269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</p:grpSp>
      <p:sp>
        <p:nvSpPr>
          <p:cNvPr id="3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420849" y="6217851"/>
            <a:ext cx="316751" cy="276999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86CB4B4D-7CA3-9044-876B-883B54F8677D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35" name="Título 6"/>
          <p:cNvSpPr>
            <a:spLocks noGrp="1"/>
          </p:cNvSpPr>
          <p:nvPr>
            <p:ph type="title" hasCustomPrompt="1"/>
          </p:nvPr>
        </p:nvSpPr>
        <p:spPr>
          <a:xfrm>
            <a:off x="2282568" y="2916669"/>
            <a:ext cx="5923700" cy="791776"/>
          </a:xfrm>
          <a:prstGeom prst="rect">
            <a:avLst/>
          </a:prstGeom>
        </p:spPr>
        <p:txBody>
          <a:bodyPr vert="horz"/>
          <a:lstStyle>
            <a:lvl1pPr>
              <a:defRPr sz="6600">
                <a:solidFill>
                  <a:srgbClr val="FFFFFF"/>
                </a:solidFill>
                <a:latin typeface="Simplon BP Bold" pitchFamily="2" charset="0"/>
              </a:defRPr>
            </a:lvl1pPr>
          </a:lstStyle>
          <a:p>
            <a:r>
              <a:rPr lang="pt-BR"/>
              <a:t>destaque</a:t>
            </a:r>
            <a:endParaRPr lang="en-US"/>
          </a:p>
        </p:txBody>
      </p:sp>
      <p:sp>
        <p:nvSpPr>
          <p:cNvPr id="36" name="Espaço Reservado para Texto 32"/>
          <p:cNvSpPr>
            <a:spLocks noGrp="1"/>
          </p:cNvSpPr>
          <p:nvPr>
            <p:ph type="body" sz="quarter" idx="10" hasCustomPrompt="1"/>
          </p:nvPr>
        </p:nvSpPr>
        <p:spPr>
          <a:xfrm>
            <a:off x="2292350" y="2409825"/>
            <a:ext cx="3600450" cy="450850"/>
          </a:xfrm>
          <a:prstGeom prst="rect">
            <a:avLst/>
          </a:prstGeom>
        </p:spPr>
        <p:txBody>
          <a:bodyPr/>
          <a:lstStyle>
            <a:lvl1pPr>
              <a:defRPr sz="2000" baseline="0">
                <a:solidFill>
                  <a:srgbClr val="00D318"/>
                </a:solidFill>
              </a:defRPr>
            </a:lvl1pPr>
          </a:lstStyle>
          <a:p>
            <a:pPr lvl="0"/>
            <a:r>
              <a:rPr lang="pt-BR"/>
              <a:t>título da subcapa</a:t>
            </a:r>
            <a:endParaRPr lang="en-US"/>
          </a:p>
        </p:txBody>
      </p:sp>
      <p:sp>
        <p:nvSpPr>
          <p:cNvPr id="11" name="Espaço Reservado para Texto 10"/>
          <p:cNvSpPr>
            <a:spLocks noGrp="1"/>
          </p:cNvSpPr>
          <p:nvPr>
            <p:ph type="body" sz="quarter" idx="11" hasCustomPrompt="1"/>
          </p:nvPr>
        </p:nvSpPr>
        <p:spPr>
          <a:xfrm>
            <a:off x="725186" y="2045363"/>
            <a:ext cx="960437" cy="1608490"/>
          </a:xfrm>
          <a:prstGeom prst="rect">
            <a:avLst/>
          </a:prstGeom>
        </p:spPr>
        <p:txBody>
          <a:bodyPr/>
          <a:lstStyle>
            <a:lvl1pPr>
              <a:defRPr sz="13800">
                <a:solidFill>
                  <a:srgbClr val="FFFFFF"/>
                </a:solidFill>
                <a:latin typeface="Simplon BP Bold" pitchFamily="2" charset="0"/>
              </a:defRPr>
            </a:lvl1pPr>
          </a:lstStyle>
          <a:p>
            <a:pPr lvl="0"/>
            <a:r>
              <a:rPr lang="pt-BR"/>
              <a:t>1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2481955"/>
      </p:ext>
    </p:extLst>
  </p:cSld>
  <p:clrMapOvr>
    <a:masterClrMapping/>
  </p:clrMapOvr>
  <p:transition spd="med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21" imgH="423" progId="TCLayout.ActiveDocument.1">
                  <p:embed/>
                </p:oleObj>
              </mc:Choice>
              <mc:Fallback>
                <p:oleObj name="Slide do think-cell" r:id="rId3" imgW="421" imgH="423" progId="TCLayout.ActiveDocument.1">
                  <p:embed/>
                  <p:pic>
                    <p:nvPicPr>
                      <p:cNvPr id="2" name="Objeto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tângulo 3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49" name="Google Shape;1321;p15"/>
          <p:cNvSpPr/>
          <p:nvPr userDrawn="1"/>
        </p:nvSpPr>
        <p:spPr>
          <a:xfrm rot="5400000">
            <a:off x="8485469" y="2219971"/>
            <a:ext cx="3347246" cy="4065814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r">
              <a:defRPr sz="1800">
                <a:solidFill>
                  <a:schemeClr val="accent2"/>
                </a:solidFill>
              </a:defRPr>
            </a:pPr>
            <a:endParaRPr/>
          </a:p>
        </p:txBody>
      </p:sp>
      <p:sp>
        <p:nvSpPr>
          <p:cNvPr id="47" name="Google Shape;1319;p15"/>
          <p:cNvSpPr/>
          <p:nvPr userDrawn="1"/>
        </p:nvSpPr>
        <p:spPr>
          <a:xfrm rot="5400000">
            <a:off x="354548" y="2220680"/>
            <a:ext cx="3347245" cy="4064402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r">
              <a:defRPr sz="1800">
                <a:solidFill>
                  <a:schemeClr val="accent2"/>
                </a:solidFill>
              </a:defRPr>
            </a:pPr>
            <a:endParaRPr/>
          </a:p>
        </p:txBody>
      </p:sp>
      <p:sp>
        <p:nvSpPr>
          <p:cNvPr id="48" name="Google Shape;1320;p15"/>
          <p:cNvSpPr/>
          <p:nvPr userDrawn="1"/>
        </p:nvSpPr>
        <p:spPr>
          <a:xfrm rot="5400000">
            <a:off x="4420362" y="2220686"/>
            <a:ext cx="3347245" cy="4064402"/>
          </a:xfrm>
          <a:prstGeom prst="rect">
            <a:avLst/>
          </a:prstGeom>
          <a:solidFill>
            <a:schemeClr val="accent2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r">
              <a:defRPr sz="1800">
                <a:solidFill>
                  <a:schemeClr val="accent2"/>
                </a:solidFill>
              </a:defRPr>
            </a:pPr>
            <a:endParaRPr/>
          </a:p>
        </p:txBody>
      </p:sp>
      <p:pic>
        <p:nvPicPr>
          <p:cNvPr id="136" name="Google Shape;106;p65" descr="Google Shape;106;p65"/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70663" y="-101600"/>
            <a:ext cx="1121337" cy="1121337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3" name="Agrupar 2"/>
          <p:cNvGrpSpPr/>
          <p:nvPr userDrawn="1"/>
        </p:nvGrpSpPr>
        <p:grpSpPr>
          <a:xfrm>
            <a:off x="-1924709" y="273157"/>
            <a:ext cx="1875959" cy="5481043"/>
            <a:chOff x="-1924709" y="273157"/>
            <a:chExt cx="1875959" cy="5481043"/>
          </a:xfrm>
        </p:grpSpPr>
        <p:grpSp>
          <p:nvGrpSpPr>
            <p:cNvPr id="8" name="Google Shape;456;p5"/>
            <p:cNvGrpSpPr/>
            <p:nvPr/>
          </p:nvGrpSpPr>
          <p:grpSpPr>
            <a:xfrm>
              <a:off x="-1860193" y="896121"/>
              <a:ext cx="1740449" cy="4173016"/>
              <a:chOff x="4077841" y="5415653"/>
              <a:chExt cx="1740449" cy="4173016"/>
            </a:xfrm>
          </p:grpSpPr>
          <p:sp>
            <p:nvSpPr>
              <p:cNvPr id="18" name="Google Shape;457;p5"/>
              <p:cNvSpPr/>
              <p:nvPr/>
            </p:nvSpPr>
            <p:spPr>
              <a:xfrm>
                <a:off x="4191000" y="5415653"/>
                <a:ext cx="762000" cy="762000"/>
              </a:xfrm>
              <a:prstGeom prst="ellipse">
                <a:avLst/>
              </a:prstGeom>
              <a:solidFill>
                <a:srgbClr val="00D318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" name="Google Shape;458;p5"/>
              <p:cNvSpPr/>
              <p:nvPr/>
            </p:nvSpPr>
            <p:spPr>
              <a:xfrm>
                <a:off x="5056290" y="5415653"/>
                <a:ext cx="762000" cy="762000"/>
              </a:xfrm>
              <a:prstGeom prst="ellipse">
                <a:avLst/>
              </a:prstGeom>
              <a:solidFill>
                <a:srgbClr val="009E0B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" name="Google Shape;459;p5"/>
              <p:cNvSpPr/>
              <p:nvPr/>
            </p:nvSpPr>
            <p:spPr>
              <a:xfrm>
                <a:off x="4106520" y="7322761"/>
                <a:ext cx="762000" cy="7620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" name="Google Shape;460;p5"/>
              <p:cNvSpPr/>
              <p:nvPr/>
            </p:nvSpPr>
            <p:spPr>
              <a:xfrm>
                <a:off x="4977132" y="7314542"/>
                <a:ext cx="762000" cy="762000"/>
              </a:xfrm>
              <a:prstGeom prst="ellipse">
                <a:avLst/>
              </a:prstGeom>
              <a:solidFill>
                <a:srgbClr val="FFFF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" name="Google Shape;461;p5"/>
              <p:cNvSpPr/>
              <p:nvPr/>
            </p:nvSpPr>
            <p:spPr>
              <a:xfrm>
                <a:off x="4077841" y="8826669"/>
                <a:ext cx="762000" cy="762000"/>
              </a:xfrm>
              <a:prstGeom prst="ellipse">
                <a:avLst/>
              </a:prstGeom>
              <a:solidFill>
                <a:srgbClr val="4D4D4D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" name="Google Shape;462;p5"/>
              <p:cNvSpPr/>
              <p:nvPr/>
            </p:nvSpPr>
            <p:spPr>
              <a:xfrm>
                <a:off x="4969800" y="8826669"/>
                <a:ext cx="762000" cy="762000"/>
              </a:xfrm>
              <a:prstGeom prst="ellipse">
                <a:avLst/>
              </a:prstGeom>
              <a:solidFill>
                <a:srgbClr val="000000"/>
              </a:solidFill>
              <a:ln w="19050" cap="flat" cmpd="sng">
                <a:solidFill>
                  <a:srgbClr val="94949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" name="Google Shape;464;p5"/>
            <p:cNvSpPr txBox="1"/>
            <p:nvPr/>
          </p:nvSpPr>
          <p:spPr>
            <a:xfrm>
              <a:off x="-1825003" y="273157"/>
              <a:ext cx="1776253" cy="30773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Bold" pitchFamily="2" charset="77"/>
                  <a:cs typeface="Arial"/>
                  <a:sym typeface="Arial"/>
                </a:rPr>
                <a:t>PALETA</a:t>
              </a:r>
              <a:endParaRPr kumimoji="0" sz="1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Bold" pitchFamily="2" charset="77"/>
                <a:cs typeface="Arial"/>
                <a:sym typeface="Arial"/>
              </a:endParaRPr>
            </a:p>
          </p:txBody>
        </p:sp>
        <p:sp>
          <p:nvSpPr>
            <p:cNvPr id="10" name="Google Shape;465;p5"/>
            <p:cNvSpPr txBox="1"/>
            <p:nvPr/>
          </p:nvSpPr>
          <p:spPr>
            <a:xfrm>
              <a:off x="-1825003" y="524413"/>
              <a:ext cx="1648562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Principais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1" name="Google Shape;466;p5"/>
            <p:cNvSpPr txBox="1"/>
            <p:nvPr/>
          </p:nvSpPr>
          <p:spPr>
            <a:xfrm>
              <a:off x="-1903362" y="2462339"/>
              <a:ext cx="1648562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Secundárias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2" name="Google Shape;467;p5"/>
            <p:cNvSpPr txBox="1"/>
            <p:nvPr/>
          </p:nvSpPr>
          <p:spPr>
            <a:xfrm>
              <a:off x="-1825002" y="1733827"/>
              <a:ext cx="87427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R.0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G.211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B.24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3" name="Google Shape;468;p5"/>
            <p:cNvSpPr txBox="1"/>
            <p:nvPr/>
          </p:nvSpPr>
          <p:spPr>
            <a:xfrm>
              <a:off x="-923028" y="1733827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R.0G.158B.11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4" name="Google Shape;469;p5"/>
            <p:cNvSpPr txBox="1"/>
            <p:nvPr/>
          </p:nvSpPr>
          <p:spPr>
            <a:xfrm>
              <a:off x="-1903362" y="3640935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R.255G.255B.255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5" name="Google Shape;470;p5"/>
            <p:cNvSpPr txBox="1"/>
            <p:nvPr/>
          </p:nvSpPr>
          <p:spPr>
            <a:xfrm>
              <a:off x="-1029084" y="3687308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R.255G.255B.0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6" name="Google Shape;471;p5"/>
            <p:cNvSpPr txBox="1"/>
            <p:nvPr/>
          </p:nvSpPr>
          <p:spPr>
            <a:xfrm>
              <a:off x="-1924709" y="5144843"/>
              <a:ext cx="93512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R.77</a:t>
              </a:r>
            </a:p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G.77</a:t>
              </a:r>
            </a:p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B.77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7" name="Google Shape;472;p5"/>
            <p:cNvSpPr txBox="1"/>
            <p:nvPr/>
          </p:nvSpPr>
          <p:spPr>
            <a:xfrm>
              <a:off x="-1029084" y="5144843"/>
              <a:ext cx="87427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R.0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G.0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B.0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</p:grpSp>
      <p:sp>
        <p:nvSpPr>
          <p:cNvPr id="36" name="Google Shape;1318;p15"/>
          <p:cNvSpPr/>
          <p:nvPr userDrawn="1"/>
        </p:nvSpPr>
        <p:spPr>
          <a:xfrm>
            <a:off x="0" y="1589152"/>
            <a:ext cx="12192000" cy="935512"/>
          </a:xfrm>
          <a:prstGeom prst="rect">
            <a:avLst/>
          </a:prstGeom>
          <a:solidFill>
            <a:schemeClr val="accent3">
              <a:lumOff val="44000"/>
            </a:schemeClr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chemeClr val="accent2"/>
                </a:solidFill>
              </a:defRPr>
            </a:pPr>
            <a:endParaRPr/>
          </a:p>
        </p:txBody>
      </p:sp>
      <p:sp>
        <p:nvSpPr>
          <p:cNvPr id="51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5892800" y="6172200"/>
            <a:ext cx="2844800" cy="36830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52" name="Título 4"/>
          <p:cNvSpPr>
            <a:spLocks noGrp="1"/>
          </p:cNvSpPr>
          <p:nvPr>
            <p:ph type="title" hasCustomPrompt="1"/>
          </p:nvPr>
        </p:nvSpPr>
        <p:spPr>
          <a:xfrm>
            <a:off x="314182" y="119371"/>
            <a:ext cx="10756482" cy="558294"/>
          </a:xfrm>
          <a:prstGeom prst="rect">
            <a:avLst/>
          </a:prstGeom>
        </p:spPr>
        <p:txBody>
          <a:bodyPr vert="horz"/>
          <a:lstStyle>
            <a:lvl1pPr>
              <a:defRPr sz="2000" baseline="0">
                <a:latin typeface="Simplon BP Bold" pitchFamily="2" charset="0"/>
              </a:defRPr>
            </a:lvl1pPr>
          </a:lstStyle>
          <a:p>
            <a:r>
              <a:rPr lang="pt-BR"/>
              <a:t>tópico / texto</a:t>
            </a:r>
            <a:endParaRPr lang="en-US"/>
          </a:p>
        </p:txBody>
      </p:sp>
      <p:sp>
        <p:nvSpPr>
          <p:cNvPr id="54" name="Espaço Reservado para Texto 34"/>
          <p:cNvSpPr>
            <a:spLocks noGrp="1"/>
          </p:cNvSpPr>
          <p:nvPr>
            <p:ph type="body" sz="quarter" idx="11" hasCustomPrompt="1"/>
          </p:nvPr>
        </p:nvSpPr>
        <p:spPr>
          <a:xfrm>
            <a:off x="328174" y="702616"/>
            <a:ext cx="10742490" cy="51828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4D4D4D"/>
                </a:solidFill>
              </a:defRPr>
            </a:lvl1pPr>
          </a:lstStyle>
          <a:p>
            <a:pPr>
              <a:lnSpc>
                <a:spcPct val="90000"/>
              </a:lnSpc>
              <a:defRPr>
                <a:solidFill>
                  <a:schemeClr val="accent2"/>
                </a:solidFill>
              </a:defRPr>
            </a:pPr>
            <a:r>
              <a:rPr lang="pt-BR" err="1"/>
              <a:t>Lorem</a:t>
            </a:r>
            <a:r>
              <a:rPr lang="pt-BR"/>
              <a:t> ipsum </a:t>
            </a:r>
            <a:r>
              <a:rPr lang="pt-BR" err="1"/>
              <a:t>dolor</a:t>
            </a:r>
            <a:r>
              <a:rPr lang="pt-BR"/>
              <a:t> </a:t>
            </a:r>
            <a:r>
              <a:rPr lang="pt-BR" err="1"/>
              <a:t>sit</a:t>
            </a:r>
            <a:r>
              <a:rPr lang="pt-BR"/>
              <a:t> </a:t>
            </a:r>
            <a:r>
              <a:rPr lang="pt-BR" err="1"/>
              <a:t>amet</a:t>
            </a:r>
            <a:r>
              <a:rPr lang="pt-BR"/>
              <a:t>, </a:t>
            </a:r>
            <a:r>
              <a:rPr lang="pt-BR" err="1"/>
              <a:t>consectetur</a:t>
            </a:r>
            <a:r>
              <a:rPr lang="pt-BR"/>
              <a:t> </a:t>
            </a:r>
            <a:r>
              <a:rPr lang="pt-BR" err="1"/>
              <a:t>adipiscing</a:t>
            </a:r>
            <a:r>
              <a:rPr lang="pt-BR"/>
              <a:t> </a:t>
            </a:r>
            <a:r>
              <a:rPr lang="pt-BR" err="1"/>
              <a:t>elit</a:t>
            </a:r>
            <a:r>
              <a:rPr lang="pt-BR"/>
              <a:t>. </a:t>
            </a:r>
            <a:r>
              <a:rPr lang="pt-BR" err="1"/>
              <a:t>Praesent</a:t>
            </a:r>
            <a:r>
              <a:rPr lang="pt-BR"/>
              <a:t> </a:t>
            </a:r>
            <a:r>
              <a:rPr lang="pt-BR" err="1"/>
              <a:t>luctus</a:t>
            </a:r>
            <a:r>
              <a:rPr lang="pt-BR"/>
              <a:t> sem et </a:t>
            </a:r>
            <a:r>
              <a:rPr lang="pt-BR" err="1"/>
              <a:t>nibh</a:t>
            </a:r>
            <a:r>
              <a:rPr lang="pt-BR"/>
              <a:t> </a:t>
            </a:r>
            <a:r>
              <a:rPr lang="pt-BR" err="1"/>
              <a:t>elementum</a:t>
            </a:r>
            <a:r>
              <a:rPr lang="pt-BR"/>
              <a:t>, </a:t>
            </a:r>
            <a:br>
              <a:rPr lang="pt-BR"/>
            </a:br>
            <a:r>
              <a:rPr lang="pt-BR"/>
              <a:t>quis </a:t>
            </a:r>
            <a:r>
              <a:rPr lang="pt-BR" err="1"/>
              <a:t>volutpat</a:t>
            </a:r>
            <a:r>
              <a:rPr lang="pt-BR"/>
              <a:t> </a:t>
            </a:r>
            <a:r>
              <a:rPr lang="pt-BR" err="1"/>
              <a:t>sapien</a:t>
            </a:r>
            <a:r>
              <a:rPr lang="pt-BR"/>
              <a:t> </a:t>
            </a:r>
            <a:r>
              <a:rPr lang="pt-BR" err="1"/>
              <a:t>sodales</a:t>
            </a:r>
            <a:r>
              <a:rPr lang="pt-BR"/>
              <a:t>. </a:t>
            </a:r>
          </a:p>
        </p:txBody>
      </p:sp>
      <p:sp>
        <p:nvSpPr>
          <p:cNvPr id="56" name="Espaço Reservado para Texto 38"/>
          <p:cNvSpPr>
            <a:spLocks noGrp="1"/>
          </p:cNvSpPr>
          <p:nvPr>
            <p:ph type="body" sz="quarter" idx="12" hasCustomPrompt="1"/>
          </p:nvPr>
        </p:nvSpPr>
        <p:spPr>
          <a:xfrm>
            <a:off x="4702494" y="1740692"/>
            <a:ext cx="2789312" cy="526559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rgbClr val="4D4D4D"/>
                </a:solidFill>
                <a:latin typeface="Simplon BP Bold" pitchFamily="2" charset="0"/>
              </a:defRPr>
            </a:lvl1pPr>
          </a:lstStyle>
          <a:p>
            <a:pPr lvl="0"/>
            <a:r>
              <a:rPr lang="pt-BR"/>
              <a:t>subitem 2</a:t>
            </a:r>
            <a:endParaRPr lang="en-US"/>
          </a:p>
        </p:txBody>
      </p:sp>
      <p:sp>
        <p:nvSpPr>
          <p:cNvPr id="57" name="Espaço Reservado para Texto 38"/>
          <p:cNvSpPr>
            <a:spLocks noGrp="1"/>
          </p:cNvSpPr>
          <p:nvPr>
            <p:ph type="body" sz="quarter" idx="13" hasCustomPrompt="1"/>
          </p:nvPr>
        </p:nvSpPr>
        <p:spPr>
          <a:xfrm>
            <a:off x="8684029" y="1710364"/>
            <a:ext cx="2789312" cy="526559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rgbClr val="000000"/>
                </a:solidFill>
                <a:latin typeface="Simplon BP Bold" pitchFamily="2" charset="0"/>
              </a:defRPr>
            </a:lvl1pPr>
          </a:lstStyle>
          <a:p>
            <a:pPr lvl="0"/>
            <a:r>
              <a:rPr lang="pt-BR"/>
              <a:t>subitem 3</a:t>
            </a:r>
            <a:endParaRPr lang="en-US"/>
          </a:p>
        </p:txBody>
      </p:sp>
      <p:sp>
        <p:nvSpPr>
          <p:cNvPr id="58" name="Espaço Reservado para Texto 38"/>
          <p:cNvSpPr>
            <a:spLocks noGrp="1"/>
          </p:cNvSpPr>
          <p:nvPr>
            <p:ph type="body" sz="quarter" idx="14" hasCustomPrompt="1"/>
          </p:nvPr>
        </p:nvSpPr>
        <p:spPr>
          <a:xfrm>
            <a:off x="671180" y="1730680"/>
            <a:ext cx="2789312" cy="526559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rgbClr val="00D318"/>
                </a:solidFill>
                <a:latin typeface="Simplon BP Bold" pitchFamily="2" charset="0"/>
              </a:defRPr>
            </a:lvl1pPr>
          </a:lstStyle>
          <a:p>
            <a:pPr lvl="0"/>
            <a:r>
              <a:rPr lang="pt-BR"/>
              <a:t>subitem 1</a:t>
            </a:r>
            <a:endParaRPr lang="en-US"/>
          </a:p>
        </p:txBody>
      </p:sp>
      <p:sp>
        <p:nvSpPr>
          <p:cNvPr id="61" name="Espaço Reservado para Texto 60"/>
          <p:cNvSpPr>
            <a:spLocks noGrp="1"/>
          </p:cNvSpPr>
          <p:nvPr>
            <p:ph type="body" sz="quarter" idx="18"/>
          </p:nvPr>
        </p:nvSpPr>
        <p:spPr>
          <a:xfrm>
            <a:off x="4408227" y="2947410"/>
            <a:ext cx="3411798" cy="2608840"/>
          </a:xfrm>
          <a:prstGeom prst="rect">
            <a:avLst/>
          </a:prstGeom>
        </p:spPr>
        <p:txBody>
          <a:bodyPr/>
          <a:lstStyle>
            <a:lvl1pPr>
              <a:defRPr sz="16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600">
                <a:solidFill>
                  <a:schemeClr val="bg1"/>
                </a:solidFill>
              </a:defRPr>
            </a:lvl3pPr>
            <a:lvl4pPr>
              <a:defRPr sz="1600">
                <a:solidFill>
                  <a:schemeClr val="bg1"/>
                </a:solidFill>
              </a:defRPr>
            </a:lvl4pPr>
            <a:lvl5pPr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67" name="Espaço Reservado para Texto 60"/>
          <p:cNvSpPr>
            <a:spLocks noGrp="1"/>
          </p:cNvSpPr>
          <p:nvPr>
            <p:ph type="body" sz="quarter" idx="19"/>
          </p:nvPr>
        </p:nvSpPr>
        <p:spPr>
          <a:xfrm>
            <a:off x="8453193" y="2948073"/>
            <a:ext cx="3411798" cy="2608840"/>
          </a:xfrm>
          <a:prstGeom prst="rect">
            <a:avLst/>
          </a:prstGeom>
        </p:spPr>
        <p:txBody>
          <a:bodyPr/>
          <a:lstStyle>
            <a:lvl1pPr>
              <a:defRPr sz="16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600">
                <a:solidFill>
                  <a:schemeClr val="bg1"/>
                </a:solidFill>
              </a:defRPr>
            </a:lvl3pPr>
            <a:lvl4pPr>
              <a:defRPr sz="1600">
                <a:solidFill>
                  <a:schemeClr val="bg1"/>
                </a:solidFill>
              </a:defRPr>
            </a:lvl4pPr>
            <a:lvl5pPr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68" name="Espaço Reservado para Texto 60"/>
          <p:cNvSpPr>
            <a:spLocks noGrp="1"/>
          </p:cNvSpPr>
          <p:nvPr>
            <p:ph type="body" sz="quarter" idx="20"/>
          </p:nvPr>
        </p:nvSpPr>
        <p:spPr>
          <a:xfrm>
            <a:off x="329002" y="2949841"/>
            <a:ext cx="3411798" cy="2608840"/>
          </a:xfrm>
          <a:prstGeom prst="rect">
            <a:avLst/>
          </a:prstGeom>
        </p:spPr>
        <p:txBody>
          <a:bodyPr/>
          <a:lstStyle>
            <a:lvl1pPr>
              <a:defRPr sz="1600">
                <a:solidFill>
                  <a:srgbClr val="4D4D4D"/>
                </a:solidFill>
              </a:defRPr>
            </a:lvl1pPr>
            <a:lvl2pPr>
              <a:defRPr sz="1600">
                <a:solidFill>
                  <a:srgbClr val="4D4D4D"/>
                </a:solidFill>
              </a:defRPr>
            </a:lvl2pPr>
            <a:lvl3pPr>
              <a:defRPr sz="1600">
                <a:solidFill>
                  <a:srgbClr val="4D4D4D"/>
                </a:solidFill>
              </a:defRPr>
            </a:lvl3pPr>
            <a:lvl4pPr>
              <a:defRPr sz="1600">
                <a:solidFill>
                  <a:srgbClr val="4D4D4D"/>
                </a:solidFill>
              </a:defRPr>
            </a:lvl4pPr>
            <a:lvl5pPr>
              <a:defRPr sz="1600">
                <a:solidFill>
                  <a:srgbClr val="4D4D4D"/>
                </a:solidFill>
              </a:defRPr>
            </a:lvl5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0625431"/>
      </p:ext>
    </p:extLst>
  </p:cSld>
  <p:clrMapOvr>
    <a:masterClrMapping/>
  </p:clrMapOvr>
  <p:transition spd="med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Slide de Títul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to 3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21" imgH="423" progId="TCLayout.ActiveDocument.1">
                  <p:embed/>
                </p:oleObj>
              </mc:Choice>
              <mc:Fallback>
                <p:oleObj name="Slide do think-cell" r:id="rId3" imgW="421" imgH="423" progId="TCLayout.ActiveDocument.1">
                  <p:embed/>
                  <p:pic>
                    <p:nvPicPr>
                      <p:cNvPr id="4" name="Objeto 3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tângulo 2"/>
          <p:cNvSpPr/>
          <p:nvPr userDrawn="1"/>
        </p:nvSpPr>
        <p:spPr>
          <a:xfrm>
            <a:off x="3176" y="-54592"/>
            <a:ext cx="12192000" cy="6858000"/>
          </a:xfrm>
          <a:prstGeom prst="rect">
            <a:avLst/>
          </a:prstGeom>
          <a:solidFill>
            <a:schemeClr val="bg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grpSp>
        <p:nvGrpSpPr>
          <p:cNvPr id="89" name="Google Shape;46;p63"/>
          <p:cNvGrpSpPr/>
          <p:nvPr/>
        </p:nvGrpSpPr>
        <p:grpSpPr>
          <a:xfrm>
            <a:off x="8797290" y="6001215"/>
            <a:ext cx="3081581" cy="753915"/>
            <a:chOff x="0" y="0"/>
            <a:chExt cx="3081580" cy="753914"/>
          </a:xfrm>
        </p:grpSpPr>
        <p:sp>
          <p:nvSpPr>
            <p:cNvPr id="64" name="Google Shape;47;p63"/>
            <p:cNvSpPr/>
            <p:nvPr/>
          </p:nvSpPr>
          <p:spPr>
            <a:xfrm>
              <a:off x="-1" y="651044"/>
              <a:ext cx="93274" cy="9118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65" name="Google Shape;48;p63"/>
            <p:cNvSpPr/>
            <p:nvPr/>
          </p:nvSpPr>
          <p:spPr>
            <a:xfrm>
              <a:off x="2004" y="500959"/>
              <a:ext cx="252041" cy="252956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66" name="Google Shape;49;p63"/>
            <p:cNvSpPr/>
            <p:nvPr/>
          </p:nvSpPr>
          <p:spPr>
            <a:xfrm>
              <a:off x="11139" y="360030"/>
              <a:ext cx="388286" cy="39388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67" name="Google Shape;50;p63"/>
            <p:cNvSpPr/>
            <p:nvPr/>
          </p:nvSpPr>
          <p:spPr>
            <a:xfrm>
              <a:off x="8709" y="205072"/>
              <a:ext cx="540773" cy="548843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68" name="Google Shape;51;p63"/>
            <p:cNvSpPr/>
            <p:nvPr/>
          </p:nvSpPr>
          <p:spPr>
            <a:xfrm>
              <a:off x="4480" y="54679"/>
              <a:ext cx="697042" cy="69923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69" name="Google Shape;52;p63"/>
            <p:cNvSpPr/>
            <p:nvPr/>
          </p:nvSpPr>
          <p:spPr>
            <a:xfrm>
              <a:off x="10086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0" name="Google Shape;53;p63"/>
            <p:cNvSpPr/>
            <p:nvPr/>
          </p:nvSpPr>
          <p:spPr>
            <a:xfrm>
              <a:off x="24918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1" name="Google Shape;54;p63"/>
            <p:cNvSpPr/>
            <p:nvPr/>
          </p:nvSpPr>
          <p:spPr>
            <a:xfrm>
              <a:off x="39956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2" name="Google Shape;55;p63"/>
            <p:cNvSpPr/>
            <p:nvPr/>
          </p:nvSpPr>
          <p:spPr>
            <a:xfrm>
              <a:off x="54993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3" name="Google Shape;56;p63"/>
            <p:cNvSpPr/>
            <p:nvPr/>
          </p:nvSpPr>
          <p:spPr>
            <a:xfrm>
              <a:off x="69878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4" name="Google Shape;57;p63"/>
            <p:cNvSpPr/>
            <p:nvPr/>
          </p:nvSpPr>
          <p:spPr>
            <a:xfrm>
              <a:off x="847630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5" name="Google Shape;58;p63"/>
            <p:cNvSpPr/>
            <p:nvPr/>
          </p:nvSpPr>
          <p:spPr>
            <a:xfrm>
              <a:off x="99647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6" name="Google Shape;59;p63"/>
            <p:cNvSpPr/>
            <p:nvPr/>
          </p:nvSpPr>
          <p:spPr>
            <a:xfrm>
              <a:off x="114733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7" name="Google Shape;60;p63"/>
            <p:cNvSpPr/>
            <p:nvPr/>
          </p:nvSpPr>
          <p:spPr>
            <a:xfrm>
              <a:off x="130219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8" name="Google Shape;61;p63"/>
            <p:cNvSpPr/>
            <p:nvPr/>
          </p:nvSpPr>
          <p:spPr>
            <a:xfrm>
              <a:off x="144703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9" name="Google Shape;62;p63"/>
            <p:cNvSpPr/>
            <p:nvPr/>
          </p:nvSpPr>
          <p:spPr>
            <a:xfrm>
              <a:off x="1597885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0" name="Google Shape;63;p63"/>
            <p:cNvSpPr/>
            <p:nvPr/>
          </p:nvSpPr>
          <p:spPr>
            <a:xfrm>
              <a:off x="1750787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1" name="Google Shape;64;p63"/>
            <p:cNvSpPr/>
            <p:nvPr/>
          </p:nvSpPr>
          <p:spPr>
            <a:xfrm>
              <a:off x="189765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2" name="Google Shape;65;p63"/>
            <p:cNvSpPr/>
            <p:nvPr/>
          </p:nvSpPr>
          <p:spPr>
            <a:xfrm>
              <a:off x="2048527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3" name="Google Shape;66;p63"/>
            <p:cNvSpPr/>
            <p:nvPr/>
          </p:nvSpPr>
          <p:spPr>
            <a:xfrm>
              <a:off x="2197375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4" name="Google Shape;67;p63"/>
            <p:cNvSpPr/>
            <p:nvPr/>
          </p:nvSpPr>
          <p:spPr>
            <a:xfrm flipH="1" flipV="1">
              <a:off x="2938450" y="0"/>
              <a:ext cx="126797" cy="1238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5" name="Google Shape;68;p63"/>
            <p:cNvSpPr/>
            <p:nvPr/>
          </p:nvSpPr>
          <p:spPr>
            <a:xfrm flipH="1" flipV="1">
              <a:off x="2791660" y="0"/>
              <a:ext cx="271164" cy="2721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6" name="Google Shape;69;p63"/>
            <p:cNvSpPr/>
            <p:nvPr/>
          </p:nvSpPr>
          <p:spPr>
            <a:xfrm flipH="1" flipV="1">
              <a:off x="2643273" y="-1"/>
              <a:ext cx="417746" cy="42377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7" name="Google Shape;70;p63"/>
            <p:cNvSpPr/>
            <p:nvPr/>
          </p:nvSpPr>
          <p:spPr>
            <a:xfrm flipH="1" flipV="1">
              <a:off x="2493883" y="1"/>
              <a:ext cx="569360" cy="57539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8" name="Google Shape;71;p63"/>
            <p:cNvSpPr/>
            <p:nvPr/>
          </p:nvSpPr>
          <p:spPr>
            <a:xfrm flipH="1" flipV="1">
              <a:off x="2344588" y="1"/>
              <a:ext cx="736993" cy="742230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</p:grpSp>
      <p:pic>
        <p:nvPicPr>
          <p:cNvPr id="90" name="Google Shape;72;p63" descr="Google Shape;72;p63"/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302867" y="36825"/>
            <a:ext cx="4684106" cy="4684107"/>
          </a:xfrm>
          <a:prstGeom prst="rect">
            <a:avLst/>
          </a:prstGeom>
          <a:ln w="12700">
            <a:miter lim="400000"/>
          </a:ln>
        </p:spPr>
      </p:pic>
      <p:sp>
        <p:nvSpPr>
          <p:cNvPr id="37" name="Google Shape;1680;p57"/>
          <p:cNvSpPr txBox="1"/>
          <p:nvPr userDrawn="1"/>
        </p:nvSpPr>
        <p:spPr>
          <a:xfrm>
            <a:off x="1090515" y="2230434"/>
            <a:ext cx="6135416" cy="13080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699" tIns="45699" rIns="45699" bIns="45699">
            <a:spAutoFit/>
          </a:bodyPr>
          <a:lstStyle>
            <a:lvl1pPr>
              <a:defRPr sz="9600">
                <a:solidFill>
                  <a:schemeClr val="accent2"/>
                </a:solidFill>
                <a:latin typeface="Simplon BP Bold"/>
                <a:ea typeface="Simplon BP Bold"/>
                <a:cs typeface="Simplon BP Bold"/>
                <a:sym typeface="Simplon BP Bold"/>
              </a:defRPr>
            </a:lvl1pPr>
          </a:lstStyle>
          <a:p>
            <a:r>
              <a:t>obrigado!</a:t>
            </a:r>
          </a:p>
        </p:txBody>
      </p:sp>
    </p:spTree>
    <p:extLst>
      <p:ext uri="{BB962C8B-B14F-4D97-AF65-F5344CB8AC3E}">
        <p14:creationId xmlns:p14="http://schemas.microsoft.com/office/powerpoint/2010/main" val="2984396992"/>
      </p:ext>
    </p:extLst>
  </p:cSld>
  <p:clrMapOvr>
    <a:masterClrMapping/>
  </p:clrMapOvr>
  <p:transition spd="med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21" imgH="423" progId="TCLayout.ActiveDocument.1">
                  <p:embed/>
                </p:oleObj>
              </mc:Choice>
              <mc:Fallback>
                <p:oleObj name="Slide do think-cell" r:id="rId3" imgW="421" imgH="423" progId="TCLayout.ActiveDocument.1">
                  <p:embed/>
                  <p:pic>
                    <p:nvPicPr>
                      <p:cNvPr id="2" name="Objeto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tângulo 3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pic>
        <p:nvPicPr>
          <p:cNvPr id="136" name="Google Shape;106;p65" descr="Google Shape;106;p65"/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70663" y="-101600"/>
            <a:ext cx="1121337" cy="1121337"/>
          </a:xfrm>
          <a:prstGeom prst="rect">
            <a:avLst/>
          </a:prstGeom>
          <a:ln w="12700">
            <a:miter lim="400000"/>
          </a:ln>
        </p:spPr>
      </p:pic>
      <p:sp>
        <p:nvSpPr>
          <p:cNvPr id="13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grpSp>
        <p:nvGrpSpPr>
          <p:cNvPr id="3" name="Agrupar 2"/>
          <p:cNvGrpSpPr/>
          <p:nvPr userDrawn="1"/>
        </p:nvGrpSpPr>
        <p:grpSpPr>
          <a:xfrm>
            <a:off x="-1924709" y="273157"/>
            <a:ext cx="1875959" cy="5481043"/>
            <a:chOff x="-1924709" y="273157"/>
            <a:chExt cx="1875959" cy="5481043"/>
          </a:xfrm>
        </p:grpSpPr>
        <p:grpSp>
          <p:nvGrpSpPr>
            <p:cNvPr id="8" name="Google Shape;456;p5"/>
            <p:cNvGrpSpPr/>
            <p:nvPr/>
          </p:nvGrpSpPr>
          <p:grpSpPr>
            <a:xfrm>
              <a:off x="-1860193" y="896121"/>
              <a:ext cx="1740449" cy="4173016"/>
              <a:chOff x="4077841" y="5415653"/>
              <a:chExt cx="1740449" cy="4173016"/>
            </a:xfrm>
          </p:grpSpPr>
          <p:sp>
            <p:nvSpPr>
              <p:cNvPr id="18" name="Google Shape;457;p5"/>
              <p:cNvSpPr/>
              <p:nvPr/>
            </p:nvSpPr>
            <p:spPr>
              <a:xfrm>
                <a:off x="4191000" y="5415653"/>
                <a:ext cx="762000" cy="762000"/>
              </a:xfrm>
              <a:prstGeom prst="ellipse">
                <a:avLst/>
              </a:prstGeom>
              <a:solidFill>
                <a:srgbClr val="00D318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" name="Google Shape;458;p5"/>
              <p:cNvSpPr/>
              <p:nvPr/>
            </p:nvSpPr>
            <p:spPr>
              <a:xfrm>
                <a:off x="5056290" y="5415653"/>
                <a:ext cx="762000" cy="762000"/>
              </a:xfrm>
              <a:prstGeom prst="ellipse">
                <a:avLst/>
              </a:prstGeom>
              <a:solidFill>
                <a:srgbClr val="009E0B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" name="Google Shape;459;p5"/>
              <p:cNvSpPr/>
              <p:nvPr/>
            </p:nvSpPr>
            <p:spPr>
              <a:xfrm>
                <a:off x="4106520" y="7322761"/>
                <a:ext cx="762000" cy="7620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" name="Google Shape;460;p5"/>
              <p:cNvSpPr/>
              <p:nvPr/>
            </p:nvSpPr>
            <p:spPr>
              <a:xfrm>
                <a:off x="4977132" y="7314542"/>
                <a:ext cx="762000" cy="762000"/>
              </a:xfrm>
              <a:prstGeom prst="ellipse">
                <a:avLst/>
              </a:prstGeom>
              <a:solidFill>
                <a:srgbClr val="FFFF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" name="Google Shape;461;p5"/>
              <p:cNvSpPr/>
              <p:nvPr/>
            </p:nvSpPr>
            <p:spPr>
              <a:xfrm>
                <a:off x="4077841" y="8826669"/>
                <a:ext cx="762000" cy="762000"/>
              </a:xfrm>
              <a:prstGeom prst="ellipse">
                <a:avLst/>
              </a:prstGeom>
              <a:solidFill>
                <a:srgbClr val="4D4D4D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" name="Google Shape;462;p5"/>
              <p:cNvSpPr/>
              <p:nvPr/>
            </p:nvSpPr>
            <p:spPr>
              <a:xfrm>
                <a:off x="4969800" y="8826669"/>
                <a:ext cx="762000" cy="762000"/>
              </a:xfrm>
              <a:prstGeom prst="ellipse">
                <a:avLst/>
              </a:prstGeom>
              <a:solidFill>
                <a:srgbClr val="000000"/>
              </a:solidFill>
              <a:ln w="19050" cap="flat" cmpd="sng">
                <a:solidFill>
                  <a:srgbClr val="94949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" name="Google Shape;464;p5"/>
            <p:cNvSpPr txBox="1"/>
            <p:nvPr/>
          </p:nvSpPr>
          <p:spPr>
            <a:xfrm>
              <a:off x="-1825003" y="273157"/>
              <a:ext cx="1776253" cy="30773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Bold" pitchFamily="2" charset="77"/>
                  <a:cs typeface="Arial"/>
                  <a:sym typeface="Arial"/>
                </a:rPr>
                <a:t>PALETA</a:t>
              </a:r>
              <a:endParaRPr kumimoji="0" sz="1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Bold" pitchFamily="2" charset="77"/>
                <a:cs typeface="Arial"/>
                <a:sym typeface="Arial"/>
              </a:endParaRPr>
            </a:p>
          </p:txBody>
        </p:sp>
        <p:sp>
          <p:nvSpPr>
            <p:cNvPr id="10" name="Google Shape;465;p5"/>
            <p:cNvSpPr txBox="1"/>
            <p:nvPr/>
          </p:nvSpPr>
          <p:spPr>
            <a:xfrm>
              <a:off x="-1825003" y="524413"/>
              <a:ext cx="1648562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Principais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1" name="Google Shape;466;p5"/>
            <p:cNvSpPr txBox="1"/>
            <p:nvPr/>
          </p:nvSpPr>
          <p:spPr>
            <a:xfrm>
              <a:off x="-1903362" y="2462339"/>
              <a:ext cx="1648562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Secundárias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2" name="Google Shape;467;p5"/>
            <p:cNvSpPr txBox="1"/>
            <p:nvPr/>
          </p:nvSpPr>
          <p:spPr>
            <a:xfrm>
              <a:off x="-1825002" y="1733827"/>
              <a:ext cx="87427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R.0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G.211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B.24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3" name="Google Shape;468;p5"/>
            <p:cNvSpPr txBox="1"/>
            <p:nvPr/>
          </p:nvSpPr>
          <p:spPr>
            <a:xfrm>
              <a:off x="-923028" y="1733827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R.0G.158B.11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4" name="Google Shape;469;p5"/>
            <p:cNvSpPr txBox="1"/>
            <p:nvPr/>
          </p:nvSpPr>
          <p:spPr>
            <a:xfrm>
              <a:off x="-1903362" y="3640935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R.255G.255B.255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5" name="Google Shape;470;p5"/>
            <p:cNvSpPr txBox="1"/>
            <p:nvPr/>
          </p:nvSpPr>
          <p:spPr>
            <a:xfrm>
              <a:off x="-1029084" y="3687308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R.255G.255B.0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6" name="Google Shape;471;p5"/>
            <p:cNvSpPr txBox="1"/>
            <p:nvPr/>
          </p:nvSpPr>
          <p:spPr>
            <a:xfrm>
              <a:off x="-1924709" y="5144843"/>
              <a:ext cx="93512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R.77</a:t>
              </a:r>
            </a:p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G.77</a:t>
              </a:r>
            </a:p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B.77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7" name="Google Shape;472;p5"/>
            <p:cNvSpPr txBox="1"/>
            <p:nvPr/>
          </p:nvSpPr>
          <p:spPr>
            <a:xfrm>
              <a:off x="-1029084" y="5144843"/>
              <a:ext cx="87427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R.0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G.0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B.0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</p:grpSp>
      <p:sp>
        <p:nvSpPr>
          <p:cNvPr id="5" name="Título 4"/>
          <p:cNvSpPr>
            <a:spLocks noGrp="1"/>
          </p:cNvSpPr>
          <p:nvPr>
            <p:ph type="title" hasCustomPrompt="1"/>
          </p:nvPr>
        </p:nvSpPr>
        <p:spPr>
          <a:xfrm>
            <a:off x="314182" y="119371"/>
            <a:ext cx="10756482" cy="558294"/>
          </a:xfrm>
          <a:prstGeom prst="rect">
            <a:avLst/>
          </a:prstGeom>
        </p:spPr>
        <p:txBody>
          <a:bodyPr vert="horz"/>
          <a:lstStyle>
            <a:lvl1pPr>
              <a:defRPr sz="2000" baseline="0">
                <a:latin typeface="Simplon BP Bold" pitchFamily="2" charset="0"/>
              </a:defRPr>
            </a:lvl1pPr>
          </a:lstStyle>
          <a:p>
            <a:r>
              <a:rPr lang="pt-BR" err="1"/>
              <a:t>icones</a:t>
            </a:r>
            <a:endParaRPr lang="en-US"/>
          </a:p>
        </p:txBody>
      </p:sp>
      <p:sp>
        <p:nvSpPr>
          <p:cNvPr id="24" name="Google Shape;1504;p94"/>
          <p:cNvSpPr/>
          <p:nvPr userDrawn="1"/>
        </p:nvSpPr>
        <p:spPr>
          <a:xfrm>
            <a:off x="1448017" y="870857"/>
            <a:ext cx="9295966" cy="5410201"/>
          </a:xfrm>
          <a:prstGeom prst="rect">
            <a:avLst/>
          </a:prstGeom>
          <a:ln w="25400">
            <a:solidFill>
              <a:schemeClr val="accent1"/>
            </a:solidFill>
          </a:ln>
        </p:spPr>
        <p:txBody>
          <a:bodyPr lIns="0" tIns="0" rIns="0" bIns="0" anchor="ctr"/>
          <a:lstStyle/>
          <a:p>
            <a:pPr algn="ctr">
              <a:defRPr>
                <a:solidFill>
                  <a:schemeClr val="accent2"/>
                </a:solidFill>
              </a:defRPr>
            </a:pPr>
            <a:endParaRPr/>
          </a:p>
        </p:txBody>
      </p:sp>
      <p:pic>
        <p:nvPicPr>
          <p:cNvPr id="25" name="Google Shape;1505;p94" descr="Google Shape;1505;p94"/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2028019" y="1155200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26" name="Google Shape;1506;p94" descr="Google Shape;1506;p94"/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9386741" y="1155200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27" name="Google Shape;1507;p94" descr="Google Shape;1507;p94"/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9386741" y="5219474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28" name="Google Shape;1508;p94" descr="Google Shape;1508;p94"/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2028019" y="5219474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29" name="Google Shape;1509;p94" descr="Google Shape;1509;p94"/>
          <p:cNvPicPr>
            <a:picLocks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3499763" y="1155200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30" name="Google Shape;1510;p94" descr="Google Shape;1510;p94"/>
          <p:cNvPicPr>
            <a:picLocks noChangeAspect="1"/>
          </p:cNvPicPr>
          <p:nvPr userDrawn="1"/>
        </p:nvPicPr>
        <p:blipFill>
          <a:blip r:embed="rId11"/>
          <a:stretch>
            <a:fillRect/>
          </a:stretch>
        </p:blipFill>
        <p:spPr>
          <a:xfrm>
            <a:off x="4971508" y="2171269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31" name="Google Shape;1511;p94" descr="Google Shape;1511;p94"/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6443253" y="1155200"/>
            <a:ext cx="777242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32" name="Google Shape;1512;p94" descr="Google Shape;1512;p94"/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6443253" y="4203406"/>
            <a:ext cx="777242" cy="777242"/>
          </a:xfrm>
          <a:prstGeom prst="rect">
            <a:avLst/>
          </a:prstGeom>
          <a:ln w="12700">
            <a:miter lim="400000"/>
          </a:ln>
        </p:spPr>
      </p:pic>
      <p:pic>
        <p:nvPicPr>
          <p:cNvPr id="33" name="Google Shape;1513;p94" descr="Google Shape;1513;p94"/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9386741" y="4203406"/>
            <a:ext cx="777241" cy="777242"/>
          </a:xfrm>
          <a:prstGeom prst="rect">
            <a:avLst/>
          </a:prstGeom>
          <a:ln w="12700">
            <a:miter lim="400000"/>
          </a:ln>
        </p:spPr>
      </p:pic>
      <p:pic>
        <p:nvPicPr>
          <p:cNvPr id="34" name="Google Shape;1514;p94" descr="Google Shape;1514;p94"/>
          <p:cNvPicPr>
            <a:picLocks noChangeAspect="1"/>
          </p:cNvPicPr>
          <p:nvPr userDrawn="1"/>
        </p:nvPicPr>
        <p:blipFill>
          <a:blip r:embed="rId15"/>
          <a:stretch>
            <a:fillRect/>
          </a:stretch>
        </p:blipFill>
        <p:spPr>
          <a:xfrm>
            <a:off x="7914999" y="4203406"/>
            <a:ext cx="777241" cy="777242"/>
          </a:xfrm>
          <a:prstGeom prst="rect">
            <a:avLst/>
          </a:prstGeom>
          <a:ln w="12700">
            <a:miter lim="400000"/>
          </a:ln>
        </p:spPr>
      </p:pic>
      <p:pic>
        <p:nvPicPr>
          <p:cNvPr id="35" name="Google Shape;1515;p94" descr="Google Shape;1515;p94"/>
          <p:cNvPicPr>
            <a:picLocks noChangeAspect="1"/>
          </p:cNvPicPr>
          <p:nvPr userDrawn="1"/>
        </p:nvPicPr>
        <p:blipFill>
          <a:blip r:embed="rId16"/>
          <a:stretch>
            <a:fillRect/>
          </a:stretch>
        </p:blipFill>
        <p:spPr>
          <a:xfrm>
            <a:off x="6443253" y="2171269"/>
            <a:ext cx="777242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36" name="Google Shape;1516;p94" descr="Google Shape;1516;p94"/>
          <p:cNvPicPr>
            <a:picLocks noChangeAspect="1"/>
          </p:cNvPicPr>
          <p:nvPr userDrawn="1"/>
        </p:nvPicPr>
        <p:blipFill>
          <a:blip r:embed="rId17"/>
          <a:stretch>
            <a:fillRect/>
          </a:stretch>
        </p:blipFill>
        <p:spPr>
          <a:xfrm>
            <a:off x="3499763" y="5219474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37" name="Google Shape;1517;p94" descr="Google Shape;1517;p94"/>
          <p:cNvPicPr>
            <a:picLocks noChangeAspect="1"/>
          </p:cNvPicPr>
          <p:nvPr userDrawn="1"/>
        </p:nvPicPr>
        <p:blipFill>
          <a:blip r:embed="rId18"/>
          <a:stretch>
            <a:fillRect/>
          </a:stretch>
        </p:blipFill>
        <p:spPr>
          <a:xfrm>
            <a:off x="9386741" y="3187338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38" name="Google Shape;1518;p94" descr="Google Shape;1518;p94"/>
          <p:cNvPicPr>
            <a:picLocks noChangeAspect="1"/>
          </p:cNvPicPr>
          <p:nvPr userDrawn="1"/>
        </p:nvPicPr>
        <p:blipFill>
          <a:blip r:embed="rId19"/>
          <a:stretch>
            <a:fillRect/>
          </a:stretch>
        </p:blipFill>
        <p:spPr>
          <a:xfrm>
            <a:off x="6443253" y="5219474"/>
            <a:ext cx="777242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39" name="Google Shape;1519;p94" descr="Google Shape;1519;p94"/>
          <p:cNvPicPr>
            <a:picLocks noChangeAspect="1"/>
          </p:cNvPicPr>
          <p:nvPr userDrawn="1"/>
        </p:nvPicPr>
        <p:blipFill>
          <a:blip r:embed="rId20"/>
          <a:stretch>
            <a:fillRect/>
          </a:stretch>
        </p:blipFill>
        <p:spPr>
          <a:xfrm>
            <a:off x="2028019" y="4203406"/>
            <a:ext cx="777241" cy="777242"/>
          </a:xfrm>
          <a:prstGeom prst="rect">
            <a:avLst/>
          </a:prstGeom>
          <a:ln w="12700">
            <a:miter lim="400000"/>
          </a:ln>
        </p:spPr>
      </p:pic>
      <p:pic>
        <p:nvPicPr>
          <p:cNvPr id="40" name="Google Shape;1520;p94" descr="Google Shape;1520;p94"/>
          <p:cNvPicPr>
            <a:picLocks noChangeAspect="1"/>
          </p:cNvPicPr>
          <p:nvPr userDrawn="1"/>
        </p:nvPicPr>
        <p:blipFill>
          <a:blip r:embed="rId21"/>
          <a:stretch>
            <a:fillRect/>
          </a:stretch>
        </p:blipFill>
        <p:spPr>
          <a:xfrm>
            <a:off x="4971508" y="4203406"/>
            <a:ext cx="777241" cy="777242"/>
          </a:xfrm>
          <a:prstGeom prst="rect">
            <a:avLst/>
          </a:prstGeom>
          <a:ln w="12700">
            <a:miter lim="400000"/>
          </a:ln>
        </p:spPr>
      </p:pic>
      <p:pic>
        <p:nvPicPr>
          <p:cNvPr id="41" name="Google Shape;1521;p94" descr="Google Shape;1521;p94"/>
          <p:cNvPicPr>
            <a:picLocks noChangeAspect="1"/>
          </p:cNvPicPr>
          <p:nvPr userDrawn="1"/>
        </p:nvPicPr>
        <p:blipFill>
          <a:blip r:embed="rId22"/>
          <a:stretch>
            <a:fillRect/>
          </a:stretch>
        </p:blipFill>
        <p:spPr>
          <a:xfrm>
            <a:off x="3499763" y="4203406"/>
            <a:ext cx="777241" cy="777242"/>
          </a:xfrm>
          <a:prstGeom prst="rect">
            <a:avLst/>
          </a:prstGeom>
          <a:ln w="12700">
            <a:miter lim="400000"/>
          </a:ln>
        </p:spPr>
      </p:pic>
      <p:pic>
        <p:nvPicPr>
          <p:cNvPr id="42" name="Google Shape;1522;p94" descr="Google Shape;1522;p94"/>
          <p:cNvPicPr>
            <a:picLocks noChangeAspect="1"/>
          </p:cNvPicPr>
          <p:nvPr userDrawn="1"/>
        </p:nvPicPr>
        <p:blipFill>
          <a:blip r:embed="rId23"/>
          <a:stretch>
            <a:fillRect/>
          </a:stretch>
        </p:blipFill>
        <p:spPr>
          <a:xfrm>
            <a:off x="3499763" y="2171269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43" name="Google Shape;1523;p94" descr="Google Shape;1523;p94"/>
          <p:cNvPicPr>
            <a:picLocks noChangeAspect="1"/>
          </p:cNvPicPr>
          <p:nvPr userDrawn="1"/>
        </p:nvPicPr>
        <p:blipFill>
          <a:blip r:embed="rId24"/>
          <a:stretch>
            <a:fillRect/>
          </a:stretch>
        </p:blipFill>
        <p:spPr>
          <a:xfrm>
            <a:off x="9386741" y="2171269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44" name="Google Shape;1524;p94" descr="Google Shape;1524;p94"/>
          <p:cNvPicPr>
            <a:picLocks noChangeAspect="1"/>
          </p:cNvPicPr>
          <p:nvPr userDrawn="1"/>
        </p:nvPicPr>
        <p:blipFill>
          <a:blip r:embed="rId25"/>
          <a:stretch>
            <a:fillRect/>
          </a:stretch>
        </p:blipFill>
        <p:spPr>
          <a:xfrm>
            <a:off x="7914999" y="2171269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45" name="Google Shape;1525;p94" descr="Google Shape;1525;p94"/>
          <p:cNvPicPr>
            <a:picLocks noChangeAspect="1"/>
          </p:cNvPicPr>
          <p:nvPr userDrawn="1"/>
        </p:nvPicPr>
        <p:blipFill>
          <a:blip r:embed="rId26"/>
          <a:stretch>
            <a:fillRect/>
          </a:stretch>
        </p:blipFill>
        <p:spPr>
          <a:xfrm>
            <a:off x="7914999" y="3187338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46" name="Google Shape;1526;p94" descr="Google Shape;1526;p94"/>
          <p:cNvPicPr>
            <a:picLocks noChangeAspect="1"/>
          </p:cNvPicPr>
          <p:nvPr userDrawn="1"/>
        </p:nvPicPr>
        <p:blipFill>
          <a:blip r:embed="rId27"/>
          <a:stretch>
            <a:fillRect/>
          </a:stretch>
        </p:blipFill>
        <p:spPr>
          <a:xfrm>
            <a:off x="2028019" y="3187338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47" name="Google Shape;1527;p94" descr="Google Shape;1527;p94"/>
          <p:cNvPicPr>
            <a:picLocks noChangeAspect="1"/>
          </p:cNvPicPr>
          <p:nvPr userDrawn="1"/>
        </p:nvPicPr>
        <p:blipFill>
          <a:blip r:embed="rId28"/>
          <a:stretch>
            <a:fillRect/>
          </a:stretch>
        </p:blipFill>
        <p:spPr>
          <a:xfrm>
            <a:off x="7914999" y="1155200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48" name="Google Shape;1528;p94" descr="Google Shape;1528;p94"/>
          <p:cNvPicPr>
            <a:picLocks noChangeAspect="1"/>
          </p:cNvPicPr>
          <p:nvPr userDrawn="1"/>
        </p:nvPicPr>
        <p:blipFill>
          <a:blip r:embed="rId29"/>
          <a:stretch>
            <a:fillRect/>
          </a:stretch>
        </p:blipFill>
        <p:spPr>
          <a:xfrm>
            <a:off x="4971508" y="3187338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49" name="Google Shape;1529;p94" descr="Google Shape;1529;p94"/>
          <p:cNvPicPr>
            <a:picLocks noChangeAspect="1"/>
          </p:cNvPicPr>
          <p:nvPr userDrawn="1"/>
        </p:nvPicPr>
        <p:blipFill>
          <a:blip r:embed="rId30"/>
          <a:stretch>
            <a:fillRect/>
          </a:stretch>
        </p:blipFill>
        <p:spPr>
          <a:xfrm>
            <a:off x="4971508" y="1155200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50" name="Google Shape;1530;p94" descr="Google Shape;1530;p94"/>
          <p:cNvPicPr>
            <a:picLocks noChangeAspect="1"/>
          </p:cNvPicPr>
          <p:nvPr userDrawn="1"/>
        </p:nvPicPr>
        <p:blipFill>
          <a:blip r:embed="rId31"/>
          <a:stretch>
            <a:fillRect/>
          </a:stretch>
        </p:blipFill>
        <p:spPr>
          <a:xfrm>
            <a:off x="7914999" y="5219474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51" name="Google Shape;1531;p94" descr="Google Shape;1531;p94"/>
          <p:cNvPicPr>
            <a:picLocks noChangeAspect="1"/>
          </p:cNvPicPr>
          <p:nvPr userDrawn="1"/>
        </p:nvPicPr>
        <p:blipFill>
          <a:blip r:embed="rId32"/>
          <a:stretch>
            <a:fillRect/>
          </a:stretch>
        </p:blipFill>
        <p:spPr>
          <a:xfrm>
            <a:off x="3499763" y="3187338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52" name="Google Shape;1532;p94" descr="Google Shape;1532;p94"/>
          <p:cNvPicPr>
            <a:picLocks noChangeAspect="1"/>
          </p:cNvPicPr>
          <p:nvPr userDrawn="1"/>
        </p:nvPicPr>
        <p:blipFill>
          <a:blip r:embed="rId33"/>
          <a:stretch>
            <a:fillRect/>
          </a:stretch>
        </p:blipFill>
        <p:spPr>
          <a:xfrm>
            <a:off x="6443253" y="3187338"/>
            <a:ext cx="777242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53" name="Google Shape;1533;p94" descr="Google Shape;1533;p94"/>
          <p:cNvPicPr>
            <a:picLocks noChangeAspect="1"/>
          </p:cNvPicPr>
          <p:nvPr userDrawn="1"/>
        </p:nvPicPr>
        <p:blipFill>
          <a:blip r:embed="rId34"/>
          <a:stretch>
            <a:fillRect/>
          </a:stretch>
        </p:blipFill>
        <p:spPr>
          <a:xfrm>
            <a:off x="4971508" y="5219474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54" name="Google Shape;1534;p94" descr="Google Shape;1534;p94"/>
          <p:cNvPicPr>
            <a:picLocks noChangeAspect="1"/>
          </p:cNvPicPr>
          <p:nvPr userDrawn="1"/>
        </p:nvPicPr>
        <p:blipFill>
          <a:blip r:embed="rId35"/>
          <a:stretch>
            <a:fillRect/>
          </a:stretch>
        </p:blipFill>
        <p:spPr>
          <a:xfrm>
            <a:off x="2028019" y="2171269"/>
            <a:ext cx="777241" cy="77724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771748008"/>
      </p:ext>
    </p:extLst>
  </p:cSld>
  <p:clrMapOvr>
    <a:masterClrMapping/>
  </p:clrMapOvr>
  <p:transition spd="med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21" imgH="423" progId="TCLayout.ActiveDocument.1">
                  <p:embed/>
                </p:oleObj>
              </mc:Choice>
              <mc:Fallback>
                <p:oleObj name="Slide do think-cell" r:id="rId3" imgW="421" imgH="423" progId="TCLayout.ActiveDocument.1">
                  <p:embed/>
                  <p:pic>
                    <p:nvPicPr>
                      <p:cNvPr id="2" name="Objeto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tângulo 3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pic>
        <p:nvPicPr>
          <p:cNvPr id="136" name="Google Shape;106;p65" descr="Google Shape;106;p65"/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70663" y="-101600"/>
            <a:ext cx="1121337" cy="1121337"/>
          </a:xfrm>
          <a:prstGeom prst="rect">
            <a:avLst/>
          </a:prstGeom>
          <a:ln w="12700">
            <a:miter lim="400000"/>
          </a:ln>
        </p:spPr>
      </p:pic>
      <p:sp>
        <p:nvSpPr>
          <p:cNvPr id="13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grpSp>
        <p:nvGrpSpPr>
          <p:cNvPr id="3" name="Agrupar 2"/>
          <p:cNvGrpSpPr/>
          <p:nvPr userDrawn="1"/>
        </p:nvGrpSpPr>
        <p:grpSpPr>
          <a:xfrm>
            <a:off x="-1924709" y="273157"/>
            <a:ext cx="1875959" cy="5481043"/>
            <a:chOff x="-1924709" y="273157"/>
            <a:chExt cx="1875959" cy="5481043"/>
          </a:xfrm>
        </p:grpSpPr>
        <p:grpSp>
          <p:nvGrpSpPr>
            <p:cNvPr id="8" name="Google Shape;456;p5"/>
            <p:cNvGrpSpPr/>
            <p:nvPr/>
          </p:nvGrpSpPr>
          <p:grpSpPr>
            <a:xfrm>
              <a:off x="-1860193" y="896121"/>
              <a:ext cx="1740449" cy="4173016"/>
              <a:chOff x="4077841" y="5415653"/>
              <a:chExt cx="1740449" cy="4173016"/>
            </a:xfrm>
          </p:grpSpPr>
          <p:sp>
            <p:nvSpPr>
              <p:cNvPr id="18" name="Google Shape;457;p5"/>
              <p:cNvSpPr/>
              <p:nvPr/>
            </p:nvSpPr>
            <p:spPr>
              <a:xfrm>
                <a:off x="4191000" y="5415653"/>
                <a:ext cx="762000" cy="762000"/>
              </a:xfrm>
              <a:prstGeom prst="ellipse">
                <a:avLst/>
              </a:prstGeom>
              <a:solidFill>
                <a:srgbClr val="00D318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" name="Google Shape;458;p5"/>
              <p:cNvSpPr/>
              <p:nvPr/>
            </p:nvSpPr>
            <p:spPr>
              <a:xfrm>
                <a:off x="5056290" y="5415653"/>
                <a:ext cx="762000" cy="762000"/>
              </a:xfrm>
              <a:prstGeom prst="ellipse">
                <a:avLst/>
              </a:prstGeom>
              <a:solidFill>
                <a:srgbClr val="009E0B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" name="Google Shape;459;p5"/>
              <p:cNvSpPr/>
              <p:nvPr/>
            </p:nvSpPr>
            <p:spPr>
              <a:xfrm>
                <a:off x="4106520" y="7322761"/>
                <a:ext cx="762000" cy="7620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" name="Google Shape;460;p5"/>
              <p:cNvSpPr/>
              <p:nvPr/>
            </p:nvSpPr>
            <p:spPr>
              <a:xfrm>
                <a:off x="4977132" y="7314542"/>
                <a:ext cx="762000" cy="762000"/>
              </a:xfrm>
              <a:prstGeom prst="ellipse">
                <a:avLst/>
              </a:prstGeom>
              <a:solidFill>
                <a:srgbClr val="FFFF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" name="Google Shape;461;p5"/>
              <p:cNvSpPr/>
              <p:nvPr/>
            </p:nvSpPr>
            <p:spPr>
              <a:xfrm>
                <a:off x="4077841" y="8826669"/>
                <a:ext cx="762000" cy="762000"/>
              </a:xfrm>
              <a:prstGeom prst="ellipse">
                <a:avLst/>
              </a:prstGeom>
              <a:solidFill>
                <a:srgbClr val="4D4D4D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" name="Google Shape;462;p5"/>
              <p:cNvSpPr/>
              <p:nvPr/>
            </p:nvSpPr>
            <p:spPr>
              <a:xfrm>
                <a:off x="4969800" y="8826669"/>
                <a:ext cx="762000" cy="762000"/>
              </a:xfrm>
              <a:prstGeom prst="ellipse">
                <a:avLst/>
              </a:prstGeom>
              <a:solidFill>
                <a:srgbClr val="000000"/>
              </a:solidFill>
              <a:ln w="19050" cap="flat" cmpd="sng">
                <a:solidFill>
                  <a:srgbClr val="94949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" name="Google Shape;464;p5"/>
            <p:cNvSpPr txBox="1"/>
            <p:nvPr/>
          </p:nvSpPr>
          <p:spPr>
            <a:xfrm>
              <a:off x="-1825003" y="273157"/>
              <a:ext cx="1776253" cy="30773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Bold" pitchFamily="2" charset="77"/>
                  <a:cs typeface="Arial"/>
                  <a:sym typeface="Arial"/>
                </a:rPr>
                <a:t>PALETA</a:t>
              </a:r>
              <a:endParaRPr kumimoji="0" sz="1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Bold" pitchFamily="2" charset="77"/>
                <a:cs typeface="Arial"/>
                <a:sym typeface="Arial"/>
              </a:endParaRPr>
            </a:p>
          </p:txBody>
        </p:sp>
        <p:sp>
          <p:nvSpPr>
            <p:cNvPr id="10" name="Google Shape;465;p5"/>
            <p:cNvSpPr txBox="1"/>
            <p:nvPr/>
          </p:nvSpPr>
          <p:spPr>
            <a:xfrm>
              <a:off x="-1825003" y="524413"/>
              <a:ext cx="1648562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Principais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1" name="Google Shape;466;p5"/>
            <p:cNvSpPr txBox="1"/>
            <p:nvPr/>
          </p:nvSpPr>
          <p:spPr>
            <a:xfrm>
              <a:off x="-1903362" y="2462339"/>
              <a:ext cx="1648562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Secundárias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2" name="Google Shape;467;p5"/>
            <p:cNvSpPr txBox="1"/>
            <p:nvPr/>
          </p:nvSpPr>
          <p:spPr>
            <a:xfrm>
              <a:off x="-1825002" y="1733827"/>
              <a:ext cx="87427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R.0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G.211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B.24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3" name="Google Shape;468;p5"/>
            <p:cNvSpPr txBox="1"/>
            <p:nvPr/>
          </p:nvSpPr>
          <p:spPr>
            <a:xfrm>
              <a:off x="-923028" y="1733827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R.0G.158B.11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4" name="Google Shape;469;p5"/>
            <p:cNvSpPr txBox="1"/>
            <p:nvPr/>
          </p:nvSpPr>
          <p:spPr>
            <a:xfrm>
              <a:off x="-1903362" y="3640935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R.255G.255B.255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5" name="Google Shape;470;p5"/>
            <p:cNvSpPr txBox="1"/>
            <p:nvPr/>
          </p:nvSpPr>
          <p:spPr>
            <a:xfrm>
              <a:off x="-1029084" y="3687308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R.255G.255B.0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6" name="Google Shape;471;p5"/>
            <p:cNvSpPr txBox="1"/>
            <p:nvPr/>
          </p:nvSpPr>
          <p:spPr>
            <a:xfrm>
              <a:off x="-1924709" y="5144843"/>
              <a:ext cx="93512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R.77</a:t>
              </a:r>
            </a:p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G.77</a:t>
              </a:r>
            </a:p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B.77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7" name="Google Shape;472;p5"/>
            <p:cNvSpPr txBox="1"/>
            <p:nvPr/>
          </p:nvSpPr>
          <p:spPr>
            <a:xfrm>
              <a:off x="-1029084" y="5144843"/>
              <a:ext cx="87427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R.0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G.0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B.0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</p:grpSp>
      <p:sp>
        <p:nvSpPr>
          <p:cNvPr id="5" name="Título 4"/>
          <p:cNvSpPr>
            <a:spLocks noGrp="1"/>
          </p:cNvSpPr>
          <p:nvPr>
            <p:ph type="title" hasCustomPrompt="1"/>
          </p:nvPr>
        </p:nvSpPr>
        <p:spPr>
          <a:xfrm>
            <a:off x="314182" y="119371"/>
            <a:ext cx="10756482" cy="558294"/>
          </a:xfrm>
          <a:prstGeom prst="rect">
            <a:avLst/>
          </a:prstGeom>
        </p:spPr>
        <p:txBody>
          <a:bodyPr vert="horz"/>
          <a:lstStyle>
            <a:lvl1pPr>
              <a:defRPr sz="2000" baseline="0">
                <a:latin typeface="Simplon BP Bold" pitchFamily="2" charset="0"/>
              </a:defRPr>
            </a:lvl1pPr>
          </a:lstStyle>
          <a:p>
            <a:r>
              <a:rPr lang="pt-BR" err="1"/>
              <a:t>Timeline</a:t>
            </a:r>
            <a:r>
              <a:rPr lang="pt-BR"/>
              <a:t> exemplo</a:t>
            </a:r>
            <a:endParaRPr lang="en-US"/>
          </a:p>
        </p:txBody>
      </p:sp>
      <p:sp>
        <p:nvSpPr>
          <p:cNvPr id="24" name="Google Shape;1372;p39"/>
          <p:cNvSpPr/>
          <p:nvPr userDrawn="1"/>
        </p:nvSpPr>
        <p:spPr>
          <a:xfrm>
            <a:off x="3047999" y="3763986"/>
            <a:ext cx="1" cy="475827"/>
          </a:xfrm>
          <a:prstGeom prst="line">
            <a:avLst/>
          </a:prstGeom>
          <a:ln>
            <a:solidFill>
              <a:srgbClr val="00D312"/>
            </a:solidFill>
            <a:tailEnd type="triangle"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25" name="Google Shape;1373;p39"/>
          <p:cNvSpPr/>
          <p:nvPr userDrawn="1"/>
        </p:nvSpPr>
        <p:spPr>
          <a:xfrm>
            <a:off x="5551713" y="3763986"/>
            <a:ext cx="1" cy="475827"/>
          </a:xfrm>
          <a:prstGeom prst="line">
            <a:avLst/>
          </a:prstGeom>
          <a:ln>
            <a:solidFill>
              <a:srgbClr val="00D312"/>
            </a:solidFill>
            <a:tailEnd type="triangle"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26" name="Google Shape;1374;p39"/>
          <p:cNvSpPr/>
          <p:nvPr userDrawn="1"/>
        </p:nvSpPr>
        <p:spPr>
          <a:xfrm>
            <a:off x="8055426" y="3763986"/>
            <a:ext cx="1" cy="475827"/>
          </a:xfrm>
          <a:prstGeom prst="line">
            <a:avLst/>
          </a:prstGeom>
          <a:ln>
            <a:solidFill>
              <a:srgbClr val="00D312"/>
            </a:solidFill>
            <a:tailEnd type="triangle"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27" name="Google Shape;1375;p39"/>
          <p:cNvSpPr/>
          <p:nvPr userDrawn="1"/>
        </p:nvSpPr>
        <p:spPr>
          <a:xfrm>
            <a:off x="11440883" y="3763986"/>
            <a:ext cx="1" cy="475827"/>
          </a:xfrm>
          <a:prstGeom prst="line">
            <a:avLst/>
          </a:prstGeom>
          <a:ln>
            <a:solidFill>
              <a:srgbClr val="00D312"/>
            </a:solidFill>
            <a:tailEnd type="triangle"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28" name="Google Shape;1376;p39"/>
          <p:cNvSpPr/>
          <p:nvPr userDrawn="1"/>
        </p:nvSpPr>
        <p:spPr>
          <a:xfrm flipV="1">
            <a:off x="1764755" y="3026229"/>
            <a:ext cx="1" cy="475827"/>
          </a:xfrm>
          <a:prstGeom prst="line">
            <a:avLst/>
          </a:prstGeom>
          <a:ln>
            <a:solidFill>
              <a:srgbClr val="00D312"/>
            </a:solidFill>
            <a:tailEnd type="triangle"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29" name="Google Shape;1377;p39"/>
          <p:cNvSpPr/>
          <p:nvPr userDrawn="1"/>
        </p:nvSpPr>
        <p:spPr>
          <a:xfrm flipV="1">
            <a:off x="4268470" y="3026229"/>
            <a:ext cx="0" cy="475827"/>
          </a:xfrm>
          <a:prstGeom prst="line">
            <a:avLst/>
          </a:prstGeom>
          <a:ln>
            <a:solidFill>
              <a:srgbClr val="00D312"/>
            </a:solidFill>
            <a:tailEnd type="triangle"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30" name="Google Shape;1378;p39"/>
          <p:cNvSpPr/>
          <p:nvPr userDrawn="1"/>
        </p:nvSpPr>
        <p:spPr>
          <a:xfrm flipV="1">
            <a:off x="6772183" y="3026229"/>
            <a:ext cx="1" cy="475827"/>
          </a:xfrm>
          <a:prstGeom prst="line">
            <a:avLst/>
          </a:prstGeom>
          <a:ln>
            <a:solidFill>
              <a:srgbClr val="00D312"/>
            </a:solidFill>
            <a:tailEnd type="triangle"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31" name="Google Shape;1379;p39"/>
          <p:cNvSpPr/>
          <p:nvPr userDrawn="1"/>
        </p:nvSpPr>
        <p:spPr>
          <a:xfrm flipV="1">
            <a:off x="10157640" y="3026229"/>
            <a:ext cx="1" cy="475827"/>
          </a:xfrm>
          <a:prstGeom prst="line">
            <a:avLst/>
          </a:prstGeom>
          <a:ln>
            <a:solidFill>
              <a:srgbClr val="00D312"/>
            </a:solidFill>
            <a:tailEnd type="triangle"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32" name="Google Shape;1380;p39"/>
          <p:cNvSpPr/>
          <p:nvPr userDrawn="1"/>
        </p:nvSpPr>
        <p:spPr>
          <a:xfrm>
            <a:off x="0" y="3352794"/>
            <a:ext cx="11952514" cy="544287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chemeClr val="accent2"/>
                </a:solidFill>
              </a:defRPr>
            </a:pPr>
            <a:endParaRPr/>
          </a:p>
        </p:txBody>
      </p:sp>
      <p:sp>
        <p:nvSpPr>
          <p:cNvPr id="33" name="Google Shape;1381;p39"/>
          <p:cNvSpPr txBox="1"/>
          <p:nvPr userDrawn="1"/>
        </p:nvSpPr>
        <p:spPr>
          <a:xfrm>
            <a:off x="10651121" y="3814019"/>
            <a:ext cx="1058366" cy="271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699" tIns="45699" rIns="45699" bIns="45699" anchor="ctr">
            <a:spAutoFit/>
          </a:bodyPr>
          <a:lstStyle>
            <a:lvl1pPr algn="ctr">
              <a:defRPr>
                <a:solidFill>
                  <a:schemeClr val="accent2"/>
                </a:solidFill>
              </a:defRPr>
            </a:lvl1pPr>
          </a:lstStyle>
          <a:p>
            <a:r>
              <a:t>MAR</a:t>
            </a:r>
          </a:p>
        </p:txBody>
      </p:sp>
      <p:sp>
        <p:nvSpPr>
          <p:cNvPr id="34" name="Google Shape;1382;p39"/>
          <p:cNvSpPr txBox="1"/>
          <p:nvPr userDrawn="1"/>
        </p:nvSpPr>
        <p:spPr>
          <a:xfrm>
            <a:off x="9284160" y="3195373"/>
            <a:ext cx="1197334" cy="271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699" tIns="45699" rIns="45699" bIns="45699" anchor="ctr">
            <a:spAutoFit/>
          </a:bodyPr>
          <a:lstStyle>
            <a:lvl1pPr algn="ctr">
              <a:defRPr>
                <a:solidFill>
                  <a:schemeClr val="accent2"/>
                </a:solidFill>
              </a:defRPr>
            </a:lvl1pPr>
          </a:lstStyle>
          <a:p>
            <a:r>
              <a:t>JAN</a:t>
            </a:r>
          </a:p>
        </p:txBody>
      </p:sp>
      <p:grpSp>
        <p:nvGrpSpPr>
          <p:cNvPr id="35" name="Google Shape;1383;p39"/>
          <p:cNvGrpSpPr/>
          <p:nvPr userDrawn="1"/>
        </p:nvGrpSpPr>
        <p:grpSpPr>
          <a:xfrm>
            <a:off x="8636790" y="3480282"/>
            <a:ext cx="768950" cy="272798"/>
            <a:chOff x="0" y="0"/>
            <a:chExt cx="768948" cy="272797"/>
          </a:xfrm>
        </p:grpSpPr>
        <p:sp>
          <p:nvSpPr>
            <p:cNvPr id="36" name="Rectangle"/>
            <p:cNvSpPr/>
            <p:nvPr/>
          </p:nvSpPr>
          <p:spPr>
            <a:xfrm>
              <a:off x="0" y="0"/>
              <a:ext cx="768950" cy="272798"/>
            </a:xfrm>
            <a:prstGeom prst="rect">
              <a:avLst/>
            </a:prstGeom>
            <a:solidFill>
              <a:schemeClr val="accent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1800">
                  <a:solidFill>
                    <a:schemeClr val="accent3">
                      <a:lumOff val="44000"/>
                    </a:schemeClr>
                  </a:solidFill>
                  <a:latin typeface="Simplon BP Bold"/>
                  <a:ea typeface="Simplon BP Bold"/>
                  <a:cs typeface="Simplon BP Bold"/>
                  <a:sym typeface="Simplon BP Bold"/>
                </a:defRPr>
              </a:pPr>
              <a:endParaRPr/>
            </a:p>
          </p:txBody>
        </p:sp>
        <p:sp>
          <p:nvSpPr>
            <p:cNvPr id="37" name="2020"/>
            <p:cNvSpPr/>
            <p:nvPr/>
          </p:nvSpPr>
          <p:spPr>
            <a:xfrm>
              <a:off x="116299" y="136398"/>
              <a:ext cx="606925" cy="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45699" tIns="45699" rIns="45699" bIns="45699" numCol="1" anchor="ctr">
              <a:spAutoFit/>
            </a:bodyPr>
            <a:lstStyle>
              <a:lvl1pPr algn="ctr">
                <a:defRPr>
                  <a:solidFill>
                    <a:schemeClr val="accent3">
                      <a:lumOff val="44000"/>
                    </a:schemeClr>
                  </a:solidFill>
                  <a:latin typeface="Simplon BP Bold"/>
                  <a:ea typeface="Simplon BP Bold"/>
                  <a:cs typeface="Simplon BP Bold"/>
                  <a:sym typeface="Simplon BP Bold"/>
                </a:defRPr>
              </a:lvl1pPr>
            </a:lstStyle>
            <a:p>
              <a:r>
                <a:t>2020</a:t>
              </a:r>
            </a:p>
          </p:txBody>
        </p:sp>
      </p:grpSp>
      <p:sp>
        <p:nvSpPr>
          <p:cNvPr id="38" name="Google Shape;1384;p39"/>
          <p:cNvSpPr txBox="1"/>
          <p:nvPr userDrawn="1"/>
        </p:nvSpPr>
        <p:spPr>
          <a:xfrm>
            <a:off x="7236893" y="3816520"/>
            <a:ext cx="1078665" cy="271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699" tIns="45699" rIns="45699" bIns="45699" anchor="ctr">
            <a:spAutoFit/>
          </a:bodyPr>
          <a:lstStyle>
            <a:lvl1pPr algn="ctr">
              <a:defRPr>
                <a:solidFill>
                  <a:schemeClr val="accent2"/>
                </a:solidFill>
              </a:defRPr>
            </a:lvl1pPr>
          </a:lstStyle>
          <a:p>
            <a:r>
              <a:t>DEZ</a:t>
            </a:r>
          </a:p>
        </p:txBody>
      </p:sp>
      <p:sp>
        <p:nvSpPr>
          <p:cNvPr id="39" name="Google Shape;1385;p39"/>
          <p:cNvSpPr txBox="1"/>
          <p:nvPr userDrawn="1"/>
        </p:nvSpPr>
        <p:spPr>
          <a:xfrm>
            <a:off x="5987682" y="3195373"/>
            <a:ext cx="1078665" cy="271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699" tIns="45699" rIns="45699" bIns="45699" anchor="ctr">
            <a:spAutoFit/>
          </a:bodyPr>
          <a:lstStyle>
            <a:lvl1pPr algn="ctr">
              <a:defRPr>
                <a:solidFill>
                  <a:schemeClr val="accent2"/>
                </a:solidFill>
              </a:defRPr>
            </a:lvl1pPr>
          </a:lstStyle>
          <a:p>
            <a:r>
              <a:t>JUL</a:t>
            </a:r>
          </a:p>
        </p:txBody>
      </p:sp>
      <p:sp>
        <p:nvSpPr>
          <p:cNvPr id="40" name="Google Shape;1386;p39"/>
          <p:cNvSpPr txBox="1"/>
          <p:nvPr userDrawn="1"/>
        </p:nvSpPr>
        <p:spPr>
          <a:xfrm>
            <a:off x="4738469" y="3814019"/>
            <a:ext cx="1078666" cy="271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699" tIns="45699" rIns="45699" bIns="45699" anchor="ctr">
            <a:spAutoFit/>
          </a:bodyPr>
          <a:lstStyle>
            <a:lvl1pPr algn="ctr">
              <a:defRPr>
                <a:solidFill>
                  <a:schemeClr val="accent2"/>
                </a:solidFill>
              </a:defRPr>
            </a:lvl1pPr>
          </a:lstStyle>
          <a:p>
            <a:r>
              <a:t>JUN</a:t>
            </a:r>
          </a:p>
        </p:txBody>
      </p:sp>
      <p:sp>
        <p:nvSpPr>
          <p:cNvPr id="41" name="Google Shape;1387;p39"/>
          <p:cNvSpPr txBox="1"/>
          <p:nvPr userDrawn="1"/>
        </p:nvSpPr>
        <p:spPr>
          <a:xfrm>
            <a:off x="3489259" y="3195373"/>
            <a:ext cx="1078665" cy="271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699" tIns="45699" rIns="45699" bIns="45699" anchor="ctr">
            <a:spAutoFit/>
          </a:bodyPr>
          <a:lstStyle>
            <a:lvl1pPr algn="ctr">
              <a:defRPr>
                <a:solidFill>
                  <a:schemeClr val="accent2"/>
                </a:solidFill>
              </a:defRPr>
            </a:lvl1pPr>
          </a:lstStyle>
          <a:p>
            <a:r>
              <a:t>MAI</a:t>
            </a:r>
          </a:p>
        </p:txBody>
      </p:sp>
      <p:sp>
        <p:nvSpPr>
          <p:cNvPr id="42" name="Google Shape;1388;p39"/>
          <p:cNvSpPr txBox="1"/>
          <p:nvPr userDrawn="1"/>
        </p:nvSpPr>
        <p:spPr>
          <a:xfrm>
            <a:off x="2240046" y="3816520"/>
            <a:ext cx="1078665" cy="271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699" tIns="45699" rIns="45699" bIns="45699" anchor="ctr">
            <a:spAutoFit/>
          </a:bodyPr>
          <a:lstStyle>
            <a:lvl1pPr algn="ctr">
              <a:defRPr>
                <a:solidFill>
                  <a:schemeClr val="accent2"/>
                </a:solidFill>
              </a:defRPr>
            </a:lvl1pPr>
          </a:lstStyle>
          <a:p>
            <a:r>
              <a:t>MAR</a:t>
            </a:r>
          </a:p>
        </p:txBody>
      </p:sp>
      <p:sp>
        <p:nvSpPr>
          <p:cNvPr id="43" name="Google Shape;1389;p39"/>
          <p:cNvSpPr txBox="1"/>
          <p:nvPr userDrawn="1"/>
        </p:nvSpPr>
        <p:spPr>
          <a:xfrm>
            <a:off x="990835" y="3196943"/>
            <a:ext cx="1078665" cy="271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699" tIns="45699" rIns="45699" bIns="45699" anchor="ctr">
            <a:spAutoFit/>
          </a:bodyPr>
          <a:lstStyle>
            <a:lvl1pPr algn="ctr">
              <a:defRPr>
                <a:solidFill>
                  <a:schemeClr val="accent2"/>
                </a:solidFill>
              </a:defRPr>
            </a:lvl1pPr>
          </a:lstStyle>
          <a:p>
            <a:r>
              <a:t>FEV</a:t>
            </a:r>
          </a:p>
        </p:txBody>
      </p:sp>
      <p:grpSp>
        <p:nvGrpSpPr>
          <p:cNvPr id="44" name="Google Shape;1390;p39"/>
          <p:cNvGrpSpPr/>
          <p:nvPr userDrawn="1"/>
        </p:nvGrpSpPr>
        <p:grpSpPr>
          <a:xfrm>
            <a:off x="348776" y="3480282"/>
            <a:ext cx="766772" cy="283705"/>
            <a:chOff x="0" y="2539"/>
            <a:chExt cx="766771" cy="283704"/>
          </a:xfrm>
        </p:grpSpPr>
        <p:sp>
          <p:nvSpPr>
            <p:cNvPr id="45" name="Rectangle"/>
            <p:cNvSpPr/>
            <p:nvPr/>
          </p:nvSpPr>
          <p:spPr>
            <a:xfrm>
              <a:off x="0" y="2539"/>
              <a:ext cx="766772" cy="283705"/>
            </a:xfrm>
            <a:prstGeom prst="rect">
              <a:avLst/>
            </a:prstGeom>
            <a:solidFill>
              <a:schemeClr val="accent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1800">
                  <a:solidFill>
                    <a:schemeClr val="accent3">
                      <a:lumOff val="44000"/>
                    </a:schemeClr>
                  </a:solidFill>
                  <a:latin typeface="Simplon BP Bold"/>
                  <a:ea typeface="Simplon BP Bold"/>
                  <a:cs typeface="Simplon BP Bold"/>
                  <a:sym typeface="Simplon BP Bold"/>
                </a:defRPr>
              </a:pPr>
              <a:endParaRPr/>
            </a:p>
          </p:txBody>
        </p:sp>
        <p:sp>
          <p:nvSpPr>
            <p:cNvPr id="46" name="2019"/>
            <p:cNvSpPr txBox="1"/>
            <p:nvPr/>
          </p:nvSpPr>
          <p:spPr>
            <a:xfrm>
              <a:off x="45724" y="8521"/>
              <a:ext cx="675323" cy="2717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45699" tIns="45699" rIns="45699" bIns="45699" numCol="1" anchor="ctr">
              <a:spAutoFit/>
            </a:bodyPr>
            <a:lstStyle>
              <a:lvl1pPr algn="ctr">
                <a:defRPr>
                  <a:solidFill>
                    <a:schemeClr val="accent3">
                      <a:lumOff val="44000"/>
                    </a:schemeClr>
                  </a:solidFill>
                  <a:latin typeface="Simplon BP Bold"/>
                  <a:ea typeface="Simplon BP Bold"/>
                  <a:cs typeface="Simplon BP Bold"/>
                  <a:sym typeface="Simplon BP Bold"/>
                </a:defRPr>
              </a:lvl1pPr>
            </a:lstStyle>
            <a:p>
              <a:r>
                <a:t>2019</a:t>
              </a:r>
            </a:p>
          </p:txBody>
        </p:sp>
      </p:grpSp>
      <p:grpSp>
        <p:nvGrpSpPr>
          <p:cNvPr id="47" name="Google Shape;1391;p39"/>
          <p:cNvGrpSpPr/>
          <p:nvPr userDrawn="1"/>
        </p:nvGrpSpPr>
        <p:grpSpPr>
          <a:xfrm>
            <a:off x="346820" y="1369993"/>
            <a:ext cx="2080484" cy="1548339"/>
            <a:chOff x="0" y="-1"/>
            <a:chExt cx="2080482" cy="1548337"/>
          </a:xfrm>
        </p:grpSpPr>
        <p:sp>
          <p:nvSpPr>
            <p:cNvPr id="48" name="Google Shape;1392;p39"/>
            <p:cNvSpPr/>
            <p:nvPr/>
          </p:nvSpPr>
          <p:spPr>
            <a:xfrm rot="10800000">
              <a:off x="0" y="-1"/>
              <a:ext cx="2080482" cy="1548337"/>
            </a:xfrm>
            <a:prstGeom prst="roundRect">
              <a:avLst>
                <a:gd name="adj" fmla="val 0"/>
              </a:avLst>
            </a:pr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900">
                  <a:solidFill>
                    <a:schemeClr val="accent2"/>
                  </a:solidFill>
                </a:defRPr>
              </a:pPr>
              <a:endParaRPr/>
            </a:p>
          </p:txBody>
        </p:sp>
        <p:sp>
          <p:nvSpPr>
            <p:cNvPr id="49" name="Google Shape;1393;p39"/>
            <p:cNvSpPr txBox="1"/>
            <p:nvPr/>
          </p:nvSpPr>
          <p:spPr>
            <a:xfrm>
              <a:off x="130116" y="75571"/>
              <a:ext cx="1904641" cy="27695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>
                <a:defRPr sz="1200">
                  <a:solidFill>
                    <a:schemeClr val="accent2"/>
                  </a:solidFill>
                  <a:latin typeface="Simplon BP Bold"/>
                  <a:ea typeface="Simplon BP Bold"/>
                  <a:cs typeface="Simplon BP Bold"/>
                  <a:sym typeface="Simplon BP Bold"/>
                </a:defRPr>
              </a:lvl1pPr>
            </a:lstStyle>
            <a:p>
              <a:r>
                <a:t>LOREMIPSUMDOLOR</a:t>
              </a:r>
            </a:p>
          </p:txBody>
        </p:sp>
        <p:sp>
          <p:nvSpPr>
            <p:cNvPr id="50" name="Google Shape;1394;p39"/>
            <p:cNvSpPr txBox="1"/>
            <p:nvPr/>
          </p:nvSpPr>
          <p:spPr>
            <a:xfrm>
              <a:off x="130116" y="326765"/>
              <a:ext cx="1904641" cy="11328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/>
            <a:p>
              <a:pPr marL="176212" indent="-176212">
                <a:lnSpc>
                  <a:spcPct val="80000"/>
                </a:lnSpc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Sitamet,consecteturadipiscingelit</a:t>
              </a:r>
              <a:endParaRPr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Crassitamettellussitameteros</a:t>
              </a:r>
              <a:endParaRPr sz="1800"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dapibusultricieselementumetodio</a:t>
              </a:r>
              <a:endParaRPr/>
            </a:p>
          </p:txBody>
        </p:sp>
      </p:grpSp>
      <p:grpSp>
        <p:nvGrpSpPr>
          <p:cNvPr id="51" name="Google Shape;1395;p39"/>
          <p:cNvGrpSpPr/>
          <p:nvPr userDrawn="1"/>
        </p:nvGrpSpPr>
        <p:grpSpPr>
          <a:xfrm>
            <a:off x="2825005" y="1369993"/>
            <a:ext cx="2080484" cy="1548339"/>
            <a:chOff x="0" y="-1"/>
            <a:chExt cx="2080482" cy="1548337"/>
          </a:xfrm>
        </p:grpSpPr>
        <p:sp>
          <p:nvSpPr>
            <p:cNvPr id="52" name="Google Shape;1396;p39"/>
            <p:cNvSpPr/>
            <p:nvPr/>
          </p:nvSpPr>
          <p:spPr>
            <a:xfrm rot="10800000">
              <a:off x="0" y="-1"/>
              <a:ext cx="2080482" cy="1548337"/>
            </a:xfrm>
            <a:prstGeom prst="roundRect">
              <a:avLst>
                <a:gd name="adj" fmla="val 0"/>
              </a:avLst>
            </a:pr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900">
                  <a:solidFill>
                    <a:schemeClr val="accent2"/>
                  </a:solidFill>
                </a:defRPr>
              </a:pPr>
              <a:endParaRPr/>
            </a:p>
          </p:txBody>
        </p:sp>
        <p:sp>
          <p:nvSpPr>
            <p:cNvPr id="53" name="Google Shape;1397;p39"/>
            <p:cNvSpPr txBox="1"/>
            <p:nvPr userDrawn="1"/>
          </p:nvSpPr>
          <p:spPr>
            <a:xfrm>
              <a:off x="108684" y="81241"/>
              <a:ext cx="1904641" cy="27695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>
                <a:defRPr sz="1200">
                  <a:solidFill>
                    <a:schemeClr val="accent2"/>
                  </a:solidFill>
                  <a:latin typeface="Simplon BP Bold"/>
                  <a:ea typeface="Simplon BP Bold"/>
                  <a:cs typeface="Simplon BP Bold"/>
                  <a:sym typeface="Simplon BP Bold"/>
                </a:defRPr>
              </a:lvl1pPr>
            </a:lstStyle>
            <a:p>
              <a:r>
                <a:t>LOREIPSUMDOLOR</a:t>
              </a:r>
            </a:p>
          </p:txBody>
        </p:sp>
        <p:sp>
          <p:nvSpPr>
            <p:cNvPr id="54" name="Google Shape;1398;p39"/>
            <p:cNvSpPr txBox="1"/>
            <p:nvPr userDrawn="1"/>
          </p:nvSpPr>
          <p:spPr>
            <a:xfrm>
              <a:off x="100501" y="320962"/>
              <a:ext cx="1904641" cy="113280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/>
            <a:p>
              <a:pPr marL="176212" indent="-176212">
                <a:lnSpc>
                  <a:spcPct val="80000"/>
                </a:lnSpc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Sitamet,consecteturadipiscingelit</a:t>
              </a:r>
              <a:endParaRPr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Crassitamettellussitameteros</a:t>
              </a:r>
              <a:endParaRPr sz="1800"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dapibusultricieselementumetodio</a:t>
              </a:r>
              <a:endParaRPr/>
            </a:p>
          </p:txBody>
        </p:sp>
      </p:grpSp>
      <p:grpSp>
        <p:nvGrpSpPr>
          <p:cNvPr id="55" name="Google Shape;1399;p39"/>
          <p:cNvGrpSpPr/>
          <p:nvPr userDrawn="1"/>
        </p:nvGrpSpPr>
        <p:grpSpPr>
          <a:xfrm>
            <a:off x="5328349" y="1369992"/>
            <a:ext cx="2080483" cy="1548339"/>
            <a:chOff x="0" y="-1"/>
            <a:chExt cx="2080482" cy="1548337"/>
          </a:xfrm>
        </p:grpSpPr>
        <p:sp>
          <p:nvSpPr>
            <p:cNvPr id="56" name="Google Shape;1400;p39"/>
            <p:cNvSpPr/>
            <p:nvPr/>
          </p:nvSpPr>
          <p:spPr>
            <a:xfrm rot="10800000">
              <a:off x="0" y="-1"/>
              <a:ext cx="2080482" cy="1548337"/>
            </a:xfrm>
            <a:prstGeom prst="roundRect">
              <a:avLst>
                <a:gd name="adj" fmla="val 0"/>
              </a:avLst>
            </a:pr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900">
                  <a:solidFill>
                    <a:schemeClr val="accent2"/>
                  </a:solidFill>
                </a:defRPr>
              </a:pPr>
              <a:endParaRPr/>
            </a:p>
          </p:txBody>
        </p:sp>
        <p:sp>
          <p:nvSpPr>
            <p:cNvPr id="57" name="Google Shape;1401;p39"/>
            <p:cNvSpPr txBox="1"/>
            <p:nvPr/>
          </p:nvSpPr>
          <p:spPr>
            <a:xfrm>
              <a:off x="108742" y="76117"/>
              <a:ext cx="1904641" cy="27695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>
                <a:defRPr sz="1200">
                  <a:solidFill>
                    <a:schemeClr val="accent2"/>
                  </a:solidFill>
                  <a:latin typeface="Simplon BP Bold"/>
                  <a:ea typeface="Simplon BP Bold"/>
                  <a:cs typeface="Simplon BP Bold"/>
                  <a:sym typeface="Simplon BP Bold"/>
                </a:defRPr>
              </a:lvl1pPr>
            </a:lstStyle>
            <a:p>
              <a:r>
                <a:t>LOREMIPSUMDOLOR</a:t>
              </a:r>
            </a:p>
          </p:txBody>
        </p:sp>
        <p:sp>
          <p:nvSpPr>
            <p:cNvPr id="58" name="Google Shape;1402;p39"/>
            <p:cNvSpPr txBox="1"/>
            <p:nvPr/>
          </p:nvSpPr>
          <p:spPr>
            <a:xfrm>
              <a:off x="108742" y="315838"/>
              <a:ext cx="1904641" cy="11328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/>
            <a:p>
              <a:pPr marL="176212" indent="-176212">
                <a:lnSpc>
                  <a:spcPct val="80000"/>
                </a:lnSpc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Sitamet,consecteturadipiscingelit</a:t>
              </a:r>
              <a:endParaRPr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Crassitamettellussitameteros</a:t>
              </a:r>
              <a:endParaRPr sz="1800"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dapibusultricieselementumetodio</a:t>
              </a:r>
              <a:endParaRPr/>
            </a:p>
          </p:txBody>
        </p:sp>
      </p:grpSp>
      <p:grpSp>
        <p:nvGrpSpPr>
          <p:cNvPr id="59" name="Google Shape;1403;p39"/>
          <p:cNvGrpSpPr/>
          <p:nvPr userDrawn="1"/>
        </p:nvGrpSpPr>
        <p:grpSpPr>
          <a:xfrm>
            <a:off x="8636790" y="1369991"/>
            <a:ext cx="2080483" cy="1548339"/>
            <a:chOff x="0" y="-1"/>
            <a:chExt cx="2080482" cy="1548337"/>
          </a:xfrm>
        </p:grpSpPr>
        <p:sp>
          <p:nvSpPr>
            <p:cNvPr id="60" name="Google Shape;1404;p39"/>
            <p:cNvSpPr/>
            <p:nvPr/>
          </p:nvSpPr>
          <p:spPr>
            <a:xfrm rot="10800000">
              <a:off x="0" y="-1"/>
              <a:ext cx="2080482" cy="1548337"/>
            </a:xfrm>
            <a:prstGeom prst="roundRect">
              <a:avLst>
                <a:gd name="adj" fmla="val 0"/>
              </a:avLst>
            </a:pr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900">
                  <a:solidFill>
                    <a:schemeClr val="accent2"/>
                  </a:solidFill>
                </a:defRPr>
              </a:pPr>
              <a:endParaRPr/>
            </a:p>
          </p:txBody>
        </p:sp>
        <p:sp>
          <p:nvSpPr>
            <p:cNvPr id="61" name="Google Shape;1405;p39"/>
            <p:cNvSpPr txBox="1"/>
            <p:nvPr/>
          </p:nvSpPr>
          <p:spPr>
            <a:xfrm>
              <a:off x="101350" y="86846"/>
              <a:ext cx="1904641" cy="27695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>
                <a:defRPr sz="1200">
                  <a:solidFill>
                    <a:schemeClr val="accent2"/>
                  </a:solidFill>
                  <a:latin typeface="Simplon BP Bold"/>
                  <a:ea typeface="Simplon BP Bold"/>
                  <a:cs typeface="Simplon BP Bold"/>
                  <a:sym typeface="Simplon BP Bold"/>
                </a:defRPr>
              </a:lvl1pPr>
            </a:lstStyle>
            <a:p>
              <a:r>
                <a:t>LOREMIPSUMDOLOR</a:t>
              </a:r>
            </a:p>
          </p:txBody>
        </p:sp>
        <p:sp>
          <p:nvSpPr>
            <p:cNvPr id="62" name="Google Shape;1406;p39"/>
            <p:cNvSpPr txBox="1"/>
            <p:nvPr/>
          </p:nvSpPr>
          <p:spPr>
            <a:xfrm>
              <a:off x="101350" y="326567"/>
              <a:ext cx="1904641" cy="113280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/>
            <a:p>
              <a:pPr marL="176212" indent="-176212">
                <a:lnSpc>
                  <a:spcPct val="80000"/>
                </a:lnSpc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Sitamet,consecteturadipiscingelit</a:t>
              </a:r>
              <a:endParaRPr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Crassitamettellussitameteros</a:t>
              </a:r>
              <a:endParaRPr sz="1800"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dapibusultricieselementumetodio</a:t>
              </a:r>
              <a:endParaRPr/>
            </a:p>
          </p:txBody>
        </p:sp>
      </p:grpSp>
      <p:grpSp>
        <p:nvGrpSpPr>
          <p:cNvPr id="63" name="Google Shape;1407;p39"/>
          <p:cNvGrpSpPr/>
          <p:nvPr userDrawn="1"/>
        </p:nvGrpSpPr>
        <p:grpSpPr>
          <a:xfrm>
            <a:off x="1474725" y="4384154"/>
            <a:ext cx="2080483" cy="1548337"/>
            <a:chOff x="0" y="0"/>
            <a:chExt cx="2080482" cy="1548336"/>
          </a:xfrm>
        </p:grpSpPr>
        <p:sp>
          <p:nvSpPr>
            <p:cNvPr id="64" name="Google Shape;1408;p39"/>
            <p:cNvSpPr/>
            <p:nvPr/>
          </p:nvSpPr>
          <p:spPr>
            <a:xfrm>
              <a:off x="0" y="0"/>
              <a:ext cx="2080482" cy="1548336"/>
            </a:xfrm>
            <a:prstGeom prst="roundRect">
              <a:avLst>
                <a:gd name="adj" fmla="val 0"/>
              </a:avLst>
            </a:pr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900">
                  <a:solidFill>
                    <a:schemeClr val="accent2"/>
                  </a:solidFill>
                </a:defRPr>
              </a:pPr>
              <a:endParaRPr/>
            </a:p>
          </p:txBody>
        </p:sp>
        <p:sp>
          <p:nvSpPr>
            <p:cNvPr id="65" name="Google Shape;1409;p39"/>
            <p:cNvSpPr txBox="1"/>
            <p:nvPr/>
          </p:nvSpPr>
          <p:spPr>
            <a:xfrm>
              <a:off x="126130" y="56160"/>
              <a:ext cx="1904641" cy="27695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>
                <a:defRPr sz="1200">
                  <a:solidFill>
                    <a:schemeClr val="accent2"/>
                  </a:solidFill>
                  <a:latin typeface="Simplon BP Bold"/>
                  <a:ea typeface="Simplon BP Bold"/>
                  <a:cs typeface="Simplon BP Bold"/>
                  <a:sym typeface="Simplon BP Bold"/>
                </a:defRPr>
              </a:lvl1pPr>
            </a:lstStyle>
            <a:p>
              <a:r>
                <a:t>LOREMIPSUMDOLOR</a:t>
              </a:r>
            </a:p>
          </p:txBody>
        </p:sp>
        <p:sp>
          <p:nvSpPr>
            <p:cNvPr id="66" name="Google Shape;1410;p39"/>
            <p:cNvSpPr txBox="1"/>
            <p:nvPr/>
          </p:nvSpPr>
          <p:spPr>
            <a:xfrm>
              <a:off x="141300" y="283723"/>
              <a:ext cx="1904641" cy="11328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/>
            <a:p>
              <a:pPr marL="176212" indent="-176212">
                <a:lnSpc>
                  <a:spcPct val="80000"/>
                </a:lnSpc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Sitamet,consecteturadipiscingelit</a:t>
              </a:r>
              <a:endParaRPr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Crassitamettellussitameteros</a:t>
              </a:r>
              <a:endParaRPr sz="1800"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dapibusultricieselementumetodio</a:t>
              </a:r>
              <a:endParaRPr/>
            </a:p>
          </p:txBody>
        </p:sp>
      </p:grpSp>
      <p:grpSp>
        <p:nvGrpSpPr>
          <p:cNvPr id="67" name="Google Shape;1411;p39"/>
          <p:cNvGrpSpPr/>
          <p:nvPr userDrawn="1"/>
        </p:nvGrpSpPr>
        <p:grpSpPr>
          <a:xfrm>
            <a:off x="3952909" y="4384154"/>
            <a:ext cx="2080484" cy="1548337"/>
            <a:chOff x="0" y="0"/>
            <a:chExt cx="2080482" cy="1548336"/>
          </a:xfrm>
        </p:grpSpPr>
        <p:sp>
          <p:nvSpPr>
            <p:cNvPr id="68" name="Google Shape;1412;p39"/>
            <p:cNvSpPr/>
            <p:nvPr/>
          </p:nvSpPr>
          <p:spPr>
            <a:xfrm>
              <a:off x="0" y="0"/>
              <a:ext cx="2080482" cy="1548336"/>
            </a:xfrm>
            <a:prstGeom prst="roundRect">
              <a:avLst>
                <a:gd name="adj" fmla="val 0"/>
              </a:avLst>
            </a:pr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900">
                  <a:solidFill>
                    <a:schemeClr val="accent2"/>
                  </a:solidFill>
                </a:defRPr>
              </a:pPr>
              <a:endParaRPr/>
            </a:p>
          </p:txBody>
        </p:sp>
        <p:sp>
          <p:nvSpPr>
            <p:cNvPr id="69" name="Google Shape;1413;p39"/>
            <p:cNvSpPr txBox="1"/>
            <p:nvPr/>
          </p:nvSpPr>
          <p:spPr>
            <a:xfrm>
              <a:off x="104698" y="61830"/>
              <a:ext cx="1904641" cy="27695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>
                <a:defRPr sz="1200">
                  <a:solidFill>
                    <a:schemeClr val="accent2"/>
                  </a:solidFill>
                  <a:latin typeface="Simplon BP Bold"/>
                  <a:ea typeface="Simplon BP Bold"/>
                  <a:cs typeface="Simplon BP Bold"/>
                  <a:sym typeface="Simplon BP Bold"/>
                </a:defRPr>
              </a:lvl1pPr>
            </a:lstStyle>
            <a:p>
              <a:r>
                <a:t>LOREMIPSUMDOLOR</a:t>
              </a:r>
            </a:p>
          </p:txBody>
        </p:sp>
        <p:sp>
          <p:nvSpPr>
            <p:cNvPr id="70" name="Google Shape;1414;p39"/>
            <p:cNvSpPr txBox="1"/>
            <p:nvPr/>
          </p:nvSpPr>
          <p:spPr>
            <a:xfrm>
              <a:off x="111684" y="277921"/>
              <a:ext cx="1904641" cy="11328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/>
            <a:p>
              <a:pPr marL="176212" indent="-176212">
                <a:lnSpc>
                  <a:spcPct val="80000"/>
                </a:lnSpc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Sitamet,consecteturadipiscingelit</a:t>
              </a:r>
              <a:endParaRPr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Crassitamettellussitameteros</a:t>
              </a:r>
              <a:endParaRPr sz="1800"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dapibusultricieselementumetodio</a:t>
              </a:r>
              <a:endParaRPr/>
            </a:p>
          </p:txBody>
        </p:sp>
      </p:grpSp>
      <p:grpSp>
        <p:nvGrpSpPr>
          <p:cNvPr id="71" name="Google Shape;1415;p39"/>
          <p:cNvGrpSpPr/>
          <p:nvPr userDrawn="1"/>
        </p:nvGrpSpPr>
        <p:grpSpPr>
          <a:xfrm>
            <a:off x="6456253" y="4384154"/>
            <a:ext cx="2080484" cy="1548337"/>
            <a:chOff x="0" y="0"/>
            <a:chExt cx="2080482" cy="1548336"/>
          </a:xfrm>
        </p:grpSpPr>
        <p:sp>
          <p:nvSpPr>
            <p:cNvPr id="72" name="Google Shape;1416;p39"/>
            <p:cNvSpPr/>
            <p:nvPr/>
          </p:nvSpPr>
          <p:spPr>
            <a:xfrm>
              <a:off x="0" y="0"/>
              <a:ext cx="2080482" cy="1548336"/>
            </a:xfrm>
            <a:prstGeom prst="roundRect">
              <a:avLst>
                <a:gd name="adj" fmla="val 0"/>
              </a:avLst>
            </a:pr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900">
                  <a:solidFill>
                    <a:schemeClr val="accent2"/>
                  </a:solidFill>
                </a:defRPr>
              </a:pPr>
              <a:endParaRPr/>
            </a:p>
          </p:txBody>
        </p:sp>
        <p:sp>
          <p:nvSpPr>
            <p:cNvPr id="73" name="Google Shape;1417;p39"/>
            <p:cNvSpPr txBox="1"/>
            <p:nvPr/>
          </p:nvSpPr>
          <p:spPr>
            <a:xfrm>
              <a:off x="104756" y="56705"/>
              <a:ext cx="1904641" cy="27695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>
                <a:defRPr sz="1200">
                  <a:solidFill>
                    <a:schemeClr val="accent2"/>
                  </a:solidFill>
                  <a:latin typeface="Simplon BP Bold"/>
                  <a:ea typeface="Simplon BP Bold"/>
                  <a:cs typeface="Simplon BP Bold"/>
                  <a:sym typeface="Simplon BP Bold"/>
                </a:defRPr>
              </a:lvl1pPr>
            </a:lstStyle>
            <a:p>
              <a:r>
                <a:t>LOREMIPSUMDOLOR</a:t>
              </a:r>
            </a:p>
          </p:txBody>
        </p:sp>
        <p:sp>
          <p:nvSpPr>
            <p:cNvPr id="74" name="Google Shape;1418;p39"/>
            <p:cNvSpPr txBox="1"/>
            <p:nvPr/>
          </p:nvSpPr>
          <p:spPr>
            <a:xfrm>
              <a:off x="119926" y="272796"/>
              <a:ext cx="1904641" cy="11328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/>
            <a:p>
              <a:pPr marL="176212" indent="-176212">
                <a:lnSpc>
                  <a:spcPct val="80000"/>
                </a:lnSpc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Sitamet,consecteturadipiscingelit</a:t>
              </a:r>
              <a:endParaRPr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Crassitamettellussitameteros</a:t>
              </a:r>
              <a:endParaRPr sz="1800"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dapibusultricieselementumetodio</a:t>
              </a:r>
              <a:endParaRPr/>
            </a:p>
          </p:txBody>
        </p:sp>
      </p:grpSp>
      <p:grpSp>
        <p:nvGrpSpPr>
          <p:cNvPr id="75" name="Google Shape;1419;p39"/>
          <p:cNvGrpSpPr/>
          <p:nvPr userDrawn="1"/>
        </p:nvGrpSpPr>
        <p:grpSpPr>
          <a:xfrm>
            <a:off x="9764693" y="4384154"/>
            <a:ext cx="2080484" cy="1548337"/>
            <a:chOff x="0" y="0"/>
            <a:chExt cx="2080482" cy="1548336"/>
          </a:xfrm>
        </p:grpSpPr>
        <p:sp>
          <p:nvSpPr>
            <p:cNvPr id="76" name="Google Shape;1420;p39"/>
            <p:cNvSpPr/>
            <p:nvPr/>
          </p:nvSpPr>
          <p:spPr>
            <a:xfrm>
              <a:off x="0" y="0"/>
              <a:ext cx="2080482" cy="1548336"/>
            </a:xfrm>
            <a:prstGeom prst="roundRect">
              <a:avLst>
                <a:gd name="adj" fmla="val 0"/>
              </a:avLst>
            </a:pr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900">
                  <a:solidFill>
                    <a:schemeClr val="accent2"/>
                  </a:solidFill>
                </a:defRPr>
              </a:pPr>
              <a:endParaRPr/>
            </a:p>
          </p:txBody>
        </p:sp>
        <p:sp>
          <p:nvSpPr>
            <p:cNvPr id="77" name="Google Shape;1421;p39"/>
            <p:cNvSpPr txBox="1"/>
            <p:nvPr/>
          </p:nvSpPr>
          <p:spPr>
            <a:xfrm>
              <a:off x="97913" y="54890"/>
              <a:ext cx="1904641" cy="27695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>
                <a:defRPr sz="1200">
                  <a:solidFill>
                    <a:schemeClr val="accent2"/>
                  </a:solidFill>
                  <a:latin typeface="Simplon BP Bold"/>
                  <a:ea typeface="Simplon BP Bold"/>
                  <a:cs typeface="Simplon BP Bold"/>
                  <a:sym typeface="Simplon BP Bold"/>
                </a:defRPr>
              </a:lvl1pPr>
            </a:lstStyle>
            <a:p>
              <a:r>
                <a:t>LOREMIPSUMDOLOR</a:t>
              </a:r>
            </a:p>
          </p:txBody>
        </p:sp>
        <p:sp>
          <p:nvSpPr>
            <p:cNvPr id="78" name="Google Shape;1422;p39"/>
            <p:cNvSpPr txBox="1"/>
            <p:nvPr/>
          </p:nvSpPr>
          <p:spPr>
            <a:xfrm>
              <a:off x="112534" y="283524"/>
              <a:ext cx="1904641" cy="11328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/>
            <a:p>
              <a:pPr marL="176212" indent="-176212">
                <a:lnSpc>
                  <a:spcPct val="80000"/>
                </a:lnSpc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Sitamet,consecteturadipiscingelit</a:t>
              </a:r>
              <a:endParaRPr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Crassitamettellussitameteros</a:t>
              </a:r>
              <a:endParaRPr sz="1800"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dapibusultricieselementumetodio</a:t>
              </a: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3951512812"/>
      </p:ext>
    </p:extLst>
  </p:cSld>
  <p:clrMapOvr>
    <a:masterClrMapping/>
  </p:clrMapOvr>
  <p:transition spd="med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21" imgH="423" progId="TCLayout.ActiveDocument.1">
                  <p:embed/>
                </p:oleObj>
              </mc:Choice>
              <mc:Fallback>
                <p:oleObj name="Slide do think-cell" r:id="rId3" imgW="421" imgH="423" progId="TCLayout.ActiveDocument.1">
                  <p:embed/>
                  <p:pic>
                    <p:nvPicPr>
                      <p:cNvPr id="2" name="Objeto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tângulo 3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pic>
        <p:nvPicPr>
          <p:cNvPr id="136" name="Google Shape;106;p65" descr="Google Shape;106;p65"/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70663" y="-101600"/>
            <a:ext cx="1121337" cy="1121337"/>
          </a:xfrm>
          <a:prstGeom prst="rect">
            <a:avLst/>
          </a:prstGeom>
          <a:ln w="12700">
            <a:miter lim="400000"/>
          </a:ln>
        </p:spPr>
      </p:pic>
      <p:sp>
        <p:nvSpPr>
          <p:cNvPr id="13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grpSp>
        <p:nvGrpSpPr>
          <p:cNvPr id="3" name="Agrupar 2"/>
          <p:cNvGrpSpPr/>
          <p:nvPr userDrawn="1"/>
        </p:nvGrpSpPr>
        <p:grpSpPr>
          <a:xfrm>
            <a:off x="-1924709" y="273157"/>
            <a:ext cx="1875959" cy="5481043"/>
            <a:chOff x="-1924709" y="273157"/>
            <a:chExt cx="1875959" cy="5481043"/>
          </a:xfrm>
        </p:grpSpPr>
        <p:grpSp>
          <p:nvGrpSpPr>
            <p:cNvPr id="8" name="Google Shape;456;p5"/>
            <p:cNvGrpSpPr/>
            <p:nvPr/>
          </p:nvGrpSpPr>
          <p:grpSpPr>
            <a:xfrm>
              <a:off x="-1860193" y="896121"/>
              <a:ext cx="1740449" cy="4173016"/>
              <a:chOff x="4077841" y="5415653"/>
              <a:chExt cx="1740449" cy="4173016"/>
            </a:xfrm>
          </p:grpSpPr>
          <p:sp>
            <p:nvSpPr>
              <p:cNvPr id="18" name="Google Shape;457;p5"/>
              <p:cNvSpPr/>
              <p:nvPr/>
            </p:nvSpPr>
            <p:spPr>
              <a:xfrm>
                <a:off x="4191000" y="5415653"/>
                <a:ext cx="762000" cy="762000"/>
              </a:xfrm>
              <a:prstGeom prst="ellipse">
                <a:avLst/>
              </a:prstGeom>
              <a:solidFill>
                <a:srgbClr val="00D318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" name="Google Shape;458;p5"/>
              <p:cNvSpPr/>
              <p:nvPr/>
            </p:nvSpPr>
            <p:spPr>
              <a:xfrm>
                <a:off x="5056290" y="5415653"/>
                <a:ext cx="762000" cy="762000"/>
              </a:xfrm>
              <a:prstGeom prst="ellipse">
                <a:avLst/>
              </a:prstGeom>
              <a:solidFill>
                <a:srgbClr val="009E0B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" name="Google Shape;459;p5"/>
              <p:cNvSpPr/>
              <p:nvPr/>
            </p:nvSpPr>
            <p:spPr>
              <a:xfrm>
                <a:off x="4106520" y="7322761"/>
                <a:ext cx="762000" cy="7620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" name="Google Shape;460;p5"/>
              <p:cNvSpPr/>
              <p:nvPr/>
            </p:nvSpPr>
            <p:spPr>
              <a:xfrm>
                <a:off x="4977132" y="7314542"/>
                <a:ext cx="762000" cy="762000"/>
              </a:xfrm>
              <a:prstGeom prst="ellipse">
                <a:avLst/>
              </a:prstGeom>
              <a:solidFill>
                <a:srgbClr val="FFFF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" name="Google Shape;461;p5"/>
              <p:cNvSpPr/>
              <p:nvPr/>
            </p:nvSpPr>
            <p:spPr>
              <a:xfrm>
                <a:off x="4077841" y="8826669"/>
                <a:ext cx="762000" cy="762000"/>
              </a:xfrm>
              <a:prstGeom prst="ellipse">
                <a:avLst/>
              </a:prstGeom>
              <a:solidFill>
                <a:srgbClr val="4D4D4D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" name="Google Shape;462;p5"/>
              <p:cNvSpPr/>
              <p:nvPr/>
            </p:nvSpPr>
            <p:spPr>
              <a:xfrm>
                <a:off x="4969800" y="8826669"/>
                <a:ext cx="762000" cy="762000"/>
              </a:xfrm>
              <a:prstGeom prst="ellipse">
                <a:avLst/>
              </a:prstGeom>
              <a:solidFill>
                <a:srgbClr val="000000"/>
              </a:solidFill>
              <a:ln w="19050" cap="flat" cmpd="sng">
                <a:solidFill>
                  <a:srgbClr val="94949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" name="Google Shape;464;p5"/>
            <p:cNvSpPr txBox="1"/>
            <p:nvPr/>
          </p:nvSpPr>
          <p:spPr>
            <a:xfrm>
              <a:off x="-1825003" y="273157"/>
              <a:ext cx="1776253" cy="30773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Bold" pitchFamily="2" charset="77"/>
                  <a:cs typeface="Arial"/>
                  <a:sym typeface="Arial"/>
                </a:rPr>
                <a:t>PALETA</a:t>
              </a:r>
              <a:endParaRPr kumimoji="0" sz="1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Bold" pitchFamily="2" charset="77"/>
                <a:cs typeface="Arial"/>
                <a:sym typeface="Arial"/>
              </a:endParaRPr>
            </a:p>
          </p:txBody>
        </p:sp>
        <p:sp>
          <p:nvSpPr>
            <p:cNvPr id="10" name="Google Shape;465;p5"/>
            <p:cNvSpPr txBox="1"/>
            <p:nvPr/>
          </p:nvSpPr>
          <p:spPr>
            <a:xfrm>
              <a:off x="-1825003" y="524413"/>
              <a:ext cx="1648562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Principais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1" name="Google Shape;466;p5"/>
            <p:cNvSpPr txBox="1"/>
            <p:nvPr/>
          </p:nvSpPr>
          <p:spPr>
            <a:xfrm>
              <a:off x="-1903362" y="2462339"/>
              <a:ext cx="1648562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Secundárias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2" name="Google Shape;467;p5"/>
            <p:cNvSpPr txBox="1"/>
            <p:nvPr/>
          </p:nvSpPr>
          <p:spPr>
            <a:xfrm>
              <a:off x="-1825002" y="1733827"/>
              <a:ext cx="87427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R.0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G.211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B.24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3" name="Google Shape;468;p5"/>
            <p:cNvSpPr txBox="1"/>
            <p:nvPr/>
          </p:nvSpPr>
          <p:spPr>
            <a:xfrm>
              <a:off x="-923028" y="1733827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R.0G.158B.11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4" name="Google Shape;469;p5"/>
            <p:cNvSpPr txBox="1"/>
            <p:nvPr/>
          </p:nvSpPr>
          <p:spPr>
            <a:xfrm>
              <a:off x="-1903362" y="3640935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R.255G.255B.255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5" name="Google Shape;470;p5"/>
            <p:cNvSpPr txBox="1"/>
            <p:nvPr/>
          </p:nvSpPr>
          <p:spPr>
            <a:xfrm>
              <a:off x="-1029084" y="3687308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R.255G.255B.0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6" name="Google Shape;471;p5"/>
            <p:cNvSpPr txBox="1"/>
            <p:nvPr/>
          </p:nvSpPr>
          <p:spPr>
            <a:xfrm>
              <a:off x="-1924709" y="5144843"/>
              <a:ext cx="93512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R.77</a:t>
              </a:r>
            </a:p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G.77</a:t>
              </a:r>
            </a:p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B.77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7" name="Google Shape;472;p5"/>
            <p:cNvSpPr txBox="1"/>
            <p:nvPr/>
          </p:nvSpPr>
          <p:spPr>
            <a:xfrm>
              <a:off x="-1029084" y="5144843"/>
              <a:ext cx="87427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R.0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G.0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B.0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</p:grpSp>
      <p:sp>
        <p:nvSpPr>
          <p:cNvPr id="5" name="Título 4"/>
          <p:cNvSpPr>
            <a:spLocks noGrp="1"/>
          </p:cNvSpPr>
          <p:nvPr>
            <p:ph type="title" hasCustomPrompt="1"/>
          </p:nvPr>
        </p:nvSpPr>
        <p:spPr>
          <a:xfrm>
            <a:off x="314182" y="119371"/>
            <a:ext cx="10756482" cy="558294"/>
          </a:xfrm>
          <a:prstGeom prst="rect">
            <a:avLst/>
          </a:prstGeom>
        </p:spPr>
        <p:txBody>
          <a:bodyPr vert="horz"/>
          <a:lstStyle>
            <a:lvl1pPr>
              <a:defRPr sz="2000" baseline="0">
                <a:latin typeface="Simplon BP Bold" pitchFamily="2" charset="0"/>
              </a:defRPr>
            </a:lvl1pPr>
          </a:lstStyle>
          <a:p>
            <a:r>
              <a:rPr lang="pt-BR"/>
              <a:t>Tabela exemplo</a:t>
            </a:r>
            <a:endParaRPr lang="en-US"/>
          </a:p>
        </p:txBody>
      </p:sp>
      <p:graphicFrame>
        <p:nvGraphicFramePr>
          <p:cNvPr id="24" name="Google Shape;1428;p41"/>
          <p:cNvGraphicFramePr/>
          <p:nvPr userDrawn="1"/>
        </p:nvGraphicFramePr>
        <p:xfrm>
          <a:off x="314182" y="896121"/>
          <a:ext cx="10604800" cy="4622100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2810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89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89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989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989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989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989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5175"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endParaRPr/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 w="12700">
                      <a:solidFill>
                        <a:schemeClr val="accent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>
                          <a:solidFill>
                            <a:schemeClr val="accent3">
                              <a:lumOff val="44000"/>
                            </a:schemeClr>
                          </a:solidFill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2016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chemeClr val="accent1"/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>
                          <a:solidFill>
                            <a:schemeClr val="accent3">
                              <a:lumOff val="44000"/>
                            </a:schemeClr>
                          </a:solidFill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2017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>
                          <a:solidFill>
                            <a:schemeClr val="accent3">
                              <a:lumOff val="44000"/>
                            </a:schemeClr>
                          </a:solidFill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2018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>
                          <a:solidFill>
                            <a:schemeClr val="accent3">
                              <a:lumOff val="44000"/>
                            </a:schemeClr>
                          </a:solidFill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2019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>
                          <a:solidFill>
                            <a:schemeClr val="accent3">
                              <a:lumOff val="44000"/>
                            </a:schemeClr>
                          </a:solidFill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2020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>
                          <a:solidFill>
                            <a:schemeClr val="accent3">
                              <a:lumOff val="44000"/>
                            </a:schemeClr>
                          </a:solidFill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2021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5175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600"/>
                        <a:t>LOREMIPSUM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chemeClr val="accent1"/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endParaRPr/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endParaRPr/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endParaRPr/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endParaRPr/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endParaRPr/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endParaRPr/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5175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LOREMIPSUMDOLOR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chemeClr val="accent1"/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3,4%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3,3%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3,4%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3,1%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6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3,0%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3,3%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5175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LOREMIPSUMDOLOR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chemeClr val="accent1"/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2,2%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1,5%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2,4%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2,4%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6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1,5%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1,5%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5175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LOREMIPSUMDOLOR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chemeClr val="accent1"/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-0,8%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-0,2%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0,9%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1,6%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6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1,5%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-0,2%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5175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LOREMIPSUMDOLOR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chemeClr val="accent1"/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7,7%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7,8%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7,3%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6,9%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6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6,5%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7,8%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5175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LOREMIPSUMDOLOR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chemeClr val="accent1"/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1,7%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1,4%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0,0%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0,6%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6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0,4%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1,4%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5175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600"/>
                        <a:t>LOREMIPSUM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chemeClr val="accent1"/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endParaRPr/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endParaRPr/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endParaRPr/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endParaRPr/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endParaRPr/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endParaRPr/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5175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LOREMIPSUMDOLOR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chemeClr val="accent1"/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1,9%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3,0%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0,1%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-3,8%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6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-3,5%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3,0%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85175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LOREMIPSUMDOLOR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chemeClr val="accent1"/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7,25%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10,00%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11,75%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14,25%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6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13,50%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10,00%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85175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LOREMIPSUMDOLOR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chemeClr val="accent1"/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8,46%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8,44%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11,02%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13,58%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6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14,15%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8,44%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85175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LOREMIPSUMDOLOR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chemeClr val="accent1"/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5,5%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5,0%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5,0%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7,0%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6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7,5%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5,0%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68117459"/>
      </p:ext>
    </p:extLst>
  </p:cSld>
  <p:clrMapOvr>
    <a:masterClrMapping/>
  </p:clrMapOvr>
  <p:transition spd="med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21" imgH="423" progId="TCLayout.ActiveDocument.1">
                  <p:embed/>
                </p:oleObj>
              </mc:Choice>
              <mc:Fallback>
                <p:oleObj name="Slide do think-cell" r:id="rId3" imgW="421" imgH="423" progId="TCLayout.ActiveDocument.1">
                  <p:embed/>
                  <p:pic>
                    <p:nvPicPr>
                      <p:cNvPr id="2" name="Objeto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tângulo 3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pic>
        <p:nvPicPr>
          <p:cNvPr id="136" name="Google Shape;106;p65" descr="Google Shape;106;p65"/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70663" y="-101600"/>
            <a:ext cx="1121337" cy="1121337"/>
          </a:xfrm>
          <a:prstGeom prst="rect">
            <a:avLst/>
          </a:prstGeom>
          <a:ln w="12700">
            <a:miter lim="400000"/>
          </a:ln>
        </p:spPr>
      </p:pic>
      <p:sp>
        <p:nvSpPr>
          <p:cNvPr id="13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grpSp>
        <p:nvGrpSpPr>
          <p:cNvPr id="3" name="Agrupar 2"/>
          <p:cNvGrpSpPr/>
          <p:nvPr userDrawn="1"/>
        </p:nvGrpSpPr>
        <p:grpSpPr>
          <a:xfrm>
            <a:off x="-1924709" y="273157"/>
            <a:ext cx="1875959" cy="5481043"/>
            <a:chOff x="-1924709" y="273157"/>
            <a:chExt cx="1875959" cy="5481043"/>
          </a:xfrm>
        </p:grpSpPr>
        <p:grpSp>
          <p:nvGrpSpPr>
            <p:cNvPr id="8" name="Google Shape;456;p5"/>
            <p:cNvGrpSpPr/>
            <p:nvPr/>
          </p:nvGrpSpPr>
          <p:grpSpPr>
            <a:xfrm>
              <a:off x="-1860193" y="896121"/>
              <a:ext cx="1740449" cy="4173016"/>
              <a:chOff x="4077841" y="5415653"/>
              <a:chExt cx="1740449" cy="4173016"/>
            </a:xfrm>
          </p:grpSpPr>
          <p:sp>
            <p:nvSpPr>
              <p:cNvPr id="18" name="Google Shape;457;p5"/>
              <p:cNvSpPr/>
              <p:nvPr/>
            </p:nvSpPr>
            <p:spPr>
              <a:xfrm>
                <a:off x="4191000" y="5415653"/>
                <a:ext cx="762000" cy="762000"/>
              </a:xfrm>
              <a:prstGeom prst="ellipse">
                <a:avLst/>
              </a:prstGeom>
              <a:solidFill>
                <a:srgbClr val="00D318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" name="Google Shape;458;p5"/>
              <p:cNvSpPr/>
              <p:nvPr/>
            </p:nvSpPr>
            <p:spPr>
              <a:xfrm>
                <a:off x="5056290" y="5415653"/>
                <a:ext cx="762000" cy="762000"/>
              </a:xfrm>
              <a:prstGeom prst="ellipse">
                <a:avLst/>
              </a:prstGeom>
              <a:solidFill>
                <a:srgbClr val="009E0B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" name="Google Shape;459;p5"/>
              <p:cNvSpPr/>
              <p:nvPr/>
            </p:nvSpPr>
            <p:spPr>
              <a:xfrm>
                <a:off x="4106520" y="7322761"/>
                <a:ext cx="762000" cy="7620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" name="Google Shape;460;p5"/>
              <p:cNvSpPr/>
              <p:nvPr/>
            </p:nvSpPr>
            <p:spPr>
              <a:xfrm>
                <a:off x="4977132" y="7314542"/>
                <a:ext cx="762000" cy="762000"/>
              </a:xfrm>
              <a:prstGeom prst="ellipse">
                <a:avLst/>
              </a:prstGeom>
              <a:solidFill>
                <a:srgbClr val="FFFF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" name="Google Shape;461;p5"/>
              <p:cNvSpPr/>
              <p:nvPr/>
            </p:nvSpPr>
            <p:spPr>
              <a:xfrm>
                <a:off x="4077841" y="8826669"/>
                <a:ext cx="762000" cy="762000"/>
              </a:xfrm>
              <a:prstGeom prst="ellipse">
                <a:avLst/>
              </a:prstGeom>
              <a:solidFill>
                <a:srgbClr val="4D4D4D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" name="Google Shape;462;p5"/>
              <p:cNvSpPr/>
              <p:nvPr/>
            </p:nvSpPr>
            <p:spPr>
              <a:xfrm>
                <a:off x="4969800" y="8826669"/>
                <a:ext cx="762000" cy="762000"/>
              </a:xfrm>
              <a:prstGeom prst="ellipse">
                <a:avLst/>
              </a:prstGeom>
              <a:solidFill>
                <a:srgbClr val="000000"/>
              </a:solidFill>
              <a:ln w="19050" cap="flat" cmpd="sng">
                <a:solidFill>
                  <a:srgbClr val="94949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" name="Google Shape;464;p5"/>
            <p:cNvSpPr txBox="1"/>
            <p:nvPr/>
          </p:nvSpPr>
          <p:spPr>
            <a:xfrm>
              <a:off x="-1825003" y="273157"/>
              <a:ext cx="1776253" cy="30773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Bold" pitchFamily="2" charset="77"/>
                  <a:cs typeface="Arial"/>
                  <a:sym typeface="Arial"/>
                </a:rPr>
                <a:t>PALETA</a:t>
              </a:r>
              <a:endParaRPr kumimoji="0" sz="1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Bold" pitchFamily="2" charset="77"/>
                <a:cs typeface="Arial"/>
                <a:sym typeface="Arial"/>
              </a:endParaRPr>
            </a:p>
          </p:txBody>
        </p:sp>
        <p:sp>
          <p:nvSpPr>
            <p:cNvPr id="10" name="Google Shape;465;p5"/>
            <p:cNvSpPr txBox="1"/>
            <p:nvPr/>
          </p:nvSpPr>
          <p:spPr>
            <a:xfrm>
              <a:off x="-1825003" y="524413"/>
              <a:ext cx="1648562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Principais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1" name="Google Shape;466;p5"/>
            <p:cNvSpPr txBox="1"/>
            <p:nvPr/>
          </p:nvSpPr>
          <p:spPr>
            <a:xfrm>
              <a:off x="-1903362" y="2462339"/>
              <a:ext cx="1648562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Secundárias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2" name="Google Shape;467;p5"/>
            <p:cNvSpPr txBox="1"/>
            <p:nvPr/>
          </p:nvSpPr>
          <p:spPr>
            <a:xfrm>
              <a:off x="-1825002" y="1733827"/>
              <a:ext cx="87427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R.0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G.211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B.24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3" name="Google Shape;468;p5"/>
            <p:cNvSpPr txBox="1"/>
            <p:nvPr/>
          </p:nvSpPr>
          <p:spPr>
            <a:xfrm>
              <a:off x="-923028" y="1733827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R.0G.158B.11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4" name="Google Shape;469;p5"/>
            <p:cNvSpPr txBox="1"/>
            <p:nvPr/>
          </p:nvSpPr>
          <p:spPr>
            <a:xfrm>
              <a:off x="-1903362" y="3640935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R.255G.255B.255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5" name="Google Shape;470;p5"/>
            <p:cNvSpPr txBox="1"/>
            <p:nvPr/>
          </p:nvSpPr>
          <p:spPr>
            <a:xfrm>
              <a:off x="-1029084" y="3687308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R.255G.255B.0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6" name="Google Shape;471;p5"/>
            <p:cNvSpPr txBox="1"/>
            <p:nvPr/>
          </p:nvSpPr>
          <p:spPr>
            <a:xfrm>
              <a:off x="-1924709" y="5144843"/>
              <a:ext cx="93512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R.77</a:t>
              </a:r>
            </a:p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G.77</a:t>
              </a:r>
            </a:p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B.77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7" name="Google Shape;472;p5"/>
            <p:cNvSpPr txBox="1"/>
            <p:nvPr/>
          </p:nvSpPr>
          <p:spPr>
            <a:xfrm>
              <a:off x="-1029084" y="5144843"/>
              <a:ext cx="87427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R.0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G.0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B.0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</p:grpSp>
      <p:sp>
        <p:nvSpPr>
          <p:cNvPr id="5" name="Título 4"/>
          <p:cNvSpPr>
            <a:spLocks noGrp="1"/>
          </p:cNvSpPr>
          <p:nvPr>
            <p:ph type="title" hasCustomPrompt="1"/>
          </p:nvPr>
        </p:nvSpPr>
        <p:spPr>
          <a:xfrm>
            <a:off x="314182" y="119371"/>
            <a:ext cx="10756482" cy="558294"/>
          </a:xfrm>
          <a:prstGeom prst="rect">
            <a:avLst/>
          </a:prstGeom>
        </p:spPr>
        <p:txBody>
          <a:bodyPr vert="horz"/>
          <a:lstStyle>
            <a:lvl1pPr>
              <a:defRPr sz="2000" baseline="0">
                <a:latin typeface="Simplon BP Bold" pitchFamily="2" charset="0"/>
              </a:defRPr>
            </a:lvl1pPr>
          </a:lstStyle>
          <a:p>
            <a:r>
              <a:rPr lang="pt-BR" err="1"/>
              <a:t>mandala</a:t>
            </a:r>
            <a:endParaRPr lang="en-US"/>
          </a:p>
        </p:txBody>
      </p:sp>
      <p:graphicFrame>
        <p:nvGraphicFramePr>
          <p:cNvPr id="24" name="Google Shape;1434;p68"/>
          <p:cNvGraphicFramePr/>
          <p:nvPr userDrawn="1"/>
        </p:nvGraphicFramePr>
        <p:xfrm>
          <a:off x="4114436" y="1611396"/>
          <a:ext cx="3917583" cy="391758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pSp>
        <p:nvGrpSpPr>
          <p:cNvPr id="25" name="Google Shape;1435;p68"/>
          <p:cNvGrpSpPr/>
          <p:nvPr userDrawn="1"/>
        </p:nvGrpSpPr>
        <p:grpSpPr>
          <a:xfrm>
            <a:off x="8305799" y="1907189"/>
            <a:ext cx="2948163" cy="1245064"/>
            <a:chOff x="0" y="0"/>
            <a:chExt cx="2948162" cy="1245061"/>
          </a:xfrm>
        </p:grpSpPr>
        <p:sp>
          <p:nvSpPr>
            <p:cNvPr id="26" name="Google Shape;1436;p68"/>
            <p:cNvSpPr/>
            <p:nvPr/>
          </p:nvSpPr>
          <p:spPr>
            <a:xfrm>
              <a:off x="0" y="0"/>
              <a:ext cx="1872344" cy="315687"/>
            </a:xfrm>
            <a:prstGeom prst="rect">
              <a:avLst/>
            </a:prstGeom>
            <a:solidFill>
              <a:srgbClr val="DBDBDB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>
                  <a:solidFill>
                    <a:schemeClr val="accent2"/>
                  </a:solidFill>
                </a:defRPr>
              </a:pPr>
              <a:endParaRPr/>
            </a:p>
          </p:txBody>
        </p:sp>
        <p:grpSp>
          <p:nvGrpSpPr>
            <p:cNvPr id="27" name="Google Shape;1437;p68"/>
            <p:cNvGrpSpPr/>
            <p:nvPr/>
          </p:nvGrpSpPr>
          <p:grpSpPr>
            <a:xfrm>
              <a:off x="65985" y="7338"/>
              <a:ext cx="2882177" cy="1237723"/>
              <a:chOff x="0" y="0"/>
              <a:chExt cx="2882176" cy="1237716"/>
            </a:xfrm>
          </p:grpSpPr>
          <p:sp>
            <p:nvSpPr>
              <p:cNvPr id="28" name="Google Shape;1438;p68"/>
              <p:cNvSpPr/>
              <p:nvPr/>
            </p:nvSpPr>
            <p:spPr>
              <a:xfrm>
                <a:off x="0" y="0"/>
                <a:ext cx="2558176" cy="36932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extrusionOk="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0" tIns="0" rIns="0" bIns="0" numCol="1" anchor="t">
                <a:spAutoFit/>
              </a:bodyPr>
              <a:lstStyle>
                <a:lvl1pPr>
                  <a:defRPr sz="2400">
                    <a:solidFill>
                      <a:srgbClr val="000000"/>
                    </a:solidFill>
                    <a:latin typeface="Simplon BP Bold"/>
                    <a:ea typeface="Simplon BP Bold"/>
                    <a:cs typeface="Simplon BP Bold"/>
                    <a:sym typeface="Simplon BP Bold"/>
                  </a:defRPr>
                </a:lvl1pPr>
              </a:lstStyle>
              <a:p>
                <a:r>
                  <a:rPr err="1"/>
                  <a:t>loremipsum</a:t>
                </a:r>
                <a:endParaRPr/>
              </a:p>
            </p:txBody>
          </p:sp>
          <p:sp>
            <p:nvSpPr>
              <p:cNvPr id="29" name="Google Shape;1439;p68"/>
              <p:cNvSpPr/>
              <p:nvPr/>
            </p:nvSpPr>
            <p:spPr>
              <a:xfrm>
                <a:off x="0" y="375949"/>
                <a:ext cx="2882176" cy="86176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extrusionOk="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0" tIns="0" rIns="0" bIns="0" numCol="1" anchor="t">
                <a:spAutoFit/>
              </a:bodyPr>
              <a:lstStyle>
                <a:lvl1pPr>
                  <a:defRPr>
                    <a:solidFill>
                      <a:schemeClr val="accent2"/>
                    </a:solidFill>
                  </a:defRPr>
                </a:lvl1pPr>
              </a:lstStyle>
              <a:p>
                <a:r>
                  <a:t>loremipsumdolorsitamet,consecteturadipiscingelit.crassitamettellussitameterosdapibusultricieselementumetodio</a:t>
                </a:r>
              </a:p>
            </p:txBody>
          </p:sp>
        </p:grpSp>
      </p:grpSp>
      <p:grpSp>
        <p:nvGrpSpPr>
          <p:cNvPr id="30" name="Google Shape;1440;p68"/>
          <p:cNvGrpSpPr/>
          <p:nvPr userDrawn="1"/>
        </p:nvGrpSpPr>
        <p:grpSpPr>
          <a:xfrm>
            <a:off x="8305799" y="4099549"/>
            <a:ext cx="2948163" cy="1239911"/>
            <a:chOff x="0" y="0"/>
            <a:chExt cx="2948162" cy="1239904"/>
          </a:xfrm>
        </p:grpSpPr>
        <p:sp>
          <p:nvSpPr>
            <p:cNvPr id="31" name="Google Shape;1441;p68"/>
            <p:cNvSpPr/>
            <p:nvPr/>
          </p:nvSpPr>
          <p:spPr>
            <a:xfrm>
              <a:off x="0" y="4364"/>
              <a:ext cx="1872344" cy="315687"/>
            </a:xfrm>
            <a:prstGeom prst="rect">
              <a:avLst/>
            </a:prstGeom>
            <a:solidFill>
              <a:schemeClr val="accent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>
                  <a:solidFill>
                    <a:schemeClr val="accent2"/>
                  </a:solidFill>
                </a:defRPr>
              </a:pPr>
              <a:endParaRPr/>
            </a:p>
          </p:txBody>
        </p:sp>
        <p:grpSp>
          <p:nvGrpSpPr>
            <p:cNvPr id="32" name="Google Shape;1442;p68"/>
            <p:cNvGrpSpPr/>
            <p:nvPr/>
          </p:nvGrpSpPr>
          <p:grpSpPr>
            <a:xfrm>
              <a:off x="56385" y="0"/>
              <a:ext cx="2891777" cy="1239904"/>
              <a:chOff x="0" y="0"/>
              <a:chExt cx="2891776" cy="1239901"/>
            </a:xfrm>
          </p:grpSpPr>
          <p:sp>
            <p:nvSpPr>
              <p:cNvPr id="33" name="Google Shape;1443;p68"/>
              <p:cNvSpPr/>
              <p:nvPr/>
            </p:nvSpPr>
            <p:spPr>
              <a:xfrm>
                <a:off x="0" y="0"/>
                <a:ext cx="2558176" cy="36932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extrusionOk="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0" tIns="0" rIns="0" bIns="0" numCol="1" anchor="t">
                <a:spAutoFit/>
              </a:bodyPr>
              <a:lstStyle>
                <a:lvl1pPr>
                  <a:defRPr sz="2400">
                    <a:solidFill>
                      <a:schemeClr val="accent3">
                        <a:lumOff val="44000"/>
                      </a:schemeClr>
                    </a:solidFill>
                    <a:latin typeface="Simplon BP Bold"/>
                    <a:ea typeface="Simplon BP Bold"/>
                    <a:cs typeface="Simplon BP Bold"/>
                    <a:sym typeface="Simplon BP Bold"/>
                  </a:defRPr>
                </a:lvl1pPr>
              </a:lstStyle>
              <a:p>
                <a:r>
                  <a:rPr err="1"/>
                  <a:t>loremipsum</a:t>
                </a:r>
                <a:endParaRPr/>
              </a:p>
            </p:txBody>
          </p:sp>
          <p:sp>
            <p:nvSpPr>
              <p:cNvPr id="34" name="Google Shape;1444;p68"/>
              <p:cNvSpPr/>
              <p:nvPr/>
            </p:nvSpPr>
            <p:spPr>
              <a:xfrm>
                <a:off x="0" y="378134"/>
                <a:ext cx="2891776" cy="86176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extrusionOk="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0" tIns="0" rIns="0" bIns="0" numCol="1" anchor="t">
                <a:spAutoFit/>
              </a:bodyPr>
              <a:lstStyle>
                <a:lvl1pPr>
                  <a:defRPr>
                    <a:solidFill>
                      <a:schemeClr val="accent2"/>
                    </a:solidFill>
                  </a:defRPr>
                </a:lvl1pPr>
              </a:lstStyle>
              <a:p>
                <a:r>
                  <a:t>loremipsumdolorsitamet,consecteturadipiscingelit.crassitamettellussitameterosdapibusultricieselementumetodio</a:t>
                </a:r>
              </a:p>
            </p:txBody>
          </p:sp>
        </p:grpSp>
      </p:grpSp>
      <p:grpSp>
        <p:nvGrpSpPr>
          <p:cNvPr id="35" name="Google Shape;1445;p68"/>
          <p:cNvGrpSpPr/>
          <p:nvPr userDrawn="1"/>
        </p:nvGrpSpPr>
        <p:grpSpPr>
          <a:xfrm>
            <a:off x="938040" y="1886951"/>
            <a:ext cx="2872642" cy="1265301"/>
            <a:chOff x="0" y="-1"/>
            <a:chExt cx="2872640" cy="1265298"/>
          </a:xfrm>
        </p:grpSpPr>
        <p:sp>
          <p:nvSpPr>
            <p:cNvPr id="36" name="Google Shape;1446;p68"/>
            <p:cNvSpPr/>
            <p:nvPr/>
          </p:nvSpPr>
          <p:spPr>
            <a:xfrm>
              <a:off x="1000296" y="14531"/>
              <a:ext cx="1872344" cy="315687"/>
            </a:xfrm>
            <a:prstGeom prst="rect">
              <a:avLst/>
            </a:pr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>
                  <a:solidFill>
                    <a:schemeClr val="accent2"/>
                  </a:solidFill>
                </a:defRPr>
              </a:pPr>
              <a:endParaRPr/>
            </a:p>
          </p:txBody>
        </p:sp>
        <p:grpSp>
          <p:nvGrpSpPr>
            <p:cNvPr id="37" name="Google Shape;1447;p68"/>
            <p:cNvGrpSpPr/>
            <p:nvPr/>
          </p:nvGrpSpPr>
          <p:grpSpPr>
            <a:xfrm>
              <a:off x="0" y="-1"/>
              <a:ext cx="2836732" cy="1265298"/>
              <a:chOff x="0" y="0"/>
              <a:chExt cx="2836731" cy="1265289"/>
            </a:xfrm>
          </p:grpSpPr>
          <p:sp>
            <p:nvSpPr>
              <p:cNvPr id="38" name="Google Shape;1448;p68"/>
              <p:cNvSpPr/>
              <p:nvPr/>
            </p:nvSpPr>
            <p:spPr>
              <a:xfrm>
                <a:off x="329154" y="0"/>
                <a:ext cx="2507476" cy="36932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extrusionOk="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0" tIns="0" rIns="0" bIns="0" numCol="1" anchor="t">
                <a:spAutoFit/>
              </a:bodyPr>
              <a:lstStyle>
                <a:lvl1pPr algn="r">
                  <a:defRPr sz="2400">
                    <a:solidFill>
                      <a:srgbClr val="000000"/>
                    </a:solidFill>
                    <a:latin typeface="Simplon BP Bold"/>
                    <a:ea typeface="Simplon BP Bold"/>
                    <a:cs typeface="Simplon BP Bold"/>
                    <a:sym typeface="Simplon BP Bold"/>
                  </a:defRPr>
                </a:lvl1pPr>
              </a:lstStyle>
              <a:p>
                <a:r>
                  <a:rPr err="1"/>
                  <a:t>loremipsum</a:t>
                </a:r>
                <a:endParaRPr/>
              </a:p>
            </p:txBody>
          </p:sp>
          <p:sp>
            <p:nvSpPr>
              <p:cNvPr id="39" name="Google Shape;1449;p68"/>
              <p:cNvSpPr/>
              <p:nvPr/>
            </p:nvSpPr>
            <p:spPr>
              <a:xfrm>
                <a:off x="0" y="403524"/>
                <a:ext cx="2836731" cy="86176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extrusionOk="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0" tIns="0" rIns="0" bIns="0" numCol="1" anchor="t">
                <a:spAutoFit/>
              </a:bodyPr>
              <a:lstStyle>
                <a:lvl1pPr algn="r">
                  <a:defRPr>
                    <a:solidFill>
                      <a:schemeClr val="accent2"/>
                    </a:solidFill>
                  </a:defRPr>
                </a:lvl1pPr>
              </a:lstStyle>
              <a:p>
                <a:r>
                  <a:t>loremipsumdolorsitamet,consecteturadipiscingelit.crassitamettellussitameterosdapibusultricieselementumetodio</a:t>
                </a:r>
              </a:p>
            </p:txBody>
          </p:sp>
        </p:grpSp>
      </p:grpSp>
      <p:grpSp>
        <p:nvGrpSpPr>
          <p:cNvPr id="40" name="Google Shape;1451;p68"/>
          <p:cNvGrpSpPr/>
          <p:nvPr userDrawn="1"/>
        </p:nvGrpSpPr>
        <p:grpSpPr>
          <a:xfrm>
            <a:off x="938040" y="4070901"/>
            <a:ext cx="2872643" cy="1268557"/>
            <a:chOff x="0" y="0"/>
            <a:chExt cx="2872641" cy="1268551"/>
          </a:xfrm>
        </p:grpSpPr>
        <p:grpSp>
          <p:nvGrpSpPr>
            <p:cNvPr id="41" name="Google Shape;1452;p68"/>
            <p:cNvGrpSpPr/>
            <p:nvPr/>
          </p:nvGrpSpPr>
          <p:grpSpPr>
            <a:xfrm>
              <a:off x="0" y="27306"/>
              <a:ext cx="2872641" cy="1241245"/>
              <a:chOff x="0" y="0"/>
              <a:chExt cx="2872640" cy="1241242"/>
            </a:xfrm>
          </p:grpSpPr>
          <p:sp>
            <p:nvSpPr>
              <p:cNvPr id="43" name="Google Shape;1453;p68"/>
              <p:cNvSpPr/>
              <p:nvPr/>
            </p:nvSpPr>
            <p:spPr>
              <a:xfrm>
                <a:off x="1000296" y="0"/>
                <a:ext cx="1872344" cy="315687"/>
              </a:xfrm>
              <a:prstGeom prst="rect">
                <a:avLst/>
              </a:prstGeom>
              <a:solidFill>
                <a:srgbClr val="0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>
                  <a:defRPr>
                    <a:solidFill>
                      <a:schemeClr val="accent2"/>
                    </a:solidFill>
                  </a:defRPr>
                </a:pPr>
                <a:endParaRPr/>
              </a:p>
            </p:txBody>
          </p:sp>
          <p:sp>
            <p:nvSpPr>
              <p:cNvPr id="44" name="Google Shape;1454;p68"/>
              <p:cNvSpPr/>
              <p:nvPr/>
            </p:nvSpPr>
            <p:spPr>
              <a:xfrm>
                <a:off x="0" y="379475"/>
                <a:ext cx="2836731" cy="86176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extrusionOk="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0" tIns="0" rIns="0" bIns="0" numCol="1" anchor="t">
                <a:spAutoFit/>
              </a:bodyPr>
              <a:lstStyle>
                <a:lvl1pPr algn="r">
                  <a:defRPr>
                    <a:solidFill>
                      <a:schemeClr val="accent2"/>
                    </a:solidFill>
                  </a:defRPr>
                </a:lvl1pPr>
              </a:lstStyle>
              <a:p>
                <a:r>
                  <a:t>loremipsumdolorsitamet,consecteturadipiscingelit.crassitamettellussitameterosdapibusultricieselementumetodio</a:t>
                </a:r>
              </a:p>
            </p:txBody>
          </p:sp>
        </p:grpSp>
        <p:sp>
          <p:nvSpPr>
            <p:cNvPr id="42" name="Google Shape;1455;p68"/>
            <p:cNvSpPr/>
            <p:nvPr/>
          </p:nvSpPr>
          <p:spPr>
            <a:xfrm>
              <a:off x="314800" y="0"/>
              <a:ext cx="2507476" cy="36933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 algn="r">
                <a:defRPr sz="2400">
                  <a:solidFill>
                    <a:schemeClr val="accent3">
                      <a:lumOff val="44000"/>
                    </a:schemeClr>
                  </a:solidFill>
                  <a:latin typeface="Simplon BP Bold"/>
                  <a:ea typeface="Simplon BP Bold"/>
                  <a:cs typeface="Simplon BP Bold"/>
                  <a:sym typeface="Simplon BP Bold"/>
                </a:defRPr>
              </a:lvl1pPr>
            </a:lstStyle>
            <a:p>
              <a:r>
                <a:rPr err="1"/>
                <a:t>loremipsum</a:t>
              </a: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995042671"/>
      </p:ext>
    </p:extLst>
  </p:cSld>
  <p:clrMapOvr>
    <a:masterClrMapping/>
  </p:clrMapOvr>
  <p:transition spd="med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21" imgH="423" progId="TCLayout.ActiveDocument.1">
                  <p:embed/>
                </p:oleObj>
              </mc:Choice>
              <mc:Fallback>
                <p:oleObj name="Slide do think-cell" r:id="rId3" imgW="421" imgH="423" progId="TCLayout.ActiveDocument.1">
                  <p:embed/>
                  <p:pic>
                    <p:nvPicPr>
                      <p:cNvPr id="2" name="Objeto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tângulo 3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pic>
        <p:nvPicPr>
          <p:cNvPr id="136" name="Google Shape;106;p65" descr="Google Shape;106;p65"/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70663" y="-101600"/>
            <a:ext cx="1121337" cy="1121337"/>
          </a:xfrm>
          <a:prstGeom prst="rect">
            <a:avLst/>
          </a:prstGeom>
          <a:ln w="12700">
            <a:miter lim="400000"/>
          </a:ln>
        </p:spPr>
      </p:pic>
      <p:sp>
        <p:nvSpPr>
          <p:cNvPr id="137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5892800" y="6335976"/>
            <a:ext cx="2844800" cy="36830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grpSp>
        <p:nvGrpSpPr>
          <p:cNvPr id="3" name="Agrupar 2"/>
          <p:cNvGrpSpPr/>
          <p:nvPr userDrawn="1"/>
        </p:nvGrpSpPr>
        <p:grpSpPr>
          <a:xfrm>
            <a:off x="-1924709" y="273157"/>
            <a:ext cx="1875959" cy="5481043"/>
            <a:chOff x="-1924709" y="273157"/>
            <a:chExt cx="1875959" cy="5481043"/>
          </a:xfrm>
        </p:grpSpPr>
        <p:grpSp>
          <p:nvGrpSpPr>
            <p:cNvPr id="8" name="Google Shape;456;p5"/>
            <p:cNvGrpSpPr/>
            <p:nvPr/>
          </p:nvGrpSpPr>
          <p:grpSpPr>
            <a:xfrm>
              <a:off x="-1860193" y="896121"/>
              <a:ext cx="1740449" cy="4173016"/>
              <a:chOff x="4077841" y="5415653"/>
              <a:chExt cx="1740449" cy="4173016"/>
            </a:xfrm>
          </p:grpSpPr>
          <p:sp>
            <p:nvSpPr>
              <p:cNvPr id="18" name="Google Shape;457;p5"/>
              <p:cNvSpPr/>
              <p:nvPr/>
            </p:nvSpPr>
            <p:spPr>
              <a:xfrm>
                <a:off x="4191000" y="5415653"/>
                <a:ext cx="762000" cy="762000"/>
              </a:xfrm>
              <a:prstGeom prst="ellipse">
                <a:avLst/>
              </a:prstGeom>
              <a:solidFill>
                <a:srgbClr val="00D318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" name="Google Shape;458;p5"/>
              <p:cNvSpPr/>
              <p:nvPr/>
            </p:nvSpPr>
            <p:spPr>
              <a:xfrm>
                <a:off x="5056290" y="5415653"/>
                <a:ext cx="762000" cy="762000"/>
              </a:xfrm>
              <a:prstGeom prst="ellipse">
                <a:avLst/>
              </a:prstGeom>
              <a:solidFill>
                <a:srgbClr val="009E0B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" name="Google Shape;459;p5"/>
              <p:cNvSpPr/>
              <p:nvPr/>
            </p:nvSpPr>
            <p:spPr>
              <a:xfrm>
                <a:off x="4106520" y="7322761"/>
                <a:ext cx="762000" cy="7620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" name="Google Shape;460;p5"/>
              <p:cNvSpPr/>
              <p:nvPr/>
            </p:nvSpPr>
            <p:spPr>
              <a:xfrm>
                <a:off x="4977132" y="7314542"/>
                <a:ext cx="762000" cy="762000"/>
              </a:xfrm>
              <a:prstGeom prst="ellipse">
                <a:avLst/>
              </a:prstGeom>
              <a:solidFill>
                <a:srgbClr val="FFFF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" name="Google Shape;461;p5"/>
              <p:cNvSpPr/>
              <p:nvPr/>
            </p:nvSpPr>
            <p:spPr>
              <a:xfrm>
                <a:off x="4077841" y="8826669"/>
                <a:ext cx="762000" cy="762000"/>
              </a:xfrm>
              <a:prstGeom prst="ellipse">
                <a:avLst/>
              </a:prstGeom>
              <a:solidFill>
                <a:srgbClr val="4D4D4D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" name="Google Shape;462;p5"/>
              <p:cNvSpPr/>
              <p:nvPr/>
            </p:nvSpPr>
            <p:spPr>
              <a:xfrm>
                <a:off x="4969800" y="8826669"/>
                <a:ext cx="762000" cy="762000"/>
              </a:xfrm>
              <a:prstGeom prst="ellipse">
                <a:avLst/>
              </a:prstGeom>
              <a:solidFill>
                <a:srgbClr val="000000"/>
              </a:solidFill>
              <a:ln w="19050" cap="flat" cmpd="sng">
                <a:solidFill>
                  <a:srgbClr val="94949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" name="Google Shape;464;p5"/>
            <p:cNvSpPr txBox="1"/>
            <p:nvPr/>
          </p:nvSpPr>
          <p:spPr>
            <a:xfrm>
              <a:off x="-1825003" y="273157"/>
              <a:ext cx="1776253" cy="30773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Bold" pitchFamily="2" charset="77"/>
                  <a:cs typeface="Arial"/>
                  <a:sym typeface="Arial"/>
                </a:rPr>
                <a:t>PALETA</a:t>
              </a:r>
              <a:endParaRPr kumimoji="0" sz="1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Bold" pitchFamily="2" charset="77"/>
                <a:cs typeface="Arial"/>
                <a:sym typeface="Arial"/>
              </a:endParaRPr>
            </a:p>
          </p:txBody>
        </p:sp>
        <p:sp>
          <p:nvSpPr>
            <p:cNvPr id="10" name="Google Shape;465;p5"/>
            <p:cNvSpPr txBox="1"/>
            <p:nvPr/>
          </p:nvSpPr>
          <p:spPr>
            <a:xfrm>
              <a:off x="-1825003" y="524413"/>
              <a:ext cx="1648562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Principais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1" name="Google Shape;466;p5"/>
            <p:cNvSpPr txBox="1"/>
            <p:nvPr/>
          </p:nvSpPr>
          <p:spPr>
            <a:xfrm>
              <a:off x="-1903362" y="2462339"/>
              <a:ext cx="1648562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Secundárias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2" name="Google Shape;467;p5"/>
            <p:cNvSpPr txBox="1"/>
            <p:nvPr/>
          </p:nvSpPr>
          <p:spPr>
            <a:xfrm>
              <a:off x="-1825002" y="1733827"/>
              <a:ext cx="87427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R.0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G.211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B.24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3" name="Google Shape;468;p5"/>
            <p:cNvSpPr txBox="1"/>
            <p:nvPr/>
          </p:nvSpPr>
          <p:spPr>
            <a:xfrm>
              <a:off x="-923028" y="1733827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R.0G.158B.11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4" name="Google Shape;469;p5"/>
            <p:cNvSpPr txBox="1"/>
            <p:nvPr/>
          </p:nvSpPr>
          <p:spPr>
            <a:xfrm>
              <a:off x="-1903362" y="3640935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R.255G.255B.255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5" name="Google Shape;470;p5"/>
            <p:cNvSpPr txBox="1"/>
            <p:nvPr/>
          </p:nvSpPr>
          <p:spPr>
            <a:xfrm>
              <a:off x="-1029084" y="3687308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R.255G.255B.0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6" name="Google Shape;471;p5"/>
            <p:cNvSpPr txBox="1"/>
            <p:nvPr/>
          </p:nvSpPr>
          <p:spPr>
            <a:xfrm>
              <a:off x="-1924709" y="5144843"/>
              <a:ext cx="93512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R.77</a:t>
              </a:r>
            </a:p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G.77</a:t>
              </a:r>
            </a:p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B.77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7" name="Google Shape;472;p5"/>
            <p:cNvSpPr txBox="1"/>
            <p:nvPr/>
          </p:nvSpPr>
          <p:spPr>
            <a:xfrm>
              <a:off x="-1029084" y="5144843"/>
              <a:ext cx="87427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R.0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G.0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B.0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</p:grpSp>
      <p:sp>
        <p:nvSpPr>
          <p:cNvPr id="5" name="Título 4"/>
          <p:cNvSpPr>
            <a:spLocks noGrp="1"/>
          </p:cNvSpPr>
          <p:nvPr>
            <p:ph type="title" hasCustomPrompt="1"/>
          </p:nvPr>
        </p:nvSpPr>
        <p:spPr>
          <a:xfrm>
            <a:off x="314182" y="119371"/>
            <a:ext cx="10756482" cy="558294"/>
          </a:xfrm>
          <a:prstGeom prst="rect">
            <a:avLst/>
          </a:prstGeom>
        </p:spPr>
        <p:txBody>
          <a:bodyPr vert="horz"/>
          <a:lstStyle>
            <a:lvl1pPr>
              <a:defRPr sz="2000" baseline="0">
                <a:latin typeface="Simplon BP Bold" pitchFamily="2" charset="0"/>
              </a:defRPr>
            </a:lvl1pPr>
          </a:lstStyle>
          <a:p>
            <a:r>
              <a:rPr lang="pt-BR" err="1"/>
              <a:t>mandala</a:t>
            </a:r>
            <a:endParaRPr lang="en-US"/>
          </a:p>
        </p:txBody>
      </p:sp>
      <p:grpSp>
        <p:nvGrpSpPr>
          <p:cNvPr id="24" name="Google Shape;1460;p69"/>
          <p:cNvGrpSpPr/>
          <p:nvPr userDrawn="1"/>
        </p:nvGrpSpPr>
        <p:grpSpPr>
          <a:xfrm>
            <a:off x="4698551" y="941753"/>
            <a:ext cx="6660240" cy="5487435"/>
            <a:chOff x="0" y="-1"/>
            <a:chExt cx="6660238" cy="5487435"/>
          </a:xfrm>
        </p:grpSpPr>
        <p:sp>
          <p:nvSpPr>
            <p:cNvPr id="25" name="Google Shape;1461;p69"/>
            <p:cNvSpPr/>
            <p:nvPr/>
          </p:nvSpPr>
          <p:spPr>
            <a:xfrm>
              <a:off x="894644" y="288799"/>
              <a:ext cx="4867600" cy="4867601"/>
            </a:xfrm>
            <a:prstGeom prst="ellipse">
              <a:avLst/>
            </a:prstGeom>
            <a:solidFill>
              <a:schemeClr val="accent3">
                <a:lumOff val="44000"/>
              </a:schemeClr>
            </a:solidFill>
            <a:ln w="19050" cap="flat">
              <a:solidFill>
                <a:srgbClr val="D9D9D9"/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2400">
                  <a:solidFill>
                    <a:schemeClr val="accent2"/>
                  </a:solidFill>
                </a:defRPr>
              </a:pPr>
              <a:endParaRPr/>
            </a:p>
          </p:txBody>
        </p:sp>
        <p:sp>
          <p:nvSpPr>
            <p:cNvPr id="26" name="Google Shape;1462;p69"/>
            <p:cNvSpPr/>
            <p:nvPr/>
          </p:nvSpPr>
          <p:spPr>
            <a:xfrm>
              <a:off x="1775510" y="1324966"/>
              <a:ext cx="3062402" cy="3062401"/>
            </a:xfrm>
            <a:prstGeom prst="ellipse">
              <a:avLst/>
            </a:prstGeom>
            <a:solidFill>
              <a:schemeClr val="accent3">
                <a:lumOff val="44000"/>
              </a:schemeClr>
            </a:solidFill>
            <a:ln w="1905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2400">
                  <a:solidFill>
                    <a:schemeClr val="accent2"/>
                  </a:solidFill>
                </a:defRPr>
              </a:pPr>
              <a:endParaRPr/>
            </a:p>
          </p:txBody>
        </p:sp>
        <p:sp>
          <p:nvSpPr>
            <p:cNvPr id="27" name="Google Shape;1463;p69"/>
            <p:cNvSpPr txBox="1"/>
            <p:nvPr/>
          </p:nvSpPr>
          <p:spPr>
            <a:xfrm>
              <a:off x="2169488" y="2110635"/>
              <a:ext cx="2317910" cy="133263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121899" tIns="121899" rIns="121899" bIns="121899" numCol="1" anchor="ctr">
              <a:spAutoFit/>
            </a:bodyPr>
            <a:lstStyle/>
            <a:p>
              <a:pPr algn="ctr">
                <a:lnSpc>
                  <a:spcPct val="80000"/>
                </a:lnSpc>
                <a:defRPr sz="2000">
                  <a:solidFill>
                    <a:schemeClr val="accent2"/>
                  </a:solidFill>
                  <a:latin typeface="Simplon BP Bold"/>
                  <a:ea typeface="Simplon BP Bold"/>
                  <a:cs typeface="Simplon BP Bold"/>
                  <a:sym typeface="Simplon BP Bold"/>
                </a:defRPr>
              </a:pPr>
              <a:r>
                <a:rPr err="1"/>
                <a:t>valoresdolor</a:t>
              </a:r>
              <a:br>
                <a:rPr/>
              </a:br>
              <a:r>
                <a:rPr err="1"/>
                <a:t>loremipsum</a:t>
              </a:r>
              <a:endParaRPr/>
            </a:p>
            <a:p>
              <a:pPr algn="ctr">
                <a:lnSpc>
                  <a:spcPct val="80000"/>
                </a:lnSpc>
                <a:spcBef>
                  <a:spcPts val="600"/>
                </a:spcBef>
                <a:defRPr>
                  <a:solidFill>
                    <a:schemeClr val="accent2"/>
                  </a:solidFill>
                </a:defRPr>
              </a:pPr>
              <a:r>
                <a:t>Loremipsumdolorsitamet,consecteturadipiscingelit.Namnonloremluctus.</a:t>
              </a:r>
            </a:p>
          </p:txBody>
        </p:sp>
        <p:grpSp>
          <p:nvGrpSpPr>
            <p:cNvPr id="28" name="Google Shape;1464;p69"/>
            <p:cNvGrpSpPr/>
            <p:nvPr/>
          </p:nvGrpSpPr>
          <p:grpSpPr>
            <a:xfrm>
              <a:off x="612283" y="1060832"/>
              <a:ext cx="1585201" cy="794002"/>
              <a:chOff x="0" y="0"/>
              <a:chExt cx="1585199" cy="794000"/>
            </a:xfrm>
          </p:grpSpPr>
          <p:sp>
            <p:nvSpPr>
              <p:cNvPr id="50" name="Rectangle"/>
              <p:cNvSpPr/>
              <p:nvPr/>
            </p:nvSpPr>
            <p:spPr>
              <a:xfrm>
                <a:off x="0" y="0"/>
                <a:ext cx="1585199" cy="794000"/>
              </a:xfrm>
              <a:prstGeom prst="rect">
                <a:avLst/>
              </a:prstGeom>
              <a:solidFill>
                <a:schemeClr val="accent3">
                  <a:lumOff val="44000"/>
                </a:scheme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>
                  <a:defRPr sz="1200">
                    <a:solidFill>
                      <a:schemeClr val="accent2"/>
                    </a:solidFill>
                  </a:defRPr>
                </a:pPr>
                <a:endParaRPr/>
              </a:p>
            </p:txBody>
          </p:sp>
          <p:sp>
            <p:nvSpPr>
              <p:cNvPr id="51" name="lorem ipsum dolor amet alurum"/>
              <p:cNvSpPr txBox="1"/>
              <p:nvPr/>
            </p:nvSpPr>
            <p:spPr>
              <a:xfrm>
                <a:off x="0" y="89245"/>
                <a:ext cx="1585199" cy="61550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  </a:ext>
              </a:extLst>
            </p:spPr>
            <p:txBody>
              <a:bodyPr wrap="square" lIns="121899" tIns="121899" rIns="121899" bIns="121899" numCol="1" anchor="ctr">
                <a:spAutoFit/>
              </a:bodyPr>
              <a:lstStyle>
                <a:lvl1pPr algn="ctr">
                  <a:defRPr sz="1200">
                    <a:solidFill>
                      <a:schemeClr val="accent2"/>
                    </a:solidFill>
                  </a:defRPr>
                </a:lvl1pPr>
              </a:lstStyle>
              <a:p>
                <a:r>
                  <a:rPr err="1"/>
                  <a:t>loremipsumdolorametalurum</a:t>
                </a:r>
                <a:endParaRPr/>
              </a:p>
            </p:txBody>
          </p:sp>
        </p:grpSp>
        <p:grpSp>
          <p:nvGrpSpPr>
            <p:cNvPr id="29" name="Google Shape;1465;p69"/>
            <p:cNvGrpSpPr/>
            <p:nvPr/>
          </p:nvGrpSpPr>
          <p:grpSpPr>
            <a:xfrm>
              <a:off x="2535843" y="-1"/>
              <a:ext cx="1585201" cy="794002"/>
              <a:chOff x="0" y="0"/>
              <a:chExt cx="1585199" cy="794000"/>
            </a:xfrm>
          </p:grpSpPr>
          <p:sp>
            <p:nvSpPr>
              <p:cNvPr id="48" name="Rectangle"/>
              <p:cNvSpPr/>
              <p:nvPr/>
            </p:nvSpPr>
            <p:spPr>
              <a:xfrm>
                <a:off x="0" y="0"/>
                <a:ext cx="1585199" cy="794000"/>
              </a:xfrm>
              <a:prstGeom prst="rect">
                <a:avLst/>
              </a:prstGeom>
              <a:solidFill>
                <a:schemeClr val="accent3">
                  <a:lumOff val="44000"/>
                </a:scheme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>
                  <a:defRPr sz="1200">
                    <a:solidFill>
                      <a:schemeClr val="accent2"/>
                    </a:solidFill>
                  </a:defRPr>
                </a:pPr>
                <a:endParaRPr/>
              </a:p>
            </p:txBody>
          </p:sp>
          <p:sp>
            <p:nvSpPr>
              <p:cNvPr id="49" name="lorem ipsum dolor amet alurum"/>
              <p:cNvSpPr txBox="1"/>
              <p:nvPr/>
            </p:nvSpPr>
            <p:spPr>
              <a:xfrm>
                <a:off x="0" y="89245"/>
                <a:ext cx="1585199" cy="61550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  </a:ext>
              </a:extLst>
            </p:spPr>
            <p:txBody>
              <a:bodyPr wrap="square" lIns="121899" tIns="121899" rIns="121899" bIns="121899" numCol="1" anchor="ctr">
                <a:spAutoFit/>
              </a:bodyPr>
              <a:lstStyle>
                <a:lvl1pPr algn="ctr">
                  <a:defRPr sz="1200">
                    <a:solidFill>
                      <a:schemeClr val="accent2"/>
                    </a:solidFill>
                  </a:defRPr>
                </a:lvl1pPr>
              </a:lstStyle>
              <a:p>
                <a:r>
                  <a:rPr err="1"/>
                  <a:t>loremipsumdolorametalurum</a:t>
                </a:r>
                <a:endParaRPr/>
              </a:p>
            </p:txBody>
          </p:sp>
        </p:grpSp>
        <p:grpSp>
          <p:nvGrpSpPr>
            <p:cNvPr id="30" name="Google Shape;1466;p69"/>
            <p:cNvGrpSpPr/>
            <p:nvPr/>
          </p:nvGrpSpPr>
          <p:grpSpPr>
            <a:xfrm>
              <a:off x="4487397" y="3796215"/>
              <a:ext cx="1585201" cy="794002"/>
              <a:chOff x="0" y="0"/>
              <a:chExt cx="1585199" cy="794000"/>
            </a:xfrm>
          </p:grpSpPr>
          <p:sp>
            <p:nvSpPr>
              <p:cNvPr id="46" name="Rectangle"/>
              <p:cNvSpPr/>
              <p:nvPr/>
            </p:nvSpPr>
            <p:spPr>
              <a:xfrm>
                <a:off x="0" y="0"/>
                <a:ext cx="1585199" cy="794000"/>
              </a:xfrm>
              <a:prstGeom prst="rect">
                <a:avLst/>
              </a:prstGeom>
              <a:solidFill>
                <a:schemeClr val="accent3">
                  <a:lumOff val="44000"/>
                </a:scheme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>
                  <a:defRPr sz="1200">
                    <a:solidFill>
                      <a:schemeClr val="accent2"/>
                    </a:solidFill>
                  </a:defRPr>
                </a:pPr>
                <a:endParaRPr/>
              </a:p>
            </p:txBody>
          </p:sp>
          <p:sp>
            <p:nvSpPr>
              <p:cNvPr id="47" name="lorem ipsum dolor amet alurum"/>
              <p:cNvSpPr txBox="1"/>
              <p:nvPr/>
            </p:nvSpPr>
            <p:spPr>
              <a:xfrm>
                <a:off x="0" y="89245"/>
                <a:ext cx="1585199" cy="61550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  </a:ext>
              </a:extLst>
            </p:spPr>
            <p:txBody>
              <a:bodyPr wrap="square" lIns="121899" tIns="121899" rIns="121899" bIns="121899" numCol="1" anchor="ctr">
                <a:spAutoFit/>
              </a:bodyPr>
              <a:lstStyle>
                <a:lvl1pPr algn="ctr">
                  <a:defRPr sz="1200">
                    <a:solidFill>
                      <a:schemeClr val="accent2"/>
                    </a:solidFill>
                  </a:defRPr>
                </a:lvl1pPr>
              </a:lstStyle>
              <a:p>
                <a:r>
                  <a:rPr err="1"/>
                  <a:t>loremipsumdolorametalurum</a:t>
                </a:r>
                <a:endParaRPr/>
              </a:p>
            </p:txBody>
          </p:sp>
        </p:grpSp>
        <p:grpSp>
          <p:nvGrpSpPr>
            <p:cNvPr id="31" name="Google Shape;1467;p69"/>
            <p:cNvGrpSpPr/>
            <p:nvPr/>
          </p:nvGrpSpPr>
          <p:grpSpPr>
            <a:xfrm>
              <a:off x="612283" y="3796215"/>
              <a:ext cx="1585201" cy="794002"/>
              <a:chOff x="0" y="0"/>
              <a:chExt cx="1585199" cy="794000"/>
            </a:xfrm>
          </p:grpSpPr>
          <p:sp>
            <p:nvSpPr>
              <p:cNvPr id="44" name="Rectangle"/>
              <p:cNvSpPr/>
              <p:nvPr/>
            </p:nvSpPr>
            <p:spPr>
              <a:xfrm>
                <a:off x="0" y="0"/>
                <a:ext cx="1585199" cy="794000"/>
              </a:xfrm>
              <a:prstGeom prst="rect">
                <a:avLst/>
              </a:prstGeom>
              <a:solidFill>
                <a:schemeClr val="accent3">
                  <a:lumOff val="44000"/>
                </a:scheme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>
                  <a:defRPr sz="1200">
                    <a:solidFill>
                      <a:schemeClr val="accent2"/>
                    </a:solidFill>
                  </a:defRPr>
                </a:pPr>
                <a:endParaRPr/>
              </a:p>
            </p:txBody>
          </p:sp>
          <p:sp>
            <p:nvSpPr>
              <p:cNvPr id="45" name="lorem ipsum dolor amet alurum"/>
              <p:cNvSpPr txBox="1"/>
              <p:nvPr/>
            </p:nvSpPr>
            <p:spPr>
              <a:xfrm>
                <a:off x="0" y="89245"/>
                <a:ext cx="1585199" cy="61550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  </a:ext>
              </a:extLst>
            </p:spPr>
            <p:txBody>
              <a:bodyPr wrap="square" lIns="121899" tIns="121899" rIns="121899" bIns="121899" numCol="1" anchor="ctr">
                <a:spAutoFit/>
              </a:bodyPr>
              <a:lstStyle>
                <a:lvl1pPr algn="ctr">
                  <a:defRPr sz="1200">
                    <a:solidFill>
                      <a:schemeClr val="accent2"/>
                    </a:solidFill>
                  </a:defRPr>
                </a:lvl1pPr>
              </a:lstStyle>
              <a:p>
                <a:r>
                  <a:rPr err="1"/>
                  <a:t>loremipsumdolorametalurum</a:t>
                </a:r>
                <a:endParaRPr/>
              </a:p>
            </p:txBody>
          </p:sp>
        </p:grpSp>
        <p:grpSp>
          <p:nvGrpSpPr>
            <p:cNvPr id="32" name="Google Shape;1468;p69"/>
            <p:cNvGrpSpPr/>
            <p:nvPr/>
          </p:nvGrpSpPr>
          <p:grpSpPr>
            <a:xfrm>
              <a:off x="4487397" y="1023066"/>
              <a:ext cx="1585201" cy="794002"/>
              <a:chOff x="0" y="0"/>
              <a:chExt cx="1585199" cy="794000"/>
            </a:xfrm>
          </p:grpSpPr>
          <p:sp>
            <p:nvSpPr>
              <p:cNvPr id="42" name="Rectangle"/>
              <p:cNvSpPr/>
              <p:nvPr/>
            </p:nvSpPr>
            <p:spPr>
              <a:xfrm>
                <a:off x="0" y="0"/>
                <a:ext cx="1585199" cy="794000"/>
              </a:xfrm>
              <a:prstGeom prst="rect">
                <a:avLst/>
              </a:prstGeom>
              <a:solidFill>
                <a:schemeClr val="accent3">
                  <a:lumOff val="44000"/>
                </a:scheme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>
                  <a:defRPr sz="1200">
                    <a:solidFill>
                      <a:schemeClr val="accent2"/>
                    </a:solidFill>
                  </a:defRPr>
                </a:pPr>
                <a:endParaRPr/>
              </a:p>
            </p:txBody>
          </p:sp>
          <p:sp>
            <p:nvSpPr>
              <p:cNvPr id="43" name="lorem ipsum dolor amet alurum"/>
              <p:cNvSpPr txBox="1"/>
              <p:nvPr/>
            </p:nvSpPr>
            <p:spPr>
              <a:xfrm>
                <a:off x="0" y="89245"/>
                <a:ext cx="1585199" cy="61550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  </a:ext>
              </a:extLst>
            </p:spPr>
            <p:txBody>
              <a:bodyPr wrap="square" lIns="121899" tIns="121899" rIns="121899" bIns="121899" numCol="1" anchor="ctr">
                <a:spAutoFit/>
              </a:bodyPr>
              <a:lstStyle>
                <a:lvl1pPr algn="ctr">
                  <a:defRPr sz="1200">
                    <a:solidFill>
                      <a:schemeClr val="accent2"/>
                    </a:solidFill>
                  </a:defRPr>
                </a:lvl1pPr>
              </a:lstStyle>
              <a:p>
                <a:r>
                  <a:rPr err="1"/>
                  <a:t>loremipsumdolorametalurum</a:t>
                </a:r>
                <a:endParaRPr/>
              </a:p>
            </p:txBody>
          </p:sp>
        </p:grpSp>
        <p:grpSp>
          <p:nvGrpSpPr>
            <p:cNvPr id="33" name="Google Shape;1469;p69"/>
            <p:cNvGrpSpPr/>
            <p:nvPr/>
          </p:nvGrpSpPr>
          <p:grpSpPr>
            <a:xfrm>
              <a:off x="2535843" y="4693432"/>
              <a:ext cx="1585201" cy="794002"/>
              <a:chOff x="0" y="0"/>
              <a:chExt cx="1585199" cy="794000"/>
            </a:xfrm>
          </p:grpSpPr>
          <p:sp>
            <p:nvSpPr>
              <p:cNvPr id="40" name="Rectangle"/>
              <p:cNvSpPr/>
              <p:nvPr/>
            </p:nvSpPr>
            <p:spPr>
              <a:xfrm>
                <a:off x="0" y="0"/>
                <a:ext cx="1585199" cy="794000"/>
              </a:xfrm>
              <a:prstGeom prst="rect">
                <a:avLst/>
              </a:prstGeom>
              <a:solidFill>
                <a:schemeClr val="accent3">
                  <a:lumOff val="44000"/>
                </a:scheme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>
                  <a:defRPr sz="1200">
                    <a:solidFill>
                      <a:schemeClr val="accent2"/>
                    </a:solidFill>
                  </a:defRPr>
                </a:pPr>
                <a:endParaRPr/>
              </a:p>
            </p:txBody>
          </p:sp>
          <p:sp>
            <p:nvSpPr>
              <p:cNvPr id="41" name="lorem ipsum dolor amet alurum"/>
              <p:cNvSpPr txBox="1"/>
              <p:nvPr/>
            </p:nvSpPr>
            <p:spPr>
              <a:xfrm>
                <a:off x="0" y="89245"/>
                <a:ext cx="1585199" cy="61550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  </a:ext>
              </a:extLst>
            </p:spPr>
            <p:txBody>
              <a:bodyPr wrap="square" lIns="121899" tIns="121899" rIns="121899" bIns="121899" numCol="1" anchor="ctr">
                <a:spAutoFit/>
              </a:bodyPr>
              <a:lstStyle>
                <a:lvl1pPr algn="ctr">
                  <a:defRPr sz="1200">
                    <a:solidFill>
                      <a:schemeClr val="accent2"/>
                    </a:solidFill>
                  </a:defRPr>
                </a:lvl1pPr>
              </a:lstStyle>
              <a:p>
                <a:r>
                  <a:rPr err="1"/>
                  <a:t>loremipsumdolorametalurum</a:t>
                </a:r>
                <a:endParaRPr/>
              </a:p>
            </p:txBody>
          </p:sp>
        </p:grpSp>
        <p:grpSp>
          <p:nvGrpSpPr>
            <p:cNvPr id="34" name="Google Shape;1470;p69"/>
            <p:cNvGrpSpPr/>
            <p:nvPr/>
          </p:nvGrpSpPr>
          <p:grpSpPr>
            <a:xfrm>
              <a:off x="0" y="2414827"/>
              <a:ext cx="1858001" cy="615511"/>
              <a:chOff x="0" y="-10155"/>
              <a:chExt cx="1857999" cy="615510"/>
            </a:xfrm>
          </p:grpSpPr>
          <p:sp>
            <p:nvSpPr>
              <p:cNvPr id="38" name="Rectangle"/>
              <p:cNvSpPr/>
              <p:nvPr/>
            </p:nvSpPr>
            <p:spPr>
              <a:xfrm>
                <a:off x="0" y="-1"/>
                <a:ext cx="1857999" cy="595202"/>
              </a:xfrm>
              <a:prstGeom prst="rect">
                <a:avLst/>
              </a:prstGeom>
              <a:solidFill>
                <a:schemeClr val="accent3">
                  <a:lumOff val="44000"/>
                </a:scheme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>
                  <a:defRPr sz="1200">
                    <a:solidFill>
                      <a:schemeClr val="accent2"/>
                    </a:solidFill>
                    <a:latin typeface="Simplon BP Bold"/>
                    <a:ea typeface="Simplon BP Bold"/>
                    <a:cs typeface="Simplon BP Bold"/>
                    <a:sym typeface="Simplon BP Bold"/>
                  </a:defRPr>
                </a:pPr>
                <a:endParaRPr/>
              </a:p>
            </p:txBody>
          </p:sp>
          <p:sp>
            <p:nvSpPr>
              <p:cNvPr id="39" name="lorem ipsum dolor amet dolor"/>
              <p:cNvSpPr txBox="1"/>
              <p:nvPr/>
            </p:nvSpPr>
            <p:spPr>
              <a:xfrm>
                <a:off x="0" y="-10155"/>
                <a:ext cx="1857999" cy="61551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  </a:ext>
              </a:extLst>
            </p:spPr>
            <p:txBody>
              <a:bodyPr wrap="square" lIns="121899" tIns="121899" rIns="121899" bIns="121899" numCol="1" anchor="ctr">
                <a:spAutoFit/>
              </a:bodyPr>
              <a:lstStyle>
                <a:lvl1pPr algn="ctr">
                  <a:defRPr sz="1200">
                    <a:solidFill>
                      <a:schemeClr val="accent2"/>
                    </a:solidFill>
                    <a:latin typeface="Simplon BP Bold"/>
                    <a:ea typeface="Simplon BP Bold"/>
                    <a:cs typeface="Simplon BP Bold"/>
                    <a:sym typeface="Simplon BP Bold"/>
                  </a:defRPr>
                </a:lvl1pPr>
              </a:lstStyle>
              <a:p>
                <a:r>
                  <a:rPr err="1"/>
                  <a:t>loremipsumdolorametdolor</a:t>
                </a:r>
                <a:endParaRPr/>
              </a:p>
            </p:txBody>
          </p:sp>
        </p:grpSp>
        <p:grpSp>
          <p:nvGrpSpPr>
            <p:cNvPr id="35" name="Google Shape;1471;p69"/>
            <p:cNvGrpSpPr/>
            <p:nvPr/>
          </p:nvGrpSpPr>
          <p:grpSpPr>
            <a:xfrm>
              <a:off x="4802237" y="2380711"/>
              <a:ext cx="1858001" cy="615511"/>
              <a:chOff x="0" y="-10155"/>
              <a:chExt cx="1857999" cy="615510"/>
            </a:xfrm>
          </p:grpSpPr>
          <p:sp>
            <p:nvSpPr>
              <p:cNvPr id="36" name="Rectangle"/>
              <p:cNvSpPr/>
              <p:nvPr/>
            </p:nvSpPr>
            <p:spPr>
              <a:xfrm>
                <a:off x="0" y="-1"/>
                <a:ext cx="1857999" cy="595202"/>
              </a:xfrm>
              <a:prstGeom prst="rect">
                <a:avLst/>
              </a:prstGeom>
              <a:solidFill>
                <a:schemeClr val="accent3">
                  <a:lumOff val="44000"/>
                </a:scheme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>
                  <a:defRPr sz="1200">
                    <a:solidFill>
                      <a:schemeClr val="accent2"/>
                    </a:solidFill>
                    <a:latin typeface="Simplon BP Bold"/>
                    <a:ea typeface="Simplon BP Bold"/>
                    <a:cs typeface="Simplon BP Bold"/>
                    <a:sym typeface="Simplon BP Bold"/>
                  </a:defRPr>
                </a:pPr>
                <a:endParaRPr/>
              </a:p>
            </p:txBody>
          </p:sp>
          <p:sp>
            <p:nvSpPr>
              <p:cNvPr id="37" name="lorem ipsum dolor amet dolor"/>
              <p:cNvSpPr txBox="1"/>
              <p:nvPr/>
            </p:nvSpPr>
            <p:spPr>
              <a:xfrm>
                <a:off x="0" y="-10155"/>
                <a:ext cx="1857999" cy="61551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  </a:ext>
              </a:extLst>
            </p:spPr>
            <p:txBody>
              <a:bodyPr wrap="square" lIns="121899" tIns="121899" rIns="121899" bIns="121899" numCol="1" anchor="ctr">
                <a:spAutoFit/>
              </a:bodyPr>
              <a:lstStyle>
                <a:lvl1pPr algn="ctr">
                  <a:defRPr sz="1200">
                    <a:solidFill>
                      <a:schemeClr val="accent2"/>
                    </a:solidFill>
                    <a:latin typeface="Simplon BP Bold"/>
                    <a:ea typeface="Simplon BP Bold"/>
                    <a:cs typeface="Simplon BP Bold"/>
                    <a:sym typeface="Simplon BP Bold"/>
                  </a:defRPr>
                </a:lvl1pPr>
              </a:lstStyle>
              <a:p>
                <a:r>
                  <a:rPr err="1"/>
                  <a:t>loremipsumdolorametdolor</a:t>
                </a:r>
                <a:endParaRPr/>
              </a:p>
            </p:txBody>
          </p:sp>
        </p:grpSp>
      </p:grpSp>
      <p:grpSp>
        <p:nvGrpSpPr>
          <p:cNvPr id="52" name="Google Shape;1472;p69"/>
          <p:cNvGrpSpPr/>
          <p:nvPr userDrawn="1"/>
        </p:nvGrpSpPr>
        <p:grpSpPr>
          <a:xfrm>
            <a:off x="992190" y="2228670"/>
            <a:ext cx="3440079" cy="2102975"/>
            <a:chOff x="0" y="0"/>
            <a:chExt cx="3440077" cy="2102973"/>
          </a:xfrm>
        </p:grpSpPr>
        <p:sp>
          <p:nvSpPr>
            <p:cNvPr id="53" name="Google Shape;1473;p69"/>
            <p:cNvSpPr/>
            <p:nvPr/>
          </p:nvSpPr>
          <p:spPr>
            <a:xfrm>
              <a:off x="0" y="525415"/>
              <a:ext cx="2665410" cy="478972"/>
            </a:xfrm>
            <a:prstGeom prst="rect">
              <a:avLst/>
            </a:pr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>
                  <a:solidFill>
                    <a:schemeClr val="accent2"/>
                  </a:solidFill>
                </a:defRPr>
              </a:pPr>
              <a:endParaRPr/>
            </a:p>
          </p:txBody>
        </p:sp>
        <p:sp>
          <p:nvSpPr>
            <p:cNvPr id="54" name="Google Shape;1474;p69"/>
            <p:cNvSpPr txBox="1"/>
            <p:nvPr/>
          </p:nvSpPr>
          <p:spPr>
            <a:xfrm>
              <a:off x="13626" y="0"/>
              <a:ext cx="3426451" cy="131031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/>
            <a:p>
              <a:pPr>
                <a:lnSpc>
                  <a:spcPct val="80000"/>
                </a:lnSpc>
                <a:defRPr sz="3600">
                  <a:solidFill>
                    <a:schemeClr val="accent2"/>
                  </a:solidFill>
                </a:defRPr>
              </a:pPr>
              <a:r>
                <a:rPr err="1"/>
                <a:t>textoem</a:t>
              </a:r>
              <a:r>
                <a:rPr sz="4800" err="1">
                  <a:solidFill>
                    <a:schemeClr val="accent3">
                      <a:lumOff val="44000"/>
                    </a:schemeClr>
                  </a:solidFill>
                  <a:latin typeface="Simplon BP Bold"/>
                  <a:ea typeface="Simplon BP Bold"/>
                  <a:cs typeface="Simplon BP Bold"/>
                  <a:sym typeface="Simplon BP Bold"/>
                </a:rPr>
                <a:t>destaque</a:t>
              </a:r>
              <a:endParaRPr sz="4800">
                <a:solidFill>
                  <a:schemeClr val="accent3">
                    <a:lumOff val="44000"/>
                  </a:schemeClr>
                </a:solidFill>
                <a:latin typeface="Simplon BP Bold"/>
                <a:ea typeface="Simplon BP Bold"/>
                <a:cs typeface="Simplon BP Bold"/>
                <a:sym typeface="Simplon BP Bold"/>
              </a:endParaRPr>
            </a:p>
          </p:txBody>
        </p:sp>
        <p:sp>
          <p:nvSpPr>
            <p:cNvPr id="55" name="Google Shape;1475;p69"/>
            <p:cNvSpPr txBox="1"/>
            <p:nvPr/>
          </p:nvSpPr>
          <p:spPr>
            <a:xfrm>
              <a:off x="13626" y="1179687"/>
              <a:ext cx="3242677" cy="92328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>
                <a:defRPr sz="1800">
                  <a:solidFill>
                    <a:schemeClr val="accent2"/>
                  </a:solidFill>
                </a:defRPr>
              </a:lvl1pPr>
            </a:lstStyle>
            <a:p>
              <a:r>
                <a:t>Textocomplementarempoucaslinhasparaauxiliarnodesenvolvimentodaideiaprincipaldoslide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319470272"/>
      </p:ext>
    </p:extLst>
  </p:cSld>
  <p:clrMapOvr>
    <a:masterClrMapping/>
  </p:clrMapOvr>
  <p:transition spd="med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AC Slide Design Pack">
    <p:bg>
      <p:bgPr>
        <a:gradFill>
          <a:gsLst>
            <a:gs pos="83000">
              <a:srgbClr val="5F0095">
                <a:lumMod val="96000"/>
              </a:srgbClr>
            </a:gs>
            <a:gs pos="0">
              <a:srgbClr val="A100FF"/>
            </a:gs>
          </a:gsLst>
          <a:lin ang="27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0B587283-E1FF-438D-A5CF-0D7D6050D9A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70" imgH="469" progId="TCLayout.ActiveDocument.1">
                  <p:embed/>
                </p:oleObj>
              </mc:Choice>
              <mc:Fallback>
                <p:oleObj name="Slide do think-cell" r:id="rId3" imgW="470" imgH="469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0B587283-E1FF-438D-A5CF-0D7D6050D9A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GTS_WH">
            <a:extLst>
              <a:ext uri="{FF2B5EF4-FFF2-40B4-BE49-F238E27FC236}">
                <a16:creationId xmlns:a16="http://schemas.microsoft.com/office/drawing/2014/main" id="{76967BF2-12F7-6C29-73BD-6C5AF545D9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381468" y="6483676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>
              <a:latin typeface="Simplon BP Regular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960FC6-2F8E-CC17-CEEE-B3F93E0A483C}"/>
              </a:ext>
            </a:extLst>
          </p:cNvPr>
          <p:cNvSpPr txBox="1">
            <a:spLocks/>
          </p:cNvSpPr>
          <p:nvPr userDrawn="1"/>
        </p:nvSpPr>
        <p:spPr>
          <a:xfrm>
            <a:off x="11484746" y="6488731"/>
            <a:ext cx="326254" cy="201168"/>
          </a:xfrm>
          <a:prstGeom prst="rect">
            <a:avLst/>
          </a:prstGeom>
        </p:spPr>
        <p:txBody>
          <a:bodyPr vert="horz" wrap="none" lIns="0" tIns="0" rIns="0" bIns="0" rtlCol="0" anchor="ctr"/>
          <a:lstStyle>
            <a:defPPr>
              <a:defRPr lang="en-US"/>
            </a:defPPr>
            <a:lvl1pPr marL="0" algn="r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F90F471-3972-4120-B8B3-0237DE626C35}" type="slidenum">
              <a:rPr kumimoji="0" lang="pt-BR" sz="800" b="0" i="0" u="none" strike="noStrike" kern="1200" cap="none" spc="0" normalizeH="0" baseline="0" noProof="0" smtClean="0">
                <a:ln>
                  <a:noFill/>
                </a:ln>
                <a:solidFill>
                  <a:srgbClr val="FFFFFF">
                    <a:alpha val="75000"/>
                  </a:srgbClr>
                </a:solidFill>
                <a:effectLst/>
                <a:uLnTx/>
                <a:uFillTx/>
                <a:latin typeface="Simplon BP Regular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BR" sz="800" b="0" i="0" u="none" strike="noStrike" kern="1200" cap="none" spc="0" normalizeH="0" baseline="0" noProof="0">
              <a:ln>
                <a:noFill/>
              </a:ln>
              <a:solidFill>
                <a:srgbClr val="FFFFFF">
                  <a:alpha val="75000"/>
                </a:srgbClr>
              </a:solidFill>
              <a:effectLst/>
              <a:uLnTx/>
              <a:uFillTx/>
              <a:latin typeface="Simplon BP Regular"/>
              <a:ea typeface="+mn-ea"/>
              <a:cs typeface="+mn-cs"/>
            </a:endParaRPr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9F2B3995-C948-CA19-F75E-9E60859EAB18}"/>
              </a:ext>
            </a:extLst>
          </p:cNvPr>
          <p:cNvSpPr txBox="1">
            <a:spLocks/>
          </p:cNvSpPr>
          <p:nvPr userDrawn="1"/>
        </p:nvSpPr>
        <p:spPr>
          <a:xfrm>
            <a:off x="7315200" y="6486940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8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alpha val="75000"/>
                  </a:srgbClr>
                </a:solidFill>
                <a:effectLst/>
                <a:uLnTx/>
                <a:uFillTx/>
                <a:latin typeface="Simplon BP Regular"/>
                <a:ea typeface="+mn-ea"/>
                <a:cs typeface="+mn-cs"/>
              </a:rPr>
              <a:t>Copyright © 2024 Accenture. </a:t>
            </a:r>
            <a:r>
              <a:rPr kumimoji="0" lang="pt-BR" sz="800" b="0" i="0" u="none" strike="noStrike" kern="1200" cap="none" spc="0" normalizeH="0" baseline="0" noProof="0" err="1">
                <a:ln>
                  <a:noFill/>
                </a:ln>
                <a:solidFill>
                  <a:srgbClr val="FFFFFF">
                    <a:alpha val="75000"/>
                  </a:srgbClr>
                </a:solidFill>
                <a:effectLst/>
                <a:uLnTx/>
                <a:uFillTx/>
                <a:latin typeface="Simplon BP Regular"/>
                <a:ea typeface="+mn-ea"/>
                <a:cs typeface="+mn-cs"/>
              </a:rPr>
              <a:t>All</a:t>
            </a:r>
            <a:r>
              <a:rPr kumimoji="0" lang="pt-BR" sz="8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alpha val="75000"/>
                  </a:srgbClr>
                </a:solidFill>
                <a:effectLst/>
                <a:uLnTx/>
                <a:uFillTx/>
                <a:latin typeface="Simplon BP Regular"/>
                <a:ea typeface="+mn-ea"/>
                <a:cs typeface="+mn-cs"/>
              </a:rPr>
              <a:t> </a:t>
            </a:r>
            <a:r>
              <a:rPr kumimoji="0" lang="pt-BR" sz="800" b="0" i="0" u="none" strike="noStrike" kern="1200" cap="none" spc="0" normalizeH="0" baseline="0" noProof="0" err="1">
                <a:ln>
                  <a:noFill/>
                </a:ln>
                <a:solidFill>
                  <a:srgbClr val="FFFFFF">
                    <a:alpha val="75000"/>
                  </a:srgbClr>
                </a:solidFill>
                <a:effectLst/>
                <a:uLnTx/>
                <a:uFillTx/>
                <a:latin typeface="Simplon BP Regular"/>
                <a:ea typeface="+mn-ea"/>
                <a:cs typeface="+mn-cs"/>
              </a:rPr>
              <a:t>rights</a:t>
            </a:r>
            <a:r>
              <a:rPr kumimoji="0" lang="pt-BR" sz="8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alpha val="75000"/>
                  </a:srgbClr>
                </a:solidFill>
                <a:effectLst/>
                <a:uLnTx/>
                <a:uFillTx/>
                <a:latin typeface="Simplon BP Regular"/>
                <a:ea typeface="+mn-ea"/>
                <a:cs typeface="+mn-cs"/>
              </a:rPr>
              <a:t> </a:t>
            </a:r>
            <a:r>
              <a:rPr kumimoji="0" lang="pt-BR" sz="800" b="0" i="0" u="none" strike="noStrike" kern="1200" cap="none" spc="0" normalizeH="0" baseline="0" noProof="0" err="1">
                <a:ln>
                  <a:noFill/>
                </a:ln>
                <a:solidFill>
                  <a:srgbClr val="FFFFFF">
                    <a:alpha val="75000"/>
                  </a:srgbClr>
                </a:solidFill>
                <a:effectLst/>
                <a:uLnTx/>
                <a:uFillTx/>
                <a:latin typeface="Simplon BP Regular"/>
                <a:ea typeface="+mn-ea"/>
                <a:cs typeface="+mn-cs"/>
              </a:rPr>
              <a:t>reserved</a:t>
            </a:r>
            <a:r>
              <a:rPr kumimoji="0" lang="pt-BR" sz="8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alpha val="75000"/>
                  </a:srgbClr>
                </a:solidFill>
                <a:effectLst/>
                <a:uLnTx/>
                <a:uFillTx/>
                <a:latin typeface="Simplon BP Regular"/>
                <a:ea typeface="+mn-ea"/>
                <a:cs typeface="+mn-cs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46729098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AC Slide Design Pack">
    <p:bg>
      <p:bgPr>
        <a:gradFill>
          <a:gsLst>
            <a:gs pos="83000">
              <a:srgbClr val="5F0095">
                <a:lumMod val="96000"/>
              </a:srgbClr>
            </a:gs>
            <a:gs pos="0">
              <a:srgbClr val="A100FF"/>
            </a:gs>
          </a:gsLst>
          <a:lin ang="27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0B587283-E1FF-438D-A5CF-0D7D6050D9A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93585283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0" imgH="469" progId="TCLayout.ActiveDocument.1">
                  <p:embed/>
                </p:oleObj>
              </mc:Choice>
              <mc:Fallback>
                <p:oleObj name="think-cell Slide" r:id="rId3" imgW="470" imgH="469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0B587283-E1FF-438D-A5CF-0D7D6050D9A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GTS_WH">
            <a:extLst>
              <a:ext uri="{FF2B5EF4-FFF2-40B4-BE49-F238E27FC236}">
                <a16:creationId xmlns:a16="http://schemas.microsoft.com/office/drawing/2014/main" id="{76967BF2-12F7-6C29-73BD-6C5AF545D9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381468" y="6483676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>
              <a:latin typeface="Simplon BP Regular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960FC6-2F8E-CC17-CEEE-B3F93E0A483C}"/>
              </a:ext>
            </a:extLst>
          </p:cNvPr>
          <p:cNvSpPr txBox="1">
            <a:spLocks/>
          </p:cNvSpPr>
          <p:nvPr userDrawn="1"/>
        </p:nvSpPr>
        <p:spPr>
          <a:xfrm>
            <a:off x="11484746" y="6488731"/>
            <a:ext cx="326254" cy="201168"/>
          </a:xfrm>
          <a:prstGeom prst="rect">
            <a:avLst/>
          </a:prstGeom>
        </p:spPr>
        <p:txBody>
          <a:bodyPr vert="horz" wrap="none" lIns="0" tIns="0" rIns="0" bIns="0" rtlCol="0" anchor="ctr"/>
          <a:lstStyle>
            <a:defPPr>
              <a:defRPr lang="en-US"/>
            </a:defPPr>
            <a:lvl1pPr marL="0" algn="r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F90F471-3972-4120-B8B3-0237DE626C35}" type="slidenum">
              <a:rPr kumimoji="0" lang="pt-BR" sz="800" b="0" i="0" u="none" strike="noStrike" kern="1200" cap="none" spc="0" normalizeH="0" baseline="0" noProof="0" smtClean="0">
                <a:ln>
                  <a:noFill/>
                </a:ln>
                <a:solidFill>
                  <a:srgbClr val="FFFFFF">
                    <a:alpha val="75000"/>
                  </a:srgbClr>
                </a:solidFill>
                <a:effectLst/>
                <a:uLnTx/>
                <a:uFillTx/>
                <a:latin typeface="Simplon BP Regular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BR" sz="800" b="0" i="0" u="none" strike="noStrike" kern="1200" cap="none" spc="0" normalizeH="0" baseline="0" noProof="0">
              <a:ln>
                <a:noFill/>
              </a:ln>
              <a:solidFill>
                <a:srgbClr val="FFFFFF">
                  <a:alpha val="75000"/>
                </a:srgbClr>
              </a:solidFill>
              <a:effectLst/>
              <a:uLnTx/>
              <a:uFillTx/>
              <a:latin typeface="Simplon BP Regular"/>
              <a:ea typeface="+mn-ea"/>
              <a:cs typeface="+mn-cs"/>
            </a:endParaRPr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9F2B3995-C948-CA19-F75E-9E60859EAB18}"/>
              </a:ext>
            </a:extLst>
          </p:cNvPr>
          <p:cNvSpPr txBox="1">
            <a:spLocks/>
          </p:cNvSpPr>
          <p:nvPr userDrawn="1"/>
        </p:nvSpPr>
        <p:spPr>
          <a:xfrm>
            <a:off x="7315200" y="6486940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8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alpha val="75000"/>
                  </a:srgbClr>
                </a:solidFill>
                <a:effectLst/>
                <a:uLnTx/>
                <a:uFillTx/>
                <a:latin typeface="Simplon BP Regular"/>
                <a:ea typeface="+mn-ea"/>
                <a:cs typeface="+mn-cs"/>
              </a:rPr>
              <a:t>Copyright © 2024 Accenture. </a:t>
            </a:r>
            <a:r>
              <a:rPr kumimoji="0" lang="pt-BR" sz="800" b="0" i="0" u="none" strike="noStrike" kern="1200" cap="none" spc="0" normalizeH="0" baseline="0" noProof="0" err="1">
                <a:ln>
                  <a:noFill/>
                </a:ln>
                <a:solidFill>
                  <a:srgbClr val="FFFFFF">
                    <a:alpha val="75000"/>
                  </a:srgbClr>
                </a:solidFill>
                <a:effectLst/>
                <a:uLnTx/>
                <a:uFillTx/>
                <a:latin typeface="Simplon BP Regular"/>
                <a:ea typeface="+mn-ea"/>
                <a:cs typeface="+mn-cs"/>
              </a:rPr>
              <a:t>All</a:t>
            </a:r>
            <a:r>
              <a:rPr kumimoji="0" lang="pt-BR" sz="8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alpha val="75000"/>
                  </a:srgbClr>
                </a:solidFill>
                <a:effectLst/>
                <a:uLnTx/>
                <a:uFillTx/>
                <a:latin typeface="Simplon BP Regular"/>
                <a:ea typeface="+mn-ea"/>
                <a:cs typeface="+mn-cs"/>
              </a:rPr>
              <a:t> </a:t>
            </a:r>
            <a:r>
              <a:rPr kumimoji="0" lang="pt-BR" sz="800" b="0" i="0" u="none" strike="noStrike" kern="1200" cap="none" spc="0" normalizeH="0" baseline="0" noProof="0" err="1">
                <a:ln>
                  <a:noFill/>
                </a:ln>
                <a:solidFill>
                  <a:srgbClr val="FFFFFF">
                    <a:alpha val="75000"/>
                  </a:srgbClr>
                </a:solidFill>
                <a:effectLst/>
                <a:uLnTx/>
                <a:uFillTx/>
                <a:latin typeface="Simplon BP Regular"/>
                <a:ea typeface="+mn-ea"/>
                <a:cs typeface="+mn-cs"/>
              </a:rPr>
              <a:t>rights</a:t>
            </a:r>
            <a:r>
              <a:rPr kumimoji="0" lang="pt-BR" sz="8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alpha val="75000"/>
                  </a:srgbClr>
                </a:solidFill>
                <a:effectLst/>
                <a:uLnTx/>
                <a:uFillTx/>
                <a:latin typeface="Simplon BP Regular"/>
                <a:ea typeface="+mn-ea"/>
                <a:cs typeface="+mn-cs"/>
              </a:rPr>
              <a:t> </a:t>
            </a:r>
            <a:r>
              <a:rPr kumimoji="0" lang="pt-BR" sz="800" b="0" i="0" u="none" strike="noStrike" kern="1200" cap="none" spc="0" normalizeH="0" baseline="0" noProof="0" err="1">
                <a:ln>
                  <a:noFill/>
                </a:ln>
                <a:solidFill>
                  <a:srgbClr val="FFFFFF">
                    <a:alpha val="75000"/>
                  </a:srgbClr>
                </a:solidFill>
                <a:effectLst/>
                <a:uLnTx/>
                <a:uFillTx/>
                <a:latin typeface="Simplon BP Regular"/>
                <a:ea typeface="+mn-ea"/>
                <a:cs typeface="+mn-cs"/>
              </a:rPr>
              <a:t>reserved</a:t>
            </a:r>
            <a:r>
              <a:rPr kumimoji="0" lang="pt-BR" sz="8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alpha val="75000"/>
                  </a:srgbClr>
                </a:solidFill>
                <a:effectLst/>
                <a:uLnTx/>
                <a:uFillTx/>
                <a:latin typeface="Simplon BP Regular"/>
                <a:ea typeface="+mn-ea"/>
                <a:cs typeface="+mn-cs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97674928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AC Slide Design Pack">
    <p:bg>
      <p:bgPr>
        <a:gradFill>
          <a:gsLst>
            <a:gs pos="83000">
              <a:srgbClr val="5F0095">
                <a:lumMod val="96000"/>
              </a:srgbClr>
            </a:gs>
            <a:gs pos="0">
              <a:srgbClr val="A100FF"/>
            </a:gs>
          </a:gsLst>
          <a:lin ang="27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0B587283-E1FF-438D-A5CF-0D7D6050D9A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93585283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0" imgH="469" progId="TCLayout.ActiveDocument.1">
                  <p:embed/>
                </p:oleObj>
              </mc:Choice>
              <mc:Fallback>
                <p:oleObj name="think-cell Slide" r:id="rId3" imgW="470" imgH="469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0B587283-E1FF-438D-A5CF-0D7D6050D9A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GTS_WH">
            <a:extLst>
              <a:ext uri="{FF2B5EF4-FFF2-40B4-BE49-F238E27FC236}">
                <a16:creationId xmlns:a16="http://schemas.microsoft.com/office/drawing/2014/main" id="{76967BF2-12F7-6C29-73BD-6C5AF545D9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381468" y="6483676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>
              <a:latin typeface="Simplon BP Regular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960FC6-2F8E-CC17-CEEE-B3F93E0A483C}"/>
              </a:ext>
            </a:extLst>
          </p:cNvPr>
          <p:cNvSpPr txBox="1">
            <a:spLocks/>
          </p:cNvSpPr>
          <p:nvPr userDrawn="1"/>
        </p:nvSpPr>
        <p:spPr>
          <a:xfrm>
            <a:off x="11484746" y="6488731"/>
            <a:ext cx="326254" cy="201168"/>
          </a:xfrm>
          <a:prstGeom prst="rect">
            <a:avLst/>
          </a:prstGeom>
        </p:spPr>
        <p:txBody>
          <a:bodyPr vert="horz" wrap="none" lIns="0" tIns="0" rIns="0" bIns="0" rtlCol="0" anchor="ctr"/>
          <a:lstStyle>
            <a:defPPr>
              <a:defRPr lang="en-US"/>
            </a:defPPr>
            <a:lvl1pPr marL="0" algn="r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F90F471-3972-4120-B8B3-0237DE626C35}" type="slidenum">
              <a:rPr kumimoji="0" lang="pt-BR" sz="800" b="0" i="0" u="none" strike="noStrike" kern="1200" cap="none" spc="0" normalizeH="0" baseline="0" noProof="0" smtClean="0">
                <a:ln>
                  <a:noFill/>
                </a:ln>
                <a:solidFill>
                  <a:srgbClr val="FFFFFF">
                    <a:alpha val="75000"/>
                  </a:srgbClr>
                </a:solidFill>
                <a:effectLst/>
                <a:uLnTx/>
                <a:uFillTx/>
                <a:latin typeface="Simplon BP Regular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BR" sz="800" b="0" i="0" u="none" strike="noStrike" kern="1200" cap="none" spc="0" normalizeH="0" baseline="0" noProof="0">
              <a:ln>
                <a:noFill/>
              </a:ln>
              <a:solidFill>
                <a:srgbClr val="FFFFFF">
                  <a:alpha val="75000"/>
                </a:srgbClr>
              </a:solidFill>
              <a:effectLst/>
              <a:uLnTx/>
              <a:uFillTx/>
              <a:latin typeface="Simplon BP Regular"/>
              <a:ea typeface="+mn-ea"/>
              <a:cs typeface="+mn-cs"/>
            </a:endParaRPr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9F2B3995-C948-CA19-F75E-9E60859EAB18}"/>
              </a:ext>
            </a:extLst>
          </p:cNvPr>
          <p:cNvSpPr txBox="1">
            <a:spLocks/>
          </p:cNvSpPr>
          <p:nvPr userDrawn="1"/>
        </p:nvSpPr>
        <p:spPr>
          <a:xfrm>
            <a:off x="7315200" y="6486940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8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alpha val="75000"/>
                  </a:srgbClr>
                </a:solidFill>
                <a:effectLst/>
                <a:uLnTx/>
                <a:uFillTx/>
                <a:latin typeface="Simplon BP Regular"/>
                <a:ea typeface="+mn-ea"/>
                <a:cs typeface="+mn-cs"/>
              </a:rPr>
              <a:t>Copyright © 2024 Accenture. </a:t>
            </a:r>
            <a:r>
              <a:rPr kumimoji="0" lang="pt-BR" sz="800" b="0" i="0" u="none" strike="noStrike" kern="1200" cap="none" spc="0" normalizeH="0" baseline="0" noProof="0" err="1">
                <a:ln>
                  <a:noFill/>
                </a:ln>
                <a:solidFill>
                  <a:srgbClr val="FFFFFF">
                    <a:alpha val="75000"/>
                  </a:srgbClr>
                </a:solidFill>
                <a:effectLst/>
                <a:uLnTx/>
                <a:uFillTx/>
                <a:latin typeface="Simplon BP Regular"/>
                <a:ea typeface="+mn-ea"/>
                <a:cs typeface="+mn-cs"/>
              </a:rPr>
              <a:t>All</a:t>
            </a:r>
            <a:r>
              <a:rPr kumimoji="0" lang="pt-BR" sz="8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alpha val="75000"/>
                  </a:srgbClr>
                </a:solidFill>
                <a:effectLst/>
                <a:uLnTx/>
                <a:uFillTx/>
                <a:latin typeface="Simplon BP Regular"/>
                <a:ea typeface="+mn-ea"/>
                <a:cs typeface="+mn-cs"/>
              </a:rPr>
              <a:t> </a:t>
            </a:r>
            <a:r>
              <a:rPr kumimoji="0" lang="pt-BR" sz="800" b="0" i="0" u="none" strike="noStrike" kern="1200" cap="none" spc="0" normalizeH="0" baseline="0" noProof="0" err="1">
                <a:ln>
                  <a:noFill/>
                </a:ln>
                <a:solidFill>
                  <a:srgbClr val="FFFFFF">
                    <a:alpha val="75000"/>
                  </a:srgbClr>
                </a:solidFill>
                <a:effectLst/>
                <a:uLnTx/>
                <a:uFillTx/>
                <a:latin typeface="Simplon BP Regular"/>
                <a:ea typeface="+mn-ea"/>
                <a:cs typeface="+mn-cs"/>
              </a:rPr>
              <a:t>rights</a:t>
            </a:r>
            <a:r>
              <a:rPr kumimoji="0" lang="pt-BR" sz="8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alpha val="75000"/>
                  </a:srgbClr>
                </a:solidFill>
                <a:effectLst/>
                <a:uLnTx/>
                <a:uFillTx/>
                <a:latin typeface="Simplon BP Regular"/>
                <a:ea typeface="+mn-ea"/>
                <a:cs typeface="+mn-cs"/>
              </a:rPr>
              <a:t> </a:t>
            </a:r>
            <a:r>
              <a:rPr kumimoji="0" lang="pt-BR" sz="800" b="0" i="0" u="none" strike="noStrike" kern="1200" cap="none" spc="0" normalizeH="0" baseline="0" noProof="0" err="1">
                <a:ln>
                  <a:noFill/>
                </a:ln>
                <a:solidFill>
                  <a:srgbClr val="FFFFFF">
                    <a:alpha val="75000"/>
                  </a:srgbClr>
                </a:solidFill>
                <a:effectLst/>
                <a:uLnTx/>
                <a:uFillTx/>
                <a:latin typeface="Simplon BP Regular"/>
                <a:ea typeface="+mn-ea"/>
                <a:cs typeface="+mn-cs"/>
              </a:rPr>
              <a:t>reserved</a:t>
            </a:r>
            <a:r>
              <a:rPr kumimoji="0" lang="pt-BR" sz="8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alpha val="75000"/>
                  </a:srgbClr>
                </a:solidFill>
                <a:effectLst/>
                <a:uLnTx/>
                <a:uFillTx/>
                <a:latin typeface="Simplon BP Regular"/>
                <a:ea typeface="+mn-ea"/>
                <a:cs typeface="+mn-cs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5145726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emf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oleObject" Target="../embeddings/oleObject1.bin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ags" Target="../tags/tag2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ags" Target="../tags/tag15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image" Target="../media/image1.emf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oleObject" Target="../embeddings/oleObject14.bin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tags" Target="../tags/tag27.xml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24.xml"/><Relationship Id="rId5" Type="http://schemas.openxmlformats.org/officeDocument/2006/relationships/image" Target="../media/image35.emf"/><Relationship Id="rId4" Type="http://schemas.openxmlformats.org/officeDocument/2006/relationships/oleObject" Target="../embeddings/oleObject26.bin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tags" Target="../tags/tag29.xml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25.xml"/><Relationship Id="rId5" Type="http://schemas.openxmlformats.org/officeDocument/2006/relationships/image" Target="../media/image35.emf"/><Relationship Id="rId4" Type="http://schemas.openxmlformats.org/officeDocument/2006/relationships/oleObject" Target="../embeddings/oleObject28.bin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tags" Target="../tags/tag31.xml"/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26.xml"/><Relationship Id="rId5" Type="http://schemas.openxmlformats.org/officeDocument/2006/relationships/image" Target="../media/image35.emf"/><Relationship Id="rId4" Type="http://schemas.openxmlformats.org/officeDocument/2006/relationships/oleObject" Target="../embeddings/oleObject30.bin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2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to 4" hidden="1"/>
          <p:cNvGraphicFramePr>
            <a:graphicFrameLocks noChangeAspect="1"/>
          </p:cNvGraphicFramePr>
          <p:nvPr userDrawn="1">
            <p:custDataLst>
              <p:tags r:id="rId14"/>
            </p:custDataLst>
            <p:extLst>
              <p:ext uri="{D42A27DB-BD31-4B8C-83A1-F6EECF244321}">
                <p14:modId xmlns:p14="http://schemas.microsoft.com/office/powerpoint/2010/main" val="98732181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15" imgW="421" imgH="423" progId="TCLayout.ActiveDocument.1">
                  <p:embed/>
                </p:oleObj>
              </mc:Choice>
              <mc:Fallback>
                <p:oleObj name="Slide do think-cell" r:id="rId15" imgW="421" imgH="423" progId="TCLayout.ActiveDocument.1">
                  <p:embed/>
                  <p:pic>
                    <p:nvPicPr>
                      <p:cNvPr id="5" name="Objeto 4" hidden="1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6032491" y="6596766"/>
            <a:ext cx="316751" cy="276999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86CB4B4D-7CA3-9044-876B-883B54F8677D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3"/>
          </p:nvPr>
        </p:nvSpPr>
        <p:spPr>
          <a:xfrm>
            <a:off x="609600" y="6509886"/>
            <a:ext cx="16013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Título 4"/>
          <p:cNvSpPr txBox="1">
            <a:spLocks/>
          </p:cNvSpPr>
          <p:nvPr userDrawn="1"/>
        </p:nvSpPr>
        <p:spPr>
          <a:xfrm>
            <a:off x="314182" y="119371"/>
            <a:ext cx="10756482" cy="558294"/>
          </a:xfrm>
          <a:prstGeom prst="rect">
            <a:avLst/>
          </a:prstGeom>
        </p:spPr>
        <p:txBody>
          <a:bodyPr vert="horz"/>
          <a:lstStyle>
            <a:lvl1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00" b="0" i="0" u="none" strike="noStrike" cap="none" spc="0" baseline="0">
                <a:solidFill>
                  <a:srgbClr val="000000"/>
                </a:solidFill>
                <a:uFillTx/>
                <a:latin typeface="Simplon BP Bold" pitchFamily="2" charset="0"/>
                <a:ea typeface="+mj-ea"/>
                <a:cs typeface="+mj-cs"/>
                <a:sym typeface="Simplon BP Regular"/>
              </a:defRPr>
            </a:lvl1pPr>
            <a:lvl2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2pPr>
            <a:lvl3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3pPr>
            <a:lvl4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4pPr>
            <a:lvl5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5pPr>
            <a:lvl6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6pPr>
            <a:lvl7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7pPr>
            <a:lvl8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8pPr>
            <a:lvl9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9pPr>
          </a:lstStyle>
          <a:p>
            <a:pPr hangingPunct="1"/>
            <a:r>
              <a:rPr lang="pt-BR"/>
              <a:t>tópico/texto</a:t>
            </a:r>
            <a:endParaRPr lang="en-US"/>
          </a:p>
        </p:txBody>
      </p:sp>
      <p:sp>
        <p:nvSpPr>
          <p:cNvPr id="8" name="Espaço Reservado para Texto 41"/>
          <p:cNvSpPr txBox="1">
            <a:spLocks/>
          </p:cNvSpPr>
          <p:nvPr userDrawn="1"/>
        </p:nvSpPr>
        <p:spPr>
          <a:xfrm>
            <a:off x="58505" y="861942"/>
            <a:ext cx="11267836" cy="4829173"/>
          </a:xfrm>
          <a:prstGeom prst="rect">
            <a:avLst/>
          </a:prstGeom>
        </p:spPr>
        <p:txBody>
          <a:bodyPr numCol="1"/>
          <a:lstStyle>
            <a:lvl1pPr marL="273050" marR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00D318"/>
              </a:buClr>
              <a:buSzTx/>
              <a:buFont typeface="Arial" panose="020B0604020202020204" pitchFamily="34" charset="0"/>
              <a:buNone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Simplon BP Bold" pitchFamily="2" charset="0"/>
                <a:ea typeface="+mj-ea"/>
                <a:cs typeface="+mj-cs"/>
                <a:sym typeface="Simplon BP Regular"/>
              </a:defRPr>
            </a:lvl1pPr>
            <a:lvl2pPr marL="627063" marR="0" indent="-354013" algn="l" defTabSz="914400" rtl="0" latinLnBrk="0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00D318"/>
              </a:buClr>
              <a:buSzTx/>
              <a:buFont typeface="Arial" panose="020B0604020202020204" pitchFamily="34" charset="0"/>
              <a:buChar char="•"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Simplon BP Bold" pitchFamily="2" charset="0"/>
                <a:ea typeface="+mj-ea"/>
                <a:cs typeface="+mj-cs"/>
                <a:sym typeface="Simplon BP Regular"/>
              </a:defRPr>
            </a:lvl2pPr>
            <a:lvl3pPr marL="627063" marR="0" indent="-354013" algn="l" defTabSz="914400" rtl="0" latinLnBrk="0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00D318"/>
              </a:buClr>
              <a:buSzTx/>
              <a:buFont typeface="Arial" panose="020B0604020202020204" pitchFamily="34" charset="0"/>
              <a:buChar char="•"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Simplon BP Bold" pitchFamily="2" charset="0"/>
                <a:ea typeface="+mj-ea"/>
                <a:cs typeface="+mj-cs"/>
                <a:sym typeface="Simplon BP Regular"/>
              </a:defRPr>
            </a:lvl3pPr>
            <a:lvl4pPr marL="627063" marR="0" indent="-354013" algn="l" defTabSz="914400" rtl="0" latinLnBrk="0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00D318"/>
              </a:buClr>
              <a:buSzTx/>
              <a:buFont typeface="Arial" panose="020B0604020202020204" pitchFamily="34" charset="0"/>
              <a:buChar char="•"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Simplon BP Bold" pitchFamily="2" charset="0"/>
                <a:ea typeface="+mj-ea"/>
                <a:cs typeface="+mj-cs"/>
                <a:sym typeface="Simplon BP Regular"/>
              </a:defRPr>
            </a:lvl4pPr>
            <a:lvl5pPr marL="273050" marR="0" indent="0" algn="l" defTabSz="914400" rtl="0" latinLnBrk="0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00D318"/>
              </a:buClr>
              <a:buSzTx/>
              <a:buFont typeface="Arial" panose="020B0604020202020204" pitchFamily="34" charset="0"/>
              <a:buNone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Simplon BP Bold" pitchFamily="2" charset="0"/>
                <a:ea typeface="+mj-ea"/>
                <a:cs typeface="+mj-cs"/>
                <a:sym typeface="Simplon BP Regular"/>
              </a:defRPr>
            </a:lvl5pPr>
            <a:lvl6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6pPr>
            <a:lvl7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7pPr>
            <a:lvl8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8pPr>
            <a:lvl9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9pPr>
          </a:lstStyle>
          <a:p>
            <a:pPr marL="627063" indent="-354013">
              <a:buFont typeface="Arial" panose="020B0604020202020204" pitchFamily="34" charset="0"/>
              <a:buChar char="•"/>
            </a:pPr>
            <a:r>
              <a:rPr lang="en-US" err="1">
                <a:solidFill>
                  <a:srgbClr val="4D4D4D"/>
                </a:solidFill>
              </a:rPr>
              <a:t>Simplonbpregular</a:t>
            </a:r>
            <a:r>
              <a:rPr lang="en-US" err="1">
                <a:solidFill>
                  <a:schemeClr val="accent1"/>
                </a:solidFill>
              </a:rPr>
              <a:t>simplonbpBold</a:t>
            </a:r>
            <a:endParaRPr lang="en-US">
              <a:solidFill>
                <a:schemeClr val="accent1"/>
              </a:solidFill>
            </a:endParaRPr>
          </a:p>
          <a:p>
            <a:pPr marL="627063" indent="-354013">
              <a:buFont typeface="Arial" panose="020B0604020202020204" pitchFamily="34" charset="0"/>
              <a:buChar char="•"/>
            </a:pPr>
            <a:r>
              <a:rPr lang="en-US" err="1">
                <a:solidFill>
                  <a:srgbClr val="4D4D4D"/>
                </a:solidFill>
              </a:rPr>
              <a:t>Simplonbpregular</a:t>
            </a:r>
            <a:r>
              <a:rPr lang="en-US" err="1">
                <a:solidFill>
                  <a:schemeClr val="accent1"/>
                </a:solidFill>
              </a:rPr>
              <a:t>simplonbpBold</a:t>
            </a:r>
            <a:endParaRPr lang="en-US">
              <a:solidFill>
                <a:schemeClr val="accent1"/>
              </a:solidFill>
            </a:endParaRPr>
          </a:p>
          <a:p>
            <a:pPr marL="627063" indent="-354013">
              <a:buFont typeface="Arial" panose="020B0604020202020204" pitchFamily="34" charset="0"/>
              <a:buChar char="•"/>
            </a:pPr>
            <a:r>
              <a:rPr lang="en-US" err="1">
                <a:solidFill>
                  <a:srgbClr val="4D4D4D"/>
                </a:solidFill>
              </a:rPr>
              <a:t>Simplonbpregular</a:t>
            </a:r>
            <a:r>
              <a:rPr lang="en-US" err="1">
                <a:solidFill>
                  <a:schemeClr val="accent1"/>
                </a:solidFill>
              </a:rPr>
              <a:t>simplonbpBold</a:t>
            </a:r>
            <a:endParaRPr lang="en-US">
              <a:solidFill>
                <a:schemeClr val="accent1"/>
              </a:solidFill>
            </a:endParaRPr>
          </a:p>
          <a:p>
            <a:pPr marL="627063" indent="-354013">
              <a:buFont typeface="Arial" panose="020B0604020202020204" pitchFamily="34" charset="0"/>
              <a:buChar char="•"/>
            </a:pPr>
            <a:r>
              <a:rPr lang="en-US" err="1">
                <a:solidFill>
                  <a:srgbClr val="4D4D4D"/>
                </a:solidFill>
              </a:rPr>
              <a:t>Simplonbpregular</a:t>
            </a:r>
            <a:r>
              <a:rPr lang="en-US" err="1">
                <a:solidFill>
                  <a:schemeClr val="accent1"/>
                </a:solidFill>
              </a:rPr>
              <a:t>simplonbpBold</a:t>
            </a:r>
            <a:endParaRPr lang="pt-BR"/>
          </a:p>
          <a:p>
            <a:pPr marL="627063" indent="-354013">
              <a:buFont typeface="Arial" panose="020B0604020202020204" pitchFamily="34" charset="0"/>
              <a:buChar char="•"/>
              <a:defRPr/>
            </a:pPr>
            <a:r>
              <a:rPr lang="en-US" err="1">
                <a:solidFill>
                  <a:srgbClr val="4D4D4D"/>
                </a:solidFill>
              </a:rPr>
              <a:t>Simplonbpregular</a:t>
            </a:r>
            <a:r>
              <a:rPr lang="en-US" err="1">
                <a:solidFill>
                  <a:schemeClr val="accent1"/>
                </a:solidFill>
              </a:rPr>
              <a:t>simplonbpBold</a:t>
            </a:r>
            <a:endParaRPr lang="en-US">
              <a:solidFill>
                <a:schemeClr val="accent1"/>
              </a:solidFill>
            </a:endParaRPr>
          </a:p>
          <a:p>
            <a:pPr marL="627063" indent="-354013">
              <a:buFont typeface="Arial" panose="020B0604020202020204" pitchFamily="34" charset="0"/>
              <a:buChar char="•"/>
              <a:defRPr/>
            </a:pPr>
            <a:r>
              <a:rPr lang="en-US" err="1">
                <a:solidFill>
                  <a:srgbClr val="4D4D4D"/>
                </a:solidFill>
              </a:rPr>
              <a:t>Simplonbpregular</a:t>
            </a:r>
            <a:r>
              <a:rPr lang="en-US" err="1">
                <a:solidFill>
                  <a:schemeClr val="accent1"/>
                </a:solidFill>
              </a:rPr>
              <a:t>simplonbpBold</a:t>
            </a:r>
            <a:endParaRPr lang="en-US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6656986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52" r:id="rId1"/>
    <p:sldLayoutId id="2147483753" r:id="rId2"/>
    <p:sldLayoutId id="2147483918" r:id="rId3"/>
    <p:sldLayoutId id="2147483790" r:id="rId4"/>
    <p:sldLayoutId id="2147483755" r:id="rId5"/>
    <p:sldLayoutId id="2147483791" r:id="rId6"/>
    <p:sldLayoutId id="2147483799" r:id="rId7"/>
    <p:sldLayoutId id="2147483793" r:id="rId8"/>
    <p:sldLayoutId id="2147483794" r:id="rId9"/>
    <p:sldLayoutId id="2147483795" r:id="rId10"/>
    <p:sldLayoutId id="2147483796" r:id="rId11"/>
    <p:sldLayoutId id="2147483797" r:id="rId12"/>
  </p:sldLayoutIdLst>
  <p:transition spd="med"/>
  <p:hf hdr="0" ftr="0" dt="0"/>
  <p:txStyles>
    <p:titleStyle>
      <a:lvl1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1pPr>
      <a:lvl2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2pPr>
      <a:lvl3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3pPr>
      <a:lvl4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4pPr>
      <a:lvl5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5pPr>
      <a:lvl6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6pPr>
      <a:lvl7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7pPr>
      <a:lvl8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8pPr>
      <a:lvl9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9pPr>
    </p:titleStyle>
    <p:bodyStyle>
      <a:lvl1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1pPr>
      <a:lvl2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2pPr>
      <a:lvl3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3pPr>
      <a:lvl4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4pPr>
      <a:lvl5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5pPr>
      <a:lvl6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6pPr>
      <a:lvl7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7pPr>
      <a:lvl8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8pPr>
      <a:lvl9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Simplon BP Regular"/>
        </a:defRPr>
      </a:lvl1pPr>
      <a:lvl2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Simplon BP Regular"/>
        </a:defRPr>
      </a:lvl2pPr>
      <a:lvl3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Simplon BP Regular"/>
        </a:defRPr>
      </a:lvl3pPr>
      <a:lvl4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Simplon BP Regular"/>
        </a:defRPr>
      </a:lvl4pPr>
      <a:lvl5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Simplon BP Regular"/>
        </a:defRPr>
      </a:lvl5pPr>
      <a:lvl6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Simplon BP Regular"/>
        </a:defRPr>
      </a:lvl6pPr>
      <a:lvl7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Simplon BP Regular"/>
        </a:defRPr>
      </a:lvl7pPr>
      <a:lvl8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Simplon BP Regular"/>
        </a:defRPr>
      </a:lvl8pPr>
      <a:lvl9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Simplon BP Regular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2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to 4" hidden="1"/>
          <p:cNvGraphicFramePr>
            <a:graphicFrameLocks noChangeAspect="1"/>
          </p:cNvGraphicFramePr>
          <p:nvPr userDrawn="1">
            <p:custDataLst>
              <p:tags r:id="rId13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14" imgW="421" imgH="423" progId="TCLayout.ActiveDocument.1">
                  <p:embed/>
                </p:oleObj>
              </mc:Choice>
              <mc:Fallback>
                <p:oleObj name="Slide do think-cell" r:id="rId14" imgW="421" imgH="423" progId="TCLayout.ActiveDocument.1">
                  <p:embed/>
                  <p:pic>
                    <p:nvPicPr>
                      <p:cNvPr id="5" name="Objeto 4" hidden="1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6032491" y="6596766"/>
            <a:ext cx="316751" cy="276999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86CB4B4D-7CA3-9044-876B-883B54F8677D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3"/>
          </p:nvPr>
        </p:nvSpPr>
        <p:spPr>
          <a:xfrm>
            <a:off x="609600" y="6509886"/>
            <a:ext cx="16013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Título 4"/>
          <p:cNvSpPr txBox="1">
            <a:spLocks/>
          </p:cNvSpPr>
          <p:nvPr userDrawn="1"/>
        </p:nvSpPr>
        <p:spPr>
          <a:xfrm>
            <a:off x="314182" y="119371"/>
            <a:ext cx="10756482" cy="558294"/>
          </a:xfrm>
          <a:prstGeom prst="rect">
            <a:avLst/>
          </a:prstGeom>
        </p:spPr>
        <p:txBody>
          <a:bodyPr vert="horz"/>
          <a:lstStyle>
            <a:lvl1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00" b="0" i="0" u="none" strike="noStrike" cap="none" spc="0" baseline="0">
                <a:solidFill>
                  <a:srgbClr val="000000"/>
                </a:solidFill>
                <a:uFillTx/>
                <a:latin typeface="Simplon BP Bold" pitchFamily="2" charset="0"/>
                <a:ea typeface="+mj-ea"/>
                <a:cs typeface="+mj-cs"/>
                <a:sym typeface="Simplon BP Regular"/>
              </a:defRPr>
            </a:lvl1pPr>
            <a:lvl2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2pPr>
            <a:lvl3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3pPr>
            <a:lvl4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4pPr>
            <a:lvl5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5pPr>
            <a:lvl6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6pPr>
            <a:lvl7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7pPr>
            <a:lvl8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8pPr>
            <a:lvl9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9pPr>
          </a:lstStyle>
          <a:p>
            <a:pPr hangingPunct="1"/>
            <a:r>
              <a:rPr lang="pt-BR"/>
              <a:t>tópico/texto</a:t>
            </a:r>
            <a:endParaRPr lang="en-US"/>
          </a:p>
        </p:txBody>
      </p:sp>
      <p:sp>
        <p:nvSpPr>
          <p:cNvPr id="8" name="Espaço Reservado para Texto 41"/>
          <p:cNvSpPr txBox="1">
            <a:spLocks/>
          </p:cNvSpPr>
          <p:nvPr userDrawn="1"/>
        </p:nvSpPr>
        <p:spPr>
          <a:xfrm>
            <a:off x="58505" y="861942"/>
            <a:ext cx="11267836" cy="4829173"/>
          </a:xfrm>
          <a:prstGeom prst="rect">
            <a:avLst/>
          </a:prstGeom>
        </p:spPr>
        <p:txBody>
          <a:bodyPr numCol="1"/>
          <a:lstStyle>
            <a:lvl1pPr marL="273050" marR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00D318"/>
              </a:buClr>
              <a:buSzTx/>
              <a:buFont typeface="Arial" panose="020B0604020202020204" pitchFamily="34" charset="0"/>
              <a:buNone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Simplon BP Bold" pitchFamily="2" charset="0"/>
                <a:ea typeface="+mj-ea"/>
                <a:cs typeface="+mj-cs"/>
                <a:sym typeface="Simplon BP Regular"/>
              </a:defRPr>
            </a:lvl1pPr>
            <a:lvl2pPr marL="627063" marR="0" indent="-354013" algn="l" defTabSz="914400" rtl="0" latinLnBrk="0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00D318"/>
              </a:buClr>
              <a:buSzTx/>
              <a:buFont typeface="Arial" panose="020B0604020202020204" pitchFamily="34" charset="0"/>
              <a:buChar char="•"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Simplon BP Bold" pitchFamily="2" charset="0"/>
                <a:ea typeface="+mj-ea"/>
                <a:cs typeface="+mj-cs"/>
                <a:sym typeface="Simplon BP Regular"/>
              </a:defRPr>
            </a:lvl2pPr>
            <a:lvl3pPr marL="627063" marR="0" indent="-354013" algn="l" defTabSz="914400" rtl="0" latinLnBrk="0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00D318"/>
              </a:buClr>
              <a:buSzTx/>
              <a:buFont typeface="Arial" panose="020B0604020202020204" pitchFamily="34" charset="0"/>
              <a:buChar char="•"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Simplon BP Bold" pitchFamily="2" charset="0"/>
                <a:ea typeface="+mj-ea"/>
                <a:cs typeface="+mj-cs"/>
                <a:sym typeface="Simplon BP Regular"/>
              </a:defRPr>
            </a:lvl3pPr>
            <a:lvl4pPr marL="627063" marR="0" indent="-354013" algn="l" defTabSz="914400" rtl="0" latinLnBrk="0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00D318"/>
              </a:buClr>
              <a:buSzTx/>
              <a:buFont typeface="Arial" panose="020B0604020202020204" pitchFamily="34" charset="0"/>
              <a:buChar char="•"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Simplon BP Bold" pitchFamily="2" charset="0"/>
                <a:ea typeface="+mj-ea"/>
                <a:cs typeface="+mj-cs"/>
                <a:sym typeface="Simplon BP Regular"/>
              </a:defRPr>
            </a:lvl4pPr>
            <a:lvl5pPr marL="273050" marR="0" indent="0" algn="l" defTabSz="914400" rtl="0" latinLnBrk="0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00D318"/>
              </a:buClr>
              <a:buSzTx/>
              <a:buFont typeface="Arial" panose="020B0604020202020204" pitchFamily="34" charset="0"/>
              <a:buNone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Simplon BP Bold" pitchFamily="2" charset="0"/>
                <a:ea typeface="+mj-ea"/>
                <a:cs typeface="+mj-cs"/>
                <a:sym typeface="Simplon BP Regular"/>
              </a:defRPr>
            </a:lvl5pPr>
            <a:lvl6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6pPr>
            <a:lvl7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7pPr>
            <a:lvl8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8pPr>
            <a:lvl9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9pPr>
          </a:lstStyle>
          <a:p>
            <a:pPr marL="627063" indent="-354013">
              <a:buFont typeface="Arial" panose="020B0604020202020204" pitchFamily="34" charset="0"/>
              <a:buChar char="•"/>
            </a:pPr>
            <a:r>
              <a:rPr lang="en-US" err="1">
                <a:solidFill>
                  <a:srgbClr val="4D4D4D"/>
                </a:solidFill>
              </a:rPr>
              <a:t>Simplonbpregular</a:t>
            </a:r>
            <a:r>
              <a:rPr lang="en-US" err="1">
                <a:solidFill>
                  <a:schemeClr val="accent1"/>
                </a:solidFill>
              </a:rPr>
              <a:t>simplonbpBold</a:t>
            </a:r>
            <a:endParaRPr lang="en-US">
              <a:solidFill>
                <a:schemeClr val="accent1"/>
              </a:solidFill>
            </a:endParaRPr>
          </a:p>
          <a:p>
            <a:pPr marL="627063" indent="-354013">
              <a:buFont typeface="Arial" panose="020B0604020202020204" pitchFamily="34" charset="0"/>
              <a:buChar char="•"/>
            </a:pPr>
            <a:r>
              <a:rPr lang="en-US" err="1">
                <a:solidFill>
                  <a:srgbClr val="4D4D4D"/>
                </a:solidFill>
              </a:rPr>
              <a:t>Simplonbpregular</a:t>
            </a:r>
            <a:r>
              <a:rPr lang="en-US" err="1">
                <a:solidFill>
                  <a:schemeClr val="accent1"/>
                </a:solidFill>
              </a:rPr>
              <a:t>simplonbpBold</a:t>
            </a:r>
            <a:endParaRPr lang="en-US">
              <a:solidFill>
                <a:schemeClr val="accent1"/>
              </a:solidFill>
            </a:endParaRPr>
          </a:p>
          <a:p>
            <a:pPr marL="627063" indent="-354013">
              <a:buFont typeface="Arial" panose="020B0604020202020204" pitchFamily="34" charset="0"/>
              <a:buChar char="•"/>
            </a:pPr>
            <a:r>
              <a:rPr lang="en-US" err="1">
                <a:solidFill>
                  <a:srgbClr val="4D4D4D"/>
                </a:solidFill>
              </a:rPr>
              <a:t>Simplonbpregular</a:t>
            </a:r>
            <a:r>
              <a:rPr lang="en-US" err="1">
                <a:solidFill>
                  <a:schemeClr val="accent1"/>
                </a:solidFill>
              </a:rPr>
              <a:t>simplonbpBold</a:t>
            </a:r>
            <a:endParaRPr lang="en-US">
              <a:solidFill>
                <a:schemeClr val="accent1"/>
              </a:solidFill>
            </a:endParaRPr>
          </a:p>
          <a:p>
            <a:pPr marL="627063" indent="-354013">
              <a:buFont typeface="Arial" panose="020B0604020202020204" pitchFamily="34" charset="0"/>
              <a:buChar char="•"/>
            </a:pPr>
            <a:r>
              <a:rPr lang="en-US" err="1">
                <a:solidFill>
                  <a:srgbClr val="4D4D4D"/>
                </a:solidFill>
              </a:rPr>
              <a:t>Simplonbpregular</a:t>
            </a:r>
            <a:r>
              <a:rPr lang="en-US" err="1">
                <a:solidFill>
                  <a:schemeClr val="accent1"/>
                </a:solidFill>
              </a:rPr>
              <a:t>simplonbpBold</a:t>
            </a:r>
            <a:endParaRPr lang="pt-BR"/>
          </a:p>
          <a:p>
            <a:pPr marL="627063" indent="-354013">
              <a:buFont typeface="Arial" panose="020B0604020202020204" pitchFamily="34" charset="0"/>
              <a:buChar char="•"/>
              <a:defRPr/>
            </a:pPr>
            <a:r>
              <a:rPr lang="en-US" err="1">
                <a:solidFill>
                  <a:srgbClr val="4D4D4D"/>
                </a:solidFill>
              </a:rPr>
              <a:t>Simplonbpregular</a:t>
            </a:r>
            <a:r>
              <a:rPr lang="en-US" err="1">
                <a:solidFill>
                  <a:schemeClr val="accent1"/>
                </a:solidFill>
              </a:rPr>
              <a:t>simplonbpBold</a:t>
            </a:r>
            <a:endParaRPr lang="en-US">
              <a:solidFill>
                <a:schemeClr val="accent1"/>
              </a:solidFill>
            </a:endParaRPr>
          </a:p>
          <a:p>
            <a:pPr marL="627063" indent="-354013">
              <a:buFont typeface="Arial" panose="020B0604020202020204" pitchFamily="34" charset="0"/>
              <a:buChar char="•"/>
              <a:defRPr/>
            </a:pPr>
            <a:r>
              <a:rPr lang="en-US" err="1">
                <a:solidFill>
                  <a:srgbClr val="4D4D4D"/>
                </a:solidFill>
              </a:rPr>
              <a:t>Simplonbpregular</a:t>
            </a:r>
            <a:r>
              <a:rPr lang="en-US" err="1">
                <a:solidFill>
                  <a:schemeClr val="accent1"/>
                </a:solidFill>
              </a:rPr>
              <a:t>simplonbpBold</a:t>
            </a:r>
            <a:endParaRPr lang="en-US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4842529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01" r:id="rId1"/>
    <p:sldLayoutId id="2147483802" r:id="rId2"/>
    <p:sldLayoutId id="2147483803" r:id="rId3"/>
    <p:sldLayoutId id="2147483804" r:id="rId4"/>
    <p:sldLayoutId id="2147483805" r:id="rId5"/>
    <p:sldLayoutId id="2147483806" r:id="rId6"/>
    <p:sldLayoutId id="2147483807" r:id="rId7"/>
    <p:sldLayoutId id="2147483808" r:id="rId8"/>
    <p:sldLayoutId id="2147483809" r:id="rId9"/>
    <p:sldLayoutId id="2147483810" r:id="rId10"/>
    <p:sldLayoutId id="2147483811" r:id="rId11"/>
  </p:sldLayoutIdLst>
  <p:transition spd="med"/>
  <p:hf hdr="0" ftr="0" dt="0"/>
  <p:txStyles>
    <p:titleStyle>
      <a:lvl1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1pPr>
      <a:lvl2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2pPr>
      <a:lvl3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3pPr>
      <a:lvl4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4pPr>
      <a:lvl5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5pPr>
      <a:lvl6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6pPr>
      <a:lvl7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7pPr>
      <a:lvl8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8pPr>
      <a:lvl9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9pPr>
    </p:titleStyle>
    <p:bodyStyle>
      <a:lvl1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1pPr>
      <a:lvl2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2pPr>
      <a:lvl3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3pPr>
      <a:lvl4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4pPr>
      <a:lvl5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5pPr>
      <a:lvl6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6pPr>
      <a:lvl7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7pPr>
      <a:lvl8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8pPr>
      <a:lvl9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Simplon BP Regular"/>
        </a:defRPr>
      </a:lvl1pPr>
      <a:lvl2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Simplon BP Regular"/>
        </a:defRPr>
      </a:lvl2pPr>
      <a:lvl3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Simplon BP Regular"/>
        </a:defRPr>
      </a:lvl3pPr>
      <a:lvl4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Simplon BP Regular"/>
        </a:defRPr>
      </a:lvl4pPr>
      <a:lvl5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Simplon BP Regular"/>
        </a:defRPr>
      </a:lvl5pPr>
      <a:lvl6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Simplon BP Regular"/>
        </a:defRPr>
      </a:lvl6pPr>
      <a:lvl7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Simplon BP Regular"/>
        </a:defRPr>
      </a:lvl7pPr>
      <a:lvl8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Simplon BP Regular"/>
        </a:defRPr>
      </a:lvl8pPr>
      <a:lvl9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Simplon BP Regular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F591742D-FD40-40E6-B089-F614B36C758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3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4" imgW="395" imgH="394" progId="TCLayout.ActiveDocument.1">
                  <p:embed/>
                </p:oleObj>
              </mc:Choice>
              <mc:Fallback>
                <p:oleObj name="Slide do think-cell" r:id="rId4" imgW="395" imgH="394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F591742D-FD40-40E6-B089-F614B36C758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81000" y="381001"/>
            <a:ext cx="11430000" cy="1295401"/>
          </a:xfrm>
          <a:prstGeom prst="rect">
            <a:avLst/>
          </a:prstGeom>
        </p:spPr>
        <p:txBody>
          <a:bodyPr vert="horz" lIns="0" tIns="45720" rIns="0" bIns="0" rtlCol="0" anchor="t" anchorCtr="0">
            <a:normAutofit/>
          </a:bodyPr>
          <a:lstStyle/>
          <a:p>
            <a:r>
              <a:rPr lang="pt-BR"/>
              <a:t>Click </a:t>
            </a:r>
            <a:r>
              <a:rPr lang="pt-BR" err="1"/>
              <a:t>to</a:t>
            </a:r>
            <a:r>
              <a:rPr lang="pt-BR"/>
              <a:t>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title</a:t>
            </a:r>
            <a:r>
              <a:rPr lang="pt-BR"/>
              <a:t> </a:t>
            </a:r>
            <a:r>
              <a:rPr lang="pt-BR" err="1"/>
              <a:t>style</a:t>
            </a:r>
            <a:endParaRPr lang="pt-B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1000" y="1828800"/>
            <a:ext cx="11430000" cy="4686300"/>
          </a:xfrm>
          <a:prstGeom prst="rect">
            <a:avLst/>
          </a:prstGeom>
        </p:spPr>
        <p:txBody>
          <a:bodyPr vert="horz" lIns="0" tIns="91440" rIns="0" bIns="45720" rtlCol="0">
            <a:normAutofit/>
          </a:bodyPr>
          <a:lstStyle/>
          <a:p>
            <a:pPr lvl="0"/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  <a:p>
            <a:pPr lvl="1"/>
            <a:r>
              <a:rPr lang="pt-BR" err="1"/>
              <a:t>Second</a:t>
            </a:r>
            <a:r>
              <a:rPr lang="pt-BR"/>
              <a:t> </a:t>
            </a:r>
            <a:r>
              <a:rPr lang="pt-BR" err="1"/>
              <a:t>level</a:t>
            </a:r>
            <a:endParaRPr lang="pt-BR"/>
          </a:p>
        </p:txBody>
      </p:sp>
      <p:sp>
        <p:nvSpPr>
          <p:cNvPr id="4" name="GTS_Purple" descr="Accenture Greater Than symbol in purple">
            <a:extLst>
              <a:ext uri="{FF2B5EF4-FFF2-40B4-BE49-F238E27FC236}">
                <a16:creationId xmlns:a16="http://schemas.microsoft.com/office/drawing/2014/main" id="{11962AC2-DF19-3001-81C6-63BD4BBAF2D3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380209" y="6483675"/>
            <a:ext cx="183202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A100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Simplon BP Regular"/>
            </a:endParaRPr>
          </a:p>
        </p:txBody>
      </p:sp>
    </p:spTree>
    <p:extLst>
      <p:ext uri="{BB962C8B-B14F-4D97-AF65-F5344CB8AC3E}">
        <p14:creationId xmlns:p14="http://schemas.microsoft.com/office/powerpoint/2010/main" val="39114187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76" r:id="rId1"/>
  </p:sldLayoutIdLst>
  <p:hf hdr="0" ftr="0" dt="0"/>
  <p:txStyles>
    <p:titleStyle>
      <a:lvl1pPr marL="0" indent="0" algn="l" defTabSz="914377" rtl="0" eaLnBrk="1" latinLnBrk="0" hangingPunct="1">
        <a:lnSpc>
          <a:spcPct val="70000"/>
        </a:lnSpc>
        <a:spcBef>
          <a:spcPct val="0"/>
        </a:spcBef>
        <a:buNone/>
        <a:defRPr sz="4000" b="1" kern="1200" cap="all" baseline="0">
          <a:solidFill>
            <a:schemeClr val="tx1"/>
          </a:solidFill>
          <a:latin typeface="Simplon BP Bold"/>
          <a:ea typeface="+mj-ea"/>
          <a:cs typeface="+mj-cs"/>
        </a:defRPr>
      </a:lvl1pPr>
    </p:titleStyle>
    <p:bodyStyle>
      <a:lvl1pPr marL="0" indent="0" algn="l" defTabSz="914377" rtl="0" eaLnBrk="1" latinLnBrk="0" hangingPunct="1">
        <a:lnSpc>
          <a:spcPct val="85000"/>
        </a:lnSpc>
        <a:spcBef>
          <a:spcPts val="0"/>
        </a:spcBef>
        <a:buFont typeface="Arial" panose="020B0604020202020204" pitchFamily="34" charset="0"/>
        <a:buNone/>
        <a:defRPr sz="1800" b="1" kern="1200" cap="all" baseline="0">
          <a:solidFill>
            <a:schemeClr val="tx1"/>
          </a:solidFill>
          <a:latin typeface="Simplon BP Bold"/>
          <a:ea typeface="+mn-ea"/>
          <a:cs typeface="+mn-cs"/>
        </a:defRPr>
      </a:lvl1pPr>
      <a:lvl2pPr marL="0" indent="0" algn="l" defTabSz="914377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rial" panose="020B0604020202020204" pitchFamily="34" charset="0"/>
        <a:buNone/>
        <a:defRPr sz="2800" kern="1200">
          <a:solidFill>
            <a:schemeClr val="tx1"/>
          </a:solidFill>
          <a:latin typeface="Simplon BP Regular"/>
          <a:ea typeface="+mn-ea"/>
          <a:cs typeface="+mn-cs"/>
        </a:defRPr>
      </a:lvl2pPr>
      <a:lvl3pPr marL="0" indent="0" algn="l" defTabSz="914377" rtl="0" eaLnBrk="1" latinLnBrk="0" hangingPunct="1">
        <a:lnSpc>
          <a:spcPct val="110000"/>
        </a:lnSpc>
        <a:spcBef>
          <a:spcPts val="0"/>
        </a:spcBef>
        <a:spcAft>
          <a:spcPts val="900"/>
        </a:spcAft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73034" indent="-169858" algn="l" defTabSz="914377" rtl="0" eaLnBrk="1" latinLnBrk="0" hangingPunct="1">
        <a:lnSpc>
          <a:spcPct val="110000"/>
        </a:lnSpc>
        <a:spcBef>
          <a:spcPts val="0"/>
        </a:spcBef>
        <a:spcAft>
          <a:spcPts val="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346066" indent="-177796" algn="l" defTabSz="914377" rtl="0" eaLnBrk="1" latinLnBrk="0" hangingPunct="1">
        <a:lnSpc>
          <a:spcPct val="110000"/>
        </a:lnSpc>
        <a:spcBef>
          <a:spcPts val="0"/>
        </a:spcBef>
        <a:spcAft>
          <a:spcPts val="0"/>
        </a:spcAft>
        <a:buFont typeface="Graphik" panose="020B0503030202060203" pitchFamily="34" charset="0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512750" indent="-17303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914377" rtl="0" eaLnBrk="1" latinLnBrk="0" hangingPunct="1">
        <a:lnSpc>
          <a:spcPct val="90000"/>
        </a:lnSpc>
        <a:spcBef>
          <a:spcPts val="800"/>
        </a:spcBef>
        <a:buFont typeface="Arial" panose="020B0604020202020204" pitchFamily="34" charset="0"/>
        <a:buNone/>
        <a:defRPr sz="1200" b="1" kern="1200" cap="all" baseline="0">
          <a:solidFill>
            <a:schemeClr val="tx1"/>
          </a:solidFill>
          <a:latin typeface="+mj-lt"/>
          <a:ea typeface="+mn-ea"/>
          <a:cs typeface="+mn-cs"/>
        </a:defRPr>
      </a:lvl7pPr>
      <a:lvl8pPr marL="0" indent="0" algn="l" defTabSz="914377" rtl="0" eaLnBrk="1" latinLnBrk="0" hangingPunct="1">
        <a:lnSpc>
          <a:spcPct val="100000"/>
        </a:lnSpc>
        <a:spcBef>
          <a:spcPts val="0"/>
        </a:spcBef>
        <a:spcAft>
          <a:spcPts val="800"/>
        </a:spcAft>
        <a:buFont typeface="Arial" panose="020B0604020202020204" pitchFamily="34" charset="0"/>
        <a:buNone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0" indent="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224">
          <p15:clr>
            <a:srgbClr val="F26B43"/>
          </p15:clr>
        </p15:guide>
        <p15:guide id="2" pos="5640">
          <p15:clr>
            <a:srgbClr val="F26B43"/>
          </p15:clr>
        </p15:guide>
        <p15:guide id="4">
          <p15:clr>
            <a:srgbClr val="F26B43"/>
          </p15:clr>
        </p15:guide>
        <p15:guide id="5" orient="horz" pos="240">
          <p15:clr>
            <a:srgbClr val="F26B43"/>
          </p15:clr>
        </p15:guide>
        <p15:guide id="6" orient="horz">
          <p15:clr>
            <a:srgbClr val="F26B43"/>
          </p15:clr>
        </p15:guide>
        <p15:guide id="7" pos="7680">
          <p15:clr>
            <a:srgbClr val="F26B43"/>
          </p15:clr>
        </p15:guide>
        <p15:guide id="9" pos="240">
          <p15:clr>
            <a:srgbClr val="F26B43"/>
          </p15:clr>
        </p15:guide>
        <p15:guide id="10" orient="horz" pos="4224">
          <p15:clr>
            <a:srgbClr val="F26B43"/>
          </p15:clr>
        </p15:guide>
        <p15:guide id="11" pos="3840">
          <p15:clr>
            <a:srgbClr val="F26B43"/>
          </p15:clr>
        </p15:guide>
        <p15:guide id="13" pos="2040">
          <p15:clr>
            <a:srgbClr val="F26B43"/>
          </p15:clr>
        </p15:guide>
        <p15:guide id="14" pos="7440">
          <p15:clr>
            <a:srgbClr val="F26B43"/>
          </p15:clr>
        </p15:guide>
        <p15:guide id="15" orient="horz" pos="2232">
          <p15:clr>
            <a:srgbClr val="F26B43"/>
          </p15:clr>
        </p15:guide>
        <p15:guide id="16" orient="horz" pos="3240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F591742D-FD40-40E6-B089-F614B36C758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234355549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95" imgH="394" progId="TCLayout.ActiveDocument.1">
                  <p:embed/>
                </p:oleObj>
              </mc:Choice>
              <mc:Fallback>
                <p:oleObj name="think-cell Slide" r:id="rId4" imgW="395" imgH="394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F591742D-FD40-40E6-B089-F614B36C758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81000" y="381001"/>
            <a:ext cx="11430000" cy="1295401"/>
          </a:xfrm>
          <a:prstGeom prst="rect">
            <a:avLst/>
          </a:prstGeom>
        </p:spPr>
        <p:txBody>
          <a:bodyPr vert="horz" lIns="0" tIns="45720" rIns="0" bIns="0" rtlCol="0" anchor="t" anchorCtr="0">
            <a:normAutofit/>
          </a:bodyPr>
          <a:lstStyle/>
          <a:p>
            <a:r>
              <a:rPr lang="pt-BR"/>
              <a:t>Click </a:t>
            </a:r>
            <a:r>
              <a:rPr lang="pt-BR" err="1"/>
              <a:t>to</a:t>
            </a:r>
            <a:r>
              <a:rPr lang="pt-BR"/>
              <a:t>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title</a:t>
            </a:r>
            <a:r>
              <a:rPr lang="pt-BR"/>
              <a:t> </a:t>
            </a:r>
            <a:r>
              <a:rPr lang="pt-BR" err="1"/>
              <a:t>style</a:t>
            </a:r>
            <a:endParaRPr lang="pt-B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1000" y="1828800"/>
            <a:ext cx="11430000" cy="4686300"/>
          </a:xfrm>
          <a:prstGeom prst="rect">
            <a:avLst/>
          </a:prstGeom>
        </p:spPr>
        <p:txBody>
          <a:bodyPr vert="horz" lIns="0" tIns="91440" rIns="0" bIns="45720" rtlCol="0">
            <a:normAutofit/>
          </a:bodyPr>
          <a:lstStyle/>
          <a:p>
            <a:pPr lvl="0"/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  <a:p>
            <a:pPr lvl="1"/>
            <a:r>
              <a:rPr lang="pt-BR" err="1"/>
              <a:t>Second</a:t>
            </a:r>
            <a:r>
              <a:rPr lang="pt-BR"/>
              <a:t> </a:t>
            </a:r>
            <a:r>
              <a:rPr lang="pt-BR" err="1"/>
              <a:t>level</a:t>
            </a:r>
            <a:endParaRPr lang="pt-BR"/>
          </a:p>
        </p:txBody>
      </p:sp>
      <p:sp>
        <p:nvSpPr>
          <p:cNvPr id="4" name="GTS_Purple" descr="Accenture Greater Than symbol in purple">
            <a:extLst>
              <a:ext uri="{FF2B5EF4-FFF2-40B4-BE49-F238E27FC236}">
                <a16:creationId xmlns:a16="http://schemas.microsoft.com/office/drawing/2014/main" id="{11962AC2-DF19-3001-81C6-63BD4BBAF2D3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380209" y="6483675"/>
            <a:ext cx="183202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A100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Simplon BP Regular"/>
            </a:endParaRPr>
          </a:p>
        </p:txBody>
      </p:sp>
    </p:spTree>
    <p:extLst>
      <p:ext uri="{BB962C8B-B14F-4D97-AF65-F5344CB8AC3E}">
        <p14:creationId xmlns:p14="http://schemas.microsoft.com/office/powerpoint/2010/main" val="39664250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79" r:id="rId1"/>
  </p:sldLayoutIdLst>
  <p:hf hdr="0" ftr="0" dt="0"/>
  <p:txStyles>
    <p:titleStyle>
      <a:lvl1pPr marL="0" indent="0" algn="l" defTabSz="914377" rtl="0" eaLnBrk="1" latinLnBrk="0" hangingPunct="1">
        <a:lnSpc>
          <a:spcPct val="70000"/>
        </a:lnSpc>
        <a:spcBef>
          <a:spcPct val="0"/>
        </a:spcBef>
        <a:buNone/>
        <a:defRPr sz="4000" b="1" kern="1200" cap="all" baseline="0">
          <a:solidFill>
            <a:schemeClr val="tx1"/>
          </a:solidFill>
          <a:latin typeface="Simplon BP Bold"/>
          <a:ea typeface="+mj-ea"/>
          <a:cs typeface="+mj-cs"/>
        </a:defRPr>
      </a:lvl1pPr>
    </p:titleStyle>
    <p:bodyStyle>
      <a:lvl1pPr marL="0" indent="0" algn="l" defTabSz="914377" rtl="0" eaLnBrk="1" latinLnBrk="0" hangingPunct="1">
        <a:lnSpc>
          <a:spcPct val="85000"/>
        </a:lnSpc>
        <a:spcBef>
          <a:spcPts val="0"/>
        </a:spcBef>
        <a:buFont typeface="Arial" panose="020B0604020202020204" pitchFamily="34" charset="0"/>
        <a:buNone/>
        <a:defRPr sz="1800" b="1" kern="1200" cap="all" baseline="0">
          <a:solidFill>
            <a:schemeClr val="tx1"/>
          </a:solidFill>
          <a:latin typeface="Simplon BP Bold"/>
          <a:ea typeface="+mn-ea"/>
          <a:cs typeface="+mn-cs"/>
        </a:defRPr>
      </a:lvl1pPr>
      <a:lvl2pPr marL="0" indent="0" algn="l" defTabSz="914377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rial" panose="020B0604020202020204" pitchFamily="34" charset="0"/>
        <a:buNone/>
        <a:defRPr sz="2800" kern="1200">
          <a:solidFill>
            <a:schemeClr val="tx1"/>
          </a:solidFill>
          <a:latin typeface="Simplon BP Regular"/>
          <a:ea typeface="+mn-ea"/>
          <a:cs typeface="+mn-cs"/>
        </a:defRPr>
      </a:lvl2pPr>
      <a:lvl3pPr marL="0" indent="0" algn="l" defTabSz="914377" rtl="0" eaLnBrk="1" latinLnBrk="0" hangingPunct="1">
        <a:lnSpc>
          <a:spcPct val="110000"/>
        </a:lnSpc>
        <a:spcBef>
          <a:spcPts val="0"/>
        </a:spcBef>
        <a:spcAft>
          <a:spcPts val="900"/>
        </a:spcAft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73034" indent="-169858" algn="l" defTabSz="914377" rtl="0" eaLnBrk="1" latinLnBrk="0" hangingPunct="1">
        <a:lnSpc>
          <a:spcPct val="110000"/>
        </a:lnSpc>
        <a:spcBef>
          <a:spcPts val="0"/>
        </a:spcBef>
        <a:spcAft>
          <a:spcPts val="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346066" indent="-177796" algn="l" defTabSz="914377" rtl="0" eaLnBrk="1" latinLnBrk="0" hangingPunct="1">
        <a:lnSpc>
          <a:spcPct val="110000"/>
        </a:lnSpc>
        <a:spcBef>
          <a:spcPts val="0"/>
        </a:spcBef>
        <a:spcAft>
          <a:spcPts val="0"/>
        </a:spcAft>
        <a:buFont typeface="Graphik" panose="020B0503030202060203" pitchFamily="34" charset="0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512750" indent="-17303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914377" rtl="0" eaLnBrk="1" latinLnBrk="0" hangingPunct="1">
        <a:lnSpc>
          <a:spcPct val="90000"/>
        </a:lnSpc>
        <a:spcBef>
          <a:spcPts val="800"/>
        </a:spcBef>
        <a:buFont typeface="Arial" panose="020B0604020202020204" pitchFamily="34" charset="0"/>
        <a:buNone/>
        <a:defRPr sz="1200" b="1" kern="1200" cap="all" baseline="0">
          <a:solidFill>
            <a:schemeClr val="tx1"/>
          </a:solidFill>
          <a:latin typeface="+mj-lt"/>
          <a:ea typeface="+mn-ea"/>
          <a:cs typeface="+mn-cs"/>
        </a:defRPr>
      </a:lvl7pPr>
      <a:lvl8pPr marL="0" indent="0" algn="l" defTabSz="914377" rtl="0" eaLnBrk="1" latinLnBrk="0" hangingPunct="1">
        <a:lnSpc>
          <a:spcPct val="100000"/>
        </a:lnSpc>
        <a:spcBef>
          <a:spcPts val="0"/>
        </a:spcBef>
        <a:spcAft>
          <a:spcPts val="800"/>
        </a:spcAft>
        <a:buFont typeface="Arial" panose="020B0604020202020204" pitchFamily="34" charset="0"/>
        <a:buNone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0" indent="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224">
          <p15:clr>
            <a:srgbClr val="F26B43"/>
          </p15:clr>
        </p15:guide>
        <p15:guide id="2" pos="5640">
          <p15:clr>
            <a:srgbClr val="F26B43"/>
          </p15:clr>
        </p15:guide>
        <p15:guide id="4">
          <p15:clr>
            <a:srgbClr val="F26B43"/>
          </p15:clr>
        </p15:guide>
        <p15:guide id="5" orient="horz" pos="240">
          <p15:clr>
            <a:srgbClr val="F26B43"/>
          </p15:clr>
        </p15:guide>
        <p15:guide id="6" orient="horz">
          <p15:clr>
            <a:srgbClr val="F26B43"/>
          </p15:clr>
        </p15:guide>
        <p15:guide id="7" pos="7680">
          <p15:clr>
            <a:srgbClr val="F26B43"/>
          </p15:clr>
        </p15:guide>
        <p15:guide id="9" pos="240">
          <p15:clr>
            <a:srgbClr val="F26B43"/>
          </p15:clr>
        </p15:guide>
        <p15:guide id="10" orient="horz" pos="4224">
          <p15:clr>
            <a:srgbClr val="F26B43"/>
          </p15:clr>
        </p15:guide>
        <p15:guide id="11" pos="3840">
          <p15:clr>
            <a:srgbClr val="F26B43"/>
          </p15:clr>
        </p15:guide>
        <p15:guide id="13" pos="2040">
          <p15:clr>
            <a:srgbClr val="F26B43"/>
          </p15:clr>
        </p15:guide>
        <p15:guide id="14" pos="7440">
          <p15:clr>
            <a:srgbClr val="F26B43"/>
          </p15:clr>
        </p15:guide>
        <p15:guide id="15" orient="horz" pos="2232">
          <p15:clr>
            <a:srgbClr val="F26B43"/>
          </p15:clr>
        </p15:guide>
        <p15:guide id="16" orient="horz" pos="3240">
          <p15:clr>
            <a:srgbClr val="F26B43"/>
          </p15:clr>
        </p15:guide>
      </p15:sldGuideLst>
    </p:ext>
  </p:extLst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F591742D-FD40-40E6-B089-F614B36C758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234355549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95" imgH="394" progId="TCLayout.ActiveDocument.1">
                  <p:embed/>
                </p:oleObj>
              </mc:Choice>
              <mc:Fallback>
                <p:oleObj name="think-cell Slide" r:id="rId4" imgW="395" imgH="394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F591742D-FD40-40E6-B089-F614B36C758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81000" y="381001"/>
            <a:ext cx="11430000" cy="1295401"/>
          </a:xfrm>
          <a:prstGeom prst="rect">
            <a:avLst/>
          </a:prstGeom>
        </p:spPr>
        <p:txBody>
          <a:bodyPr vert="horz" lIns="0" tIns="45720" rIns="0" bIns="0" rtlCol="0" anchor="t" anchorCtr="0">
            <a:normAutofit/>
          </a:bodyPr>
          <a:lstStyle/>
          <a:p>
            <a:r>
              <a:rPr lang="pt-BR"/>
              <a:t>Click </a:t>
            </a:r>
            <a:r>
              <a:rPr lang="pt-BR" err="1"/>
              <a:t>to</a:t>
            </a:r>
            <a:r>
              <a:rPr lang="pt-BR"/>
              <a:t>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title</a:t>
            </a:r>
            <a:r>
              <a:rPr lang="pt-BR"/>
              <a:t> </a:t>
            </a:r>
            <a:r>
              <a:rPr lang="pt-BR" err="1"/>
              <a:t>style</a:t>
            </a:r>
            <a:endParaRPr lang="pt-B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1000" y="1828800"/>
            <a:ext cx="11430000" cy="4686300"/>
          </a:xfrm>
          <a:prstGeom prst="rect">
            <a:avLst/>
          </a:prstGeom>
        </p:spPr>
        <p:txBody>
          <a:bodyPr vert="horz" lIns="0" tIns="91440" rIns="0" bIns="45720" rtlCol="0">
            <a:normAutofit/>
          </a:bodyPr>
          <a:lstStyle/>
          <a:p>
            <a:pPr lvl="0"/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  <a:p>
            <a:pPr lvl="1"/>
            <a:r>
              <a:rPr lang="pt-BR" err="1"/>
              <a:t>Second</a:t>
            </a:r>
            <a:r>
              <a:rPr lang="pt-BR"/>
              <a:t> </a:t>
            </a:r>
            <a:r>
              <a:rPr lang="pt-BR" err="1"/>
              <a:t>level</a:t>
            </a:r>
            <a:endParaRPr lang="pt-BR"/>
          </a:p>
        </p:txBody>
      </p:sp>
      <p:sp>
        <p:nvSpPr>
          <p:cNvPr id="4" name="GTS_Purple" descr="Accenture Greater Than symbol in purple">
            <a:extLst>
              <a:ext uri="{FF2B5EF4-FFF2-40B4-BE49-F238E27FC236}">
                <a16:creationId xmlns:a16="http://schemas.microsoft.com/office/drawing/2014/main" id="{11962AC2-DF19-3001-81C6-63BD4BBAF2D3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380209" y="6483675"/>
            <a:ext cx="183202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A100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Simplon BP Regular"/>
            </a:endParaRPr>
          </a:p>
        </p:txBody>
      </p:sp>
    </p:spTree>
    <p:extLst>
      <p:ext uri="{BB962C8B-B14F-4D97-AF65-F5344CB8AC3E}">
        <p14:creationId xmlns:p14="http://schemas.microsoft.com/office/powerpoint/2010/main" val="7537651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82" r:id="rId1"/>
  </p:sldLayoutIdLst>
  <p:hf hdr="0" ftr="0" dt="0"/>
  <p:txStyles>
    <p:titleStyle>
      <a:lvl1pPr marL="0" indent="0" algn="l" defTabSz="914377" rtl="0" eaLnBrk="1" latinLnBrk="0" hangingPunct="1">
        <a:lnSpc>
          <a:spcPct val="70000"/>
        </a:lnSpc>
        <a:spcBef>
          <a:spcPct val="0"/>
        </a:spcBef>
        <a:buNone/>
        <a:defRPr sz="4000" b="1" kern="1200" cap="all" baseline="0">
          <a:solidFill>
            <a:schemeClr val="tx1"/>
          </a:solidFill>
          <a:latin typeface="Simplon BP Bold"/>
          <a:ea typeface="+mj-ea"/>
          <a:cs typeface="+mj-cs"/>
        </a:defRPr>
      </a:lvl1pPr>
    </p:titleStyle>
    <p:bodyStyle>
      <a:lvl1pPr marL="0" indent="0" algn="l" defTabSz="914377" rtl="0" eaLnBrk="1" latinLnBrk="0" hangingPunct="1">
        <a:lnSpc>
          <a:spcPct val="85000"/>
        </a:lnSpc>
        <a:spcBef>
          <a:spcPts val="0"/>
        </a:spcBef>
        <a:buFont typeface="Arial" panose="020B0604020202020204" pitchFamily="34" charset="0"/>
        <a:buNone/>
        <a:defRPr sz="1800" b="1" kern="1200" cap="all" baseline="0">
          <a:solidFill>
            <a:schemeClr val="tx1"/>
          </a:solidFill>
          <a:latin typeface="Simplon BP Bold"/>
          <a:ea typeface="+mn-ea"/>
          <a:cs typeface="+mn-cs"/>
        </a:defRPr>
      </a:lvl1pPr>
      <a:lvl2pPr marL="0" indent="0" algn="l" defTabSz="914377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rial" panose="020B0604020202020204" pitchFamily="34" charset="0"/>
        <a:buNone/>
        <a:defRPr sz="2800" kern="1200">
          <a:solidFill>
            <a:schemeClr val="tx1"/>
          </a:solidFill>
          <a:latin typeface="Simplon BP Regular"/>
          <a:ea typeface="+mn-ea"/>
          <a:cs typeface="+mn-cs"/>
        </a:defRPr>
      </a:lvl2pPr>
      <a:lvl3pPr marL="0" indent="0" algn="l" defTabSz="914377" rtl="0" eaLnBrk="1" latinLnBrk="0" hangingPunct="1">
        <a:lnSpc>
          <a:spcPct val="110000"/>
        </a:lnSpc>
        <a:spcBef>
          <a:spcPts val="0"/>
        </a:spcBef>
        <a:spcAft>
          <a:spcPts val="900"/>
        </a:spcAft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73034" indent="-169858" algn="l" defTabSz="914377" rtl="0" eaLnBrk="1" latinLnBrk="0" hangingPunct="1">
        <a:lnSpc>
          <a:spcPct val="110000"/>
        </a:lnSpc>
        <a:spcBef>
          <a:spcPts val="0"/>
        </a:spcBef>
        <a:spcAft>
          <a:spcPts val="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346066" indent="-177796" algn="l" defTabSz="914377" rtl="0" eaLnBrk="1" latinLnBrk="0" hangingPunct="1">
        <a:lnSpc>
          <a:spcPct val="110000"/>
        </a:lnSpc>
        <a:spcBef>
          <a:spcPts val="0"/>
        </a:spcBef>
        <a:spcAft>
          <a:spcPts val="0"/>
        </a:spcAft>
        <a:buFont typeface="Graphik" panose="020B0503030202060203" pitchFamily="34" charset="0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512750" indent="-17303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914377" rtl="0" eaLnBrk="1" latinLnBrk="0" hangingPunct="1">
        <a:lnSpc>
          <a:spcPct val="90000"/>
        </a:lnSpc>
        <a:spcBef>
          <a:spcPts val="800"/>
        </a:spcBef>
        <a:buFont typeface="Arial" panose="020B0604020202020204" pitchFamily="34" charset="0"/>
        <a:buNone/>
        <a:defRPr sz="1200" b="1" kern="1200" cap="all" baseline="0">
          <a:solidFill>
            <a:schemeClr val="tx1"/>
          </a:solidFill>
          <a:latin typeface="+mj-lt"/>
          <a:ea typeface="+mn-ea"/>
          <a:cs typeface="+mn-cs"/>
        </a:defRPr>
      </a:lvl7pPr>
      <a:lvl8pPr marL="0" indent="0" algn="l" defTabSz="914377" rtl="0" eaLnBrk="1" latinLnBrk="0" hangingPunct="1">
        <a:lnSpc>
          <a:spcPct val="100000"/>
        </a:lnSpc>
        <a:spcBef>
          <a:spcPts val="0"/>
        </a:spcBef>
        <a:spcAft>
          <a:spcPts val="800"/>
        </a:spcAft>
        <a:buFont typeface="Arial" panose="020B0604020202020204" pitchFamily="34" charset="0"/>
        <a:buNone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0" indent="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224">
          <p15:clr>
            <a:srgbClr val="F26B43"/>
          </p15:clr>
        </p15:guide>
        <p15:guide id="2" pos="5640">
          <p15:clr>
            <a:srgbClr val="F26B43"/>
          </p15:clr>
        </p15:guide>
        <p15:guide id="4">
          <p15:clr>
            <a:srgbClr val="F26B43"/>
          </p15:clr>
        </p15:guide>
        <p15:guide id="5" orient="horz" pos="240">
          <p15:clr>
            <a:srgbClr val="F26B43"/>
          </p15:clr>
        </p15:guide>
        <p15:guide id="6" orient="horz">
          <p15:clr>
            <a:srgbClr val="F26B43"/>
          </p15:clr>
        </p15:guide>
        <p15:guide id="7" pos="7680">
          <p15:clr>
            <a:srgbClr val="F26B43"/>
          </p15:clr>
        </p15:guide>
        <p15:guide id="9" pos="240">
          <p15:clr>
            <a:srgbClr val="F26B43"/>
          </p15:clr>
        </p15:guide>
        <p15:guide id="10" orient="horz" pos="4224">
          <p15:clr>
            <a:srgbClr val="F26B43"/>
          </p15:clr>
        </p15:guide>
        <p15:guide id="11" pos="3840">
          <p15:clr>
            <a:srgbClr val="F26B43"/>
          </p15:clr>
        </p15:guide>
        <p15:guide id="13" pos="2040">
          <p15:clr>
            <a:srgbClr val="F26B43"/>
          </p15:clr>
        </p15:guide>
        <p15:guide id="14" pos="7440">
          <p15:clr>
            <a:srgbClr val="F26B43"/>
          </p15:clr>
        </p15:guide>
        <p15:guide id="15" orient="horz" pos="2232">
          <p15:clr>
            <a:srgbClr val="F26B43"/>
          </p15:clr>
        </p15:guide>
        <p15:guide id="16" orient="horz" pos="32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33.x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32.bin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0.png"/><Relationship Id="rId5" Type="http://schemas.openxmlformats.org/officeDocument/2006/relationships/image" Target="../media/image38.png"/><Relationship Id="rId4" Type="http://schemas.openxmlformats.org/officeDocument/2006/relationships/image" Target="../media/image370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4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slide" Target="slide16.xml"/><Relationship Id="rId3" Type="http://schemas.openxmlformats.org/officeDocument/2006/relationships/notesSlide" Target="../notesSlides/notesSlide3.xml"/><Relationship Id="rId7" Type="http://schemas.openxmlformats.org/officeDocument/2006/relationships/slide" Target="slide20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5.xml"/><Relationship Id="rId6" Type="http://schemas.openxmlformats.org/officeDocument/2006/relationships/slide" Target="slide18.xml"/><Relationship Id="rId5" Type="http://schemas.openxmlformats.org/officeDocument/2006/relationships/slide" Target="slide19.xml"/><Relationship Id="rId4" Type="http://schemas.openxmlformats.org/officeDocument/2006/relationships/slide" Target="slide1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6.xml"/><Relationship Id="rId4" Type="http://schemas.openxmlformats.org/officeDocument/2006/relationships/image" Target="../media/image39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slide" Target="slide14.xml"/><Relationship Id="rId3" Type="http://schemas.openxmlformats.org/officeDocument/2006/relationships/slide" Target="slide9.xml"/><Relationship Id="rId7" Type="http://schemas.openxmlformats.org/officeDocument/2006/relationships/slide" Target="slide1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7.xml"/><Relationship Id="rId6" Type="http://schemas.openxmlformats.org/officeDocument/2006/relationships/slide" Target="slide12.xml"/><Relationship Id="rId5" Type="http://schemas.openxmlformats.org/officeDocument/2006/relationships/slide" Target="slide11.xml"/><Relationship Id="rId4" Type="http://schemas.openxmlformats.org/officeDocument/2006/relationships/slide" Target="slide10.xml"/><Relationship Id="rId9" Type="http://schemas.openxmlformats.org/officeDocument/2006/relationships/slide" Target="slide1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" Target="slide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" Target="slide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" Target="slide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0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" Target="slide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" Target="slide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" Target="slide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" Target="slide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5.xml"/><Relationship Id="rId5" Type="http://schemas.openxmlformats.org/officeDocument/2006/relationships/image" Target="../media/image40.emf"/><Relationship Id="rId4" Type="http://schemas.openxmlformats.org/officeDocument/2006/relationships/slide" Target="slide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6.xml"/><Relationship Id="rId5" Type="http://schemas.openxmlformats.org/officeDocument/2006/relationships/slide" Target="slide4.xml"/><Relationship Id="rId4" Type="http://schemas.openxmlformats.org/officeDocument/2006/relationships/image" Target="../media/image40.emf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7.xml"/><Relationship Id="rId5" Type="http://schemas.openxmlformats.org/officeDocument/2006/relationships/slide" Target="slide4.xml"/><Relationship Id="rId4" Type="http://schemas.openxmlformats.org/officeDocument/2006/relationships/image" Target="../media/image40.emf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8.xml"/><Relationship Id="rId5" Type="http://schemas.openxmlformats.org/officeDocument/2006/relationships/slide" Target="slide4.xml"/><Relationship Id="rId4" Type="http://schemas.openxmlformats.org/officeDocument/2006/relationships/image" Target="../media/image40.emf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9.xml"/><Relationship Id="rId6" Type="http://schemas.openxmlformats.org/officeDocument/2006/relationships/slide" Target="slide4.xml"/><Relationship Id="rId5" Type="http://schemas.openxmlformats.org/officeDocument/2006/relationships/image" Target="../media/image40.emf"/><Relationship Id="rId4" Type="http://schemas.openxmlformats.org/officeDocument/2006/relationships/hyperlink" Target="https://ts.accenture.com/sites/Oi-ProgramaTwist/Shared%20Documents/General/00%20Governan&#231;a/Cronogramas%20Workstreams/Cronograma%20Contratos_GANTT.xlsm" TargetMode="Externa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to 6" hidden="1"/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37732074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4" imgW="421" imgH="423" progId="TCLayout.ActiveDocument.1">
                  <p:embed/>
                </p:oleObj>
              </mc:Choice>
              <mc:Fallback>
                <p:oleObj name="Slide do think-cell" r:id="rId4" imgW="421" imgH="423" progId="TCLayout.ActiveDocument.1">
                  <p:embed/>
                  <p:pic>
                    <p:nvPicPr>
                      <p:cNvPr id="7" name="Objeto 6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ítulo 2"/>
          <p:cNvSpPr>
            <a:spLocks noGrp="1"/>
          </p:cNvSpPr>
          <p:nvPr>
            <p:ph type="title"/>
          </p:nvPr>
        </p:nvSpPr>
        <p:spPr>
          <a:xfrm>
            <a:off x="1190260" y="998024"/>
            <a:ext cx="5923700" cy="791776"/>
          </a:xfrm>
        </p:spPr>
        <p:txBody>
          <a:bodyPr/>
          <a:lstStyle/>
          <a:p>
            <a:r>
              <a:rPr lang="en-US"/>
              <a:t>Twist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pt-BR"/>
              <a:t>Implantação M&amp;A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pt-BR" dirty="0">
                <a:solidFill>
                  <a:schemeClr val="accent2"/>
                </a:solidFill>
              </a:rPr>
              <a:t>18 de julho 2024</a:t>
            </a:r>
          </a:p>
        </p:txBody>
      </p:sp>
      <p:sp>
        <p:nvSpPr>
          <p:cNvPr id="6" name="Espaço Reservado para Texto 5"/>
          <p:cNvSpPr>
            <a:spLocks noGrp="1"/>
          </p:cNvSpPr>
          <p:nvPr>
            <p:ph type="body" sz="quarter" idx="12"/>
          </p:nvPr>
        </p:nvSpPr>
        <p:spPr>
          <a:xfrm>
            <a:off x="1190260" y="1699641"/>
            <a:ext cx="7994318" cy="2103874"/>
          </a:xfrm>
        </p:spPr>
        <p:txBody>
          <a:bodyPr/>
          <a:lstStyle/>
          <a:p>
            <a:r>
              <a:rPr lang="pt-BR" dirty="0">
                <a:solidFill>
                  <a:schemeClr val="accent2"/>
                </a:solidFill>
              </a:rPr>
              <a:t>Governança</a:t>
            </a:r>
          </a:p>
        </p:txBody>
      </p:sp>
    </p:spTree>
    <p:extLst>
      <p:ext uri="{BB962C8B-B14F-4D97-AF65-F5344CB8AC3E}">
        <p14:creationId xmlns:p14="http://schemas.microsoft.com/office/powerpoint/2010/main" val="3509312284"/>
      </p:ext>
    </p:extLst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A553F1A-4B7B-A16E-CC61-3B8B43CA0C8C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pt-BR" smtClean="0"/>
              <a:t>2</a:t>
            </a:fld>
            <a:endParaRPr lang="pt-BR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66A1E1B-D20A-DFB4-B896-067E1BF15B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2800" dirty="0">
                <a:solidFill>
                  <a:schemeClr val="accent6"/>
                </a:solidFill>
              </a:rPr>
              <a:t>Linhas guias de interação com o comprador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9B73900-913E-8101-16D0-0DD720A1921E}"/>
              </a:ext>
            </a:extLst>
          </p:cNvPr>
          <p:cNvSpPr txBox="1"/>
          <p:nvPr/>
        </p:nvSpPr>
        <p:spPr>
          <a:xfrm>
            <a:off x="739140" y="1080094"/>
            <a:ext cx="7757588" cy="549381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342900" marR="0" indent="-342900" algn="l" defTabSz="9144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</a:pPr>
            <a:r>
              <a:rPr lang="pt-BR" b="1" dirty="0">
                <a:solidFill>
                  <a:schemeClr val="accent6"/>
                </a:solidFill>
              </a:rPr>
              <a:t>Reforço</a:t>
            </a:r>
            <a:r>
              <a:rPr lang="pt-BR" dirty="0">
                <a:solidFill>
                  <a:schemeClr val="accent6"/>
                </a:solidFill>
              </a:rPr>
              <a:t> da frequência e profundidade das interações</a:t>
            </a:r>
          </a:p>
          <a:p>
            <a:pPr marL="342900" marR="0" indent="-342900" algn="l" defTabSz="9144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</a:pPr>
            <a:r>
              <a:rPr lang="pt-BR" b="1" dirty="0">
                <a:solidFill>
                  <a:schemeClr val="accent6"/>
                </a:solidFill>
              </a:rPr>
              <a:t>Alinhamento </a:t>
            </a:r>
            <a:r>
              <a:rPr lang="pt-BR" dirty="0">
                <a:solidFill>
                  <a:schemeClr val="accent6"/>
                </a:solidFill>
              </a:rPr>
              <a:t>de </a:t>
            </a:r>
            <a:r>
              <a:rPr lang="pt-BR" dirty="0" err="1">
                <a:solidFill>
                  <a:schemeClr val="accent6"/>
                </a:solidFill>
              </a:rPr>
              <a:t>milestones</a:t>
            </a:r>
            <a:r>
              <a:rPr lang="pt-BR" dirty="0">
                <a:solidFill>
                  <a:schemeClr val="accent6"/>
                </a:solidFill>
              </a:rPr>
              <a:t> e objetivos em Plano compartilhado para cada </a:t>
            </a:r>
            <a:r>
              <a:rPr lang="pt-BR" dirty="0" err="1">
                <a:solidFill>
                  <a:schemeClr val="accent6"/>
                </a:solidFill>
              </a:rPr>
              <a:t>workstream</a:t>
            </a:r>
            <a:r>
              <a:rPr lang="pt-BR" dirty="0">
                <a:solidFill>
                  <a:schemeClr val="accent6"/>
                </a:solidFill>
              </a:rPr>
              <a:t> (contratos, processos, pessoas, </a:t>
            </a:r>
            <a:r>
              <a:rPr lang="pt-BR" dirty="0" err="1">
                <a:solidFill>
                  <a:schemeClr val="accent6"/>
                </a:solidFill>
              </a:rPr>
              <a:t>etc</a:t>
            </a:r>
            <a:r>
              <a:rPr lang="pt-BR" dirty="0">
                <a:solidFill>
                  <a:schemeClr val="accent6"/>
                </a:solidFill>
              </a:rPr>
              <a:t>)</a:t>
            </a:r>
          </a:p>
          <a:p>
            <a:pPr marL="342900" marR="0" indent="-342900" algn="l" defTabSz="9144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</a:pPr>
            <a:r>
              <a:rPr lang="pt-BR" b="1" dirty="0">
                <a:solidFill>
                  <a:schemeClr val="accent6"/>
                </a:solidFill>
              </a:rPr>
              <a:t>Formalização de Agenda </a:t>
            </a:r>
            <a:r>
              <a:rPr lang="pt-BR" dirty="0">
                <a:solidFill>
                  <a:schemeClr val="accent6"/>
                </a:solidFill>
              </a:rPr>
              <a:t>recorrente de reuniões:</a:t>
            </a:r>
          </a:p>
          <a:p>
            <a:pPr marL="696912" lvl="1" indent="-342900">
              <a:lnSpc>
                <a:spcPct val="150000"/>
              </a:lnSpc>
              <a:buFont typeface="+mj-lt"/>
              <a:buAutoNum type="alphaLcPeriod"/>
            </a:pPr>
            <a:r>
              <a:rPr lang="pt-BR" dirty="0">
                <a:solidFill>
                  <a:schemeClr val="accent6"/>
                </a:solidFill>
              </a:rPr>
              <a:t>Dinâmica:</a:t>
            </a:r>
          </a:p>
          <a:p>
            <a:pPr marL="720725" lvl="1">
              <a:lnSpc>
                <a:spcPct val="150000"/>
              </a:lnSpc>
            </a:pPr>
            <a:r>
              <a:rPr lang="pt-BR" dirty="0">
                <a:solidFill>
                  <a:schemeClr val="accent6"/>
                </a:solidFill>
              </a:rPr>
              <a:t>- 1 a 2 encontros por semana por </a:t>
            </a:r>
            <a:r>
              <a:rPr lang="pt-BR" dirty="0" err="1">
                <a:solidFill>
                  <a:schemeClr val="accent6"/>
                </a:solidFill>
              </a:rPr>
              <a:t>workstream</a:t>
            </a:r>
            <a:r>
              <a:rPr lang="pt-BR" dirty="0">
                <a:solidFill>
                  <a:schemeClr val="accent6"/>
                </a:solidFill>
              </a:rPr>
              <a:t> </a:t>
            </a:r>
            <a:br>
              <a:rPr lang="pt-BR" dirty="0">
                <a:solidFill>
                  <a:schemeClr val="accent6"/>
                </a:solidFill>
              </a:rPr>
            </a:br>
            <a:r>
              <a:rPr lang="pt-BR" dirty="0">
                <a:solidFill>
                  <a:schemeClr val="accent6"/>
                </a:solidFill>
              </a:rPr>
              <a:t>- participação mandatória dos N1 e dos responsáveis de </a:t>
            </a:r>
            <a:r>
              <a:rPr lang="pt-BR" dirty="0" err="1">
                <a:solidFill>
                  <a:schemeClr val="accent6"/>
                </a:solidFill>
              </a:rPr>
              <a:t>workstream</a:t>
            </a:r>
            <a:br>
              <a:rPr lang="pt-BR" dirty="0">
                <a:solidFill>
                  <a:schemeClr val="accent6"/>
                </a:solidFill>
              </a:rPr>
            </a:br>
            <a:r>
              <a:rPr lang="pt-BR" dirty="0">
                <a:solidFill>
                  <a:schemeClr val="accent6"/>
                </a:solidFill>
              </a:rPr>
              <a:t>- encontros preferencialmente presenciais </a:t>
            </a:r>
            <a:br>
              <a:rPr lang="pt-BR" dirty="0">
                <a:solidFill>
                  <a:schemeClr val="accent6"/>
                </a:solidFill>
              </a:rPr>
            </a:br>
            <a:r>
              <a:rPr lang="pt-BR" dirty="0">
                <a:solidFill>
                  <a:schemeClr val="accent6"/>
                </a:solidFill>
              </a:rPr>
              <a:t>- agenda de cada reunião pré-definida e alinhada entre todos</a:t>
            </a:r>
          </a:p>
          <a:p>
            <a:pPr marL="696912" lvl="1" indent="-342900">
              <a:lnSpc>
                <a:spcPct val="150000"/>
              </a:lnSpc>
              <a:buFont typeface="+mj-lt"/>
              <a:buAutoNum type="alphaLcPeriod" startAt="2"/>
            </a:pPr>
            <a:r>
              <a:rPr lang="pt-BR" dirty="0">
                <a:solidFill>
                  <a:schemeClr val="accent6"/>
                </a:solidFill>
              </a:rPr>
              <a:t>Objetivos:</a:t>
            </a:r>
            <a:br>
              <a:rPr lang="pt-BR" dirty="0">
                <a:solidFill>
                  <a:schemeClr val="accent6"/>
                </a:solidFill>
              </a:rPr>
            </a:br>
            <a:r>
              <a:rPr lang="pt-BR" dirty="0">
                <a:solidFill>
                  <a:schemeClr val="accent6"/>
                </a:solidFill>
              </a:rPr>
              <a:t>- avaliar evolução </a:t>
            </a:r>
            <a:r>
              <a:rPr lang="pt-BR" dirty="0" err="1">
                <a:solidFill>
                  <a:schemeClr val="accent6"/>
                </a:solidFill>
              </a:rPr>
              <a:t>vs</a:t>
            </a:r>
            <a:r>
              <a:rPr lang="pt-BR" dirty="0">
                <a:solidFill>
                  <a:schemeClr val="accent6"/>
                </a:solidFill>
              </a:rPr>
              <a:t> plano definido (atividades, riscos, ..)</a:t>
            </a:r>
            <a:br>
              <a:rPr lang="pt-BR" dirty="0">
                <a:solidFill>
                  <a:schemeClr val="accent6"/>
                </a:solidFill>
              </a:rPr>
            </a:br>
            <a:r>
              <a:rPr lang="pt-BR" dirty="0">
                <a:solidFill>
                  <a:schemeClr val="accent6"/>
                </a:solidFill>
              </a:rPr>
              <a:t>- endereçar temas críticos e tomada de decisão </a:t>
            </a:r>
            <a:br>
              <a:rPr lang="pt-BR" dirty="0">
                <a:solidFill>
                  <a:schemeClr val="accent6"/>
                </a:solidFill>
              </a:rPr>
            </a:br>
            <a:r>
              <a:rPr lang="pt-BR" dirty="0">
                <a:solidFill>
                  <a:schemeClr val="accent6"/>
                </a:solidFill>
              </a:rPr>
              <a:t>- definir as ações a serem endereçadas para as próximas interações</a:t>
            </a:r>
          </a:p>
          <a:p>
            <a:pPr marL="354013" indent="-354013">
              <a:lnSpc>
                <a:spcPct val="150000"/>
              </a:lnSpc>
              <a:buFont typeface="+mj-lt"/>
              <a:buAutoNum type="arabicPeriod"/>
            </a:pPr>
            <a:r>
              <a:rPr lang="pt-BR" b="1" dirty="0">
                <a:solidFill>
                  <a:schemeClr val="accent6"/>
                </a:solidFill>
              </a:rPr>
              <a:t>Agenda Adicional </a:t>
            </a:r>
            <a:r>
              <a:rPr lang="pt-BR" dirty="0">
                <a:solidFill>
                  <a:schemeClr val="accent6"/>
                </a:solidFill>
              </a:rPr>
              <a:t>para </a:t>
            </a:r>
            <a:r>
              <a:rPr lang="pt-BR" b="1" dirty="0">
                <a:solidFill>
                  <a:schemeClr val="accent6"/>
                </a:solidFill>
              </a:rPr>
              <a:t>Reuniões prioritárias </a:t>
            </a:r>
            <a:r>
              <a:rPr lang="pt-BR" dirty="0">
                <a:solidFill>
                  <a:schemeClr val="accent6"/>
                </a:solidFill>
              </a:rPr>
              <a:t>a ser definida em função das necessidades.</a:t>
            </a:r>
            <a:br>
              <a:rPr lang="pt-BR" dirty="0">
                <a:solidFill>
                  <a:schemeClr val="accent6"/>
                </a:solidFill>
              </a:rPr>
            </a:br>
            <a:r>
              <a:rPr lang="pt-BR" dirty="0">
                <a:solidFill>
                  <a:schemeClr val="accent6"/>
                </a:solidFill>
              </a:rPr>
              <a:t>Para essa semana:</a:t>
            </a:r>
            <a:br>
              <a:rPr lang="pt-BR" dirty="0">
                <a:solidFill>
                  <a:schemeClr val="accent6"/>
                </a:solidFill>
              </a:rPr>
            </a:br>
            <a:r>
              <a:rPr lang="pt-BR" dirty="0">
                <a:solidFill>
                  <a:schemeClr val="accent6"/>
                </a:solidFill>
              </a:rPr>
              <a:t>- Já realizado: Finanças, TI, RH, Comercial</a:t>
            </a:r>
            <a:br>
              <a:rPr lang="pt-BR" dirty="0">
                <a:solidFill>
                  <a:schemeClr val="accent6"/>
                </a:solidFill>
              </a:rPr>
            </a:br>
            <a:r>
              <a:rPr lang="pt-BR" dirty="0">
                <a:solidFill>
                  <a:schemeClr val="accent6"/>
                </a:solidFill>
              </a:rPr>
              <a:t>- 5ª e 6a feira: RH, TI, Comercial e Engenharia</a:t>
            </a:r>
          </a:p>
        </p:txBody>
      </p:sp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7" name="Slide Zoom 6">
                <a:extLst>
                  <a:ext uri="{FF2B5EF4-FFF2-40B4-BE49-F238E27FC236}">
                    <a16:creationId xmlns:a16="http://schemas.microsoft.com/office/drawing/2014/main" id="{4FC049C8-2378-595D-CE7F-244DA8142121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4014960459"/>
                  </p:ext>
                </p:extLst>
              </p:nvPr>
            </p:nvGraphicFramePr>
            <p:xfrm>
              <a:off x="8634201" y="1973814"/>
              <a:ext cx="2336800" cy="1314450"/>
            </p:xfrm>
            <a:graphic>
              <a:graphicData uri="http://schemas.microsoft.com/office/powerpoint/2016/slidezoom">
                <pslz:sldZm>
                  <pslz:sldZmObj sldId="6164" cId="672428217">
                    <pslz:zmPr id="{427C9553-CAEF-42F0-9B44-B857150554F2}" returnToParent="0">
                      <p166:blipFill xmlns:p166="http://schemas.microsoft.com/office/powerpoint/2016/6/main">
                        <a:blip r:embed="rId3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2336800" cy="1314450"/>
                        </a:xfrm>
                        <a:prstGeom prst="rect">
                          <a:avLst/>
                        </a:prstGeom>
                        <a:solidFill>
                          <a:srgbClr val="FFFFFF">
                            <a:shade val="85000"/>
                          </a:srgbClr>
                        </a:solidFill>
                        <a:ln w="88900" cap="sq">
                          <a:solidFill>
                            <a:srgbClr val="FFFFFF"/>
                          </a:solidFill>
                          <a:miter lim="800000"/>
                        </a:ln>
                        <a:effectLst>
                          <a:outerShdw blurRad="55000" dist="18000" dir="5400000" algn="tl" rotWithShape="0">
                            <a:srgbClr val="000000">
                              <a:alpha val="40000"/>
                            </a:srgbClr>
                          </a:outerShdw>
                        </a:effectLst>
                        <a:scene3d>
                          <a:camera prst="orthographicFront"/>
                          <a:lightRig rig="twoPt" dir="t">
                            <a:rot lat="0" lon="0" rev="7200000"/>
                          </a:lightRig>
                        </a:scene3d>
                        <a:sp3d>
                          <a:bevelT w="25400" h="19050"/>
                          <a:contourClr>
                            <a:srgbClr val="FFFFFF"/>
                          </a:contourClr>
                        </a:sp3d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7" name="Slide Zoom 6">
                <a:extLst>
                  <a:ext uri="{FF2B5EF4-FFF2-40B4-BE49-F238E27FC236}">
                    <a16:creationId xmlns:a16="http://schemas.microsoft.com/office/drawing/2014/main" id="{4FC049C8-2378-595D-CE7F-244DA8142121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634201" y="1973814"/>
                <a:ext cx="2336800" cy="1314450"/>
              </a:xfrm>
              <a:prstGeom prst="rect">
                <a:avLst/>
              </a:prstGeom>
              <a:solidFill>
                <a:srgbClr val="FFFFFF">
                  <a:shade val="85000"/>
                </a:srgbClr>
              </a:solidFill>
              <a:ln w="88900" cap="sq">
                <a:solidFill>
                  <a:srgbClr val="FFFFFF"/>
                </a:solidFill>
                <a:miter lim="800000"/>
              </a:ln>
              <a:effectLst>
                <a:outerShdw blurRad="55000" dist="18000" dir="5400000" algn="tl" rotWithShape="0">
                  <a:srgbClr val="000000">
                    <a:alpha val="40000"/>
                  </a:srgbClr>
                </a:outerShdw>
              </a:effectLst>
              <a:scene3d>
                <a:camera prst="orthographicFront"/>
                <a:lightRig rig="twoPt" dir="t">
                  <a:rot lat="0" lon="0" rev="7200000"/>
                </a:lightRig>
              </a:scene3d>
              <a:sp3d>
                <a:bevelT w="25400" h="19050"/>
                <a:contourClr>
                  <a:srgbClr val="FFFFFF"/>
                </a:contourClr>
              </a:sp3d>
            </p:spPr>
          </p:pic>
        </mc:Fallback>
      </mc:AlternateContent>
      <p:sp>
        <p:nvSpPr>
          <p:cNvPr id="8" name="Rectangle 7">
            <a:extLst>
              <a:ext uri="{FF2B5EF4-FFF2-40B4-BE49-F238E27FC236}">
                <a16:creationId xmlns:a16="http://schemas.microsoft.com/office/drawing/2014/main" id="{17CB0EAC-282F-6A0D-185E-3FF8A50578CA}"/>
              </a:ext>
            </a:extLst>
          </p:cNvPr>
          <p:cNvSpPr/>
          <p:nvPr/>
        </p:nvSpPr>
        <p:spPr>
          <a:xfrm>
            <a:off x="696378" y="982980"/>
            <a:ext cx="10756482" cy="5613786"/>
          </a:xfrm>
          <a:prstGeom prst="rect">
            <a:avLst/>
          </a:prstGeom>
          <a:noFill/>
          <a:ln w="28575" cap="flat">
            <a:solidFill>
              <a:schemeClr val="accent1">
                <a:lumMod val="75000"/>
              </a:schemeClr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no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pt-BR" sz="4000" b="0" i="0" u="none" strike="noStrike" cap="none" spc="0" normalizeH="0" baseline="0" dirty="0">
              <a:ln>
                <a:noFill/>
              </a:ln>
              <a:solidFill>
                <a:sysClr val="windowText" lastClr="000000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67AFF3E-4C96-DAC6-BD7D-352B361EEC62}"/>
              </a:ext>
            </a:extLst>
          </p:cNvPr>
          <p:cNvSpPr txBox="1"/>
          <p:nvPr/>
        </p:nvSpPr>
        <p:spPr>
          <a:xfrm>
            <a:off x="8756683" y="1611630"/>
            <a:ext cx="2173491" cy="21544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pt-BR" sz="1400" b="1" i="0" u="none" strike="noStrike" cap="none" spc="0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Plano de Trabalho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4BAFC3E-0200-07B5-F7EA-089DD1A63108}"/>
              </a:ext>
            </a:extLst>
          </p:cNvPr>
          <p:cNvSpPr txBox="1"/>
          <p:nvPr/>
        </p:nvSpPr>
        <p:spPr>
          <a:xfrm>
            <a:off x="8756683" y="3702976"/>
            <a:ext cx="2173491" cy="43088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pt-BR" sz="1400" b="1" i="0" u="none" strike="noStrike" cap="none" spc="0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Agenda de reuniões recorrentes</a:t>
            </a:r>
          </a:p>
        </p:txBody>
      </p:sp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11" name="Slide Zoom 10">
                <a:extLst>
                  <a:ext uri="{FF2B5EF4-FFF2-40B4-BE49-F238E27FC236}">
                    <a16:creationId xmlns:a16="http://schemas.microsoft.com/office/drawing/2014/main" id="{6C138BC4-CF20-2515-2535-48F6AC797875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680238676"/>
                  </p:ext>
                </p:extLst>
              </p:nvPr>
            </p:nvGraphicFramePr>
            <p:xfrm>
              <a:off x="8634201" y="4395234"/>
              <a:ext cx="2336800" cy="1314450"/>
            </p:xfrm>
            <a:graphic>
              <a:graphicData uri="http://schemas.microsoft.com/office/powerpoint/2016/slidezoom">
                <pslz:sldZm>
                  <pslz:sldZmObj sldId="6177" cId="3621435609">
                    <pslz:zmPr id="{A52F3405-07F2-4B75-8A3F-E6EC2C8D8E8A}" returnToParent="0">
                      <p166:blipFill xmlns:p166="http://schemas.microsoft.com/office/powerpoint/2016/6/main">
                        <a:blip r:embed="rId5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2336800" cy="1314450"/>
                        </a:xfrm>
                        <a:prstGeom prst="rect">
                          <a:avLst/>
                        </a:prstGeom>
                        <a:solidFill>
                          <a:srgbClr val="FFFFFF">
                            <a:shade val="85000"/>
                          </a:srgbClr>
                        </a:solidFill>
                        <a:ln w="88900" cap="sq">
                          <a:solidFill>
                            <a:srgbClr val="FFFFFF"/>
                          </a:solidFill>
                          <a:miter lim="800000"/>
                        </a:ln>
                        <a:effectLst>
                          <a:outerShdw blurRad="55000" dist="18000" dir="5400000" algn="tl" rotWithShape="0">
                            <a:srgbClr val="000000">
                              <a:alpha val="40000"/>
                            </a:srgbClr>
                          </a:outerShdw>
                        </a:effectLst>
                        <a:scene3d>
                          <a:camera prst="orthographicFront"/>
                          <a:lightRig rig="twoPt" dir="t">
                            <a:rot lat="0" lon="0" rev="7200000"/>
                          </a:lightRig>
                        </a:scene3d>
                        <a:sp3d>
                          <a:bevelT w="25400" h="19050"/>
                          <a:contourClr>
                            <a:srgbClr val="FFFFFF"/>
                          </a:contourClr>
                        </a:sp3d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11" name="Slide Zoom 10">
                <a:extLst>
                  <a:ext uri="{FF2B5EF4-FFF2-40B4-BE49-F238E27FC236}">
                    <a16:creationId xmlns:a16="http://schemas.microsoft.com/office/drawing/2014/main" id="{6C138BC4-CF20-2515-2535-48F6AC797875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8634201" y="4395234"/>
                <a:ext cx="2336800" cy="1314450"/>
              </a:xfrm>
              <a:prstGeom prst="rect">
                <a:avLst/>
              </a:prstGeom>
              <a:solidFill>
                <a:srgbClr val="FFFFFF">
                  <a:shade val="85000"/>
                </a:srgbClr>
              </a:solidFill>
              <a:ln w="88900" cap="sq">
                <a:solidFill>
                  <a:srgbClr val="FFFFFF"/>
                </a:solidFill>
                <a:miter lim="800000"/>
              </a:ln>
              <a:effectLst>
                <a:outerShdw blurRad="55000" dist="18000" dir="5400000" algn="tl" rotWithShape="0">
                  <a:srgbClr val="000000">
                    <a:alpha val="40000"/>
                  </a:srgbClr>
                </a:outerShdw>
              </a:effectLst>
              <a:scene3d>
                <a:camera prst="orthographicFront"/>
                <a:lightRig rig="twoPt" dir="t">
                  <a:rot lat="0" lon="0" rev="7200000"/>
                </a:lightRig>
              </a:scene3d>
              <a:sp3d>
                <a:bevelT w="25400" h="19050"/>
                <a:contourClr>
                  <a:srgbClr val="FFFFFF"/>
                </a:contourClr>
              </a:sp3d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176062941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0BC3722-D5FB-9CAB-7BCA-0734B1989456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pt-BR" smtClean="0"/>
              <a:t>3</a:t>
            </a:fld>
            <a:endParaRPr lang="pt-BR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D9C5760-5966-0465-85C4-A867BBBBD0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2800" dirty="0">
                <a:solidFill>
                  <a:schemeClr val="accent6"/>
                </a:solidFill>
              </a:rPr>
              <a:t>Dinâmica de trabalho – Após 17/07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2174F95F-1D80-031E-CF39-4727F6CCD316}"/>
              </a:ext>
            </a:extLst>
          </p:cNvPr>
          <p:cNvGrpSpPr/>
          <p:nvPr>
            <p:custDataLst>
              <p:tags r:id="rId1"/>
            </p:custDataLst>
          </p:nvPr>
        </p:nvGrpSpPr>
        <p:grpSpPr>
          <a:xfrm>
            <a:off x="10180584" y="76429"/>
            <a:ext cx="1117294" cy="266244"/>
            <a:chOff x="10312706" y="228600"/>
            <a:chExt cx="1117294" cy="266244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FD2D26D3-9914-93C6-CBE3-BBAF9F902F4F}"/>
                </a:ext>
              </a:extLst>
            </p:cNvPr>
            <p:cNvSpPr txBox="1"/>
            <p:nvPr/>
          </p:nvSpPr>
          <p:spPr>
            <a:xfrm>
              <a:off x="10312706" y="269389"/>
              <a:ext cx="1117294" cy="184666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ctr" anchorCtr="1">
              <a:spAutoFit/>
            </a:bodyPr>
            <a:lstStyle/>
            <a:p>
              <a:pPr algn="ctr"/>
              <a:r>
                <a:rPr lang="pt-BR" sz="1200" b="1">
                  <a:solidFill>
                    <a:srgbClr val="000000"/>
                  </a:solidFill>
                  <a:latin typeface="+mj-lt"/>
                </a:rPr>
                <a:t>PRELIMINAR</a:t>
              </a:r>
            </a:p>
          </p:txBody>
        </p: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222F5AC0-FCF3-92E5-8515-9235F03C96C4}"/>
                </a:ext>
              </a:extLst>
            </p:cNvPr>
            <p:cNvCxnSpPr>
              <a:cxnSpLocks/>
            </p:cNvCxnSpPr>
            <p:nvPr/>
          </p:nvCxnSpPr>
          <p:spPr>
            <a:xfrm>
              <a:off x="10312706" y="228600"/>
              <a:ext cx="1117294" cy="0"/>
            </a:xfrm>
            <a:prstGeom prst="line">
              <a:avLst/>
            </a:prstGeom>
            <a:ln w="12700" cmpd="sng">
              <a:solidFill>
                <a:srgbClr val="000000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61B647BE-CDD4-1ED7-D712-4600F758AD23}"/>
                </a:ext>
              </a:extLst>
            </p:cNvPr>
            <p:cNvCxnSpPr>
              <a:cxnSpLocks/>
            </p:cNvCxnSpPr>
            <p:nvPr/>
          </p:nvCxnSpPr>
          <p:spPr>
            <a:xfrm>
              <a:off x="10312706" y="494844"/>
              <a:ext cx="1117294" cy="0"/>
            </a:xfrm>
            <a:prstGeom prst="line">
              <a:avLst/>
            </a:prstGeom>
            <a:ln w="12700" cmpd="sng">
              <a:solidFill>
                <a:srgbClr val="000000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7F1003EE-111E-09AF-1744-C458C416207E}"/>
              </a:ext>
            </a:extLst>
          </p:cNvPr>
          <p:cNvGraphicFramePr>
            <a:graphicFrameLocks noGrp="1"/>
          </p:cNvGraphicFramePr>
          <p:nvPr/>
        </p:nvGraphicFramePr>
        <p:xfrm>
          <a:off x="872563" y="1069787"/>
          <a:ext cx="10585775" cy="533651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17155">
                  <a:extLst>
                    <a:ext uri="{9D8B030D-6E8A-4147-A177-3AD203B41FA5}">
                      <a16:colId xmlns:a16="http://schemas.microsoft.com/office/drawing/2014/main" val="2086532782"/>
                    </a:ext>
                  </a:extLst>
                </a:gridCol>
                <a:gridCol w="2117155">
                  <a:extLst>
                    <a:ext uri="{9D8B030D-6E8A-4147-A177-3AD203B41FA5}">
                      <a16:colId xmlns:a16="http://schemas.microsoft.com/office/drawing/2014/main" val="1818356863"/>
                    </a:ext>
                  </a:extLst>
                </a:gridCol>
                <a:gridCol w="2117155">
                  <a:extLst>
                    <a:ext uri="{9D8B030D-6E8A-4147-A177-3AD203B41FA5}">
                      <a16:colId xmlns:a16="http://schemas.microsoft.com/office/drawing/2014/main" val="2464661773"/>
                    </a:ext>
                  </a:extLst>
                </a:gridCol>
                <a:gridCol w="2117155">
                  <a:extLst>
                    <a:ext uri="{9D8B030D-6E8A-4147-A177-3AD203B41FA5}">
                      <a16:colId xmlns:a16="http://schemas.microsoft.com/office/drawing/2014/main" val="3773719440"/>
                    </a:ext>
                  </a:extLst>
                </a:gridCol>
                <a:gridCol w="2117155">
                  <a:extLst>
                    <a:ext uri="{9D8B030D-6E8A-4147-A177-3AD203B41FA5}">
                      <a16:colId xmlns:a16="http://schemas.microsoft.com/office/drawing/2014/main" val="3659112057"/>
                    </a:ext>
                  </a:extLst>
                </a:gridCol>
              </a:tblGrid>
              <a:tr h="368515"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1" i="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SEG</a:t>
                      </a:r>
                    </a:p>
                  </a:txBody>
                  <a:tcPr marL="2814" marR="2814" marT="3095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9E0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1" i="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TER</a:t>
                      </a:r>
                    </a:p>
                  </a:txBody>
                  <a:tcPr marL="2814" marR="2814" marT="3095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9E0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1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QUA</a:t>
                      </a:r>
                    </a:p>
                  </a:txBody>
                  <a:tcPr marL="2814" marR="2814" marT="3095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9E0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1" i="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QUI</a:t>
                      </a:r>
                    </a:p>
                  </a:txBody>
                  <a:tcPr marL="2814" marR="2814" marT="3095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9E0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1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SEX</a:t>
                      </a:r>
                    </a:p>
                  </a:txBody>
                  <a:tcPr marL="2814" marR="2814" marT="3095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9E0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782185"/>
                  </a:ext>
                </a:extLst>
              </a:tr>
              <a:tr h="414000">
                <a:tc>
                  <a:txBody>
                    <a:bodyPr/>
                    <a:lstStyle/>
                    <a:p>
                      <a:pPr algn="ctr" fontAlgn="b"/>
                      <a:endParaRPr lang="pt-BR" sz="1200" b="1" i="0" u="none" strike="noStrike">
                        <a:solidFill>
                          <a:srgbClr val="7F7F7F"/>
                        </a:solidFill>
                        <a:effectLst/>
                        <a:latin typeface="Arial Black" panose="020B0A04020102020204" pitchFamily="34" charset="0"/>
                      </a:endParaRPr>
                    </a:p>
                  </a:txBody>
                  <a:tcPr marL="2814" marR="2814" marT="3095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200" b="1" i="0" u="none" strike="noStrike">
                        <a:solidFill>
                          <a:srgbClr val="7F7F7F"/>
                        </a:solidFill>
                        <a:effectLst/>
                        <a:latin typeface="Arial Black" panose="020B0A04020102020204" pitchFamily="34" charset="0"/>
                      </a:endParaRPr>
                    </a:p>
                  </a:txBody>
                  <a:tcPr marL="2814" marR="2814" marT="3095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1200" b="1" i="0" u="none" strike="noStrike">
                        <a:solidFill>
                          <a:srgbClr val="7F7F7F"/>
                        </a:solidFill>
                        <a:effectLst/>
                        <a:latin typeface="Arial Black" panose="020B0A04020102020204" pitchFamily="34" charset="0"/>
                      </a:endParaRPr>
                    </a:p>
                  </a:txBody>
                  <a:tcPr marL="2814" marR="2814" marT="3095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200" b="1" i="0" u="none" strike="noStrike">
                        <a:solidFill>
                          <a:srgbClr val="7F7F7F"/>
                        </a:solidFill>
                        <a:effectLst/>
                        <a:latin typeface="Arial Black" panose="020B0A04020102020204" pitchFamily="34" charset="0"/>
                      </a:endParaRPr>
                    </a:p>
                  </a:txBody>
                  <a:tcPr marL="2814" marR="2814" marT="3095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1200" b="1" i="0" u="none" strike="noStrike">
                        <a:solidFill>
                          <a:srgbClr val="7F7F7F"/>
                        </a:solidFill>
                        <a:effectLst/>
                        <a:latin typeface="Arial Black" panose="020B0A04020102020204" pitchFamily="34" charset="0"/>
                      </a:endParaRPr>
                    </a:p>
                  </a:txBody>
                  <a:tcPr marL="2814" marR="2814" marT="3095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5999621"/>
                  </a:ext>
                </a:extLst>
              </a:tr>
              <a:tr h="414000">
                <a:tc>
                  <a:txBody>
                    <a:bodyPr/>
                    <a:lstStyle/>
                    <a:p>
                      <a:endParaRPr lang="pt-BR" sz="1200" b="1">
                        <a:solidFill>
                          <a:schemeClr val="bg1">
                            <a:lumMod val="50000"/>
                          </a:schemeClr>
                        </a:solidFill>
                        <a:latin typeface="Graphik" panose="020B0503030202060203" pitchFamily="34" charset="0"/>
                      </a:endParaRPr>
                    </a:p>
                  </a:txBody>
                  <a:tcPr marL="2814" marR="2814" marT="3095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1200" b="1" i="0" u="none" strike="noStrike" kern="1200">
                        <a:solidFill>
                          <a:srgbClr val="7F7F7F"/>
                        </a:solidFill>
                        <a:effectLst/>
                        <a:latin typeface="Arial Black" panose="020B0A04020102020204" pitchFamily="34" charset="0"/>
                        <a:ea typeface="+mn-ea"/>
                        <a:cs typeface="+mn-cs"/>
                      </a:endParaRPr>
                    </a:p>
                  </a:txBody>
                  <a:tcPr marL="2814" marR="2814" marT="3095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t-BR" sz="1200" b="1">
                        <a:solidFill>
                          <a:schemeClr val="bg1">
                            <a:lumMod val="50000"/>
                          </a:schemeClr>
                        </a:solidFill>
                        <a:latin typeface="Graphik" panose="020B0503030202060203" pitchFamily="34" charset="0"/>
                      </a:endParaRPr>
                    </a:p>
                  </a:txBody>
                  <a:tcPr marL="2814" marR="2814" marT="3095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1200" b="1" i="0" u="none" strike="noStrike" kern="1200">
                        <a:solidFill>
                          <a:srgbClr val="7F7F7F"/>
                        </a:solidFill>
                        <a:effectLst/>
                        <a:latin typeface="Arial Black" panose="020B0A04020102020204" pitchFamily="34" charset="0"/>
                        <a:ea typeface="+mn-ea"/>
                        <a:cs typeface="+mn-cs"/>
                      </a:endParaRPr>
                    </a:p>
                  </a:txBody>
                  <a:tcPr marL="2814" marR="2814" marT="3095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200" b="1">
                        <a:solidFill>
                          <a:schemeClr val="bg1">
                            <a:lumMod val="50000"/>
                          </a:schemeClr>
                        </a:solidFill>
                        <a:latin typeface="Graphik" panose="020B0503030202060203" pitchFamily="34" charset="0"/>
                      </a:endParaRPr>
                    </a:p>
                  </a:txBody>
                  <a:tcPr marL="2814" marR="2814" marT="3095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8496528"/>
                  </a:ext>
                </a:extLst>
              </a:tr>
              <a:tr h="414000">
                <a:tc>
                  <a:txBody>
                    <a:bodyPr/>
                    <a:lstStyle/>
                    <a:p>
                      <a:endParaRPr lang="pt-BR" sz="1200" b="1">
                        <a:solidFill>
                          <a:schemeClr val="bg1">
                            <a:lumMod val="50000"/>
                          </a:schemeClr>
                        </a:solidFill>
                        <a:latin typeface="Graphik" panose="020B0503030202060203" pitchFamily="34" charset="0"/>
                      </a:endParaRPr>
                    </a:p>
                  </a:txBody>
                  <a:tcPr marL="2814" marR="2814" marT="3095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200" b="1" i="0" u="none" strike="noStrike" kern="1200">
                        <a:solidFill>
                          <a:srgbClr val="7F7F7F"/>
                        </a:solidFill>
                        <a:effectLst/>
                        <a:latin typeface="Arial Black" panose="020B0A04020102020204" pitchFamily="34" charset="0"/>
                        <a:ea typeface="+mn-ea"/>
                        <a:cs typeface="+mn-cs"/>
                      </a:endParaRPr>
                    </a:p>
                  </a:txBody>
                  <a:tcPr marL="2814" marR="2814" marT="3095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t-BR" sz="1200" b="1">
                        <a:solidFill>
                          <a:schemeClr val="bg1">
                            <a:lumMod val="50000"/>
                          </a:schemeClr>
                        </a:solidFill>
                        <a:latin typeface="Graphik" panose="020B0503030202060203" pitchFamily="34" charset="0"/>
                      </a:endParaRPr>
                    </a:p>
                  </a:txBody>
                  <a:tcPr marL="2814" marR="2814" marT="3095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200" b="1" i="0" u="none" strike="noStrike" kern="1200">
                        <a:solidFill>
                          <a:srgbClr val="7F7F7F"/>
                        </a:solidFill>
                        <a:effectLst/>
                        <a:latin typeface="Arial Black" panose="020B0A04020102020204" pitchFamily="34" charset="0"/>
                        <a:ea typeface="+mn-ea"/>
                        <a:cs typeface="+mn-cs"/>
                      </a:endParaRPr>
                    </a:p>
                  </a:txBody>
                  <a:tcPr marL="2814" marR="2814" marT="3095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200" b="1">
                        <a:solidFill>
                          <a:schemeClr val="bg1">
                            <a:lumMod val="50000"/>
                          </a:schemeClr>
                        </a:solidFill>
                        <a:latin typeface="Graphik" panose="020B0503030202060203" pitchFamily="34" charset="0"/>
                      </a:endParaRPr>
                    </a:p>
                  </a:txBody>
                  <a:tcPr marL="2814" marR="2814" marT="3095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8782847"/>
                  </a:ext>
                </a:extLst>
              </a:tr>
              <a:tr h="414000">
                <a:tc>
                  <a:txBody>
                    <a:bodyPr/>
                    <a:lstStyle/>
                    <a:p>
                      <a:endParaRPr lang="pt-BR" sz="1200" b="1">
                        <a:solidFill>
                          <a:schemeClr val="bg1">
                            <a:lumMod val="50000"/>
                          </a:schemeClr>
                        </a:solidFill>
                        <a:latin typeface="Graphik" panose="020B0503030202060203" pitchFamily="34" charset="0"/>
                      </a:endParaRPr>
                    </a:p>
                  </a:txBody>
                  <a:tcPr marL="2814" marR="2814" marT="3095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t-BR" sz="1200" b="1">
                        <a:solidFill>
                          <a:schemeClr val="bg1">
                            <a:lumMod val="50000"/>
                          </a:schemeClr>
                        </a:solidFill>
                        <a:latin typeface="Graphik" panose="020B0503030202060203" pitchFamily="34" charset="0"/>
                      </a:endParaRPr>
                    </a:p>
                  </a:txBody>
                  <a:tcPr marL="2814" marR="2814" marT="3095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200" b="1">
                        <a:solidFill>
                          <a:schemeClr val="bg1">
                            <a:lumMod val="50000"/>
                          </a:schemeClr>
                        </a:solidFill>
                        <a:latin typeface="Graphik" panose="020B0503030202060203" pitchFamily="34" charset="0"/>
                      </a:endParaRPr>
                    </a:p>
                  </a:txBody>
                  <a:tcPr marL="2814" marR="2814" marT="3095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200" b="1">
                        <a:solidFill>
                          <a:schemeClr val="bg1">
                            <a:lumMod val="50000"/>
                          </a:schemeClr>
                        </a:solidFill>
                        <a:latin typeface="Graphik" panose="020B0503030202060203" pitchFamily="34" charset="0"/>
                      </a:endParaRPr>
                    </a:p>
                  </a:txBody>
                  <a:tcPr marL="2814" marR="2814" marT="3095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200" b="1">
                        <a:solidFill>
                          <a:schemeClr val="bg1">
                            <a:lumMod val="50000"/>
                          </a:schemeClr>
                        </a:solidFill>
                        <a:latin typeface="Graphik" panose="020B0503030202060203" pitchFamily="34" charset="0"/>
                      </a:endParaRPr>
                    </a:p>
                  </a:txBody>
                  <a:tcPr marL="2814" marR="2814" marT="3095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2049407"/>
                  </a:ext>
                </a:extLst>
              </a:tr>
              <a:tr h="414000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pt-BR" sz="12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uLnTx/>
                        <a:uFillTx/>
                        <a:latin typeface="Graphik" panose="020B0503030202060203" pitchFamily="34" charset="0"/>
                        <a:ea typeface="+mn-ea"/>
                        <a:cs typeface="+mn-cs"/>
                      </a:endParaRPr>
                    </a:p>
                  </a:txBody>
                  <a:tcPr marL="2814" marR="2814" marT="3095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pt-BR" sz="12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uLnTx/>
                        <a:uFillTx/>
                        <a:latin typeface="Graphik" panose="020B0503030202060203" pitchFamily="34" charset="0"/>
                        <a:ea typeface="+mn-ea"/>
                        <a:cs typeface="+mn-cs"/>
                      </a:endParaRPr>
                    </a:p>
                  </a:txBody>
                  <a:tcPr marL="2814" marR="2814" marT="3095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pt-BR" sz="12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uLnTx/>
                        <a:uFillTx/>
                        <a:latin typeface="Graphik" panose="020B0503030202060203" pitchFamily="34" charset="0"/>
                        <a:ea typeface="+mn-ea"/>
                        <a:cs typeface="+mn-cs"/>
                      </a:endParaRPr>
                    </a:p>
                  </a:txBody>
                  <a:tcPr marL="2814" marR="2814" marT="3095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pt-BR" sz="12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uLnTx/>
                        <a:uFillTx/>
                        <a:latin typeface="Graphik" panose="020B0503030202060203" pitchFamily="34" charset="0"/>
                        <a:ea typeface="+mn-ea"/>
                        <a:cs typeface="+mn-cs"/>
                      </a:endParaRPr>
                    </a:p>
                  </a:txBody>
                  <a:tcPr marL="2814" marR="2814" marT="3095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200" b="1" i="0" u="none" strike="noStrike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Graphik" panose="020B0503030202060203" pitchFamily="34" charset="0"/>
                      </a:endParaRPr>
                    </a:p>
                  </a:txBody>
                  <a:tcPr marL="2814" marR="2814" marT="3095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7346231"/>
                  </a:ext>
                </a:extLst>
              </a:tr>
              <a:tr h="414000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pt-BR" sz="12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uLnTx/>
                        <a:uFillTx/>
                        <a:latin typeface="Graphik" panose="020B0503030202060203" pitchFamily="34" charset="0"/>
                        <a:ea typeface="+mn-ea"/>
                        <a:cs typeface="+mn-cs"/>
                      </a:endParaRPr>
                    </a:p>
                  </a:txBody>
                  <a:tcPr marL="2814" marR="2814" marT="3095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pt-BR" sz="12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uLnTx/>
                        <a:uFillTx/>
                        <a:latin typeface="Graphik" panose="020B0503030202060203" pitchFamily="34" charset="0"/>
                        <a:ea typeface="+mn-ea"/>
                        <a:cs typeface="+mn-cs"/>
                      </a:endParaRPr>
                    </a:p>
                  </a:txBody>
                  <a:tcPr marL="2814" marR="2814" marT="3095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pt-BR" sz="12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uLnTx/>
                        <a:uFillTx/>
                        <a:latin typeface="Graphik" panose="020B0503030202060203" pitchFamily="34" charset="0"/>
                        <a:ea typeface="+mn-ea"/>
                        <a:cs typeface="+mn-cs"/>
                      </a:endParaRPr>
                    </a:p>
                  </a:txBody>
                  <a:tcPr marL="2814" marR="2814" marT="3095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pt-BR" sz="12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uLnTx/>
                        <a:uFillTx/>
                        <a:latin typeface="Graphik" panose="020B0503030202060203" pitchFamily="34" charset="0"/>
                        <a:ea typeface="+mn-ea"/>
                        <a:cs typeface="+mn-cs"/>
                      </a:endParaRPr>
                    </a:p>
                  </a:txBody>
                  <a:tcPr marL="2814" marR="2814" marT="3095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pt-BR" sz="12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uLnTx/>
                        <a:uFillTx/>
                        <a:latin typeface="Graphik" panose="020B0503030202060203" pitchFamily="34" charset="0"/>
                        <a:ea typeface="+mn-ea"/>
                        <a:cs typeface="+mn-cs"/>
                      </a:endParaRPr>
                    </a:p>
                  </a:txBody>
                  <a:tcPr marL="2814" marR="2814" marT="3095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0463052"/>
                  </a:ext>
                </a:extLst>
              </a:tr>
              <a:tr h="414000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pt-BR" sz="12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uLnTx/>
                        <a:uFillTx/>
                        <a:latin typeface="Graphik" panose="020B0503030202060203" pitchFamily="34" charset="0"/>
                        <a:ea typeface="+mn-ea"/>
                        <a:cs typeface="+mn-cs"/>
                      </a:endParaRPr>
                    </a:p>
                  </a:txBody>
                  <a:tcPr marL="2814" marR="2814" marT="3095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pt-BR" sz="12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uLnTx/>
                        <a:uFillTx/>
                        <a:latin typeface="Graphik" panose="020B0503030202060203" pitchFamily="34" charset="0"/>
                        <a:ea typeface="+mn-ea"/>
                        <a:cs typeface="+mn-cs"/>
                      </a:endParaRPr>
                    </a:p>
                  </a:txBody>
                  <a:tcPr marL="2814" marR="2814" marT="3095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pt-BR" sz="12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uLnTx/>
                        <a:uFillTx/>
                        <a:latin typeface="Graphik" panose="020B0503030202060203" pitchFamily="34" charset="0"/>
                        <a:ea typeface="+mn-ea"/>
                        <a:cs typeface="+mn-cs"/>
                      </a:endParaRPr>
                    </a:p>
                  </a:txBody>
                  <a:tcPr marL="2814" marR="2814" marT="3095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t-BR" sz="1200"/>
                    </a:p>
                  </a:txBody>
                  <a:tcPr marL="2814" marR="2814" marT="3095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200" b="1" i="0" u="none" strike="noStrike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Graphik" panose="020B0503030202060203" pitchFamily="34" charset="0"/>
                      </a:endParaRPr>
                    </a:p>
                  </a:txBody>
                  <a:tcPr marL="2814" marR="2814" marT="3095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2651037"/>
                  </a:ext>
                </a:extLst>
              </a:tr>
              <a:tr h="414000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pt-BR" sz="12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uLnTx/>
                        <a:uFillTx/>
                        <a:latin typeface="Graphik" panose="020B0503030202060203" pitchFamily="34" charset="0"/>
                        <a:ea typeface="+mn-ea"/>
                        <a:cs typeface="+mn-cs"/>
                      </a:endParaRPr>
                    </a:p>
                  </a:txBody>
                  <a:tcPr marL="2814" marR="2814" marT="3095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pt-BR" sz="12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uLnTx/>
                        <a:uFillTx/>
                        <a:latin typeface="Graphik" panose="020B0503030202060203" pitchFamily="34" charset="0"/>
                        <a:ea typeface="+mn-ea"/>
                        <a:cs typeface="+mn-cs"/>
                      </a:endParaRPr>
                    </a:p>
                  </a:txBody>
                  <a:tcPr marL="2814" marR="2814" marT="3095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pt-BR" sz="12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uLnTx/>
                        <a:uFillTx/>
                        <a:latin typeface="Graphik" panose="020B0503030202060203" pitchFamily="34" charset="0"/>
                        <a:ea typeface="+mn-ea"/>
                        <a:cs typeface="+mn-cs"/>
                      </a:endParaRPr>
                    </a:p>
                  </a:txBody>
                  <a:tcPr marL="2814" marR="2814" marT="3095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t-BR" sz="1200"/>
                    </a:p>
                  </a:txBody>
                  <a:tcPr marL="2814" marR="2814" marT="3095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pt-BR" sz="12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uLnTx/>
                        <a:uFillTx/>
                        <a:latin typeface="Graphik" panose="020B0503030202060203" pitchFamily="34" charset="0"/>
                        <a:ea typeface="+mn-ea"/>
                        <a:cs typeface="+mn-cs"/>
                      </a:endParaRPr>
                    </a:p>
                  </a:txBody>
                  <a:tcPr marL="2814" marR="2814" marT="3095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047933"/>
                  </a:ext>
                </a:extLst>
              </a:tr>
              <a:tr h="414000">
                <a:tc>
                  <a:txBody>
                    <a:bodyPr/>
                    <a:lstStyle/>
                    <a:p>
                      <a:pPr algn="ctr" fontAlgn="b"/>
                      <a:endParaRPr lang="pt-BR" sz="1200" b="1" i="0" u="none" strike="noStrike">
                        <a:solidFill>
                          <a:srgbClr val="7F7F7F"/>
                        </a:solidFill>
                        <a:effectLst/>
                        <a:latin typeface="Arial Black" panose="020B0A04020102020204" pitchFamily="34" charset="0"/>
                      </a:endParaRPr>
                    </a:p>
                  </a:txBody>
                  <a:tcPr marL="2814" marR="2814" marT="3095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1200" b="1" i="0" u="none" strike="noStrike">
                        <a:solidFill>
                          <a:srgbClr val="7F7F7F"/>
                        </a:solidFill>
                        <a:effectLst/>
                        <a:latin typeface="Arial Black" panose="020B0A04020102020204" pitchFamily="34" charset="0"/>
                      </a:endParaRPr>
                    </a:p>
                  </a:txBody>
                  <a:tcPr marL="2814" marR="2814" marT="3095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200" b="1" u="none" strike="noStrike">
                        <a:solidFill>
                          <a:srgbClr val="7F7F7F"/>
                        </a:solidFill>
                        <a:effectLst/>
                        <a:latin typeface="Arial Black" panose="020B0A04020102020204" pitchFamily="34" charset="0"/>
                      </a:endParaRPr>
                    </a:p>
                  </a:txBody>
                  <a:tcPr marL="2814" marR="2814" marT="3095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1200" b="1" u="none" strike="noStrike">
                        <a:solidFill>
                          <a:srgbClr val="7F7F7F"/>
                        </a:solidFill>
                        <a:effectLst/>
                        <a:latin typeface="Arial Black" panose="020B0A04020102020204" pitchFamily="34" charset="0"/>
                      </a:endParaRPr>
                    </a:p>
                  </a:txBody>
                  <a:tcPr marL="2814" marR="2814" marT="3095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200" b="1" u="none" strike="noStrike">
                        <a:solidFill>
                          <a:schemeClr val="bg1"/>
                        </a:solidFill>
                        <a:effectLst/>
                        <a:latin typeface="Arial Black" panose="020B0A04020102020204" pitchFamily="34" charset="0"/>
                      </a:endParaRPr>
                    </a:p>
                  </a:txBody>
                  <a:tcPr marL="2814" marR="2814" marT="3095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0133733"/>
                  </a:ext>
                </a:extLst>
              </a:tr>
              <a:tr h="414000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pt-BR" sz="12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7F7F7F"/>
                        </a:solidFill>
                        <a:effectLst/>
                        <a:uLnTx/>
                        <a:uFillTx/>
                        <a:latin typeface="Arial Black" panose="020B0A04020102020204" pitchFamily="34" charset="0"/>
                        <a:ea typeface="+mn-ea"/>
                        <a:cs typeface="+mn-cs"/>
                      </a:endParaRPr>
                    </a:p>
                  </a:txBody>
                  <a:tcPr marL="2814" marR="2814" marT="3095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1200" b="1" i="0" u="none" strike="noStrike">
                        <a:solidFill>
                          <a:srgbClr val="7F7F7F"/>
                        </a:solidFill>
                        <a:effectLst/>
                        <a:latin typeface="Arial Black" panose="020B0A04020102020204" pitchFamily="34" charset="0"/>
                      </a:endParaRPr>
                    </a:p>
                  </a:txBody>
                  <a:tcPr marL="2814" marR="2814" marT="3095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200" b="1" u="none" strike="noStrike">
                        <a:solidFill>
                          <a:srgbClr val="7F7F7F"/>
                        </a:solidFill>
                        <a:effectLst/>
                        <a:latin typeface="Arial Black" panose="020B0A04020102020204" pitchFamily="34" charset="0"/>
                      </a:endParaRPr>
                    </a:p>
                  </a:txBody>
                  <a:tcPr marL="2814" marR="2814" marT="3095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1200" b="1" u="none" strike="noStrike">
                        <a:solidFill>
                          <a:srgbClr val="7F7F7F"/>
                        </a:solidFill>
                        <a:effectLst/>
                        <a:latin typeface="Arial Black" panose="020B0A04020102020204" pitchFamily="34" charset="0"/>
                      </a:endParaRPr>
                    </a:p>
                  </a:txBody>
                  <a:tcPr marL="2814" marR="2814" marT="3095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200" b="1" u="none" strike="noStrike">
                        <a:solidFill>
                          <a:schemeClr val="bg1"/>
                        </a:solidFill>
                        <a:effectLst/>
                        <a:latin typeface="Arial Black" panose="020B0A04020102020204" pitchFamily="34" charset="0"/>
                      </a:endParaRPr>
                    </a:p>
                  </a:txBody>
                  <a:tcPr marL="2814" marR="2814" marT="3095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9352529"/>
                  </a:ext>
                </a:extLst>
              </a:tr>
              <a:tr h="414000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pt-BR" sz="12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7F7F7F"/>
                        </a:solidFill>
                        <a:effectLst/>
                        <a:uLnTx/>
                        <a:uFillTx/>
                        <a:latin typeface="Arial Black" panose="020B0A04020102020204" pitchFamily="34" charset="0"/>
                        <a:ea typeface="+mn-ea"/>
                        <a:cs typeface="+mn-cs"/>
                      </a:endParaRPr>
                    </a:p>
                  </a:txBody>
                  <a:tcPr marL="2814" marR="2814" marT="3095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1200" b="1" i="0" u="none" strike="noStrike">
                        <a:solidFill>
                          <a:srgbClr val="7F7F7F"/>
                        </a:solidFill>
                        <a:effectLst/>
                        <a:latin typeface="Arial Black" panose="020B0A04020102020204" pitchFamily="34" charset="0"/>
                      </a:endParaRPr>
                    </a:p>
                  </a:txBody>
                  <a:tcPr marL="2814" marR="2814" marT="3095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200" b="1" u="none" strike="noStrike">
                        <a:solidFill>
                          <a:srgbClr val="7F7F7F"/>
                        </a:solidFill>
                        <a:effectLst/>
                        <a:latin typeface="Arial Black" panose="020B0A04020102020204" pitchFamily="34" charset="0"/>
                      </a:endParaRPr>
                    </a:p>
                  </a:txBody>
                  <a:tcPr marL="2814" marR="2814" marT="3095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1200" b="1" u="none" strike="noStrike">
                        <a:solidFill>
                          <a:srgbClr val="7F7F7F"/>
                        </a:solidFill>
                        <a:effectLst/>
                        <a:latin typeface="Arial Black" panose="020B0A04020102020204" pitchFamily="34" charset="0"/>
                      </a:endParaRPr>
                    </a:p>
                  </a:txBody>
                  <a:tcPr marL="2814" marR="2814" marT="3095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200" b="1" u="none" strike="noStrike">
                        <a:solidFill>
                          <a:schemeClr val="bg1"/>
                        </a:solidFill>
                        <a:effectLst/>
                        <a:latin typeface="Arial Black" panose="020B0A04020102020204" pitchFamily="34" charset="0"/>
                      </a:endParaRPr>
                    </a:p>
                  </a:txBody>
                  <a:tcPr marL="2814" marR="2814" marT="3095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226640"/>
                  </a:ext>
                </a:extLst>
              </a:tr>
              <a:tr h="414000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pt-BR" sz="12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7F7F7F"/>
                        </a:solidFill>
                        <a:effectLst/>
                        <a:uLnTx/>
                        <a:uFillTx/>
                        <a:latin typeface="Arial Black" panose="020B0A04020102020204" pitchFamily="34" charset="0"/>
                        <a:ea typeface="+mn-ea"/>
                        <a:cs typeface="+mn-cs"/>
                      </a:endParaRPr>
                    </a:p>
                  </a:txBody>
                  <a:tcPr marL="2814" marR="2814" marT="3095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1200" b="1" i="0" u="none" strike="noStrike">
                        <a:solidFill>
                          <a:srgbClr val="7F7F7F"/>
                        </a:solidFill>
                        <a:effectLst/>
                        <a:latin typeface="Arial Black" panose="020B0A04020102020204" pitchFamily="34" charset="0"/>
                      </a:endParaRPr>
                    </a:p>
                  </a:txBody>
                  <a:tcPr marL="2814" marR="2814" marT="3095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200" b="1" u="none" strike="noStrike">
                        <a:solidFill>
                          <a:srgbClr val="7F7F7F"/>
                        </a:solidFill>
                        <a:effectLst/>
                        <a:latin typeface="Arial Black" panose="020B0A04020102020204" pitchFamily="34" charset="0"/>
                      </a:endParaRPr>
                    </a:p>
                  </a:txBody>
                  <a:tcPr marL="2814" marR="2814" marT="3095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1200" b="1" u="none" strike="noStrike">
                        <a:solidFill>
                          <a:srgbClr val="7F7F7F"/>
                        </a:solidFill>
                        <a:effectLst/>
                        <a:latin typeface="Arial Black" panose="020B0A04020102020204" pitchFamily="34" charset="0"/>
                      </a:endParaRPr>
                    </a:p>
                  </a:txBody>
                  <a:tcPr marL="2814" marR="2814" marT="3095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200" b="1" u="none" strike="noStrike">
                        <a:solidFill>
                          <a:schemeClr val="bg1"/>
                        </a:solidFill>
                        <a:effectLst/>
                        <a:latin typeface="Arial Black" panose="020B0A04020102020204" pitchFamily="34" charset="0"/>
                      </a:endParaRPr>
                    </a:p>
                  </a:txBody>
                  <a:tcPr marL="2814" marR="2814" marT="3095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397784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69F01199-B418-D590-2D82-A91F10F97FAD}"/>
              </a:ext>
            </a:extLst>
          </p:cNvPr>
          <p:cNvSpPr txBox="1"/>
          <p:nvPr/>
        </p:nvSpPr>
        <p:spPr>
          <a:xfrm>
            <a:off x="699140" y="6413458"/>
            <a:ext cx="83077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>
                <a:solidFill>
                  <a:schemeClr val="accent6"/>
                </a:solidFill>
                <a:cs typeface="Arial" panose="020B0604020202020204" pitchFamily="34" charset="0"/>
              </a:rPr>
              <a:t>Agendas semanais poderão ser revistas ao longo do projeto. Devem ser agendadas reuniões Ad Hoc de trabalho/</a:t>
            </a:r>
            <a:r>
              <a:rPr lang="pt-BR" sz="1200" err="1">
                <a:solidFill>
                  <a:schemeClr val="accent6"/>
                </a:solidFill>
                <a:cs typeface="Arial" panose="020B0604020202020204" pitchFamily="34" charset="0"/>
              </a:rPr>
              <a:t>daily</a:t>
            </a:r>
            <a:r>
              <a:rPr lang="pt-BR" sz="1200">
                <a:solidFill>
                  <a:schemeClr val="accent6"/>
                </a:solidFill>
                <a:cs typeface="Arial" panose="020B0604020202020204" pitchFamily="34" charset="0"/>
              </a:rPr>
              <a:t>, além das mapeadas.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D52DF1A-6151-4F06-FE10-B3CA6AFDAD77}"/>
              </a:ext>
            </a:extLst>
          </p:cNvPr>
          <p:cNvSpPr/>
          <p:nvPr/>
        </p:nvSpPr>
        <p:spPr>
          <a:xfrm>
            <a:off x="158799" y="1354872"/>
            <a:ext cx="329705" cy="2520000"/>
          </a:xfrm>
          <a:prstGeom prst="rect">
            <a:avLst/>
          </a:prstGeom>
          <a:solidFill>
            <a:srgbClr val="009E0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BR" sz="1200" b="1">
                <a:solidFill>
                  <a:schemeClr val="bg1"/>
                </a:solidFill>
              </a:rPr>
              <a:t>MANHÃ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E4D9E71-936E-D273-7811-2C4A638A399B}"/>
              </a:ext>
            </a:extLst>
          </p:cNvPr>
          <p:cNvSpPr/>
          <p:nvPr/>
        </p:nvSpPr>
        <p:spPr>
          <a:xfrm>
            <a:off x="158799" y="3952750"/>
            <a:ext cx="329705" cy="2414450"/>
          </a:xfrm>
          <a:prstGeom prst="rect">
            <a:avLst/>
          </a:prstGeom>
          <a:solidFill>
            <a:srgbClr val="009E0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BR" sz="1200" b="1">
                <a:solidFill>
                  <a:schemeClr val="bg1"/>
                </a:solidFill>
              </a:rPr>
              <a:t>TARDE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266AE26-C24A-21A0-069F-04F90F1FCBDF}"/>
              </a:ext>
            </a:extLst>
          </p:cNvPr>
          <p:cNvSpPr/>
          <p:nvPr/>
        </p:nvSpPr>
        <p:spPr>
          <a:xfrm>
            <a:off x="7317647" y="2478505"/>
            <a:ext cx="1908000" cy="609853"/>
          </a:xfrm>
          <a:prstGeom prst="rect">
            <a:avLst/>
          </a:prstGeom>
          <a:solidFill>
            <a:srgbClr val="92D050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r>
              <a:rPr lang="pt-BR" b="1">
                <a:solidFill>
                  <a:schemeClr val="accent6"/>
                </a:solidFill>
                <a:latin typeface="+mj-lt"/>
              </a:rPr>
              <a:t>ALL STREAMS</a:t>
            </a:r>
            <a:br>
              <a:rPr lang="pt-BR" b="1">
                <a:solidFill>
                  <a:schemeClr val="accent6"/>
                </a:solidFill>
                <a:latin typeface="+mj-lt"/>
              </a:rPr>
            </a:br>
            <a:r>
              <a:rPr lang="pt-BR" b="1">
                <a:solidFill>
                  <a:schemeClr val="accent6"/>
                </a:solidFill>
                <a:latin typeface="+mj-lt"/>
              </a:rPr>
              <a:t>(</a:t>
            </a:r>
            <a:r>
              <a:rPr lang="pt-BR" b="1" err="1">
                <a:solidFill>
                  <a:schemeClr val="accent6"/>
                </a:solidFill>
                <a:latin typeface="+mj-lt"/>
              </a:rPr>
              <a:t>all</a:t>
            </a:r>
            <a:r>
              <a:rPr lang="pt-BR" b="1">
                <a:solidFill>
                  <a:schemeClr val="accent6"/>
                </a:solidFill>
                <a:latin typeface="+mj-lt"/>
              </a:rPr>
              <a:t> </a:t>
            </a:r>
            <a:r>
              <a:rPr lang="pt-BR" b="1" err="1">
                <a:solidFill>
                  <a:schemeClr val="accent6"/>
                </a:solidFill>
                <a:latin typeface="+mj-lt"/>
              </a:rPr>
              <a:t>hands</a:t>
            </a:r>
            <a:r>
              <a:rPr lang="pt-BR" b="1">
                <a:solidFill>
                  <a:schemeClr val="accent6"/>
                </a:solidFill>
                <a:latin typeface="+mj-lt"/>
              </a:rPr>
              <a:t> meeting)</a:t>
            </a:r>
            <a:endParaRPr lang="en-BR" b="1">
              <a:solidFill>
                <a:schemeClr val="accent6"/>
              </a:solidFill>
              <a:latin typeface="+mj-lt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EADF060-645B-D7E2-130D-0A97AE5811A3}"/>
              </a:ext>
            </a:extLst>
          </p:cNvPr>
          <p:cNvSpPr/>
          <p:nvPr/>
        </p:nvSpPr>
        <p:spPr>
          <a:xfrm>
            <a:off x="991428" y="5645536"/>
            <a:ext cx="1908000" cy="360000"/>
          </a:xfrm>
          <a:prstGeom prst="rect">
            <a:avLst/>
          </a:prstGeom>
          <a:solidFill>
            <a:srgbClr val="FF9128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r>
              <a:rPr lang="pt-BR" b="1">
                <a:solidFill>
                  <a:schemeClr val="accent6"/>
                </a:solidFill>
                <a:latin typeface="+mj-lt"/>
              </a:rPr>
              <a:t>SteerCo</a:t>
            </a:r>
            <a:endParaRPr lang="en-BR" b="1">
              <a:solidFill>
                <a:schemeClr val="accent6"/>
              </a:solidFill>
              <a:latin typeface="+mj-lt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30C0DEF-4D90-2FD0-5BB6-1AF87A037FF2}"/>
              </a:ext>
            </a:extLst>
          </p:cNvPr>
          <p:cNvSpPr/>
          <p:nvPr/>
        </p:nvSpPr>
        <p:spPr>
          <a:xfrm>
            <a:off x="5201176" y="2728358"/>
            <a:ext cx="1908000" cy="360000"/>
          </a:xfrm>
          <a:prstGeom prst="rect">
            <a:avLst/>
          </a:prstGeom>
          <a:solidFill>
            <a:srgbClr val="00B0F0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r>
              <a:rPr lang="pt-BR" b="1">
                <a:solidFill>
                  <a:schemeClr val="accent6"/>
                </a:solidFill>
                <a:latin typeface="+mj-lt"/>
              </a:rPr>
              <a:t>Sync MOS Áreas</a:t>
            </a:r>
            <a:endParaRPr lang="en-BR" b="1">
              <a:solidFill>
                <a:schemeClr val="accent6"/>
              </a:solidFill>
              <a:latin typeface="+mj-lt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CC22FE1-5191-77F5-E797-8A9E8A4EC118}"/>
              </a:ext>
            </a:extLst>
          </p:cNvPr>
          <p:cNvSpPr/>
          <p:nvPr/>
        </p:nvSpPr>
        <p:spPr>
          <a:xfrm>
            <a:off x="3095050" y="3117202"/>
            <a:ext cx="1908000" cy="360000"/>
          </a:xfrm>
          <a:prstGeom prst="rect">
            <a:avLst/>
          </a:prstGeom>
          <a:solidFill>
            <a:srgbClr val="A6A6A6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r>
              <a:rPr lang="pt-BR" b="1">
                <a:solidFill>
                  <a:schemeClr val="accent6"/>
                </a:solidFill>
                <a:latin typeface="+mj-lt"/>
              </a:rPr>
              <a:t>SteerCo Oi + Comprador</a:t>
            </a:r>
            <a:endParaRPr lang="en-BR" b="1">
              <a:solidFill>
                <a:schemeClr val="accent6"/>
              </a:solidFill>
              <a:latin typeface="+mj-lt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AAB27D0-BAAA-49CF-F1A6-7013064E8D6E}"/>
              </a:ext>
            </a:extLst>
          </p:cNvPr>
          <p:cNvSpPr/>
          <p:nvPr/>
        </p:nvSpPr>
        <p:spPr>
          <a:xfrm>
            <a:off x="991428" y="2473316"/>
            <a:ext cx="1908000" cy="193825"/>
          </a:xfrm>
          <a:prstGeom prst="rect">
            <a:avLst/>
          </a:prstGeom>
          <a:solidFill>
            <a:srgbClr val="92D050"/>
          </a:solidFill>
          <a:ln w="381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r>
              <a:rPr lang="pt-BR" b="1">
                <a:solidFill>
                  <a:schemeClr val="accent6"/>
                </a:solidFill>
                <a:latin typeface="+mj-lt"/>
              </a:rPr>
              <a:t>RH</a:t>
            </a:r>
            <a:endParaRPr lang="en-BR" b="1">
              <a:solidFill>
                <a:schemeClr val="accent6"/>
              </a:solidFill>
              <a:latin typeface="+mj-lt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A9B6BBF-703C-A691-23DC-65332EE0CFEB}"/>
              </a:ext>
            </a:extLst>
          </p:cNvPr>
          <p:cNvSpPr/>
          <p:nvPr/>
        </p:nvSpPr>
        <p:spPr>
          <a:xfrm>
            <a:off x="991428" y="2728358"/>
            <a:ext cx="1908000" cy="360000"/>
          </a:xfrm>
          <a:prstGeom prst="rect">
            <a:avLst/>
          </a:prstGeom>
          <a:solidFill>
            <a:srgbClr val="92D050"/>
          </a:solidFill>
          <a:ln w="381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r>
              <a:rPr lang="pt-BR" b="1">
                <a:solidFill>
                  <a:schemeClr val="accent6"/>
                </a:solidFill>
                <a:latin typeface="+mj-lt"/>
              </a:rPr>
              <a:t>Regulatório</a:t>
            </a:r>
            <a:endParaRPr lang="en-BR" b="1">
              <a:solidFill>
                <a:schemeClr val="accent6"/>
              </a:solidFill>
              <a:latin typeface="+mj-lt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AB70322-D959-8DEA-5485-DC1D6F9E1A8F}"/>
              </a:ext>
            </a:extLst>
          </p:cNvPr>
          <p:cNvSpPr/>
          <p:nvPr/>
        </p:nvSpPr>
        <p:spPr>
          <a:xfrm>
            <a:off x="991428" y="3953128"/>
            <a:ext cx="1908000" cy="360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81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r>
              <a:rPr lang="pt-BR" b="1" err="1">
                <a:solidFill>
                  <a:schemeClr val="accent6"/>
                </a:solidFill>
                <a:latin typeface="+mj-lt"/>
              </a:rPr>
              <a:t>Prep</a:t>
            </a:r>
            <a:r>
              <a:rPr lang="pt-BR" b="1">
                <a:solidFill>
                  <a:schemeClr val="accent6"/>
                </a:solidFill>
                <a:latin typeface="+mj-lt"/>
              </a:rPr>
              <a:t> </a:t>
            </a:r>
            <a:r>
              <a:rPr lang="pt-BR" b="1" err="1">
                <a:solidFill>
                  <a:schemeClr val="accent6"/>
                </a:solidFill>
                <a:latin typeface="+mj-lt"/>
              </a:rPr>
              <a:t>SteerCo</a:t>
            </a:r>
            <a:endParaRPr lang="en-BR" b="1">
              <a:solidFill>
                <a:schemeClr val="accent6"/>
              </a:solidFill>
              <a:latin typeface="+mj-lt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B8B79E4-B864-BFF4-7CA7-DEFE2A61D332}"/>
              </a:ext>
            </a:extLst>
          </p:cNvPr>
          <p:cNvSpPr/>
          <p:nvPr/>
        </p:nvSpPr>
        <p:spPr>
          <a:xfrm>
            <a:off x="5201176" y="1907092"/>
            <a:ext cx="1908000" cy="360000"/>
          </a:xfrm>
          <a:prstGeom prst="rect">
            <a:avLst/>
          </a:prstGeom>
          <a:solidFill>
            <a:srgbClr val="92D050"/>
          </a:solidFill>
          <a:ln w="381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r>
              <a:rPr lang="pt-BR" b="1" dirty="0">
                <a:solidFill>
                  <a:schemeClr val="accent6"/>
                </a:solidFill>
                <a:latin typeface="+mj-lt"/>
              </a:rPr>
              <a:t>Processos Negócios (iniciar em 22/</a:t>
            </a:r>
            <a:r>
              <a:rPr lang="pt-BR" b="1" dirty="0" err="1">
                <a:solidFill>
                  <a:schemeClr val="accent6"/>
                </a:solidFill>
                <a:latin typeface="+mj-lt"/>
              </a:rPr>
              <a:t>jul</a:t>
            </a:r>
            <a:r>
              <a:rPr lang="pt-BR" b="1" dirty="0">
                <a:solidFill>
                  <a:schemeClr val="accent6"/>
                </a:solidFill>
                <a:latin typeface="+mj-lt"/>
              </a:rPr>
              <a:t>)</a:t>
            </a:r>
            <a:endParaRPr lang="en-BR" b="1" dirty="0">
              <a:solidFill>
                <a:schemeClr val="accent6"/>
              </a:solidFill>
              <a:latin typeface="+mj-lt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10A6AB8-03B1-94E0-4997-8A71EF35E636}"/>
              </a:ext>
            </a:extLst>
          </p:cNvPr>
          <p:cNvSpPr/>
          <p:nvPr/>
        </p:nvSpPr>
        <p:spPr>
          <a:xfrm>
            <a:off x="7317647" y="3953128"/>
            <a:ext cx="1908000" cy="360000"/>
          </a:xfrm>
          <a:prstGeom prst="rect">
            <a:avLst/>
          </a:prstGeom>
          <a:solidFill>
            <a:srgbClr val="92D050"/>
          </a:solidFill>
          <a:ln w="381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r>
              <a:rPr lang="pt-BR" b="1" dirty="0">
                <a:solidFill>
                  <a:schemeClr val="accent6"/>
                </a:solidFill>
                <a:latin typeface="+mj-lt"/>
              </a:rPr>
              <a:t>Processos de Suporte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7147B32-1F0E-EFAE-18F9-A091C414162D}"/>
              </a:ext>
            </a:extLst>
          </p:cNvPr>
          <p:cNvSpPr/>
          <p:nvPr/>
        </p:nvSpPr>
        <p:spPr>
          <a:xfrm>
            <a:off x="5201176" y="4363452"/>
            <a:ext cx="1908000" cy="360000"/>
          </a:xfrm>
          <a:prstGeom prst="rect">
            <a:avLst/>
          </a:prstGeom>
          <a:solidFill>
            <a:srgbClr val="92D050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r>
              <a:rPr lang="pt-BR" b="1">
                <a:solidFill>
                  <a:schemeClr val="accent6"/>
                </a:solidFill>
                <a:latin typeface="+mj-lt"/>
              </a:rPr>
              <a:t>Clientes</a:t>
            </a:r>
            <a:endParaRPr lang="en-BR" b="1">
              <a:solidFill>
                <a:schemeClr val="accent6"/>
              </a:solidFill>
              <a:latin typeface="+mj-lt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DBF4CB0-BE72-A5E3-20E0-C71624CE1634}"/>
              </a:ext>
            </a:extLst>
          </p:cNvPr>
          <p:cNvSpPr/>
          <p:nvPr/>
        </p:nvSpPr>
        <p:spPr>
          <a:xfrm>
            <a:off x="5201176" y="5788213"/>
            <a:ext cx="1908000" cy="217323"/>
          </a:xfrm>
          <a:prstGeom prst="rect">
            <a:avLst/>
          </a:prstGeom>
          <a:solidFill>
            <a:srgbClr val="92D050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r>
              <a:rPr lang="pt-BR" b="1">
                <a:solidFill>
                  <a:schemeClr val="accent6"/>
                </a:solidFill>
                <a:latin typeface="+mj-lt"/>
              </a:rPr>
              <a:t>TI (Diretores)</a:t>
            </a:r>
            <a:endParaRPr lang="en-BR" b="1">
              <a:solidFill>
                <a:schemeClr val="accent6"/>
              </a:solidFill>
              <a:latin typeface="+mj-lt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8B5BECB-D7FF-CB2D-6D29-46A8FCDD647E}"/>
              </a:ext>
            </a:extLst>
          </p:cNvPr>
          <p:cNvSpPr/>
          <p:nvPr/>
        </p:nvSpPr>
        <p:spPr>
          <a:xfrm>
            <a:off x="5226315" y="5187608"/>
            <a:ext cx="1908000" cy="360000"/>
          </a:xfrm>
          <a:prstGeom prst="rect">
            <a:avLst/>
          </a:prstGeom>
          <a:solidFill>
            <a:srgbClr val="92D050"/>
          </a:solidFill>
          <a:ln w="381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r>
              <a:rPr lang="pt-BR" b="1" dirty="0">
                <a:solidFill>
                  <a:schemeClr val="accent6"/>
                </a:solidFill>
                <a:latin typeface="+mj-lt"/>
              </a:rPr>
              <a:t>TSA (iniciar em </a:t>
            </a:r>
            <a:r>
              <a:rPr lang="pt-BR" b="1" dirty="0" err="1">
                <a:solidFill>
                  <a:schemeClr val="accent6"/>
                </a:solidFill>
                <a:latin typeface="+mj-lt"/>
              </a:rPr>
              <a:t>ago</a:t>
            </a:r>
            <a:r>
              <a:rPr lang="pt-BR" b="1" dirty="0">
                <a:solidFill>
                  <a:schemeClr val="accent6"/>
                </a:solidFill>
                <a:latin typeface="+mj-lt"/>
              </a:rPr>
              <a:t>)</a:t>
            </a:r>
            <a:endParaRPr lang="en-BR" b="1" dirty="0">
              <a:solidFill>
                <a:schemeClr val="accent6"/>
              </a:solidFill>
              <a:latin typeface="+mj-lt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062801B-AD2A-F683-E9AD-7ECD61686596}"/>
              </a:ext>
            </a:extLst>
          </p:cNvPr>
          <p:cNvSpPr/>
          <p:nvPr/>
        </p:nvSpPr>
        <p:spPr>
          <a:xfrm>
            <a:off x="7317647" y="5239713"/>
            <a:ext cx="1908000" cy="360000"/>
          </a:xfrm>
          <a:prstGeom prst="rect">
            <a:avLst/>
          </a:prstGeom>
          <a:solidFill>
            <a:srgbClr val="92D050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r>
              <a:rPr lang="pt-BR" b="1">
                <a:solidFill>
                  <a:schemeClr val="accent6"/>
                </a:solidFill>
                <a:latin typeface="+mj-lt"/>
              </a:rPr>
              <a:t>Contratos</a:t>
            </a:r>
            <a:endParaRPr lang="en-BR" b="1">
              <a:solidFill>
                <a:schemeClr val="accent6"/>
              </a:solidFill>
              <a:latin typeface="+mj-lt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7FC66D6-03FB-404F-C571-88840449DDF2}"/>
              </a:ext>
            </a:extLst>
          </p:cNvPr>
          <p:cNvSpPr txBox="1"/>
          <p:nvPr/>
        </p:nvSpPr>
        <p:spPr>
          <a:xfrm>
            <a:off x="488504" y="1556798"/>
            <a:ext cx="730959" cy="28309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40000"/>
              </a:lnSpc>
              <a:defRPr/>
            </a:pPr>
            <a:r>
              <a:rPr lang="pt-BR" sz="1000">
                <a:solidFill>
                  <a:prstClr val="black">
                    <a:lumMod val="65000"/>
                    <a:lumOff val="35000"/>
                  </a:prstClr>
                </a:solidFill>
                <a:cs typeface="Arial" panose="020B0604020202020204" pitchFamily="34" charset="0"/>
              </a:rPr>
              <a:t>8h</a:t>
            </a:r>
            <a:endParaRPr kumimoji="0" lang="pt-BR" sz="10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ea typeface="+mn-ea"/>
              <a:cs typeface="Arial" panose="020B0604020202020204" pitchFamily="34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A71BF11-45D6-E3A3-F101-66C8CF34DE47}"/>
              </a:ext>
            </a:extLst>
          </p:cNvPr>
          <p:cNvSpPr txBox="1"/>
          <p:nvPr/>
        </p:nvSpPr>
        <p:spPr>
          <a:xfrm>
            <a:off x="488504" y="1966432"/>
            <a:ext cx="730959" cy="28309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40000"/>
              </a:lnSpc>
              <a:defRPr/>
            </a:pPr>
            <a:r>
              <a:rPr lang="pt-BR" sz="1000">
                <a:solidFill>
                  <a:prstClr val="black">
                    <a:lumMod val="65000"/>
                    <a:lumOff val="35000"/>
                  </a:prstClr>
                </a:solidFill>
                <a:cs typeface="Arial" panose="020B0604020202020204" pitchFamily="34" charset="0"/>
              </a:rPr>
              <a:t>9h</a:t>
            </a:r>
            <a:endParaRPr kumimoji="0" lang="pt-BR" sz="10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ea typeface="+mn-ea"/>
              <a:cs typeface="Arial" panose="020B0604020202020204" pitchFamily="34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224BBA8-19CA-033B-465F-FF76AEA71431}"/>
              </a:ext>
            </a:extLst>
          </p:cNvPr>
          <p:cNvSpPr txBox="1"/>
          <p:nvPr/>
        </p:nvSpPr>
        <p:spPr>
          <a:xfrm>
            <a:off x="488504" y="2376066"/>
            <a:ext cx="730959" cy="28309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40000"/>
              </a:lnSpc>
              <a:defRPr/>
            </a:pPr>
            <a:r>
              <a:rPr lang="pt-BR" sz="1000">
                <a:solidFill>
                  <a:prstClr val="black">
                    <a:lumMod val="65000"/>
                    <a:lumOff val="35000"/>
                  </a:prstClr>
                </a:solidFill>
                <a:cs typeface="Arial" panose="020B0604020202020204" pitchFamily="34" charset="0"/>
              </a:rPr>
              <a:t>10h</a:t>
            </a:r>
            <a:endParaRPr kumimoji="0" lang="pt-BR" sz="10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ea typeface="+mn-ea"/>
              <a:cs typeface="Arial" panose="020B0604020202020204" pitchFamily="34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7C421C6-A24D-EFCA-204D-CFE45D260FD7}"/>
              </a:ext>
            </a:extLst>
          </p:cNvPr>
          <p:cNvSpPr txBox="1"/>
          <p:nvPr/>
        </p:nvSpPr>
        <p:spPr>
          <a:xfrm>
            <a:off x="488504" y="2785700"/>
            <a:ext cx="730959" cy="28309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40000"/>
              </a:lnSpc>
              <a:defRPr/>
            </a:pPr>
            <a:r>
              <a:rPr lang="pt-BR" sz="1000">
                <a:solidFill>
                  <a:prstClr val="black">
                    <a:lumMod val="65000"/>
                    <a:lumOff val="35000"/>
                  </a:prstClr>
                </a:solidFill>
                <a:cs typeface="Arial" panose="020B0604020202020204" pitchFamily="34" charset="0"/>
              </a:rPr>
              <a:t>11h</a:t>
            </a:r>
            <a:endParaRPr kumimoji="0" lang="pt-BR" sz="10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ea typeface="+mn-ea"/>
              <a:cs typeface="Arial" panose="020B0604020202020204" pitchFamily="34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353EDCA-F213-1139-51F7-25657FE54395}"/>
              </a:ext>
            </a:extLst>
          </p:cNvPr>
          <p:cNvSpPr txBox="1"/>
          <p:nvPr/>
        </p:nvSpPr>
        <p:spPr>
          <a:xfrm>
            <a:off x="488504" y="3195334"/>
            <a:ext cx="730959" cy="28309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40000"/>
              </a:lnSpc>
              <a:defRPr/>
            </a:pPr>
            <a:r>
              <a:rPr lang="pt-BR" sz="1000">
                <a:solidFill>
                  <a:prstClr val="black">
                    <a:lumMod val="65000"/>
                    <a:lumOff val="35000"/>
                  </a:prstClr>
                </a:solidFill>
                <a:cs typeface="Arial" panose="020B0604020202020204" pitchFamily="34" charset="0"/>
              </a:rPr>
              <a:t>12h</a:t>
            </a:r>
            <a:endParaRPr kumimoji="0" lang="pt-BR" sz="10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ea typeface="+mn-ea"/>
              <a:cs typeface="Arial" panose="020B0604020202020204" pitchFamily="34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614F8AE-7E63-6B5D-77B1-A2E63E121D01}"/>
              </a:ext>
            </a:extLst>
          </p:cNvPr>
          <p:cNvSpPr txBox="1"/>
          <p:nvPr/>
        </p:nvSpPr>
        <p:spPr>
          <a:xfrm>
            <a:off x="488504" y="3604968"/>
            <a:ext cx="730959" cy="28309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40000"/>
              </a:lnSpc>
              <a:defRPr/>
            </a:pPr>
            <a:r>
              <a:rPr lang="pt-BR" sz="1000">
                <a:solidFill>
                  <a:prstClr val="black">
                    <a:lumMod val="65000"/>
                    <a:lumOff val="35000"/>
                  </a:prstClr>
                </a:solidFill>
                <a:cs typeface="Arial" panose="020B0604020202020204" pitchFamily="34" charset="0"/>
              </a:rPr>
              <a:t>13h</a:t>
            </a:r>
            <a:endParaRPr kumimoji="0" lang="pt-BR" sz="10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ea typeface="+mn-ea"/>
              <a:cs typeface="Arial" panose="020B0604020202020204" pitchFamily="34" charset="0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E5CDA6F-AC61-5D2C-E883-7EF65007398F}"/>
              </a:ext>
            </a:extLst>
          </p:cNvPr>
          <p:cNvSpPr txBox="1"/>
          <p:nvPr/>
        </p:nvSpPr>
        <p:spPr>
          <a:xfrm>
            <a:off x="488504" y="4014602"/>
            <a:ext cx="730959" cy="28309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40000"/>
              </a:lnSpc>
              <a:defRPr/>
            </a:pPr>
            <a:r>
              <a:rPr lang="pt-BR" sz="1000">
                <a:solidFill>
                  <a:prstClr val="black">
                    <a:lumMod val="65000"/>
                    <a:lumOff val="35000"/>
                  </a:prstClr>
                </a:solidFill>
                <a:cs typeface="Arial" panose="020B0604020202020204" pitchFamily="34" charset="0"/>
              </a:rPr>
              <a:t>14h</a:t>
            </a:r>
            <a:endParaRPr kumimoji="0" lang="pt-BR" sz="10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ea typeface="+mn-ea"/>
              <a:cs typeface="Arial" panose="020B0604020202020204" pitchFamily="34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71D8AC0-D737-FDC4-8983-886716F28E96}"/>
              </a:ext>
            </a:extLst>
          </p:cNvPr>
          <p:cNvSpPr txBox="1"/>
          <p:nvPr/>
        </p:nvSpPr>
        <p:spPr>
          <a:xfrm>
            <a:off x="488504" y="4424236"/>
            <a:ext cx="730959" cy="28309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40000"/>
              </a:lnSpc>
              <a:defRPr/>
            </a:pPr>
            <a:r>
              <a:rPr lang="pt-BR" sz="1000">
                <a:solidFill>
                  <a:prstClr val="black">
                    <a:lumMod val="65000"/>
                    <a:lumOff val="35000"/>
                  </a:prstClr>
                </a:solidFill>
                <a:cs typeface="Arial" panose="020B0604020202020204" pitchFamily="34" charset="0"/>
              </a:rPr>
              <a:t>15h</a:t>
            </a:r>
            <a:endParaRPr kumimoji="0" lang="pt-BR" sz="10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ea typeface="+mn-ea"/>
              <a:cs typeface="Arial" panose="020B0604020202020204" pitchFamily="34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240B508-13EA-38A4-6941-CB302FD98024}"/>
              </a:ext>
            </a:extLst>
          </p:cNvPr>
          <p:cNvSpPr txBox="1"/>
          <p:nvPr/>
        </p:nvSpPr>
        <p:spPr>
          <a:xfrm>
            <a:off x="488504" y="4833870"/>
            <a:ext cx="730959" cy="28309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40000"/>
              </a:lnSpc>
              <a:defRPr/>
            </a:pPr>
            <a:r>
              <a:rPr lang="pt-BR" sz="1000">
                <a:solidFill>
                  <a:prstClr val="black">
                    <a:lumMod val="65000"/>
                    <a:lumOff val="35000"/>
                  </a:prstClr>
                </a:solidFill>
                <a:cs typeface="Arial" panose="020B0604020202020204" pitchFamily="34" charset="0"/>
              </a:rPr>
              <a:t>16h</a:t>
            </a:r>
            <a:endParaRPr kumimoji="0" lang="pt-BR" sz="10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ea typeface="+mn-ea"/>
              <a:cs typeface="Arial" panose="020B0604020202020204" pitchFamily="34" charset="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58E5B51-4EE7-120E-65F8-7B487EEA384E}"/>
              </a:ext>
            </a:extLst>
          </p:cNvPr>
          <p:cNvSpPr txBox="1"/>
          <p:nvPr/>
        </p:nvSpPr>
        <p:spPr>
          <a:xfrm>
            <a:off x="488504" y="5243504"/>
            <a:ext cx="730959" cy="28309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40000"/>
              </a:lnSpc>
              <a:defRPr/>
            </a:pPr>
            <a:r>
              <a:rPr lang="pt-BR" sz="1000">
                <a:solidFill>
                  <a:prstClr val="black">
                    <a:lumMod val="65000"/>
                    <a:lumOff val="35000"/>
                  </a:prstClr>
                </a:solidFill>
                <a:cs typeface="Arial" panose="020B0604020202020204" pitchFamily="34" charset="0"/>
              </a:rPr>
              <a:t>17h</a:t>
            </a:r>
            <a:endParaRPr kumimoji="0" lang="pt-BR" sz="10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ea typeface="+mn-ea"/>
              <a:cs typeface="Arial" panose="020B0604020202020204" pitchFamily="34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7A9A099-3F92-A59E-811A-60C236BBBFFE}"/>
              </a:ext>
            </a:extLst>
          </p:cNvPr>
          <p:cNvSpPr txBox="1"/>
          <p:nvPr/>
        </p:nvSpPr>
        <p:spPr>
          <a:xfrm>
            <a:off x="488504" y="5653138"/>
            <a:ext cx="730959" cy="28309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40000"/>
              </a:lnSpc>
              <a:defRPr/>
            </a:pPr>
            <a:r>
              <a:rPr lang="pt-BR" sz="1000">
                <a:solidFill>
                  <a:prstClr val="black">
                    <a:lumMod val="65000"/>
                    <a:lumOff val="35000"/>
                  </a:prstClr>
                </a:solidFill>
                <a:cs typeface="Arial" panose="020B0604020202020204" pitchFamily="34" charset="0"/>
              </a:rPr>
              <a:t>18h</a:t>
            </a:r>
            <a:endParaRPr kumimoji="0" lang="pt-BR" sz="10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ea typeface="+mn-ea"/>
              <a:cs typeface="Arial" panose="020B0604020202020204" pitchFamily="34" charset="0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C62D59F-965D-C661-B247-16BD196F41C1}"/>
              </a:ext>
            </a:extLst>
          </p:cNvPr>
          <p:cNvSpPr txBox="1"/>
          <p:nvPr/>
        </p:nvSpPr>
        <p:spPr>
          <a:xfrm>
            <a:off x="488504" y="6062767"/>
            <a:ext cx="730959" cy="28309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40000"/>
              </a:lnSpc>
              <a:defRPr/>
            </a:pPr>
            <a:r>
              <a:rPr lang="pt-BR" sz="1000">
                <a:solidFill>
                  <a:prstClr val="black">
                    <a:lumMod val="65000"/>
                    <a:lumOff val="35000"/>
                  </a:prstClr>
                </a:solidFill>
                <a:cs typeface="Arial" panose="020B0604020202020204" pitchFamily="34" charset="0"/>
              </a:rPr>
              <a:t>19h</a:t>
            </a:r>
            <a:endParaRPr kumimoji="0" lang="pt-BR" sz="10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ea typeface="+mn-ea"/>
              <a:cs typeface="Arial" panose="020B0604020202020204" pitchFamily="34" charset="0"/>
            </a:endParaRPr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CFA203DD-5B3A-2426-4AC2-DBDBF6B7393D}"/>
              </a:ext>
            </a:extLst>
          </p:cNvPr>
          <p:cNvSpPr/>
          <p:nvPr/>
        </p:nvSpPr>
        <p:spPr>
          <a:xfrm>
            <a:off x="4985475" y="726510"/>
            <a:ext cx="216001" cy="216000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8A3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2914B6CF-E4BA-AA78-74C7-D3155FFEDF57}"/>
              </a:ext>
            </a:extLst>
          </p:cNvPr>
          <p:cNvSpPr/>
          <p:nvPr/>
        </p:nvSpPr>
        <p:spPr>
          <a:xfrm>
            <a:off x="6198420" y="726510"/>
            <a:ext cx="216001" cy="216000"/>
          </a:xfrm>
          <a:prstGeom prst="ellipse">
            <a:avLst/>
          </a:prstGeom>
          <a:solidFill>
            <a:srgbClr val="92D050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8A3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CA9F3D8-D6B0-649B-3519-A7E6A93BC2F7}"/>
              </a:ext>
            </a:extLst>
          </p:cNvPr>
          <p:cNvSpPr txBox="1"/>
          <p:nvPr/>
        </p:nvSpPr>
        <p:spPr>
          <a:xfrm>
            <a:off x="6378602" y="605858"/>
            <a:ext cx="1368107" cy="45730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ea typeface="+mn-ea"/>
                <a:cs typeface="Arial" panose="020B0604020202020204" pitchFamily="34" charset="0"/>
              </a:rPr>
              <a:t>WS STATUS</a:t>
            </a:r>
            <a:br>
              <a:rPr kumimoji="0" lang="pt-BR" sz="9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ea typeface="+mn-ea"/>
                <a:cs typeface="Arial" panose="020B0604020202020204" pitchFamily="34" charset="0"/>
              </a:rPr>
            </a:br>
            <a:r>
              <a:rPr kumimoji="0" lang="pt-BR" sz="9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ea typeface="+mn-ea"/>
                <a:cs typeface="Arial" panose="020B0604020202020204" pitchFamily="34" charset="0"/>
              </a:rPr>
              <a:t>PMO + WS Lead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02C7207-D253-087A-40A2-5CF68F5E7627}"/>
              </a:ext>
            </a:extLst>
          </p:cNvPr>
          <p:cNvSpPr txBox="1"/>
          <p:nvPr/>
        </p:nvSpPr>
        <p:spPr>
          <a:xfrm>
            <a:off x="5223652" y="605858"/>
            <a:ext cx="909268" cy="45730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40000"/>
              </a:lnSpc>
              <a:defRPr/>
            </a:pPr>
            <a:r>
              <a:rPr lang="pt-BR" sz="900">
                <a:solidFill>
                  <a:prstClr val="black">
                    <a:lumMod val="65000"/>
                    <a:lumOff val="35000"/>
                  </a:prstClr>
                </a:solidFill>
                <a:cs typeface="Arial" panose="020B0604020202020204" pitchFamily="34" charset="0"/>
              </a:rPr>
              <a:t>Oi + Comprador</a:t>
            </a:r>
            <a:endParaRPr kumimoji="0" lang="pt-BR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ea typeface="+mn-ea"/>
              <a:cs typeface="Arial" panose="020B0604020202020204" pitchFamily="34" charset="0"/>
            </a:endParaRPr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AECBE103-C1DC-A9DC-6642-8BC935E34F8E}"/>
              </a:ext>
            </a:extLst>
          </p:cNvPr>
          <p:cNvSpPr/>
          <p:nvPr/>
        </p:nvSpPr>
        <p:spPr>
          <a:xfrm>
            <a:off x="7525055" y="726510"/>
            <a:ext cx="216001" cy="216000"/>
          </a:xfrm>
          <a:prstGeom prst="ellipse">
            <a:avLst/>
          </a:prstGeom>
          <a:solidFill>
            <a:srgbClr val="FF9128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8A3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F8FA83E-B0DF-C2D2-9F8F-47FAF849A4CB}"/>
              </a:ext>
            </a:extLst>
          </p:cNvPr>
          <p:cNvSpPr txBox="1"/>
          <p:nvPr/>
        </p:nvSpPr>
        <p:spPr>
          <a:xfrm>
            <a:off x="7705237" y="702808"/>
            <a:ext cx="893519" cy="26340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00" b="0" i="0" u="none" strike="noStrike" kern="1200" cap="none" spc="0" normalizeH="0" baseline="0" noProof="0" err="1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ea typeface="+mn-ea"/>
                <a:cs typeface="Arial" panose="020B0604020202020204" pitchFamily="34" charset="0"/>
              </a:rPr>
              <a:t>SteerCo</a:t>
            </a:r>
            <a:endParaRPr kumimoji="0" lang="pt-BR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ea typeface="+mn-ea"/>
              <a:cs typeface="Arial" panose="020B0604020202020204" pitchFamily="34" charset="0"/>
            </a:endParaRPr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3E464818-72D1-815B-C386-C743DAC2FE68}"/>
              </a:ext>
            </a:extLst>
          </p:cNvPr>
          <p:cNvSpPr/>
          <p:nvPr/>
        </p:nvSpPr>
        <p:spPr>
          <a:xfrm>
            <a:off x="8440749" y="726510"/>
            <a:ext cx="216001" cy="216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8A3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4AE8D4A7-8B07-F2E3-8EA4-F7C77DEADD17}"/>
              </a:ext>
            </a:extLst>
          </p:cNvPr>
          <p:cNvSpPr txBox="1"/>
          <p:nvPr/>
        </p:nvSpPr>
        <p:spPr>
          <a:xfrm>
            <a:off x="8620931" y="702808"/>
            <a:ext cx="893519" cy="26340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ea typeface="+mn-ea"/>
                <a:cs typeface="Arial" panose="020B0604020202020204" pitchFamily="34" charset="0"/>
              </a:rPr>
              <a:t>PMO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158D49B0-9F68-0ACD-AAEA-D50BC51222F0}"/>
              </a:ext>
            </a:extLst>
          </p:cNvPr>
          <p:cNvSpPr txBox="1"/>
          <p:nvPr/>
        </p:nvSpPr>
        <p:spPr>
          <a:xfrm>
            <a:off x="10776187" y="702807"/>
            <a:ext cx="1092445" cy="26340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ea typeface="+mn-ea"/>
                <a:cs typeface="Arial" panose="020B0604020202020204" pitchFamily="34" charset="0"/>
              </a:rPr>
              <a:t>Novas reuniões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E028227F-93BF-FEDF-BB63-1B032949C399}"/>
              </a:ext>
            </a:extLst>
          </p:cNvPr>
          <p:cNvSpPr/>
          <p:nvPr/>
        </p:nvSpPr>
        <p:spPr>
          <a:xfrm>
            <a:off x="10420432" y="714966"/>
            <a:ext cx="379506" cy="22754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7394147C-0F84-97F5-3C67-75605DA66D9C}"/>
              </a:ext>
            </a:extLst>
          </p:cNvPr>
          <p:cNvSpPr/>
          <p:nvPr/>
        </p:nvSpPr>
        <p:spPr>
          <a:xfrm>
            <a:off x="3095050" y="4363452"/>
            <a:ext cx="1908000" cy="360000"/>
          </a:xfrm>
          <a:prstGeom prst="rect">
            <a:avLst/>
          </a:prstGeom>
          <a:solidFill>
            <a:srgbClr val="92D050"/>
          </a:solidFill>
          <a:ln w="381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r>
              <a:rPr lang="pt-BR" b="1">
                <a:solidFill>
                  <a:schemeClr val="accent6"/>
                </a:solidFill>
                <a:latin typeface="+mj-lt"/>
              </a:rPr>
              <a:t>TI</a:t>
            </a:r>
            <a:endParaRPr lang="en-BR" b="1">
              <a:solidFill>
                <a:schemeClr val="accent6"/>
              </a:solidFill>
              <a:latin typeface="+mj-lt"/>
            </a:endParaRP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E33FE25D-E922-F030-62A3-C901805EBBE8}"/>
              </a:ext>
            </a:extLst>
          </p:cNvPr>
          <p:cNvSpPr/>
          <p:nvPr/>
        </p:nvSpPr>
        <p:spPr>
          <a:xfrm>
            <a:off x="991428" y="4803133"/>
            <a:ext cx="900000" cy="360000"/>
          </a:xfrm>
          <a:prstGeom prst="rect">
            <a:avLst/>
          </a:prstGeom>
          <a:solidFill>
            <a:srgbClr val="92D050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r>
              <a:rPr lang="pt-BR" b="1">
                <a:solidFill>
                  <a:schemeClr val="accent6"/>
                </a:solidFill>
                <a:latin typeface="+mj-lt"/>
              </a:rPr>
              <a:t>MOS</a:t>
            </a:r>
            <a:endParaRPr lang="en-BR" b="1">
              <a:solidFill>
                <a:schemeClr val="accent6"/>
              </a:solidFill>
              <a:latin typeface="+mj-lt"/>
            </a:endParaRP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AD4F34FB-421A-1DCC-9321-F3AE8E9D67FA}"/>
              </a:ext>
            </a:extLst>
          </p:cNvPr>
          <p:cNvSpPr/>
          <p:nvPr/>
        </p:nvSpPr>
        <p:spPr>
          <a:xfrm>
            <a:off x="1927428" y="4985472"/>
            <a:ext cx="972000" cy="177661"/>
          </a:xfrm>
          <a:prstGeom prst="rect">
            <a:avLst/>
          </a:prstGeom>
          <a:solidFill>
            <a:srgbClr val="92D050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>
              <a:lnSpc>
                <a:spcPct val="90000"/>
              </a:lnSpc>
            </a:pPr>
            <a:r>
              <a:rPr lang="pt-BR" b="1" dirty="0">
                <a:solidFill>
                  <a:schemeClr val="accent6"/>
                </a:solidFill>
                <a:latin typeface="+mj-lt"/>
              </a:rPr>
              <a:t>Societário</a:t>
            </a:r>
            <a:endParaRPr lang="en-BR" b="1" dirty="0">
              <a:solidFill>
                <a:schemeClr val="accent6"/>
              </a:solidFill>
              <a:latin typeface="+mj-lt"/>
            </a:endParaRP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AA0327B4-286A-4DAE-66DF-08228AEEF329}"/>
              </a:ext>
            </a:extLst>
          </p:cNvPr>
          <p:cNvSpPr/>
          <p:nvPr/>
        </p:nvSpPr>
        <p:spPr>
          <a:xfrm>
            <a:off x="7317647" y="4803133"/>
            <a:ext cx="1908000" cy="360000"/>
          </a:xfrm>
          <a:prstGeom prst="rect">
            <a:avLst/>
          </a:prstGeom>
          <a:solidFill>
            <a:srgbClr val="92D050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r>
              <a:rPr lang="pt-BR" b="1">
                <a:solidFill>
                  <a:schemeClr val="accent6"/>
                </a:solidFill>
                <a:latin typeface="+mj-lt"/>
              </a:rPr>
              <a:t>Societário</a:t>
            </a:r>
            <a:endParaRPr lang="en-BR" b="1">
              <a:solidFill>
                <a:schemeClr val="accent6"/>
              </a:solidFill>
              <a:latin typeface="+mj-lt"/>
            </a:endParaRP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CC092C65-63F8-5DA3-74AE-5DA39D416F68}"/>
              </a:ext>
            </a:extLst>
          </p:cNvPr>
          <p:cNvSpPr/>
          <p:nvPr/>
        </p:nvSpPr>
        <p:spPr>
          <a:xfrm>
            <a:off x="3095050" y="4803133"/>
            <a:ext cx="1908000" cy="177660"/>
          </a:xfrm>
          <a:prstGeom prst="rect">
            <a:avLst/>
          </a:prstGeom>
          <a:solidFill>
            <a:schemeClr val="accent2"/>
          </a:solidFill>
          <a:ln w="381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r>
              <a:rPr lang="pt-BR" b="1">
                <a:solidFill>
                  <a:schemeClr val="bg1"/>
                </a:solidFill>
                <a:latin typeface="+mj-lt"/>
              </a:rPr>
              <a:t>M&amp;A</a:t>
            </a:r>
            <a:endParaRPr lang="en-BR" b="1">
              <a:solidFill>
                <a:schemeClr val="bg1"/>
              </a:solidFill>
              <a:latin typeface="+mj-lt"/>
            </a:endParaRP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9FEB22F7-9257-EAE9-BBD1-41E8A39880EC}"/>
              </a:ext>
            </a:extLst>
          </p:cNvPr>
          <p:cNvSpPr/>
          <p:nvPr/>
        </p:nvSpPr>
        <p:spPr>
          <a:xfrm>
            <a:off x="9434010" y="1919220"/>
            <a:ext cx="1908000" cy="360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81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r>
              <a:rPr lang="pt-BR" b="1">
                <a:solidFill>
                  <a:schemeClr val="accent6"/>
                </a:solidFill>
                <a:latin typeface="+mj-lt"/>
              </a:rPr>
              <a:t>PMO RAID/PLANO</a:t>
            </a:r>
            <a:endParaRPr lang="en-BR" b="1">
              <a:solidFill>
                <a:schemeClr val="accent6"/>
              </a:solidFill>
              <a:latin typeface="+mj-lt"/>
            </a:endParaRP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7FE312EF-82D7-B3A7-8CB6-9DA1C158E0C9}"/>
              </a:ext>
            </a:extLst>
          </p:cNvPr>
          <p:cNvSpPr/>
          <p:nvPr/>
        </p:nvSpPr>
        <p:spPr>
          <a:xfrm>
            <a:off x="9434010" y="3953128"/>
            <a:ext cx="936000" cy="360000"/>
          </a:xfrm>
          <a:prstGeom prst="rect">
            <a:avLst/>
          </a:prstGeom>
          <a:solidFill>
            <a:srgbClr val="00B0F0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r>
              <a:rPr lang="pt-BR" b="1" dirty="0" err="1">
                <a:solidFill>
                  <a:schemeClr val="accent6"/>
                </a:solidFill>
                <a:latin typeface="+mj-lt"/>
              </a:rPr>
              <a:t>Finan-ceiro</a:t>
            </a:r>
            <a:endParaRPr lang="en-BR" b="1" dirty="0">
              <a:solidFill>
                <a:schemeClr val="accent6"/>
              </a:solidFill>
              <a:latin typeface="+mj-lt"/>
            </a:endParaRP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15D3905F-3579-A735-7A5A-A0D603273A91}"/>
              </a:ext>
            </a:extLst>
          </p:cNvPr>
          <p:cNvSpPr/>
          <p:nvPr/>
        </p:nvSpPr>
        <p:spPr>
          <a:xfrm>
            <a:off x="5201176" y="4803133"/>
            <a:ext cx="900000" cy="360000"/>
          </a:xfrm>
          <a:prstGeom prst="rect">
            <a:avLst/>
          </a:prstGeom>
          <a:solidFill>
            <a:srgbClr val="92D050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r>
              <a:rPr lang="pt-BR" b="1">
                <a:solidFill>
                  <a:schemeClr val="accent6"/>
                </a:solidFill>
                <a:latin typeface="+mj-lt"/>
              </a:rPr>
              <a:t>Ativos</a:t>
            </a:r>
            <a:endParaRPr lang="en-BR" b="1">
              <a:solidFill>
                <a:schemeClr val="accent6"/>
              </a:solidFill>
              <a:latin typeface="+mj-lt"/>
            </a:endParaRP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C044E191-CFB7-D748-B67A-4D80186C5E09}"/>
              </a:ext>
            </a:extLst>
          </p:cNvPr>
          <p:cNvSpPr/>
          <p:nvPr/>
        </p:nvSpPr>
        <p:spPr>
          <a:xfrm>
            <a:off x="6137176" y="4985472"/>
            <a:ext cx="972000" cy="177661"/>
          </a:xfrm>
          <a:prstGeom prst="rect">
            <a:avLst/>
          </a:prstGeom>
          <a:solidFill>
            <a:srgbClr val="92D050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>
              <a:lnSpc>
                <a:spcPct val="90000"/>
              </a:lnSpc>
            </a:pPr>
            <a:r>
              <a:rPr lang="pt-BR" b="1" dirty="0">
                <a:solidFill>
                  <a:schemeClr val="accent6"/>
                </a:solidFill>
                <a:latin typeface="+mj-lt"/>
              </a:rPr>
              <a:t>Societário</a:t>
            </a:r>
            <a:endParaRPr lang="en-BR" b="1" dirty="0">
              <a:solidFill>
                <a:schemeClr val="accent6"/>
              </a:solidFill>
              <a:latin typeface="+mj-lt"/>
            </a:endParaRPr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FA28439B-9F15-6B80-060E-E918F2F1A1A3}"/>
              </a:ext>
            </a:extLst>
          </p:cNvPr>
          <p:cNvSpPr/>
          <p:nvPr/>
        </p:nvSpPr>
        <p:spPr>
          <a:xfrm>
            <a:off x="9207902" y="726510"/>
            <a:ext cx="216001" cy="216000"/>
          </a:xfrm>
          <a:prstGeom prst="ellipse">
            <a:avLst/>
          </a:prstGeom>
          <a:solidFill>
            <a:srgbClr val="00B0F0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8A3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ECBF4737-1843-AC7A-A6CA-4F67DA334364}"/>
              </a:ext>
            </a:extLst>
          </p:cNvPr>
          <p:cNvSpPr txBox="1"/>
          <p:nvPr/>
        </p:nvSpPr>
        <p:spPr>
          <a:xfrm>
            <a:off x="9388084" y="605858"/>
            <a:ext cx="893519" cy="45730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ea typeface="+mn-ea"/>
                <a:cs typeface="Arial" panose="020B0604020202020204" pitchFamily="34" charset="0"/>
              </a:rPr>
              <a:t>Alinhamento entre áreas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01F74AA0-F1D1-AE3B-F3D4-69330AD03572}"/>
              </a:ext>
            </a:extLst>
          </p:cNvPr>
          <p:cNvSpPr/>
          <p:nvPr/>
        </p:nvSpPr>
        <p:spPr>
          <a:xfrm>
            <a:off x="9434010" y="4803133"/>
            <a:ext cx="936000" cy="360000"/>
          </a:xfrm>
          <a:prstGeom prst="rect">
            <a:avLst/>
          </a:prstGeom>
          <a:solidFill>
            <a:srgbClr val="92D050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>
              <a:lnSpc>
                <a:spcPct val="90000"/>
              </a:lnSpc>
            </a:pPr>
            <a:r>
              <a:rPr lang="pt-BR" b="1" dirty="0">
                <a:solidFill>
                  <a:schemeClr val="accent6"/>
                </a:solidFill>
                <a:latin typeface="+mj-lt"/>
              </a:rPr>
              <a:t>Societário</a:t>
            </a:r>
            <a:endParaRPr lang="en-BR" b="1" dirty="0">
              <a:solidFill>
                <a:schemeClr val="accent6"/>
              </a:solidFill>
              <a:latin typeface="+mj-lt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EBD8038-8AE7-6888-7BD1-6D56495F3982}"/>
              </a:ext>
            </a:extLst>
          </p:cNvPr>
          <p:cNvSpPr/>
          <p:nvPr/>
        </p:nvSpPr>
        <p:spPr>
          <a:xfrm>
            <a:off x="3084705" y="2307142"/>
            <a:ext cx="1908000" cy="360000"/>
          </a:xfrm>
          <a:prstGeom prst="rect">
            <a:avLst/>
          </a:prstGeom>
          <a:solidFill>
            <a:schemeClr val="bg1">
              <a:lumMod val="65000"/>
            </a:schemeClr>
          </a:solidFill>
          <a:ln w="38100">
            <a:solidFill>
              <a:srgbClr val="FF3C0F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r>
              <a:rPr lang="pt-BR" b="1">
                <a:solidFill>
                  <a:schemeClr val="accent6"/>
                </a:solidFill>
                <a:latin typeface="+mj-lt"/>
              </a:rPr>
              <a:t>RH</a:t>
            </a:r>
            <a:endParaRPr lang="en-BR" b="1">
              <a:solidFill>
                <a:schemeClr val="accent6"/>
              </a:solidFill>
              <a:latin typeface="+mj-lt"/>
            </a:endParaRP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441275C5-A9EA-21A7-6B87-FE7B6C142AF0}"/>
              </a:ext>
            </a:extLst>
          </p:cNvPr>
          <p:cNvSpPr/>
          <p:nvPr/>
        </p:nvSpPr>
        <p:spPr>
          <a:xfrm>
            <a:off x="3084705" y="2714533"/>
            <a:ext cx="1908000" cy="322988"/>
          </a:xfrm>
          <a:prstGeom prst="rect">
            <a:avLst/>
          </a:prstGeom>
          <a:solidFill>
            <a:schemeClr val="bg1">
              <a:lumMod val="65000"/>
            </a:schemeClr>
          </a:solidFill>
          <a:ln w="38100">
            <a:solidFill>
              <a:srgbClr val="FF3C0F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r>
              <a:rPr lang="pt-BR" b="1" dirty="0">
                <a:solidFill>
                  <a:schemeClr val="accent6"/>
                </a:solidFill>
                <a:latin typeface="+mj-lt"/>
              </a:rPr>
              <a:t>TI</a:t>
            </a:r>
            <a:endParaRPr lang="en-BR" b="1" dirty="0">
              <a:solidFill>
                <a:schemeClr val="accent6"/>
              </a:solidFill>
              <a:latin typeface="+mj-lt"/>
            </a:endParaRP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02BC65A5-293B-A931-3085-72D1FC6E87CE}"/>
              </a:ext>
            </a:extLst>
          </p:cNvPr>
          <p:cNvSpPr/>
          <p:nvPr/>
        </p:nvSpPr>
        <p:spPr>
          <a:xfrm>
            <a:off x="9423903" y="2307142"/>
            <a:ext cx="1908000" cy="360000"/>
          </a:xfrm>
          <a:prstGeom prst="rect">
            <a:avLst/>
          </a:prstGeom>
          <a:solidFill>
            <a:schemeClr val="bg1">
              <a:lumMod val="65000"/>
            </a:schemeClr>
          </a:solidFill>
          <a:ln w="38100">
            <a:solidFill>
              <a:srgbClr val="FF3C0F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r>
              <a:rPr lang="pt-BR" b="1">
                <a:solidFill>
                  <a:schemeClr val="accent6"/>
                </a:solidFill>
                <a:latin typeface="+mj-lt"/>
              </a:rPr>
              <a:t>RH</a:t>
            </a:r>
            <a:endParaRPr lang="en-BR" b="1">
              <a:solidFill>
                <a:schemeClr val="accent6"/>
              </a:solidFill>
              <a:latin typeface="+mj-lt"/>
            </a:endParaRP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E17CAF6D-1369-F55F-AF9C-D620057A00FB}"/>
              </a:ext>
            </a:extLst>
          </p:cNvPr>
          <p:cNvSpPr/>
          <p:nvPr/>
        </p:nvSpPr>
        <p:spPr>
          <a:xfrm>
            <a:off x="3077475" y="5603138"/>
            <a:ext cx="1908000" cy="360000"/>
          </a:xfrm>
          <a:prstGeom prst="rect">
            <a:avLst/>
          </a:prstGeom>
          <a:solidFill>
            <a:schemeClr val="bg1">
              <a:lumMod val="65000"/>
            </a:schemeClr>
          </a:solidFill>
          <a:ln w="38100">
            <a:solidFill>
              <a:srgbClr val="FF3C0F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r>
              <a:rPr lang="pt-BR" b="1" dirty="0">
                <a:solidFill>
                  <a:schemeClr val="accent6"/>
                </a:solidFill>
                <a:latin typeface="+mj-lt"/>
              </a:rPr>
              <a:t>Comercial</a:t>
            </a:r>
            <a:endParaRPr lang="en-BR" b="1" dirty="0">
              <a:solidFill>
                <a:schemeClr val="accent6"/>
              </a:solidFill>
              <a:latin typeface="+mj-lt"/>
            </a:endParaRP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36102009-DE08-BF08-D3EC-8D8EABBFAF96}"/>
              </a:ext>
            </a:extLst>
          </p:cNvPr>
          <p:cNvSpPr/>
          <p:nvPr/>
        </p:nvSpPr>
        <p:spPr>
          <a:xfrm>
            <a:off x="5201176" y="2307142"/>
            <a:ext cx="1908000" cy="360000"/>
          </a:xfrm>
          <a:prstGeom prst="rect">
            <a:avLst/>
          </a:prstGeom>
          <a:solidFill>
            <a:schemeClr val="bg1">
              <a:lumMod val="65000"/>
            </a:schemeClr>
          </a:solidFill>
          <a:ln w="38100">
            <a:solidFill>
              <a:srgbClr val="FF3C0F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r>
              <a:rPr lang="pt-BR" b="1" dirty="0">
                <a:solidFill>
                  <a:schemeClr val="accent6"/>
                </a:solidFill>
                <a:latin typeface="+mj-lt"/>
              </a:rPr>
              <a:t>Finanças</a:t>
            </a:r>
            <a:endParaRPr lang="en-BR" b="1" dirty="0">
              <a:solidFill>
                <a:schemeClr val="accent6"/>
              </a:solidFill>
              <a:latin typeface="+mj-lt"/>
            </a:endParaRP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0DE67163-8813-21A3-3A55-34722767DAF8}"/>
              </a:ext>
            </a:extLst>
          </p:cNvPr>
          <p:cNvSpPr/>
          <p:nvPr/>
        </p:nvSpPr>
        <p:spPr>
          <a:xfrm>
            <a:off x="7317647" y="4394743"/>
            <a:ext cx="1908000" cy="322988"/>
          </a:xfrm>
          <a:prstGeom prst="rect">
            <a:avLst/>
          </a:prstGeom>
          <a:solidFill>
            <a:schemeClr val="bg1">
              <a:lumMod val="65000"/>
            </a:schemeClr>
          </a:solidFill>
          <a:ln w="38100">
            <a:solidFill>
              <a:srgbClr val="FF3C0F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r>
              <a:rPr lang="pt-BR" b="1" dirty="0">
                <a:solidFill>
                  <a:schemeClr val="accent6"/>
                </a:solidFill>
                <a:latin typeface="+mj-lt"/>
              </a:rPr>
              <a:t>TI</a:t>
            </a:r>
            <a:endParaRPr lang="en-BR" b="1" dirty="0">
              <a:solidFill>
                <a:schemeClr val="accent6"/>
              </a:solidFill>
              <a:latin typeface="+mj-lt"/>
            </a:endParaRP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F8156A47-5592-4949-050B-7E7624F9CA0F}"/>
              </a:ext>
            </a:extLst>
          </p:cNvPr>
          <p:cNvSpPr/>
          <p:nvPr/>
        </p:nvSpPr>
        <p:spPr>
          <a:xfrm>
            <a:off x="991428" y="1884232"/>
            <a:ext cx="1908000" cy="360000"/>
          </a:xfrm>
          <a:prstGeom prst="rect">
            <a:avLst/>
          </a:prstGeom>
          <a:solidFill>
            <a:schemeClr val="bg1">
              <a:lumMod val="65000"/>
            </a:schemeClr>
          </a:solidFill>
          <a:ln w="38100">
            <a:solidFill>
              <a:srgbClr val="FF3C0F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r>
              <a:rPr lang="pt-BR" b="1" dirty="0">
                <a:solidFill>
                  <a:schemeClr val="accent6"/>
                </a:solidFill>
                <a:latin typeface="+mj-lt"/>
              </a:rPr>
              <a:t>Contratos</a:t>
            </a:r>
            <a:endParaRPr lang="en-BR" b="1" dirty="0">
              <a:solidFill>
                <a:schemeClr val="accent6"/>
              </a:solidFill>
              <a:latin typeface="+mj-lt"/>
            </a:endParaRPr>
          </a:p>
        </p:txBody>
      </p:sp>
      <p:sp>
        <p:nvSpPr>
          <p:cNvPr id="60" name="Rectangle 52">
            <a:extLst>
              <a:ext uri="{FF2B5EF4-FFF2-40B4-BE49-F238E27FC236}">
                <a16:creationId xmlns:a16="http://schemas.microsoft.com/office/drawing/2014/main" id="{E6B8D057-EC13-FC46-A9FD-407ADB8ED2DC}"/>
              </a:ext>
            </a:extLst>
          </p:cNvPr>
          <p:cNvSpPr/>
          <p:nvPr/>
        </p:nvSpPr>
        <p:spPr>
          <a:xfrm>
            <a:off x="9434010" y="1599967"/>
            <a:ext cx="1908000" cy="19197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81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r>
              <a:rPr lang="pt-BR" b="1" dirty="0">
                <a:solidFill>
                  <a:schemeClr val="accent6"/>
                </a:solidFill>
                <a:latin typeface="+mj-lt"/>
              </a:rPr>
              <a:t>Daily</a:t>
            </a:r>
            <a:endParaRPr lang="en-BR" b="1" dirty="0">
              <a:solidFill>
                <a:schemeClr val="accent6"/>
              </a:solidFill>
              <a:latin typeface="+mj-lt"/>
            </a:endParaRPr>
          </a:p>
        </p:txBody>
      </p:sp>
      <p:sp>
        <p:nvSpPr>
          <p:cNvPr id="65" name="Rectangle 52">
            <a:extLst>
              <a:ext uri="{FF2B5EF4-FFF2-40B4-BE49-F238E27FC236}">
                <a16:creationId xmlns:a16="http://schemas.microsoft.com/office/drawing/2014/main" id="{2A65B0CB-3114-0AB4-AD27-37575BF71C7B}"/>
              </a:ext>
            </a:extLst>
          </p:cNvPr>
          <p:cNvSpPr/>
          <p:nvPr/>
        </p:nvSpPr>
        <p:spPr>
          <a:xfrm>
            <a:off x="7333981" y="1599967"/>
            <a:ext cx="1908000" cy="19197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81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r>
              <a:rPr lang="pt-BR" b="1" dirty="0">
                <a:solidFill>
                  <a:schemeClr val="accent6"/>
                </a:solidFill>
                <a:latin typeface="+mj-lt"/>
              </a:rPr>
              <a:t>Daily</a:t>
            </a:r>
            <a:endParaRPr lang="en-BR" b="1" dirty="0">
              <a:solidFill>
                <a:schemeClr val="accent6"/>
              </a:solidFill>
              <a:latin typeface="+mj-lt"/>
            </a:endParaRPr>
          </a:p>
        </p:txBody>
      </p:sp>
      <p:sp>
        <p:nvSpPr>
          <p:cNvPr id="72" name="Rectangle 52">
            <a:extLst>
              <a:ext uri="{FF2B5EF4-FFF2-40B4-BE49-F238E27FC236}">
                <a16:creationId xmlns:a16="http://schemas.microsoft.com/office/drawing/2014/main" id="{A5B37619-28C0-E65E-BDC0-FFD5E88CA801}"/>
              </a:ext>
            </a:extLst>
          </p:cNvPr>
          <p:cNvSpPr/>
          <p:nvPr/>
        </p:nvSpPr>
        <p:spPr>
          <a:xfrm>
            <a:off x="5219560" y="1599967"/>
            <a:ext cx="1908000" cy="19197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81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r>
              <a:rPr lang="pt-BR" b="1" dirty="0">
                <a:solidFill>
                  <a:schemeClr val="accent6"/>
                </a:solidFill>
                <a:latin typeface="+mj-lt"/>
              </a:rPr>
              <a:t>Daily</a:t>
            </a:r>
            <a:endParaRPr lang="en-BR" b="1" dirty="0">
              <a:solidFill>
                <a:schemeClr val="accent6"/>
              </a:solidFill>
              <a:latin typeface="+mj-lt"/>
            </a:endParaRPr>
          </a:p>
        </p:txBody>
      </p:sp>
      <p:sp>
        <p:nvSpPr>
          <p:cNvPr id="73" name="Rectangle 52">
            <a:extLst>
              <a:ext uri="{FF2B5EF4-FFF2-40B4-BE49-F238E27FC236}">
                <a16:creationId xmlns:a16="http://schemas.microsoft.com/office/drawing/2014/main" id="{418C9782-C17B-D86B-0E70-D5646D8F34A7}"/>
              </a:ext>
            </a:extLst>
          </p:cNvPr>
          <p:cNvSpPr/>
          <p:nvPr/>
        </p:nvSpPr>
        <p:spPr>
          <a:xfrm>
            <a:off x="3076331" y="1599967"/>
            <a:ext cx="1908000" cy="19197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81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r>
              <a:rPr lang="pt-BR" b="1" dirty="0">
                <a:solidFill>
                  <a:schemeClr val="accent6"/>
                </a:solidFill>
                <a:latin typeface="+mj-lt"/>
              </a:rPr>
              <a:t>Daily</a:t>
            </a:r>
            <a:endParaRPr lang="en-BR" b="1" dirty="0">
              <a:solidFill>
                <a:schemeClr val="accent6"/>
              </a:solidFill>
              <a:latin typeface="+mj-lt"/>
            </a:endParaRPr>
          </a:p>
        </p:txBody>
      </p:sp>
      <p:sp>
        <p:nvSpPr>
          <p:cNvPr id="74" name="Rectangle 52">
            <a:extLst>
              <a:ext uri="{FF2B5EF4-FFF2-40B4-BE49-F238E27FC236}">
                <a16:creationId xmlns:a16="http://schemas.microsoft.com/office/drawing/2014/main" id="{D7BE8606-A9B3-3413-7065-7A6BF2BC32C4}"/>
              </a:ext>
            </a:extLst>
          </p:cNvPr>
          <p:cNvSpPr/>
          <p:nvPr/>
        </p:nvSpPr>
        <p:spPr>
          <a:xfrm>
            <a:off x="976302" y="1599967"/>
            <a:ext cx="1908000" cy="19197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81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r>
              <a:rPr lang="pt-BR" b="1" dirty="0">
                <a:solidFill>
                  <a:schemeClr val="accent6"/>
                </a:solidFill>
                <a:latin typeface="+mj-lt"/>
              </a:rPr>
              <a:t>Daily</a:t>
            </a:r>
            <a:endParaRPr lang="en-BR" b="1" dirty="0">
              <a:solidFill>
                <a:schemeClr val="accent6"/>
              </a:solidFill>
              <a:latin typeface="+mj-lt"/>
            </a:endParaRPr>
          </a:p>
        </p:txBody>
      </p:sp>
      <p:sp>
        <p:nvSpPr>
          <p:cNvPr id="75" name="Rectangle 69">
            <a:extLst>
              <a:ext uri="{FF2B5EF4-FFF2-40B4-BE49-F238E27FC236}">
                <a16:creationId xmlns:a16="http://schemas.microsoft.com/office/drawing/2014/main" id="{610CAECA-B5A1-6DFF-BDE5-CA88D50364A6}"/>
              </a:ext>
            </a:extLst>
          </p:cNvPr>
          <p:cNvSpPr/>
          <p:nvPr/>
        </p:nvSpPr>
        <p:spPr>
          <a:xfrm>
            <a:off x="10420431" y="4112243"/>
            <a:ext cx="911471" cy="360000"/>
          </a:xfrm>
          <a:prstGeom prst="rect">
            <a:avLst/>
          </a:prstGeom>
          <a:solidFill>
            <a:schemeClr val="bg1">
              <a:lumMod val="65000"/>
            </a:schemeClr>
          </a:solidFill>
          <a:ln w="38100">
            <a:solidFill>
              <a:srgbClr val="FF3C0F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r>
              <a:rPr lang="pt-BR" b="1" dirty="0" err="1">
                <a:solidFill>
                  <a:schemeClr val="accent6"/>
                </a:solidFill>
                <a:latin typeface="+mj-lt"/>
              </a:rPr>
              <a:t>Comer-cial</a:t>
            </a:r>
            <a:endParaRPr lang="en-BR" b="1" dirty="0">
              <a:solidFill>
                <a:schemeClr val="accent6"/>
              </a:solidFill>
              <a:latin typeface="+mj-lt"/>
            </a:endParaRP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C719E798-08DE-E8B7-A320-36F77C686414}"/>
              </a:ext>
            </a:extLst>
          </p:cNvPr>
          <p:cNvSpPr/>
          <p:nvPr/>
        </p:nvSpPr>
        <p:spPr>
          <a:xfrm>
            <a:off x="10420432" y="5020303"/>
            <a:ext cx="936000" cy="360000"/>
          </a:xfrm>
          <a:prstGeom prst="rect">
            <a:avLst/>
          </a:prstGeom>
          <a:solidFill>
            <a:srgbClr val="A6A6A6"/>
          </a:solidFill>
          <a:ln w="28575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r>
              <a:rPr lang="pt-BR" b="1" dirty="0">
                <a:solidFill>
                  <a:schemeClr val="accent6"/>
                </a:solidFill>
                <a:latin typeface="+mj-lt"/>
              </a:rPr>
              <a:t>Redes e </a:t>
            </a:r>
            <a:r>
              <a:rPr lang="pt-BR" b="1" dirty="0" err="1">
                <a:solidFill>
                  <a:schemeClr val="accent6"/>
                </a:solidFill>
                <a:latin typeface="+mj-lt"/>
              </a:rPr>
              <a:t>Ops</a:t>
            </a:r>
            <a:endParaRPr lang="en-BR" b="1" dirty="0">
              <a:solidFill>
                <a:schemeClr val="accent6"/>
              </a:solidFill>
              <a:latin typeface="+mj-lt"/>
            </a:endParaRP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43CB9A27-5B12-6DA4-A690-C9B860D3B423}"/>
              </a:ext>
            </a:extLst>
          </p:cNvPr>
          <p:cNvSpPr/>
          <p:nvPr/>
        </p:nvSpPr>
        <p:spPr>
          <a:xfrm>
            <a:off x="10420432" y="4596665"/>
            <a:ext cx="936000" cy="360000"/>
          </a:xfrm>
          <a:prstGeom prst="rect">
            <a:avLst/>
          </a:prstGeom>
          <a:solidFill>
            <a:srgbClr val="92D050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r>
              <a:rPr lang="pt-BR" b="1" dirty="0">
                <a:solidFill>
                  <a:schemeClr val="accent6"/>
                </a:solidFill>
                <a:latin typeface="+mj-lt"/>
              </a:rPr>
              <a:t>Redes e </a:t>
            </a:r>
            <a:r>
              <a:rPr lang="pt-BR" b="1" dirty="0" err="1">
                <a:solidFill>
                  <a:schemeClr val="accent6"/>
                </a:solidFill>
                <a:latin typeface="+mj-lt"/>
              </a:rPr>
              <a:t>Ops</a:t>
            </a:r>
            <a:endParaRPr lang="en-BR" b="1" dirty="0">
              <a:solidFill>
                <a:schemeClr val="accent6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621435609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2">
            <a:extLst>
              <a:ext uri="{FF2B5EF4-FFF2-40B4-BE49-F238E27FC236}">
                <a16:creationId xmlns:a16="http://schemas.microsoft.com/office/drawing/2014/main" id="{596F06C2-95AA-7318-D328-1858C3569733}"/>
              </a:ext>
            </a:extLst>
          </p:cNvPr>
          <p:cNvSpPr txBox="1">
            <a:spLocks/>
          </p:cNvSpPr>
          <p:nvPr/>
        </p:nvSpPr>
        <p:spPr>
          <a:xfrm>
            <a:off x="314182" y="119371"/>
            <a:ext cx="10756482" cy="558294"/>
          </a:xfrm>
          <a:prstGeom prst="rect">
            <a:avLst/>
          </a:prstGeom>
        </p:spPr>
        <p:txBody>
          <a:bodyPr vert="horz"/>
          <a:lstStyle>
            <a:lvl1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00" b="0" i="0" u="none" strike="noStrike" cap="none" spc="0" baseline="0">
                <a:solidFill>
                  <a:srgbClr val="00D318"/>
                </a:solidFill>
                <a:uFillTx/>
                <a:latin typeface="Simplon BP Bold" pitchFamily="2" charset="0"/>
                <a:ea typeface="+mj-ea"/>
                <a:cs typeface="+mj-cs"/>
                <a:sym typeface="Simplon BP Regular"/>
              </a:defRPr>
            </a:lvl1pPr>
            <a:lvl2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2pPr>
            <a:lvl3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3pPr>
            <a:lvl4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4pPr>
            <a:lvl5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5pPr>
            <a:lvl6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6pPr>
            <a:lvl7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7pPr>
            <a:lvl8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8pPr>
            <a:lvl9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9pPr>
          </a:lstStyle>
          <a:p>
            <a:pPr hangingPunct="1"/>
            <a:r>
              <a:rPr lang="pt-BR" sz="2800">
                <a:solidFill>
                  <a:schemeClr val="accent6"/>
                </a:solidFill>
              </a:rPr>
              <a:t>Macro Plano de Trabalho</a:t>
            </a:r>
            <a:endParaRPr lang="pt-BR" sz="2800"/>
          </a:p>
        </p:txBody>
      </p:sp>
      <p:sp>
        <p:nvSpPr>
          <p:cNvPr id="6" name="Slide Number Placeholder 1">
            <a:extLst>
              <a:ext uri="{FF2B5EF4-FFF2-40B4-BE49-F238E27FC236}">
                <a16:creationId xmlns:a16="http://schemas.microsoft.com/office/drawing/2014/main" id="{5A0D3EFF-A031-E573-0780-9056E62CE6FA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>
          <a:xfrm>
            <a:off x="11832803" y="5932925"/>
            <a:ext cx="316751" cy="276999"/>
          </a:xfrm>
        </p:spPr>
        <p:txBody>
          <a:bodyPr/>
          <a:lstStyle/>
          <a:p>
            <a:pPr marL="0" marR="0" lvl="0" indent="0" algn="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CB4B4D-7CA3-9044-876B-883B54F8677D}" type="slidenum">
              <a:rPr kumimoji="0" lang="pt-BR" sz="1200" b="0" i="0" u="none" strike="noStrike" kern="0" cap="none" spc="0" normalizeH="0" baseline="0" noProof="0" smtClean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Simplon BP Regular"/>
                <a:sym typeface="Simplon BP Regular"/>
              </a:rPr>
              <a:pPr marL="0" marR="0" lvl="0" indent="0" algn="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pt-BR" sz="1200" b="0" i="0" u="none" strike="noStrike" kern="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Simplon BP Regular"/>
              <a:sym typeface="Simplon BP Regular"/>
            </a:endParaRP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0BFA473E-6B89-0FAF-E49F-C5F5115C965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46445169"/>
              </p:ext>
            </p:extLst>
          </p:nvPr>
        </p:nvGraphicFramePr>
        <p:xfrm>
          <a:off x="2171988" y="1035331"/>
          <a:ext cx="9907616" cy="5303520"/>
        </p:xfrm>
        <a:graphic>
          <a:graphicData uri="http://schemas.openxmlformats.org/drawingml/2006/table">
            <a:tbl>
              <a:tblPr firstRow="1" bandRow="1"/>
              <a:tblGrid>
                <a:gridCol w="1583086">
                  <a:extLst>
                    <a:ext uri="{9D8B030D-6E8A-4147-A177-3AD203B41FA5}">
                      <a16:colId xmlns:a16="http://schemas.microsoft.com/office/drawing/2014/main" val="615484032"/>
                    </a:ext>
                  </a:extLst>
                </a:gridCol>
                <a:gridCol w="1583086">
                  <a:extLst>
                    <a:ext uri="{9D8B030D-6E8A-4147-A177-3AD203B41FA5}">
                      <a16:colId xmlns:a16="http://schemas.microsoft.com/office/drawing/2014/main" val="2704344942"/>
                    </a:ext>
                  </a:extLst>
                </a:gridCol>
                <a:gridCol w="1583086">
                  <a:extLst>
                    <a:ext uri="{9D8B030D-6E8A-4147-A177-3AD203B41FA5}">
                      <a16:colId xmlns:a16="http://schemas.microsoft.com/office/drawing/2014/main" val="1163614476"/>
                    </a:ext>
                  </a:extLst>
                </a:gridCol>
                <a:gridCol w="1583086">
                  <a:extLst>
                    <a:ext uri="{9D8B030D-6E8A-4147-A177-3AD203B41FA5}">
                      <a16:colId xmlns:a16="http://schemas.microsoft.com/office/drawing/2014/main" val="1938603679"/>
                    </a:ext>
                  </a:extLst>
                </a:gridCol>
                <a:gridCol w="1583086">
                  <a:extLst>
                    <a:ext uri="{9D8B030D-6E8A-4147-A177-3AD203B41FA5}">
                      <a16:colId xmlns:a16="http://schemas.microsoft.com/office/drawing/2014/main" val="842458018"/>
                    </a:ext>
                  </a:extLst>
                </a:gridCol>
                <a:gridCol w="1583086">
                  <a:extLst>
                    <a:ext uri="{9D8B030D-6E8A-4147-A177-3AD203B41FA5}">
                      <a16:colId xmlns:a16="http://schemas.microsoft.com/office/drawing/2014/main" val="2102807249"/>
                    </a:ext>
                  </a:extLst>
                </a:gridCol>
                <a:gridCol w="409100">
                  <a:extLst>
                    <a:ext uri="{9D8B030D-6E8A-4147-A177-3AD203B41FA5}">
                      <a16:colId xmlns:a16="http://schemas.microsoft.com/office/drawing/2014/main" val="3365850062"/>
                    </a:ext>
                  </a:extLst>
                </a:gridCol>
              </a:tblGrid>
              <a:tr h="455459">
                <a:tc>
                  <a:txBody>
                    <a:bodyPr/>
                    <a:lstStyle>
                      <a:lvl1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1" i="0" u="none" strike="noStrike" cap="none" spc="0" baseline="0">
                          <a:solidFill>
                            <a:schemeClr val="lt1"/>
                          </a:solidFill>
                          <a:uFillTx/>
                          <a:latin typeface="Graphik"/>
                          <a:sym typeface="Simplon BP Regular"/>
                        </a:defRPr>
                      </a:lvl1pPr>
                      <a:lvl2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1" i="0" u="none" strike="noStrike" cap="none" spc="0" baseline="0">
                          <a:solidFill>
                            <a:schemeClr val="lt1"/>
                          </a:solidFill>
                          <a:uFillTx/>
                          <a:latin typeface="Graphik"/>
                          <a:sym typeface="Simplon BP Regular"/>
                        </a:defRPr>
                      </a:lvl2pPr>
                      <a:lvl3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1" i="0" u="none" strike="noStrike" cap="none" spc="0" baseline="0">
                          <a:solidFill>
                            <a:schemeClr val="lt1"/>
                          </a:solidFill>
                          <a:uFillTx/>
                          <a:latin typeface="Graphik"/>
                          <a:sym typeface="Simplon BP Regular"/>
                        </a:defRPr>
                      </a:lvl3pPr>
                      <a:lvl4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1" i="0" u="none" strike="noStrike" cap="none" spc="0" baseline="0">
                          <a:solidFill>
                            <a:schemeClr val="lt1"/>
                          </a:solidFill>
                          <a:uFillTx/>
                          <a:latin typeface="Graphik"/>
                          <a:sym typeface="Simplon BP Regular"/>
                        </a:defRPr>
                      </a:lvl4pPr>
                      <a:lvl5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1" i="0" u="none" strike="noStrike" cap="none" spc="0" baseline="0">
                          <a:solidFill>
                            <a:schemeClr val="lt1"/>
                          </a:solidFill>
                          <a:uFillTx/>
                          <a:latin typeface="Graphik"/>
                          <a:sym typeface="Simplon BP Regular"/>
                        </a:defRPr>
                      </a:lvl5pPr>
                      <a:lvl6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1" i="0" u="none" strike="noStrike" cap="none" spc="0" baseline="0">
                          <a:solidFill>
                            <a:schemeClr val="lt1"/>
                          </a:solidFill>
                          <a:uFillTx/>
                          <a:latin typeface="Graphik"/>
                          <a:sym typeface="Simplon BP Regular"/>
                        </a:defRPr>
                      </a:lvl6pPr>
                      <a:lvl7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1" i="0" u="none" strike="noStrike" cap="none" spc="0" baseline="0">
                          <a:solidFill>
                            <a:schemeClr val="lt1"/>
                          </a:solidFill>
                          <a:uFillTx/>
                          <a:latin typeface="Graphik"/>
                          <a:sym typeface="Simplon BP Regular"/>
                        </a:defRPr>
                      </a:lvl7pPr>
                      <a:lvl8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1" i="0" u="none" strike="noStrike" cap="none" spc="0" baseline="0">
                          <a:solidFill>
                            <a:schemeClr val="lt1"/>
                          </a:solidFill>
                          <a:uFillTx/>
                          <a:latin typeface="Graphik"/>
                          <a:sym typeface="Simplon BP Regular"/>
                        </a:defRPr>
                      </a:lvl8pPr>
                      <a:lvl9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1" i="0" u="none" strike="noStrike" cap="none" spc="0" baseline="0">
                          <a:solidFill>
                            <a:schemeClr val="lt1"/>
                          </a:solidFill>
                          <a:uFillTx/>
                          <a:latin typeface="Graphik"/>
                          <a:sym typeface="Simplon BP Regular"/>
                        </a:defRPr>
                      </a:lvl9pPr>
                    </a:lstStyle>
                    <a:p>
                      <a:pPr algn="ctr"/>
                      <a:r>
                        <a:rPr lang="pt-BR" sz="1200">
                          <a:solidFill>
                            <a:schemeClr val="bg1"/>
                          </a:solidFill>
                        </a:rPr>
                        <a:t>JUNHO</a:t>
                      </a:r>
                    </a:p>
                  </a:txBody>
                  <a:tcPr marL="83127" marR="83127" anchor="ctr">
                    <a:lnL w="762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1" i="0" u="none" strike="noStrike" cap="none" spc="0" baseline="0">
                          <a:solidFill>
                            <a:schemeClr val="lt1"/>
                          </a:solidFill>
                          <a:uFillTx/>
                          <a:latin typeface="Graphik"/>
                          <a:sym typeface="Simplon BP Regular"/>
                        </a:defRPr>
                      </a:lvl1pPr>
                      <a:lvl2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1" i="0" u="none" strike="noStrike" cap="none" spc="0" baseline="0">
                          <a:solidFill>
                            <a:schemeClr val="lt1"/>
                          </a:solidFill>
                          <a:uFillTx/>
                          <a:latin typeface="Graphik"/>
                          <a:sym typeface="Simplon BP Regular"/>
                        </a:defRPr>
                      </a:lvl2pPr>
                      <a:lvl3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1" i="0" u="none" strike="noStrike" cap="none" spc="0" baseline="0">
                          <a:solidFill>
                            <a:schemeClr val="lt1"/>
                          </a:solidFill>
                          <a:uFillTx/>
                          <a:latin typeface="Graphik"/>
                          <a:sym typeface="Simplon BP Regular"/>
                        </a:defRPr>
                      </a:lvl3pPr>
                      <a:lvl4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1" i="0" u="none" strike="noStrike" cap="none" spc="0" baseline="0">
                          <a:solidFill>
                            <a:schemeClr val="lt1"/>
                          </a:solidFill>
                          <a:uFillTx/>
                          <a:latin typeface="Graphik"/>
                          <a:sym typeface="Simplon BP Regular"/>
                        </a:defRPr>
                      </a:lvl4pPr>
                      <a:lvl5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1" i="0" u="none" strike="noStrike" cap="none" spc="0" baseline="0">
                          <a:solidFill>
                            <a:schemeClr val="lt1"/>
                          </a:solidFill>
                          <a:uFillTx/>
                          <a:latin typeface="Graphik"/>
                          <a:sym typeface="Simplon BP Regular"/>
                        </a:defRPr>
                      </a:lvl5pPr>
                      <a:lvl6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1" i="0" u="none" strike="noStrike" cap="none" spc="0" baseline="0">
                          <a:solidFill>
                            <a:schemeClr val="lt1"/>
                          </a:solidFill>
                          <a:uFillTx/>
                          <a:latin typeface="Graphik"/>
                          <a:sym typeface="Simplon BP Regular"/>
                        </a:defRPr>
                      </a:lvl6pPr>
                      <a:lvl7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1" i="0" u="none" strike="noStrike" cap="none" spc="0" baseline="0">
                          <a:solidFill>
                            <a:schemeClr val="lt1"/>
                          </a:solidFill>
                          <a:uFillTx/>
                          <a:latin typeface="Graphik"/>
                          <a:sym typeface="Simplon BP Regular"/>
                        </a:defRPr>
                      </a:lvl7pPr>
                      <a:lvl8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1" i="0" u="none" strike="noStrike" cap="none" spc="0" baseline="0">
                          <a:solidFill>
                            <a:schemeClr val="lt1"/>
                          </a:solidFill>
                          <a:uFillTx/>
                          <a:latin typeface="Graphik"/>
                          <a:sym typeface="Simplon BP Regular"/>
                        </a:defRPr>
                      </a:lvl8pPr>
                      <a:lvl9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1" i="0" u="none" strike="noStrike" cap="none" spc="0" baseline="0">
                          <a:solidFill>
                            <a:schemeClr val="lt1"/>
                          </a:solidFill>
                          <a:uFillTx/>
                          <a:latin typeface="Graphik"/>
                          <a:sym typeface="Simplon BP Regular"/>
                        </a:defRPr>
                      </a:lvl9pPr>
                    </a:lstStyle>
                    <a:p>
                      <a:pPr algn="ctr"/>
                      <a:r>
                        <a:rPr lang="pt-BR" sz="1200">
                          <a:solidFill>
                            <a:schemeClr val="bg1"/>
                          </a:solidFill>
                        </a:rPr>
                        <a:t>JULHO</a:t>
                      </a:r>
                    </a:p>
                  </a:txBody>
                  <a:tcPr marL="83127" marR="83127" anchor="ctr">
                    <a:lnL w="762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1" i="0" u="none" strike="noStrike" cap="none" spc="0" baseline="0">
                          <a:solidFill>
                            <a:schemeClr val="lt1"/>
                          </a:solidFill>
                          <a:uFillTx/>
                          <a:latin typeface="Graphik"/>
                          <a:sym typeface="Simplon BP Regular"/>
                        </a:defRPr>
                      </a:lvl1pPr>
                      <a:lvl2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1" i="0" u="none" strike="noStrike" cap="none" spc="0" baseline="0">
                          <a:solidFill>
                            <a:schemeClr val="lt1"/>
                          </a:solidFill>
                          <a:uFillTx/>
                          <a:latin typeface="Graphik"/>
                          <a:sym typeface="Simplon BP Regular"/>
                        </a:defRPr>
                      </a:lvl2pPr>
                      <a:lvl3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1" i="0" u="none" strike="noStrike" cap="none" spc="0" baseline="0">
                          <a:solidFill>
                            <a:schemeClr val="lt1"/>
                          </a:solidFill>
                          <a:uFillTx/>
                          <a:latin typeface="Graphik"/>
                          <a:sym typeface="Simplon BP Regular"/>
                        </a:defRPr>
                      </a:lvl3pPr>
                      <a:lvl4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1" i="0" u="none" strike="noStrike" cap="none" spc="0" baseline="0">
                          <a:solidFill>
                            <a:schemeClr val="lt1"/>
                          </a:solidFill>
                          <a:uFillTx/>
                          <a:latin typeface="Graphik"/>
                          <a:sym typeface="Simplon BP Regular"/>
                        </a:defRPr>
                      </a:lvl4pPr>
                      <a:lvl5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1" i="0" u="none" strike="noStrike" cap="none" spc="0" baseline="0">
                          <a:solidFill>
                            <a:schemeClr val="lt1"/>
                          </a:solidFill>
                          <a:uFillTx/>
                          <a:latin typeface="Graphik"/>
                          <a:sym typeface="Simplon BP Regular"/>
                        </a:defRPr>
                      </a:lvl5pPr>
                      <a:lvl6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1" i="0" u="none" strike="noStrike" cap="none" spc="0" baseline="0">
                          <a:solidFill>
                            <a:schemeClr val="lt1"/>
                          </a:solidFill>
                          <a:uFillTx/>
                          <a:latin typeface="Graphik"/>
                          <a:sym typeface="Simplon BP Regular"/>
                        </a:defRPr>
                      </a:lvl6pPr>
                      <a:lvl7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1" i="0" u="none" strike="noStrike" cap="none" spc="0" baseline="0">
                          <a:solidFill>
                            <a:schemeClr val="lt1"/>
                          </a:solidFill>
                          <a:uFillTx/>
                          <a:latin typeface="Graphik"/>
                          <a:sym typeface="Simplon BP Regular"/>
                        </a:defRPr>
                      </a:lvl7pPr>
                      <a:lvl8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1" i="0" u="none" strike="noStrike" cap="none" spc="0" baseline="0">
                          <a:solidFill>
                            <a:schemeClr val="lt1"/>
                          </a:solidFill>
                          <a:uFillTx/>
                          <a:latin typeface="Graphik"/>
                          <a:sym typeface="Simplon BP Regular"/>
                        </a:defRPr>
                      </a:lvl8pPr>
                      <a:lvl9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1" i="0" u="none" strike="noStrike" cap="none" spc="0" baseline="0">
                          <a:solidFill>
                            <a:schemeClr val="lt1"/>
                          </a:solidFill>
                          <a:uFillTx/>
                          <a:latin typeface="Graphik"/>
                          <a:sym typeface="Simplon BP Regular"/>
                        </a:defRPr>
                      </a:lvl9pPr>
                    </a:lstStyle>
                    <a:p>
                      <a:pPr algn="ctr"/>
                      <a:r>
                        <a:rPr lang="pt-BR" sz="1200">
                          <a:solidFill>
                            <a:schemeClr val="bg1"/>
                          </a:solidFill>
                        </a:rPr>
                        <a:t>AGOSTO</a:t>
                      </a:r>
                    </a:p>
                  </a:txBody>
                  <a:tcPr marL="83127" marR="83127" anchor="ctr">
                    <a:lnL w="762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1" i="0" u="none" strike="noStrike" cap="none" spc="0" baseline="0">
                          <a:solidFill>
                            <a:schemeClr val="lt1"/>
                          </a:solidFill>
                          <a:uFillTx/>
                          <a:latin typeface="Graphik"/>
                          <a:sym typeface="Simplon BP Regular"/>
                        </a:defRPr>
                      </a:lvl1pPr>
                      <a:lvl2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1" i="0" u="none" strike="noStrike" cap="none" spc="0" baseline="0">
                          <a:solidFill>
                            <a:schemeClr val="lt1"/>
                          </a:solidFill>
                          <a:uFillTx/>
                          <a:latin typeface="Graphik"/>
                          <a:sym typeface="Simplon BP Regular"/>
                        </a:defRPr>
                      </a:lvl2pPr>
                      <a:lvl3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1" i="0" u="none" strike="noStrike" cap="none" spc="0" baseline="0">
                          <a:solidFill>
                            <a:schemeClr val="lt1"/>
                          </a:solidFill>
                          <a:uFillTx/>
                          <a:latin typeface="Graphik"/>
                          <a:sym typeface="Simplon BP Regular"/>
                        </a:defRPr>
                      </a:lvl3pPr>
                      <a:lvl4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1" i="0" u="none" strike="noStrike" cap="none" spc="0" baseline="0">
                          <a:solidFill>
                            <a:schemeClr val="lt1"/>
                          </a:solidFill>
                          <a:uFillTx/>
                          <a:latin typeface="Graphik"/>
                          <a:sym typeface="Simplon BP Regular"/>
                        </a:defRPr>
                      </a:lvl4pPr>
                      <a:lvl5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1" i="0" u="none" strike="noStrike" cap="none" spc="0" baseline="0">
                          <a:solidFill>
                            <a:schemeClr val="lt1"/>
                          </a:solidFill>
                          <a:uFillTx/>
                          <a:latin typeface="Graphik"/>
                          <a:sym typeface="Simplon BP Regular"/>
                        </a:defRPr>
                      </a:lvl5pPr>
                      <a:lvl6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1" i="0" u="none" strike="noStrike" cap="none" spc="0" baseline="0">
                          <a:solidFill>
                            <a:schemeClr val="lt1"/>
                          </a:solidFill>
                          <a:uFillTx/>
                          <a:latin typeface="Graphik"/>
                          <a:sym typeface="Simplon BP Regular"/>
                        </a:defRPr>
                      </a:lvl6pPr>
                      <a:lvl7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1" i="0" u="none" strike="noStrike" cap="none" spc="0" baseline="0">
                          <a:solidFill>
                            <a:schemeClr val="lt1"/>
                          </a:solidFill>
                          <a:uFillTx/>
                          <a:latin typeface="Graphik"/>
                          <a:sym typeface="Simplon BP Regular"/>
                        </a:defRPr>
                      </a:lvl7pPr>
                      <a:lvl8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1" i="0" u="none" strike="noStrike" cap="none" spc="0" baseline="0">
                          <a:solidFill>
                            <a:schemeClr val="lt1"/>
                          </a:solidFill>
                          <a:uFillTx/>
                          <a:latin typeface="Graphik"/>
                          <a:sym typeface="Simplon BP Regular"/>
                        </a:defRPr>
                      </a:lvl8pPr>
                      <a:lvl9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1" i="0" u="none" strike="noStrike" cap="none" spc="0" baseline="0">
                          <a:solidFill>
                            <a:schemeClr val="lt1"/>
                          </a:solidFill>
                          <a:uFillTx/>
                          <a:latin typeface="Graphik"/>
                          <a:sym typeface="Simplon BP Regular"/>
                        </a:defRPr>
                      </a:lvl9pPr>
                    </a:lstStyle>
                    <a:p>
                      <a:pPr algn="ctr"/>
                      <a:r>
                        <a:rPr lang="pt-BR" sz="1200">
                          <a:solidFill>
                            <a:schemeClr val="bg1"/>
                          </a:solidFill>
                        </a:rPr>
                        <a:t>SETEMBRO</a:t>
                      </a:r>
                    </a:p>
                  </a:txBody>
                  <a:tcPr marL="83127" marR="83127" anchor="ctr">
                    <a:lnL w="762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1" i="0" u="none" strike="noStrike" cap="none" spc="0" baseline="0">
                          <a:solidFill>
                            <a:schemeClr val="lt1"/>
                          </a:solidFill>
                          <a:uFillTx/>
                          <a:latin typeface="Graphik"/>
                          <a:sym typeface="Simplon BP Regular"/>
                        </a:defRPr>
                      </a:lvl1pPr>
                      <a:lvl2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1" i="0" u="none" strike="noStrike" cap="none" spc="0" baseline="0">
                          <a:solidFill>
                            <a:schemeClr val="lt1"/>
                          </a:solidFill>
                          <a:uFillTx/>
                          <a:latin typeface="Graphik"/>
                          <a:sym typeface="Simplon BP Regular"/>
                        </a:defRPr>
                      </a:lvl2pPr>
                      <a:lvl3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1" i="0" u="none" strike="noStrike" cap="none" spc="0" baseline="0">
                          <a:solidFill>
                            <a:schemeClr val="lt1"/>
                          </a:solidFill>
                          <a:uFillTx/>
                          <a:latin typeface="Graphik"/>
                          <a:sym typeface="Simplon BP Regular"/>
                        </a:defRPr>
                      </a:lvl3pPr>
                      <a:lvl4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1" i="0" u="none" strike="noStrike" cap="none" spc="0" baseline="0">
                          <a:solidFill>
                            <a:schemeClr val="lt1"/>
                          </a:solidFill>
                          <a:uFillTx/>
                          <a:latin typeface="Graphik"/>
                          <a:sym typeface="Simplon BP Regular"/>
                        </a:defRPr>
                      </a:lvl4pPr>
                      <a:lvl5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1" i="0" u="none" strike="noStrike" cap="none" spc="0" baseline="0">
                          <a:solidFill>
                            <a:schemeClr val="lt1"/>
                          </a:solidFill>
                          <a:uFillTx/>
                          <a:latin typeface="Graphik"/>
                          <a:sym typeface="Simplon BP Regular"/>
                        </a:defRPr>
                      </a:lvl5pPr>
                      <a:lvl6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1" i="0" u="none" strike="noStrike" cap="none" spc="0" baseline="0">
                          <a:solidFill>
                            <a:schemeClr val="lt1"/>
                          </a:solidFill>
                          <a:uFillTx/>
                          <a:latin typeface="Graphik"/>
                          <a:sym typeface="Simplon BP Regular"/>
                        </a:defRPr>
                      </a:lvl6pPr>
                      <a:lvl7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1" i="0" u="none" strike="noStrike" cap="none" spc="0" baseline="0">
                          <a:solidFill>
                            <a:schemeClr val="lt1"/>
                          </a:solidFill>
                          <a:uFillTx/>
                          <a:latin typeface="Graphik"/>
                          <a:sym typeface="Simplon BP Regular"/>
                        </a:defRPr>
                      </a:lvl7pPr>
                      <a:lvl8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1" i="0" u="none" strike="noStrike" cap="none" spc="0" baseline="0">
                          <a:solidFill>
                            <a:schemeClr val="lt1"/>
                          </a:solidFill>
                          <a:uFillTx/>
                          <a:latin typeface="Graphik"/>
                          <a:sym typeface="Simplon BP Regular"/>
                        </a:defRPr>
                      </a:lvl8pPr>
                      <a:lvl9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1" i="0" u="none" strike="noStrike" cap="none" spc="0" baseline="0">
                          <a:solidFill>
                            <a:schemeClr val="lt1"/>
                          </a:solidFill>
                          <a:uFillTx/>
                          <a:latin typeface="Graphik"/>
                          <a:sym typeface="Simplon BP Regular"/>
                        </a:defRPr>
                      </a:lvl9pPr>
                    </a:lstStyle>
                    <a:p>
                      <a:pPr algn="ctr"/>
                      <a:r>
                        <a:rPr lang="pt-BR" sz="1200">
                          <a:solidFill>
                            <a:schemeClr val="bg1"/>
                          </a:solidFill>
                        </a:rPr>
                        <a:t>OUTUBRO</a:t>
                      </a:r>
                    </a:p>
                  </a:txBody>
                  <a:tcPr marL="83127" marR="83127" anchor="ctr">
                    <a:lnL w="762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b="1" i="0" u="none" strike="noStrike" cap="none" spc="0" baseline="0">
                          <a:solidFill>
                            <a:schemeClr val="bg1"/>
                          </a:solidFill>
                          <a:uFillTx/>
                          <a:latin typeface="Graphik"/>
                          <a:ea typeface="+mn-ea"/>
                          <a:cs typeface="+mn-cs"/>
                          <a:sym typeface="Simplon BP Regular"/>
                        </a:rPr>
                        <a:t>NOVEMBRO</a:t>
                      </a:r>
                    </a:p>
                  </a:txBody>
                  <a:tcPr marL="83127" marR="83127" anchor="ctr">
                    <a:lnL w="762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bg1"/>
                        </a:solidFill>
                      </a:endParaRPr>
                    </a:p>
                  </a:txBody>
                  <a:tcPr marL="83127" marR="83127" anchor="ctr">
                    <a:lnL w="762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83838771"/>
                  </a:ext>
                </a:extLst>
              </a:tr>
              <a:tr h="4848061">
                <a:tc>
                  <a:txBody>
                    <a:bodyPr/>
                    <a:lstStyle>
                      <a:lvl1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dk1"/>
                          </a:solidFill>
                          <a:uFillTx/>
                          <a:latin typeface="Graphik"/>
                          <a:sym typeface="Simplon BP Regular"/>
                        </a:defRPr>
                      </a:lvl1pPr>
                      <a:lvl2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dk1"/>
                          </a:solidFill>
                          <a:uFillTx/>
                          <a:latin typeface="Graphik"/>
                          <a:sym typeface="Simplon BP Regular"/>
                        </a:defRPr>
                      </a:lvl2pPr>
                      <a:lvl3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dk1"/>
                          </a:solidFill>
                          <a:uFillTx/>
                          <a:latin typeface="Graphik"/>
                          <a:sym typeface="Simplon BP Regular"/>
                        </a:defRPr>
                      </a:lvl3pPr>
                      <a:lvl4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dk1"/>
                          </a:solidFill>
                          <a:uFillTx/>
                          <a:latin typeface="Graphik"/>
                          <a:sym typeface="Simplon BP Regular"/>
                        </a:defRPr>
                      </a:lvl4pPr>
                      <a:lvl5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dk1"/>
                          </a:solidFill>
                          <a:uFillTx/>
                          <a:latin typeface="Graphik"/>
                          <a:sym typeface="Simplon BP Regular"/>
                        </a:defRPr>
                      </a:lvl5pPr>
                      <a:lvl6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dk1"/>
                          </a:solidFill>
                          <a:uFillTx/>
                          <a:latin typeface="Graphik"/>
                          <a:sym typeface="Simplon BP Regular"/>
                        </a:defRPr>
                      </a:lvl6pPr>
                      <a:lvl7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dk1"/>
                          </a:solidFill>
                          <a:uFillTx/>
                          <a:latin typeface="Graphik"/>
                          <a:sym typeface="Simplon BP Regular"/>
                        </a:defRPr>
                      </a:lvl7pPr>
                      <a:lvl8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dk1"/>
                          </a:solidFill>
                          <a:uFillTx/>
                          <a:latin typeface="Graphik"/>
                          <a:sym typeface="Simplon BP Regular"/>
                        </a:defRPr>
                      </a:lvl8pPr>
                      <a:lvl9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dk1"/>
                          </a:solidFill>
                          <a:uFillTx/>
                          <a:latin typeface="Graphik"/>
                          <a:sym typeface="Simplon BP Regular"/>
                        </a:defRPr>
                      </a:lvl9pPr>
                    </a:lstStyle>
                    <a:p>
                      <a:pPr algn="ctr"/>
                      <a:endParaRPr lang="pt-BR" sz="1200"/>
                    </a:p>
                  </a:txBody>
                  <a:tcPr marL="83127" marR="83127" anchor="ctr">
                    <a:lnL w="762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85000"/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dk1"/>
                          </a:solidFill>
                          <a:uFillTx/>
                          <a:latin typeface="Graphik"/>
                          <a:sym typeface="Simplon BP Regular"/>
                        </a:defRPr>
                      </a:lvl1pPr>
                      <a:lvl2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dk1"/>
                          </a:solidFill>
                          <a:uFillTx/>
                          <a:latin typeface="Graphik"/>
                          <a:sym typeface="Simplon BP Regular"/>
                        </a:defRPr>
                      </a:lvl2pPr>
                      <a:lvl3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dk1"/>
                          </a:solidFill>
                          <a:uFillTx/>
                          <a:latin typeface="Graphik"/>
                          <a:sym typeface="Simplon BP Regular"/>
                        </a:defRPr>
                      </a:lvl3pPr>
                      <a:lvl4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dk1"/>
                          </a:solidFill>
                          <a:uFillTx/>
                          <a:latin typeface="Graphik"/>
                          <a:sym typeface="Simplon BP Regular"/>
                        </a:defRPr>
                      </a:lvl4pPr>
                      <a:lvl5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dk1"/>
                          </a:solidFill>
                          <a:uFillTx/>
                          <a:latin typeface="Graphik"/>
                          <a:sym typeface="Simplon BP Regular"/>
                        </a:defRPr>
                      </a:lvl5pPr>
                      <a:lvl6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dk1"/>
                          </a:solidFill>
                          <a:uFillTx/>
                          <a:latin typeface="Graphik"/>
                          <a:sym typeface="Simplon BP Regular"/>
                        </a:defRPr>
                      </a:lvl6pPr>
                      <a:lvl7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dk1"/>
                          </a:solidFill>
                          <a:uFillTx/>
                          <a:latin typeface="Graphik"/>
                          <a:sym typeface="Simplon BP Regular"/>
                        </a:defRPr>
                      </a:lvl7pPr>
                      <a:lvl8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dk1"/>
                          </a:solidFill>
                          <a:uFillTx/>
                          <a:latin typeface="Graphik"/>
                          <a:sym typeface="Simplon BP Regular"/>
                        </a:defRPr>
                      </a:lvl8pPr>
                      <a:lvl9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dk1"/>
                          </a:solidFill>
                          <a:uFillTx/>
                          <a:latin typeface="Graphik"/>
                          <a:sym typeface="Simplon BP Regular"/>
                        </a:defRPr>
                      </a:lvl9pPr>
                    </a:lstStyle>
                    <a:p>
                      <a:pPr algn="ctr"/>
                      <a:endParaRPr lang="pt-BR" sz="1200" dirty="0"/>
                    </a:p>
                  </a:txBody>
                  <a:tcPr marL="83127" marR="83127" anchor="ctr">
                    <a:lnL w="762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85000"/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dk1"/>
                          </a:solidFill>
                          <a:uFillTx/>
                          <a:latin typeface="Graphik"/>
                          <a:sym typeface="Simplon BP Regular"/>
                        </a:defRPr>
                      </a:lvl1pPr>
                      <a:lvl2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dk1"/>
                          </a:solidFill>
                          <a:uFillTx/>
                          <a:latin typeface="Graphik"/>
                          <a:sym typeface="Simplon BP Regular"/>
                        </a:defRPr>
                      </a:lvl2pPr>
                      <a:lvl3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dk1"/>
                          </a:solidFill>
                          <a:uFillTx/>
                          <a:latin typeface="Graphik"/>
                          <a:sym typeface="Simplon BP Regular"/>
                        </a:defRPr>
                      </a:lvl3pPr>
                      <a:lvl4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dk1"/>
                          </a:solidFill>
                          <a:uFillTx/>
                          <a:latin typeface="Graphik"/>
                          <a:sym typeface="Simplon BP Regular"/>
                        </a:defRPr>
                      </a:lvl4pPr>
                      <a:lvl5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dk1"/>
                          </a:solidFill>
                          <a:uFillTx/>
                          <a:latin typeface="Graphik"/>
                          <a:sym typeface="Simplon BP Regular"/>
                        </a:defRPr>
                      </a:lvl5pPr>
                      <a:lvl6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dk1"/>
                          </a:solidFill>
                          <a:uFillTx/>
                          <a:latin typeface="Graphik"/>
                          <a:sym typeface="Simplon BP Regular"/>
                        </a:defRPr>
                      </a:lvl6pPr>
                      <a:lvl7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dk1"/>
                          </a:solidFill>
                          <a:uFillTx/>
                          <a:latin typeface="Graphik"/>
                          <a:sym typeface="Simplon BP Regular"/>
                        </a:defRPr>
                      </a:lvl7pPr>
                      <a:lvl8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dk1"/>
                          </a:solidFill>
                          <a:uFillTx/>
                          <a:latin typeface="Graphik"/>
                          <a:sym typeface="Simplon BP Regular"/>
                        </a:defRPr>
                      </a:lvl8pPr>
                      <a:lvl9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dk1"/>
                          </a:solidFill>
                          <a:uFillTx/>
                          <a:latin typeface="Graphik"/>
                          <a:sym typeface="Simplon BP Regular"/>
                        </a:defRPr>
                      </a:lvl9pPr>
                    </a:lstStyle>
                    <a:p>
                      <a:pPr algn="ctr"/>
                      <a:endParaRPr lang="pt-BR" sz="1200" dirty="0"/>
                    </a:p>
                  </a:txBody>
                  <a:tcPr marL="83127" marR="83127" anchor="ctr">
                    <a:lnL w="762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85000"/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dk1"/>
                          </a:solidFill>
                          <a:uFillTx/>
                          <a:latin typeface="Graphik"/>
                          <a:sym typeface="Simplon BP Regular"/>
                        </a:defRPr>
                      </a:lvl1pPr>
                      <a:lvl2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dk1"/>
                          </a:solidFill>
                          <a:uFillTx/>
                          <a:latin typeface="Graphik"/>
                          <a:sym typeface="Simplon BP Regular"/>
                        </a:defRPr>
                      </a:lvl2pPr>
                      <a:lvl3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dk1"/>
                          </a:solidFill>
                          <a:uFillTx/>
                          <a:latin typeface="Graphik"/>
                          <a:sym typeface="Simplon BP Regular"/>
                        </a:defRPr>
                      </a:lvl3pPr>
                      <a:lvl4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dk1"/>
                          </a:solidFill>
                          <a:uFillTx/>
                          <a:latin typeface="Graphik"/>
                          <a:sym typeface="Simplon BP Regular"/>
                        </a:defRPr>
                      </a:lvl4pPr>
                      <a:lvl5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dk1"/>
                          </a:solidFill>
                          <a:uFillTx/>
                          <a:latin typeface="Graphik"/>
                          <a:sym typeface="Simplon BP Regular"/>
                        </a:defRPr>
                      </a:lvl5pPr>
                      <a:lvl6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dk1"/>
                          </a:solidFill>
                          <a:uFillTx/>
                          <a:latin typeface="Graphik"/>
                          <a:sym typeface="Simplon BP Regular"/>
                        </a:defRPr>
                      </a:lvl6pPr>
                      <a:lvl7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dk1"/>
                          </a:solidFill>
                          <a:uFillTx/>
                          <a:latin typeface="Graphik"/>
                          <a:sym typeface="Simplon BP Regular"/>
                        </a:defRPr>
                      </a:lvl7pPr>
                      <a:lvl8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dk1"/>
                          </a:solidFill>
                          <a:uFillTx/>
                          <a:latin typeface="Graphik"/>
                          <a:sym typeface="Simplon BP Regular"/>
                        </a:defRPr>
                      </a:lvl8pPr>
                      <a:lvl9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dk1"/>
                          </a:solidFill>
                          <a:uFillTx/>
                          <a:latin typeface="Graphik"/>
                          <a:sym typeface="Simplon BP Regular"/>
                        </a:defRPr>
                      </a:lvl9pPr>
                    </a:lstStyle>
                    <a:p>
                      <a:pPr algn="ctr"/>
                      <a:endParaRPr lang="pt-BR" sz="1200"/>
                    </a:p>
                  </a:txBody>
                  <a:tcPr marL="83127" marR="83127" anchor="ctr">
                    <a:lnL w="762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85000"/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dk1"/>
                          </a:solidFill>
                          <a:uFillTx/>
                          <a:latin typeface="Graphik"/>
                          <a:sym typeface="Simplon BP Regular"/>
                        </a:defRPr>
                      </a:lvl1pPr>
                      <a:lvl2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dk1"/>
                          </a:solidFill>
                          <a:uFillTx/>
                          <a:latin typeface="Graphik"/>
                          <a:sym typeface="Simplon BP Regular"/>
                        </a:defRPr>
                      </a:lvl2pPr>
                      <a:lvl3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dk1"/>
                          </a:solidFill>
                          <a:uFillTx/>
                          <a:latin typeface="Graphik"/>
                          <a:sym typeface="Simplon BP Regular"/>
                        </a:defRPr>
                      </a:lvl3pPr>
                      <a:lvl4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dk1"/>
                          </a:solidFill>
                          <a:uFillTx/>
                          <a:latin typeface="Graphik"/>
                          <a:sym typeface="Simplon BP Regular"/>
                        </a:defRPr>
                      </a:lvl4pPr>
                      <a:lvl5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dk1"/>
                          </a:solidFill>
                          <a:uFillTx/>
                          <a:latin typeface="Graphik"/>
                          <a:sym typeface="Simplon BP Regular"/>
                        </a:defRPr>
                      </a:lvl5pPr>
                      <a:lvl6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dk1"/>
                          </a:solidFill>
                          <a:uFillTx/>
                          <a:latin typeface="Graphik"/>
                          <a:sym typeface="Simplon BP Regular"/>
                        </a:defRPr>
                      </a:lvl6pPr>
                      <a:lvl7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dk1"/>
                          </a:solidFill>
                          <a:uFillTx/>
                          <a:latin typeface="Graphik"/>
                          <a:sym typeface="Simplon BP Regular"/>
                        </a:defRPr>
                      </a:lvl7pPr>
                      <a:lvl8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dk1"/>
                          </a:solidFill>
                          <a:uFillTx/>
                          <a:latin typeface="Graphik"/>
                          <a:sym typeface="Simplon BP Regular"/>
                        </a:defRPr>
                      </a:lvl8pPr>
                      <a:lvl9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dk1"/>
                          </a:solidFill>
                          <a:uFillTx/>
                          <a:latin typeface="Graphik"/>
                          <a:sym typeface="Simplon BP Regular"/>
                        </a:defRPr>
                      </a:lvl9pPr>
                    </a:lstStyle>
                    <a:p>
                      <a:pPr algn="ctr"/>
                      <a:endParaRPr lang="pt-BR" sz="1200"/>
                    </a:p>
                  </a:txBody>
                  <a:tcPr marL="83127" marR="83127" anchor="ctr">
                    <a:lnL w="762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85000"/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200"/>
                    </a:p>
                  </a:txBody>
                  <a:tcPr marL="83127" marR="83127" anchor="ctr">
                    <a:lnL w="762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85000"/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200" dirty="0"/>
                    </a:p>
                  </a:txBody>
                  <a:tcPr marL="83127" marR="83127" anchor="ctr">
                    <a:lnL w="762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85000"/>
                        <a:alpha val="3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5513756"/>
                  </a:ext>
                </a:extLst>
              </a:tr>
            </a:tbl>
          </a:graphicData>
        </a:graphic>
      </p:graphicFrame>
      <p:sp>
        <p:nvSpPr>
          <p:cNvPr id="9" name="Rettangolo 19">
            <a:extLst>
              <a:ext uri="{FF2B5EF4-FFF2-40B4-BE49-F238E27FC236}">
                <a16:creationId xmlns:a16="http://schemas.microsoft.com/office/drawing/2014/main" id="{2CAF7EDD-473C-1A80-492F-6DBD338E8F7A}"/>
              </a:ext>
            </a:extLst>
          </p:cNvPr>
          <p:cNvSpPr/>
          <p:nvPr/>
        </p:nvSpPr>
        <p:spPr>
          <a:xfrm>
            <a:off x="697230" y="2759249"/>
            <a:ext cx="1453573" cy="68400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1905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spcFirstLastPara="0" vert="horz" wrap="square" lIns="72000" tIns="36000" rIns="72000" bIns="6350" numCol="1" spcCol="1270" rtlCol="0" anchor="ctr" anchorCtr="0">
            <a:noAutofit/>
          </a:bodyPr>
          <a:lstStyle/>
          <a:p>
            <a:pPr marL="0" marR="0" lvl="0" indent="0" algn="l" defTabSz="4445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1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Simplon BP Regular"/>
                <a:ea typeface="+mn-ea"/>
                <a:cs typeface="Helvetica"/>
                <a:sym typeface="Simplon BP Regular"/>
              </a:rPr>
              <a:t>PROCESSOS</a:t>
            </a:r>
          </a:p>
        </p:txBody>
      </p:sp>
      <p:sp>
        <p:nvSpPr>
          <p:cNvPr id="10" name="Rettangolo 19">
            <a:extLst>
              <a:ext uri="{FF2B5EF4-FFF2-40B4-BE49-F238E27FC236}">
                <a16:creationId xmlns:a16="http://schemas.microsoft.com/office/drawing/2014/main" id="{786E3FB9-69FA-A77E-443A-69A80B44827B}"/>
              </a:ext>
            </a:extLst>
          </p:cNvPr>
          <p:cNvSpPr/>
          <p:nvPr/>
        </p:nvSpPr>
        <p:spPr>
          <a:xfrm>
            <a:off x="697230" y="3417323"/>
            <a:ext cx="1453573" cy="84411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1905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spcFirstLastPara="0" vert="horz" wrap="square" lIns="72000" tIns="36000" rIns="72000" bIns="6350" numCol="1" spcCol="1270" rtlCol="0" anchor="ctr" anchorCtr="0">
            <a:noAutofit/>
          </a:bodyPr>
          <a:lstStyle/>
          <a:p>
            <a:pPr marL="0" marR="0" lvl="0" indent="0" algn="l" defTabSz="4445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1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Simplon BP Regular"/>
                <a:ea typeface="+mn-ea"/>
                <a:cs typeface="Helvetica"/>
                <a:sym typeface="Simplon BP Regular"/>
              </a:rPr>
              <a:t>TECNOLOGIA</a:t>
            </a:r>
          </a:p>
        </p:txBody>
      </p:sp>
      <p:sp>
        <p:nvSpPr>
          <p:cNvPr id="11" name="Rettangolo 19">
            <a:extLst>
              <a:ext uri="{FF2B5EF4-FFF2-40B4-BE49-F238E27FC236}">
                <a16:creationId xmlns:a16="http://schemas.microsoft.com/office/drawing/2014/main" id="{B593F1FF-18D5-0348-926D-12540548DD48}"/>
              </a:ext>
            </a:extLst>
          </p:cNvPr>
          <p:cNvSpPr/>
          <p:nvPr/>
        </p:nvSpPr>
        <p:spPr>
          <a:xfrm>
            <a:off x="697230" y="4261436"/>
            <a:ext cx="1453573" cy="68400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1905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spcFirstLastPara="0" vert="horz" wrap="square" lIns="72000" tIns="36000" rIns="72000" bIns="6350" numCol="1" spcCol="1270" rtlCol="0" anchor="ctr" anchorCtr="0">
            <a:noAutofit/>
          </a:bodyPr>
          <a:lstStyle/>
          <a:p>
            <a:pPr marL="0" marR="0" lvl="0" indent="0" algn="l" defTabSz="4445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1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Simplon BP Regular"/>
                <a:ea typeface="+mn-ea"/>
                <a:cs typeface="Helvetica"/>
                <a:sym typeface="Simplon BP Regular"/>
              </a:rPr>
              <a:t>PESSOAS</a:t>
            </a:r>
          </a:p>
        </p:txBody>
      </p:sp>
      <p:sp>
        <p:nvSpPr>
          <p:cNvPr id="12" name="Rettangolo 19">
            <a:extLst>
              <a:ext uri="{FF2B5EF4-FFF2-40B4-BE49-F238E27FC236}">
                <a16:creationId xmlns:a16="http://schemas.microsoft.com/office/drawing/2014/main" id="{EDE9CB9C-07DA-151C-9B35-BDBF754242B7}"/>
              </a:ext>
            </a:extLst>
          </p:cNvPr>
          <p:cNvSpPr/>
          <p:nvPr/>
        </p:nvSpPr>
        <p:spPr>
          <a:xfrm>
            <a:off x="697230" y="4919511"/>
            <a:ext cx="1453573" cy="68400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1905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spcFirstLastPara="0" vert="horz" wrap="square" lIns="72000" tIns="36000" rIns="72000" bIns="6350" numCol="1" spcCol="1270" rtlCol="0" anchor="ctr" anchorCtr="0">
            <a:noAutofit/>
          </a:bodyPr>
          <a:lstStyle/>
          <a:p>
            <a:pPr marL="0" marR="0" lvl="0" indent="0" algn="l" defTabSz="4445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1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Simplon BP Regular"/>
                <a:ea typeface="+mn-ea"/>
                <a:cs typeface="Helvetica"/>
                <a:sym typeface="Simplon BP Regular"/>
              </a:rPr>
              <a:t>CONTRATOS</a:t>
            </a:r>
          </a:p>
        </p:txBody>
      </p:sp>
      <p:sp>
        <p:nvSpPr>
          <p:cNvPr id="13" name="Rettangolo 19">
            <a:extLst>
              <a:ext uri="{FF2B5EF4-FFF2-40B4-BE49-F238E27FC236}">
                <a16:creationId xmlns:a16="http://schemas.microsoft.com/office/drawing/2014/main" id="{872C908E-B738-D8E5-AB39-6D8B19B41845}"/>
              </a:ext>
            </a:extLst>
          </p:cNvPr>
          <p:cNvSpPr/>
          <p:nvPr/>
        </p:nvSpPr>
        <p:spPr>
          <a:xfrm>
            <a:off x="334168" y="5577589"/>
            <a:ext cx="1816635" cy="68400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1905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spcFirstLastPara="0" vert="horz" wrap="square" lIns="72000" tIns="36000" rIns="72000" bIns="6350" numCol="1" spcCol="1270" rtlCol="0" anchor="ctr" anchorCtr="0">
            <a:noAutofit/>
          </a:bodyPr>
          <a:lstStyle/>
          <a:p>
            <a:pPr marL="0" marR="0" lvl="0" indent="0" algn="l" defTabSz="4445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1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Simplon BP Regular"/>
                <a:ea typeface="+mn-ea"/>
                <a:cs typeface="Helvetica"/>
                <a:sym typeface="Simplon BP Regular"/>
              </a:rPr>
              <a:t>TSA</a:t>
            </a:r>
          </a:p>
        </p:txBody>
      </p:sp>
      <p:sp>
        <p:nvSpPr>
          <p:cNvPr id="14" name="Rettangolo 19">
            <a:extLst>
              <a:ext uri="{FF2B5EF4-FFF2-40B4-BE49-F238E27FC236}">
                <a16:creationId xmlns:a16="http://schemas.microsoft.com/office/drawing/2014/main" id="{19A50099-F804-C1A1-5560-0C0962858353}"/>
              </a:ext>
            </a:extLst>
          </p:cNvPr>
          <p:cNvSpPr/>
          <p:nvPr/>
        </p:nvSpPr>
        <p:spPr>
          <a:xfrm rot="16200000">
            <a:off x="-1544345" y="3321612"/>
            <a:ext cx="4111396" cy="354368"/>
          </a:xfrm>
          <a:prstGeom prst="rect">
            <a:avLst/>
          </a:prstGeom>
          <a:solidFill>
            <a:schemeClr val="accent1">
              <a:lumMod val="75000"/>
            </a:schemeClr>
          </a:solidFill>
          <a:ln w="1905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spcFirstLastPara="0" vert="horz" wrap="square" lIns="72000" tIns="36000" rIns="72000" bIns="6350" numCol="1" spcCol="1270" rtlCol="0" anchor="ctr" anchorCtr="0">
            <a:noAutofit/>
          </a:bodyPr>
          <a:lstStyle/>
          <a:p>
            <a:pPr marL="0" marR="0" lvl="0" indent="0" algn="ctr" defTabSz="4445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1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Simplon BP Regular"/>
                <a:ea typeface="+mn-ea"/>
                <a:cs typeface="Helvetica"/>
                <a:sym typeface="Simplon BP Regular"/>
              </a:rPr>
              <a:t>STREAMS</a:t>
            </a:r>
          </a:p>
        </p:txBody>
      </p:sp>
      <p:sp>
        <p:nvSpPr>
          <p:cNvPr id="15" name="Rettangolo 19">
            <a:extLst>
              <a:ext uri="{FF2B5EF4-FFF2-40B4-BE49-F238E27FC236}">
                <a16:creationId xmlns:a16="http://schemas.microsoft.com/office/drawing/2014/main" id="{E139F259-AB93-8973-9773-3BB816E032E4}"/>
              </a:ext>
            </a:extLst>
          </p:cNvPr>
          <p:cNvSpPr/>
          <p:nvPr/>
        </p:nvSpPr>
        <p:spPr>
          <a:xfrm>
            <a:off x="697230" y="1443099"/>
            <a:ext cx="1453573" cy="684000"/>
          </a:xfrm>
          <a:prstGeom prst="rect">
            <a:avLst/>
          </a:prstGeom>
          <a:solidFill>
            <a:srgbClr val="969696"/>
          </a:solidFill>
          <a:ln w="1905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spcFirstLastPara="0" vert="horz" wrap="square" lIns="72000" tIns="36000" rIns="72000" bIns="6350" numCol="1" spcCol="1270" rtlCol="0" anchor="ctr" anchorCtr="0">
            <a:noAutofit/>
          </a:bodyPr>
          <a:lstStyle/>
          <a:p>
            <a:pPr marL="0" marR="0" lvl="0" indent="0" algn="l" defTabSz="4445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1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Simplon BP Regular"/>
                <a:ea typeface="+mn-ea"/>
                <a:cs typeface="Helvetica"/>
                <a:sym typeface="Simplon BP Regular"/>
              </a:rPr>
              <a:t>SOCIETÁRIO E REGULATÓRIO</a:t>
            </a:r>
          </a:p>
        </p:txBody>
      </p:sp>
      <p:sp>
        <p:nvSpPr>
          <p:cNvPr id="16" name="Rettangolo 19">
            <a:extLst>
              <a:ext uri="{FF2B5EF4-FFF2-40B4-BE49-F238E27FC236}">
                <a16:creationId xmlns:a16="http://schemas.microsoft.com/office/drawing/2014/main" id="{E18C60D9-39B7-18E6-6BE3-A52B21C0C1AF}"/>
              </a:ext>
            </a:extLst>
          </p:cNvPr>
          <p:cNvSpPr/>
          <p:nvPr/>
        </p:nvSpPr>
        <p:spPr>
          <a:xfrm>
            <a:off x="697230" y="2101174"/>
            <a:ext cx="1453573" cy="68400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1905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spcFirstLastPara="0" vert="horz" wrap="square" lIns="72000" tIns="36000" rIns="72000" bIns="6350" numCol="1" spcCol="1270" rtlCol="0" anchor="ctr" anchorCtr="0">
            <a:noAutofit/>
          </a:bodyPr>
          <a:lstStyle/>
          <a:p>
            <a:pPr marL="0" marR="0" lvl="0" indent="0" algn="l" defTabSz="4445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1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Simplon BP Regular"/>
                <a:ea typeface="+mn-ea"/>
                <a:cs typeface="Helvetica"/>
                <a:sym typeface="Simplon BP Regular"/>
              </a:rPr>
              <a:t>PERIMETRO ATIVOS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A129093B-2C72-B65E-603D-222787DFF7E0}"/>
              </a:ext>
            </a:extLst>
          </p:cNvPr>
          <p:cNvCxnSpPr>
            <a:cxnSpLocks/>
          </p:cNvCxnSpPr>
          <p:nvPr/>
        </p:nvCxnSpPr>
        <p:spPr>
          <a:xfrm>
            <a:off x="2185093" y="2422874"/>
            <a:ext cx="9519227" cy="43570"/>
          </a:xfrm>
          <a:prstGeom prst="line">
            <a:avLst/>
          </a:prstGeom>
          <a:noFill/>
          <a:ln w="6350" cap="flat" cmpd="sng" algn="ctr">
            <a:solidFill>
              <a:schemeClr val="accent1">
                <a:lumMod val="75000"/>
              </a:schemeClr>
            </a:solidFill>
            <a:prstDash val="solid"/>
            <a:miter lim="800000"/>
          </a:ln>
          <a:effectLst/>
        </p:spPr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02590E28-517C-928D-AF67-987F4A0B1BE9}"/>
              </a:ext>
            </a:extLst>
          </p:cNvPr>
          <p:cNvCxnSpPr>
            <a:cxnSpLocks/>
          </p:cNvCxnSpPr>
          <p:nvPr/>
        </p:nvCxnSpPr>
        <p:spPr>
          <a:xfrm>
            <a:off x="2185093" y="3061452"/>
            <a:ext cx="9519227" cy="43570"/>
          </a:xfrm>
          <a:prstGeom prst="line">
            <a:avLst/>
          </a:prstGeom>
          <a:noFill/>
          <a:ln w="6350" cap="flat" cmpd="sng" algn="ctr">
            <a:solidFill>
              <a:schemeClr val="accent1">
                <a:lumMod val="75000"/>
              </a:schemeClr>
            </a:solidFill>
            <a:prstDash val="solid"/>
            <a:miter lim="800000"/>
          </a:ln>
          <a:effectLst/>
        </p:spPr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934C21C9-2E2C-FDEE-5ED9-592F4A963728}"/>
              </a:ext>
            </a:extLst>
          </p:cNvPr>
          <p:cNvCxnSpPr>
            <a:cxnSpLocks/>
          </p:cNvCxnSpPr>
          <p:nvPr/>
        </p:nvCxnSpPr>
        <p:spPr>
          <a:xfrm>
            <a:off x="2185093" y="3700393"/>
            <a:ext cx="9519227" cy="43570"/>
          </a:xfrm>
          <a:prstGeom prst="line">
            <a:avLst/>
          </a:prstGeom>
          <a:noFill/>
          <a:ln w="6350" cap="flat" cmpd="sng" algn="ctr">
            <a:solidFill>
              <a:schemeClr val="accent1">
                <a:lumMod val="75000"/>
              </a:schemeClr>
            </a:solidFill>
            <a:prstDash val="solid"/>
            <a:miter lim="800000"/>
          </a:ln>
          <a:effectLst/>
        </p:spPr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DB21ECF4-C162-9CD4-8CA5-0A3C29DFBA6C}"/>
              </a:ext>
            </a:extLst>
          </p:cNvPr>
          <p:cNvCxnSpPr>
            <a:cxnSpLocks/>
          </p:cNvCxnSpPr>
          <p:nvPr/>
        </p:nvCxnSpPr>
        <p:spPr>
          <a:xfrm>
            <a:off x="2185093" y="4558324"/>
            <a:ext cx="9519227" cy="43570"/>
          </a:xfrm>
          <a:prstGeom prst="line">
            <a:avLst/>
          </a:prstGeom>
          <a:noFill/>
          <a:ln w="6350" cap="flat" cmpd="sng" algn="ctr">
            <a:solidFill>
              <a:schemeClr val="accent1">
                <a:lumMod val="75000"/>
              </a:schemeClr>
            </a:solidFill>
            <a:prstDash val="solid"/>
            <a:miter lim="800000"/>
          </a:ln>
          <a:effectLst/>
        </p:spPr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5AE51AC9-9A5E-3838-7DAF-EAF71610D5DE}"/>
              </a:ext>
            </a:extLst>
          </p:cNvPr>
          <p:cNvCxnSpPr>
            <a:cxnSpLocks/>
          </p:cNvCxnSpPr>
          <p:nvPr/>
        </p:nvCxnSpPr>
        <p:spPr>
          <a:xfrm>
            <a:off x="2185093" y="5258745"/>
            <a:ext cx="9519227" cy="43570"/>
          </a:xfrm>
          <a:prstGeom prst="line">
            <a:avLst/>
          </a:prstGeom>
          <a:noFill/>
          <a:ln w="6350" cap="flat" cmpd="sng" algn="ctr">
            <a:solidFill>
              <a:schemeClr val="accent1">
                <a:lumMod val="75000"/>
              </a:schemeClr>
            </a:solidFill>
            <a:prstDash val="solid"/>
            <a:miter lim="800000"/>
          </a:ln>
          <a:effectLst/>
        </p:spPr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AD127EC3-726C-A4B4-E615-C57C388D3A8E}"/>
              </a:ext>
            </a:extLst>
          </p:cNvPr>
          <p:cNvCxnSpPr>
            <a:cxnSpLocks/>
          </p:cNvCxnSpPr>
          <p:nvPr/>
        </p:nvCxnSpPr>
        <p:spPr>
          <a:xfrm>
            <a:off x="2185093" y="5864028"/>
            <a:ext cx="9519227" cy="43570"/>
          </a:xfrm>
          <a:prstGeom prst="line">
            <a:avLst/>
          </a:prstGeom>
          <a:noFill/>
          <a:ln w="6350" cap="flat" cmpd="sng" algn="ctr">
            <a:solidFill>
              <a:schemeClr val="accent1">
                <a:lumMod val="75000"/>
              </a:schemeClr>
            </a:solidFill>
            <a:prstDash val="solid"/>
            <a:miter lim="800000"/>
          </a:ln>
          <a:effectLst/>
        </p:spPr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6EE87604-BF64-AC72-2027-B245E32EAD26}"/>
              </a:ext>
            </a:extLst>
          </p:cNvPr>
          <p:cNvCxnSpPr>
            <a:cxnSpLocks/>
          </p:cNvCxnSpPr>
          <p:nvPr/>
        </p:nvCxnSpPr>
        <p:spPr>
          <a:xfrm>
            <a:off x="2185093" y="1751717"/>
            <a:ext cx="9519227" cy="43570"/>
          </a:xfrm>
          <a:prstGeom prst="line">
            <a:avLst/>
          </a:prstGeom>
          <a:noFill/>
          <a:ln w="6350" cap="flat" cmpd="sng" algn="ctr">
            <a:solidFill>
              <a:srgbClr val="969696"/>
            </a:solidFill>
            <a:prstDash val="solid"/>
            <a:miter lim="800000"/>
          </a:ln>
          <a:effectLst/>
        </p:spPr>
      </p:cxnSp>
      <p:sp>
        <p:nvSpPr>
          <p:cNvPr id="24" name="Flowchart: Decision 23">
            <a:extLst>
              <a:ext uri="{FF2B5EF4-FFF2-40B4-BE49-F238E27FC236}">
                <a16:creationId xmlns:a16="http://schemas.microsoft.com/office/drawing/2014/main" id="{559214DD-8C8C-1059-3B95-53CEB273EA7D}"/>
              </a:ext>
            </a:extLst>
          </p:cNvPr>
          <p:cNvSpPr/>
          <p:nvPr/>
        </p:nvSpPr>
        <p:spPr>
          <a:xfrm>
            <a:off x="5462560" y="2354659"/>
            <a:ext cx="180000" cy="180000"/>
          </a:xfrm>
          <a:prstGeom prst="flowChartDecision">
            <a:avLst/>
          </a:prstGeom>
          <a:solidFill>
            <a:schemeClr val="accent1">
              <a:lumMod val="75000"/>
            </a:schemeClr>
          </a:solidFill>
          <a:ln w="12700" cap="flat" cmpd="sng" algn="ctr">
            <a:solidFill>
              <a:schemeClr val="accent1">
                <a:lumMod val="75000"/>
              </a:scheme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implon BP Regular"/>
              <a:ea typeface="+mn-ea"/>
              <a:cs typeface="Helvetica"/>
              <a:sym typeface="Simplon BP Regular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7247CB1-AD55-017F-C40F-319E05B5351E}"/>
              </a:ext>
            </a:extLst>
          </p:cNvPr>
          <p:cNvSpPr txBox="1"/>
          <p:nvPr/>
        </p:nvSpPr>
        <p:spPr>
          <a:xfrm>
            <a:off x="4464977" y="2412065"/>
            <a:ext cx="1420666" cy="461665"/>
          </a:xfrm>
          <a:prstGeom prst="rect">
            <a:avLst/>
          </a:prstGeom>
          <a:noFill/>
        </p:spPr>
        <p:txBody>
          <a:bodyPr wrap="square" lIns="0" tIns="0" rIns="0" bIns="4572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/>
                <a:ea typeface="+mn-ea"/>
                <a:cs typeface="Helvetica"/>
                <a:sym typeface="Simplon BP Regular"/>
              </a:rPr>
              <a:t>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/>
                <a:ea typeface="+mn-ea"/>
                <a:cs typeface="Helvetica"/>
                <a:sym typeface="Simplon BP Regular"/>
              </a:rPr>
              <a:t>Revisão perímetro Clientes/Portfólio</a:t>
            </a:r>
          </a:p>
        </p:txBody>
      </p:sp>
      <p:sp>
        <p:nvSpPr>
          <p:cNvPr id="26" name="Flowchart: Decision 25">
            <a:extLst>
              <a:ext uri="{FF2B5EF4-FFF2-40B4-BE49-F238E27FC236}">
                <a16:creationId xmlns:a16="http://schemas.microsoft.com/office/drawing/2014/main" id="{801F230A-DE06-2CF3-47DE-7E26AADAF7B6}"/>
              </a:ext>
            </a:extLst>
          </p:cNvPr>
          <p:cNvSpPr/>
          <p:nvPr/>
        </p:nvSpPr>
        <p:spPr>
          <a:xfrm>
            <a:off x="6321013" y="2354659"/>
            <a:ext cx="180000" cy="180000"/>
          </a:xfrm>
          <a:prstGeom prst="flowChartDecision">
            <a:avLst/>
          </a:prstGeom>
          <a:solidFill>
            <a:schemeClr val="accent1">
              <a:lumMod val="75000"/>
            </a:schemeClr>
          </a:solidFill>
          <a:ln w="12700" cap="flat" cmpd="sng" algn="ctr">
            <a:solidFill>
              <a:schemeClr val="accent1">
                <a:lumMod val="75000"/>
              </a:scheme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implon BP Regular"/>
              <a:ea typeface="+mn-ea"/>
              <a:cs typeface="Helvetica"/>
              <a:sym typeface="Simplon BP Regular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45EDD69-1D81-144E-2CC6-2767B192386C}"/>
              </a:ext>
            </a:extLst>
          </p:cNvPr>
          <p:cNvSpPr txBox="1"/>
          <p:nvPr/>
        </p:nvSpPr>
        <p:spPr>
          <a:xfrm>
            <a:off x="5815495" y="2551892"/>
            <a:ext cx="1028376" cy="184666"/>
          </a:xfrm>
          <a:prstGeom prst="rect">
            <a:avLst/>
          </a:prstGeom>
          <a:noFill/>
        </p:spPr>
        <p:txBody>
          <a:bodyPr wrap="square" lIns="0" tIns="0" rIns="0" bIns="4572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/>
                <a:ea typeface="+mn-ea"/>
                <a:cs typeface="Helvetica"/>
                <a:sym typeface="Simplon BP Regular"/>
              </a:rPr>
              <a:t> IT, Rede</a:t>
            </a:r>
          </a:p>
        </p:txBody>
      </p:sp>
      <p:sp>
        <p:nvSpPr>
          <p:cNvPr id="28" name="Flowchart: Decision 27">
            <a:extLst>
              <a:ext uri="{FF2B5EF4-FFF2-40B4-BE49-F238E27FC236}">
                <a16:creationId xmlns:a16="http://schemas.microsoft.com/office/drawing/2014/main" id="{4A5048A5-0734-62B3-A8A6-8595CC1C67EA}"/>
              </a:ext>
            </a:extLst>
          </p:cNvPr>
          <p:cNvSpPr/>
          <p:nvPr/>
        </p:nvSpPr>
        <p:spPr>
          <a:xfrm>
            <a:off x="5121261" y="3632178"/>
            <a:ext cx="180000" cy="180000"/>
          </a:xfrm>
          <a:prstGeom prst="flowChartDecision">
            <a:avLst/>
          </a:prstGeom>
          <a:solidFill>
            <a:schemeClr val="accent1">
              <a:lumMod val="75000"/>
            </a:schemeClr>
          </a:solidFill>
          <a:ln w="12700" cap="flat" cmpd="sng" algn="ctr">
            <a:solidFill>
              <a:schemeClr val="accent1">
                <a:lumMod val="75000"/>
              </a:scheme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implon BP Regular"/>
              <a:ea typeface="+mn-ea"/>
              <a:cs typeface="Helvetica"/>
              <a:sym typeface="Simplon BP Regular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E4E988F-126A-2797-153B-CC8A16C9C627}"/>
              </a:ext>
            </a:extLst>
          </p:cNvPr>
          <p:cNvSpPr txBox="1"/>
          <p:nvPr/>
        </p:nvSpPr>
        <p:spPr>
          <a:xfrm>
            <a:off x="3050417" y="4657160"/>
            <a:ext cx="2657491" cy="323165"/>
          </a:xfrm>
          <a:prstGeom prst="rect">
            <a:avLst/>
          </a:prstGeom>
          <a:noFill/>
        </p:spPr>
        <p:txBody>
          <a:bodyPr wrap="square" lIns="0" tIns="0" rIns="0" bIns="45720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/>
                <a:ea typeface="+mn-ea"/>
                <a:cs typeface="Helvetica"/>
                <a:sym typeface="Simplon BP Regular"/>
              </a:rPr>
              <a:t>Perímetro </a:t>
            </a:r>
            <a:br>
              <a:rPr kumimoji="0" lang="pt-BR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/>
                <a:ea typeface="+mn-ea"/>
                <a:cs typeface="Helvetica"/>
                <a:sym typeface="Simplon BP Regular"/>
              </a:rPr>
            </a:br>
            <a:r>
              <a:rPr kumimoji="0" lang="pt-BR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/>
                <a:ea typeface="+mn-ea"/>
                <a:cs typeface="Helvetica"/>
                <a:sym typeface="Simplon BP Regular"/>
              </a:rPr>
              <a:t>tuning</a:t>
            </a:r>
            <a:endParaRPr kumimoji="0" lang="pt-BR" sz="9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implon BP Regular"/>
              <a:ea typeface="+mn-ea"/>
              <a:cs typeface="Helvetica"/>
              <a:sym typeface="Simplon BP Regular"/>
            </a:endParaRPr>
          </a:p>
        </p:txBody>
      </p:sp>
      <p:sp>
        <p:nvSpPr>
          <p:cNvPr id="31" name="Flowchart: Decision 30">
            <a:extLst>
              <a:ext uri="{FF2B5EF4-FFF2-40B4-BE49-F238E27FC236}">
                <a16:creationId xmlns:a16="http://schemas.microsoft.com/office/drawing/2014/main" id="{CFD605D3-F0C5-F498-5E33-180DA4AA5288}"/>
              </a:ext>
            </a:extLst>
          </p:cNvPr>
          <p:cNvSpPr/>
          <p:nvPr/>
        </p:nvSpPr>
        <p:spPr>
          <a:xfrm>
            <a:off x="3424903" y="5190530"/>
            <a:ext cx="180000" cy="180000"/>
          </a:xfrm>
          <a:prstGeom prst="flowChartDecision">
            <a:avLst/>
          </a:prstGeom>
          <a:solidFill>
            <a:schemeClr val="accent1">
              <a:lumMod val="75000"/>
            </a:schemeClr>
          </a:solidFill>
          <a:ln w="12700" cap="flat" cmpd="sng" algn="ctr">
            <a:solidFill>
              <a:schemeClr val="accent1">
                <a:lumMod val="75000"/>
              </a:scheme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implon BP Regular"/>
              <a:ea typeface="+mn-ea"/>
              <a:cs typeface="Helvetica"/>
              <a:sym typeface="Simplon BP Regular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E440711-EBD5-70EF-2607-EE5D599F57B3}"/>
              </a:ext>
            </a:extLst>
          </p:cNvPr>
          <p:cNvSpPr txBox="1"/>
          <p:nvPr/>
        </p:nvSpPr>
        <p:spPr>
          <a:xfrm>
            <a:off x="1932608" y="5349050"/>
            <a:ext cx="1980000" cy="323165"/>
          </a:xfrm>
          <a:prstGeom prst="rect">
            <a:avLst/>
          </a:prstGeom>
          <a:noFill/>
        </p:spPr>
        <p:txBody>
          <a:bodyPr wrap="square" lIns="0" tIns="0" rIns="0" bIns="45720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/>
                <a:ea typeface="+mn-ea"/>
                <a:cs typeface="Helvetica"/>
                <a:sym typeface="Simplon BP Regular"/>
              </a:rPr>
              <a:t>Definição do perímetro e </a:t>
            </a:r>
            <a:br>
              <a:rPr kumimoji="0" lang="pt-BR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/>
                <a:ea typeface="+mn-ea"/>
                <a:cs typeface="Helvetica"/>
                <a:sym typeface="Simplon BP Regular"/>
              </a:rPr>
            </a:br>
            <a:r>
              <a:rPr kumimoji="0" lang="pt-BR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/>
                <a:ea typeface="+mn-ea"/>
                <a:cs typeface="Helvetica"/>
                <a:sym typeface="Simplon BP Regular"/>
              </a:rPr>
              <a:t>classificação</a:t>
            </a:r>
          </a:p>
        </p:txBody>
      </p:sp>
      <p:sp>
        <p:nvSpPr>
          <p:cNvPr id="33" name="Flowchart: Decision 32">
            <a:extLst>
              <a:ext uri="{FF2B5EF4-FFF2-40B4-BE49-F238E27FC236}">
                <a16:creationId xmlns:a16="http://schemas.microsoft.com/office/drawing/2014/main" id="{3FD1C86B-D025-8186-B8BF-B0AA9890C7BF}"/>
              </a:ext>
            </a:extLst>
          </p:cNvPr>
          <p:cNvSpPr/>
          <p:nvPr/>
        </p:nvSpPr>
        <p:spPr>
          <a:xfrm>
            <a:off x="6321013" y="2993237"/>
            <a:ext cx="180000" cy="180000"/>
          </a:xfrm>
          <a:prstGeom prst="flowChartDecision">
            <a:avLst/>
          </a:prstGeom>
          <a:solidFill>
            <a:schemeClr val="accent1">
              <a:lumMod val="75000"/>
            </a:schemeClr>
          </a:solidFill>
          <a:ln w="12700" cap="flat" cmpd="sng" algn="ctr">
            <a:solidFill>
              <a:schemeClr val="accent1">
                <a:lumMod val="75000"/>
              </a:scheme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implon BP Regular"/>
              <a:ea typeface="+mn-ea"/>
              <a:cs typeface="Helvetica"/>
              <a:sym typeface="Simplon BP Regular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A357268-3E4C-F855-F309-25395E051D6C}"/>
              </a:ext>
            </a:extLst>
          </p:cNvPr>
          <p:cNvSpPr txBox="1"/>
          <p:nvPr/>
        </p:nvSpPr>
        <p:spPr>
          <a:xfrm>
            <a:off x="6028433" y="3150466"/>
            <a:ext cx="1777879" cy="461665"/>
          </a:xfrm>
          <a:prstGeom prst="rect">
            <a:avLst/>
          </a:prstGeom>
          <a:noFill/>
        </p:spPr>
        <p:txBody>
          <a:bodyPr wrap="square" lIns="0" tIns="0" rIns="0" bIns="45720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/>
                <a:ea typeface="+mn-ea"/>
                <a:cs typeface="Helvetica"/>
                <a:sym typeface="Simplon BP Regular"/>
              </a:rPr>
              <a:t>Revisão processos </a:t>
            </a:r>
            <a:br>
              <a:rPr kumimoji="0" lang="pt-BR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/>
                <a:ea typeface="+mn-ea"/>
                <a:cs typeface="Helvetica"/>
                <a:sym typeface="Simplon BP Regular"/>
              </a:rPr>
            </a:br>
            <a:r>
              <a:rPr kumimoji="0" lang="pt-BR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/>
                <a:ea typeface="+mn-ea"/>
                <a:cs typeface="Helvetica"/>
                <a:sym typeface="Simplon BP Regular"/>
              </a:rPr>
              <a:t>de separação</a:t>
            </a:r>
            <a:br>
              <a:rPr kumimoji="0" lang="pt-BR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/>
                <a:ea typeface="+mn-ea"/>
                <a:cs typeface="Helvetica"/>
                <a:sym typeface="Simplon BP Regular"/>
              </a:rPr>
            </a:br>
            <a:endParaRPr kumimoji="0" lang="pt-BR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implon BP Regular"/>
              <a:ea typeface="+mn-ea"/>
              <a:cs typeface="Helvetica"/>
              <a:sym typeface="Simplon BP Regular"/>
            </a:endParaRPr>
          </a:p>
        </p:txBody>
      </p:sp>
      <p:sp>
        <p:nvSpPr>
          <p:cNvPr id="35" name="Flowchart: Decision 34">
            <a:extLst>
              <a:ext uri="{FF2B5EF4-FFF2-40B4-BE49-F238E27FC236}">
                <a16:creationId xmlns:a16="http://schemas.microsoft.com/office/drawing/2014/main" id="{CAC6A4C5-5CB5-F8D6-F3AF-F3577A43D228}"/>
              </a:ext>
            </a:extLst>
          </p:cNvPr>
          <p:cNvSpPr/>
          <p:nvPr/>
        </p:nvSpPr>
        <p:spPr>
          <a:xfrm>
            <a:off x="6350203" y="3632178"/>
            <a:ext cx="180000" cy="180000"/>
          </a:xfrm>
          <a:prstGeom prst="flowChartDecision">
            <a:avLst/>
          </a:prstGeom>
          <a:solidFill>
            <a:schemeClr val="accent1">
              <a:lumMod val="75000"/>
            </a:schemeClr>
          </a:solidFill>
          <a:ln w="12700" cap="flat" cmpd="sng" algn="ctr">
            <a:solidFill>
              <a:schemeClr val="accent1">
                <a:lumMod val="75000"/>
              </a:scheme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implon BP Regular"/>
              <a:ea typeface="+mn-ea"/>
              <a:cs typeface="Helvetica"/>
              <a:sym typeface="Simplon BP Regular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23AE4C8-F8D5-1AD0-E7CE-89A9FCDB8BBB}"/>
              </a:ext>
            </a:extLst>
          </p:cNvPr>
          <p:cNvSpPr txBox="1"/>
          <p:nvPr/>
        </p:nvSpPr>
        <p:spPr>
          <a:xfrm>
            <a:off x="6093355" y="3828798"/>
            <a:ext cx="705209" cy="600164"/>
          </a:xfrm>
          <a:prstGeom prst="rect">
            <a:avLst/>
          </a:prstGeom>
          <a:noFill/>
        </p:spPr>
        <p:txBody>
          <a:bodyPr wrap="square" lIns="0" tIns="0" rIns="0" bIns="45720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/>
                <a:ea typeface="+mn-ea"/>
                <a:cs typeface="Helvetica"/>
                <a:sym typeface="Simplon BP Regular"/>
              </a:rPr>
              <a:t>Fichas de Projetos da Arquitetura D0</a:t>
            </a:r>
          </a:p>
        </p:txBody>
      </p:sp>
      <p:sp>
        <p:nvSpPr>
          <p:cNvPr id="37" name="Flowchart: Decision 36">
            <a:extLst>
              <a:ext uri="{FF2B5EF4-FFF2-40B4-BE49-F238E27FC236}">
                <a16:creationId xmlns:a16="http://schemas.microsoft.com/office/drawing/2014/main" id="{4B42C382-9B4C-6F8D-2E65-82F4194B682D}"/>
              </a:ext>
            </a:extLst>
          </p:cNvPr>
          <p:cNvSpPr/>
          <p:nvPr/>
        </p:nvSpPr>
        <p:spPr>
          <a:xfrm>
            <a:off x="6680853" y="4490109"/>
            <a:ext cx="180000" cy="180000"/>
          </a:xfrm>
          <a:prstGeom prst="flowChartDecision">
            <a:avLst/>
          </a:prstGeom>
          <a:solidFill>
            <a:schemeClr val="accent1">
              <a:lumMod val="75000"/>
            </a:schemeClr>
          </a:solidFill>
          <a:ln w="12700" cap="flat" cmpd="sng" algn="ctr">
            <a:solidFill>
              <a:schemeClr val="accent1">
                <a:lumMod val="75000"/>
              </a:scheme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implon BP Regular"/>
              <a:ea typeface="+mn-ea"/>
              <a:cs typeface="Helvetica"/>
              <a:sym typeface="Simplon BP Regular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A1F060F-60EC-9DCE-322A-A9FCBEDFA47C}"/>
              </a:ext>
            </a:extLst>
          </p:cNvPr>
          <p:cNvSpPr txBox="1"/>
          <p:nvPr/>
        </p:nvSpPr>
        <p:spPr>
          <a:xfrm>
            <a:off x="5890431" y="4667434"/>
            <a:ext cx="726063" cy="211665"/>
          </a:xfrm>
          <a:prstGeom prst="rect">
            <a:avLst/>
          </a:prstGeom>
          <a:noFill/>
        </p:spPr>
        <p:txBody>
          <a:bodyPr wrap="square" lIns="0" tIns="0" rIns="0" bIns="45720" rtlCol="0">
            <a:no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/>
                <a:ea typeface="+mn-ea"/>
                <a:cs typeface="Helvetica"/>
                <a:sym typeface="Simplon BP Regular"/>
              </a:rPr>
              <a:t>Perímetro 2ª rodada</a:t>
            </a:r>
          </a:p>
        </p:txBody>
      </p:sp>
      <p:sp>
        <p:nvSpPr>
          <p:cNvPr id="39" name="Flowchart: Decision 38">
            <a:extLst>
              <a:ext uri="{FF2B5EF4-FFF2-40B4-BE49-F238E27FC236}">
                <a16:creationId xmlns:a16="http://schemas.microsoft.com/office/drawing/2014/main" id="{03151533-59C6-46B4-B8CF-11A82A65845E}"/>
              </a:ext>
            </a:extLst>
          </p:cNvPr>
          <p:cNvSpPr/>
          <p:nvPr/>
        </p:nvSpPr>
        <p:spPr>
          <a:xfrm>
            <a:off x="5022542" y="5190530"/>
            <a:ext cx="180000" cy="180000"/>
          </a:xfrm>
          <a:prstGeom prst="flowChartDecision">
            <a:avLst/>
          </a:prstGeom>
          <a:solidFill>
            <a:schemeClr val="accent1">
              <a:lumMod val="75000"/>
            </a:schemeClr>
          </a:solidFill>
          <a:ln w="12700" cap="flat" cmpd="sng" algn="ctr">
            <a:solidFill>
              <a:schemeClr val="accent1">
                <a:lumMod val="75000"/>
              </a:scheme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implon BP Regular"/>
              <a:ea typeface="+mn-ea"/>
              <a:cs typeface="Helvetica"/>
              <a:sym typeface="Simplon BP Regular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79F9FBF-AF4E-0195-ADFE-34C0520E2746}"/>
              </a:ext>
            </a:extLst>
          </p:cNvPr>
          <p:cNvSpPr txBox="1"/>
          <p:nvPr/>
        </p:nvSpPr>
        <p:spPr>
          <a:xfrm>
            <a:off x="3725241" y="5350456"/>
            <a:ext cx="1358379" cy="180000"/>
          </a:xfrm>
          <a:prstGeom prst="rect">
            <a:avLst/>
          </a:prstGeom>
          <a:noFill/>
        </p:spPr>
        <p:txBody>
          <a:bodyPr wrap="square" lIns="0" tIns="0" rIns="0" bIns="45720" rtlCol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/>
                <a:ea typeface="+mn-ea"/>
                <a:cs typeface="Helvetica"/>
                <a:sym typeface="Simplon BP Regular"/>
              </a:rPr>
              <a:t>Análise de clausulas de transferência</a:t>
            </a:r>
          </a:p>
        </p:txBody>
      </p:sp>
      <p:sp>
        <p:nvSpPr>
          <p:cNvPr id="41" name="Flowchart: Decision 40">
            <a:extLst>
              <a:ext uri="{FF2B5EF4-FFF2-40B4-BE49-F238E27FC236}">
                <a16:creationId xmlns:a16="http://schemas.microsoft.com/office/drawing/2014/main" id="{CC4E6449-1311-DA27-74DE-9710783C9954}"/>
              </a:ext>
            </a:extLst>
          </p:cNvPr>
          <p:cNvSpPr/>
          <p:nvPr/>
        </p:nvSpPr>
        <p:spPr>
          <a:xfrm>
            <a:off x="6583852" y="5795813"/>
            <a:ext cx="180000" cy="180000"/>
          </a:xfrm>
          <a:prstGeom prst="flowChartDecision">
            <a:avLst/>
          </a:prstGeom>
          <a:solidFill>
            <a:schemeClr val="accent1">
              <a:lumMod val="75000"/>
            </a:schemeClr>
          </a:solidFill>
          <a:ln w="12700" cap="flat" cmpd="sng" algn="ctr">
            <a:solidFill>
              <a:schemeClr val="accent1">
                <a:lumMod val="75000"/>
              </a:scheme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implon BP Regular"/>
              <a:ea typeface="+mn-ea"/>
              <a:cs typeface="Helvetica"/>
              <a:sym typeface="Simplon BP Regular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0EF4E96D-7039-8774-26E7-E17F1F8F1D10}"/>
              </a:ext>
            </a:extLst>
          </p:cNvPr>
          <p:cNvSpPr txBox="1"/>
          <p:nvPr/>
        </p:nvSpPr>
        <p:spPr>
          <a:xfrm>
            <a:off x="5414166" y="5979936"/>
            <a:ext cx="1358379" cy="180000"/>
          </a:xfrm>
          <a:prstGeom prst="rect">
            <a:avLst/>
          </a:prstGeom>
          <a:noFill/>
        </p:spPr>
        <p:txBody>
          <a:bodyPr wrap="square" lIns="0" tIns="0" rIns="0" bIns="45720" rtlCol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/>
                <a:ea typeface="+mn-ea"/>
                <a:cs typeface="Helvetica"/>
                <a:sym typeface="Simplon BP Regular"/>
              </a:rPr>
              <a:t>Lista de serviços, </a:t>
            </a:r>
            <a:r>
              <a:rPr kumimoji="0" lang="pt-BR" sz="9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/>
                <a:ea typeface="+mn-ea"/>
                <a:cs typeface="Helvetica"/>
                <a:sym typeface="Simplon BP Regular"/>
              </a:rPr>
              <a:t>main</a:t>
            </a:r>
            <a:r>
              <a:rPr kumimoji="0" lang="pt-BR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/>
                <a:ea typeface="+mn-ea"/>
                <a:cs typeface="Helvetica"/>
                <a:sym typeface="Simplon BP Regular"/>
              </a:rPr>
              <a:t> </a:t>
            </a:r>
            <a:r>
              <a:rPr kumimoji="0" lang="pt-BR" sz="9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/>
                <a:ea typeface="+mn-ea"/>
                <a:cs typeface="Helvetica"/>
                <a:sym typeface="Simplon BP Regular"/>
              </a:rPr>
              <a:t>conditions</a:t>
            </a:r>
            <a:r>
              <a:rPr kumimoji="0" lang="pt-BR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/>
                <a:ea typeface="+mn-ea"/>
                <a:cs typeface="Helvetica"/>
                <a:sym typeface="Simplon BP Regular"/>
              </a:rPr>
              <a:t> e OG</a:t>
            </a:r>
          </a:p>
        </p:txBody>
      </p:sp>
      <p:sp>
        <p:nvSpPr>
          <p:cNvPr id="43" name="Flowchart: Decision 42">
            <a:extLst>
              <a:ext uri="{FF2B5EF4-FFF2-40B4-BE49-F238E27FC236}">
                <a16:creationId xmlns:a16="http://schemas.microsoft.com/office/drawing/2014/main" id="{FEB88146-25F8-2E7C-05E8-78F28215A589}"/>
              </a:ext>
            </a:extLst>
          </p:cNvPr>
          <p:cNvSpPr/>
          <p:nvPr/>
        </p:nvSpPr>
        <p:spPr>
          <a:xfrm>
            <a:off x="8335850" y="2354659"/>
            <a:ext cx="180000" cy="180000"/>
          </a:xfrm>
          <a:prstGeom prst="flowChartDecision">
            <a:avLst/>
          </a:prstGeom>
          <a:solidFill>
            <a:schemeClr val="accent1">
              <a:lumMod val="75000"/>
            </a:schemeClr>
          </a:solidFill>
          <a:ln w="12700" cap="flat" cmpd="sng" algn="ctr">
            <a:solidFill>
              <a:schemeClr val="accent1">
                <a:lumMod val="75000"/>
              </a:scheme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implon BP Regular"/>
              <a:ea typeface="+mn-ea"/>
              <a:cs typeface="Helvetica"/>
              <a:sym typeface="Simplon BP Regular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0404ED66-EF58-16A7-91DC-401C4DC8BF09}"/>
              </a:ext>
            </a:extLst>
          </p:cNvPr>
          <p:cNvSpPr txBox="1"/>
          <p:nvPr/>
        </p:nvSpPr>
        <p:spPr>
          <a:xfrm>
            <a:off x="8037179" y="2537376"/>
            <a:ext cx="2657491" cy="184666"/>
          </a:xfrm>
          <a:prstGeom prst="rect">
            <a:avLst/>
          </a:prstGeom>
          <a:noFill/>
        </p:spPr>
        <p:txBody>
          <a:bodyPr wrap="square" lIns="0" tIns="0" rIns="0" bIns="4572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/>
                <a:ea typeface="+mn-ea"/>
                <a:cs typeface="Helvetica"/>
                <a:sym typeface="Simplon BP Regular"/>
              </a:rPr>
              <a:t>Perímetro </a:t>
            </a:r>
            <a:r>
              <a:rPr kumimoji="0" lang="pt-BR" sz="9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/>
                <a:ea typeface="+mn-ea"/>
                <a:cs typeface="Helvetica"/>
                <a:sym typeface="Simplon BP Regular"/>
              </a:rPr>
              <a:t>Signing</a:t>
            </a:r>
            <a:r>
              <a:rPr kumimoji="0" lang="pt-BR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/>
                <a:ea typeface="+mn-ea"/>
                <a:cs typeface="Helvetica"/>
                <a:sym typeface="Simplon BP Regular"/>
              </a:rPr>
              <a:t> (fine-</a:t>
            </a:r>
            <a:r>
              <a:rPr kumimoji="0" lang="pt-BR" sz="9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/>
                <a:ea typeface="+mn-ea"/>
                <a:cs typeface="Helvetica"/>
                <a:sym typeface="Simplon BP Regular"/>
              </a:rPr>
              <a:t>tuning</a:t>
            </a:r>
            <a:r>
              <a:rPr kumimoji="0" lang="pt-BR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/>
                <a:ea typeface="+mn-ea"/>
                <a:cs typeface="Helvetica"/>
                <a:sym typeface="Simplon BP Regular"/>
              </a:rPr>
              <a:t>)</a:t>
            </a:r>
          </a:p>
        </p:txBody>
      </p:sp>
      <p:sp>
        <p:nvSpPr>
          <p:cNvPr id="45" name="Flowchart: Decision 44">
            <a:extLst>
              <a:ext uri="{FF2B5EF4-FFF2-40B4-BE49-F238E27FC236}">
                <a16:creationId xmlns:a16="http://schemas.microsoft.com/office/drawing/2014/main" id="{AC69F4C6-724A-AC6A-C943-09D5D9549334}"/>
              </a:ext>
            </a:extLst>
          </p:cNvPr>
          <p:cNvSpPr/>
          <p:nvPr/>
        </p:nvSpPr>
        <p:spPr>
          <a:xfrm>
            <a:off x="8335850" y="2993237"/>
            <a:ext cx="180000" cy="180000"/>
          </a:xfrm>
          <a:prstGeom prst="flowChartDecision">
            <a:avLst/>
          </a:prstGeom>
          <a:solidFill>
            <a:schemeClr val="accent1">
              <a:lumMod val="75000"/>
            </a:schemeClr>
          </a:solidFill>
          <a:ln w="12700" cap="flat" cmpd="sng" algn="ctr">
            <a:solidFill>
              <a:schemeClr val="accent1">
                <a:lumMod val="75000"/>
              </a:scheme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implon BP Regular"/>
              <a:ea typeface="+mn-ea"/>
              <a:cs typeface="Helvetica"/>
              <a:sym typeface="Simplon BP Regular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DE1A25C9-706B-2FA6-0FBC-4B7B34013D99}"/>
              </a:ext>
            </a:extLst>
          </p:cNvPr>
          <p:cNvSpPr txBox="1"/>
          <p:nvPr/>
        </p:nvSpPr>
        <p:spPr>
          <a:xfrm>
            <a:off x="8052714" y="3155409"/>
            <a:ext cx="1389237" cy="323165"/>
          </a:xfrm>
          <a:prstGeom prst="rect">
            <a:avLst/>
          </a:prstGeom>
          <a:noFill/>
        </p:spPr>
        <p:txBody>
          <a:bodyPr wrap="square" lIns="0" tIns="0" rIns="0" bIns="4572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/>
                <a:ea typeface="+mn-ea"/>
                <a:cs typeface="Helvetica"/>
                <a:sym typeface="Simplon BP Regular"/>
              </a:rPr>
              <a:t>Processos de suporte ao </a:t>
            </a:r>
            <a:br>
              <a:rPr kumimoji="0" lang="pt-BR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/>
                <a:ea typeface="+mn-ea"/>
                <a:cs typeface="Helvetica"/>
                <a:sym typeface="Simplon BP Regular"/>
              </a:rPr>
            </a:br>
            <a:r>
              <a:rPr kumimoji="0" lang="pt-BR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/>
                <a:ea typeface="+mn-ea"/>
                <a:cs typeface="Helvetica"/>
                <a:sym typeface="Simplon BP Regular"/>
              </a:rPr>
              <a:t>TSA/BPO separação</a:t>
            </a:r>
          </a:p>
        </p:txBody>
      </p:sp>
      <p:sp>
        <p:nvSpPr>
          <p:cNvPr id="47" name="Flowchart: Decision 46">
            <a:extLst>
              <a:ext uri="{FF2B5EF4-FFF2-40B4-BE49-F238E27FC236}">
                <a16:creationId xmlns:a16="http://schemas.microsoft.com/office/drawing/2014/main" id="{D471717B-19B3-03D8-3341-C8A9CD30C01E}"/>
              </a:ext>
            </a:extLst>
          </p:cNvPr>
          <p:cNvSpPr/>
          <p:nvPr/>
        </p:nvSpPr>
        <p:spPr>
          <a:xfrm>
            <a:off x="8335850" y="3632178"/>
            <a:ext cx="180000" cy="180000"/>
          </a:xfrm>
          <a:prstGeom prst="flowChartDecision">
            <a:avLst/>
          </a:prstGeom>
          <a:solidFill>
            <a:schemeClr val="accent1">
              <a:lumMod val="75000"/>
            </a:schemeClr>
          </a:solidFill>
          <a:ln w="12700" cap="flat" cmpd="sng" algn="ctr">
            <a:solidFill>
              <a:schemeClr val="accent1">
                <a:lumMod val="75000"/>
              </a:scheme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implon BP Regular"/>
              <a:ea typeface="+mn-ea"/>
              <a:cs typeface="Helvetica"/>
              <a:sym typeface="Simplon BP Regular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04EED3E-B2BC-7D9E-A0FB-A14004650F55}"/>
              </a:ext>
            </a:extLst>
          </p:cNvPr>
          <p:cNvSpPr txBox="1"/>
          <p:nvPr/>
        </p:nvSpPr>
        <p:spPr>
          <a:xfrm>
            <a:off x="8041808" y="3828798"/>
            <a:ext cx="755494" cy="323165"/>
          </a:xfrm>
          <a:prstGeom prst="rect">
            <a:avLst/>
          </a:prstGeom>
          <a:noFill/>
        </p:spPr>
        <p:txBody>
          <a:bodyPr wrap="square" lIns="0" tIns="0" rIns="0" bIns="4572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00" b="0" i="0" u="none" strike="noStrike" kern="1200" cap="none" spc="0" normalizeH="0" baseline="0" noProof="0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Simplon BP Regular"/>
                <a:ea typeface="+mn-ea"/>
                <a:cs typeface="Helvetica"/>
                <a:sym typeface="Simplon BP Regular"/>
              </a:rPr>
              <a:t>Consolidação em Programas</a:t>
            </a:r>
          </a:p>
        </p:txBody>
      </p:sp>
      <p:sp>
        <p:nvSpPr>
          <p:cNvPr id="49" name="Flowchart: Decision 48">
            <a:extLst>
              <a:ext uri="{FF2B5EF4-FFF2-40B4-BE49-F238E27FC236}">
                <a16:creationId xmlns:a16="http://schemas.microsoft.com/office/drawing/2014/main" id="{ADFF0EEC-FABC-F3F6-F682-10EDAC51E551}"/>
              </a:ext>
            </a:extLst>
          </p:cNvPr>
          <p:cNvSpPr/>
          <p:nvPr/>
        </p:nvSpPr>
        <p:spPr>
          <a:xfrm>
            <a:off x="8335850" y="4490109"/>
            <a:ext cx="180000" cy="180000"/>
          </a:xfrm>
          <a:prstGeom prst="flowChartDecision">
            <a:avLst/>
          </a:prstGeom>
          <a:solidFill>
            <a:schemeClr val="accent1">
              <a:lumMod val="75000"/>
            </a:schemeClr>
          </a:solidFill>
          <a:ln w="12700" cap="flat" cmpd="sng" algn="ctr">
            <a:solidFill>
              <a:schemeClr val="accent1">
                <a:lumMod val="75000"/>
              </a:scheme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implon BP Regular"/>
              <a:ea typeface="+mn-ea"/>
              <a:cs typeface="Helvetica"/>
              <a:sym typeface="Simplon BP Regular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B750F477-153B-A503-AC70-2CBBDAE6F579}"/>
              </a:ext>
            </a:extLst>
          </p:cNvPr>
          <p:cNvSpPr txBox="1"/>
          <p:nvPr/>
        </p:nvSpPr>
        <p:spPr>
          <a:xfrm>
            <a:off x="8050078" y="4657160"/>
            <a:ext cx="2286000" cy="323165"/>
          </a:xfrm>
          <a:prstGeom prst="rect">
            <a:avLst/>
          </a:prstGeom>
          <a:noFill/>
        </p:spPr>
        <p:txBody>
          <a:bodyPr wrap="square" lIns="0" tIns="0" rIns="0" bIns="4572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/>
                <a:ea typeface="+mn-ea"/>
                <a:cs typeface="Helvetica"/>
                <a:sym typeface="Simplon BP Regular"/>
              </a:rPr>
              <a:t>Perímetro SPA, estratégia de transição Folha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/>
                <a:ea typeface="+mn-ea"/>
                <a:cs typeface="Helvetica"/>
                <a:sym typeface="Simplon BP Regular"/>
              </a:rPr>
              <a:t>Plano de transição e comunicação</a:t>
            </a:r>
          </a:p>
        </p:txBody>
      </p:sp>
      <p:sp>
        <p:nvSpPr>
          <p:cNvPr id="51" name="Flowchart: Decision 50">
            <a:extLst>
              <a:ext uri="{FF2B5EF4-FFF2-40B4-BE49-F238E27FC236}">
                <a16:creationId xmlns:a16="http://schemas.microsoft.com/office/drawing/2014/main" id="{90A40732-7184-1EE9-7159-A620556A3E32}"/>
              </a:ext>
            </a:extLst>
          </p:cNvPr>
          <p:cNvSpPr/>
          <p:nvPr/>
        </p:nvSpPr>
        <p:spPr>
          <a:xfrm>
            <a:off x="8335850" y="5190530"/>
            <a:ext cx="180000" cy="180000"/>
          </a:xfrm>
          <a:prstGeom prst="flowChartDecision">
            <a:avLst/>
          </a:prstGeom>
          <a:solidFill>
            <a:schemeClr val="accent1">
              <a:lumMod val="75000"/>
            </a:schemeClr>
          </a:solidFill>
          <a:ln w="12700" cap="flat" cmpd="sng" algn="ctr">
            <a:solidFill>
              <a:schemeClr val="accent1">
                <a:lumMod val="75000"/>
              </a:scheme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implon BP Regular"/>
              <a:ea typeface="+mn-ea"/>
              <a:cs typeface="Helvetica"/>
              <a:sym typeface="Simplon BP Regular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EFC8AEEE-E761-1FB2-79CC-3FE2E8882585}"/>
              </a:ext>
            </a:extLst>
          </p:cNvPr>
          <p:cNvSpPr txBox="1"/>
          <p:nvPr/>
        </p:nvSpPr>
        <p:spPr>
          <a:xfrm>
            <a:off x="8023446" y="5349050"/>
            <a:ext cx="2286000" cy="184666"/>
          </a:xfrm>
          <a:prstGeom prst="rect">
            <a:avLst/>
          </a:prstGeom>
          <a:noFill/>
        </p:spPr>
        <p:txBody>
          <a:bodyPr wrap="square" lIns="0" tIns="0" rIns="0" bIns="4572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/>
                <a:ea typeface="+mn-ea"/>
                <a:cs typeface="Helvetica"/>
                <a:sym typeface="Simplon BP Regular"/>
              </a:rPr>
              <a:t>Plano de transferência, negociação e anuência</a:t>
            </a:r>
          </a:p>
        </p:txBody>
      </p:sp>
      <p:sp>
        <p:nvSpPr>
          <p:cNvPr id="53" name="Flowchart: Decision 52">
            <a:extLst>
              <a:ext uri="{FF2B5EF4-FFF2-40B4-BE49-F238E27FC236}">
                <a16:creationId xmlns:a16="http://schemas.microsoft.com/office/drawing/2014/main" id="{63BEDA10-2513-C49F-D6AE-F52FC8A47B79}"/>
              </a:ext>
            </a:extLst>
          </p:cNvPr>
          <p:cNvSpPr/>
          <p:nvPr/>
        </p:nvSpPr>
        <p:spPr>
          <a:xfrm>
            <a:off x="8335850" y="5795813"/>
            <a:ext cx="180000" cy="180000"/>
          </a:xfrm>
          <a:prstGeom prst="flowChartDecision">
            <a:avLst/>
          </a:prstGeom>
          <a:solidFill>
            <a:schemeClr val="accent1">
              <a:lumMod val="75000"/>
            </a:schemeClr>
          </a:solidFill>
          <a:ln w="12700" cap="flat" cmpd="sng" algn="ctr">
            <a:solidFill>
              <a:schemeClr val="accent1">
                <a:lumMod val="75000"/>
              </a:scheme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implon BP Regular"/>
              <a:ea typeface="+mn-ea"/>
              <a:cs typeface="Helvetica"/>
              <a:sym typeface="Simplon BP Regular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6AC03D76-27B4-C8DA-B4AF-008F564E86C8}"/>
              </a:ext>
            </a:extLst>
          </p:cNvPr>
          <p:cNvSpPr txBox="1"/>
          <p:nvPr/>
        </p:nvSpPr>
        <p:spPr>
          <a:xfrm>
            <a:off x="8023442" y="5978530"/>
            <a:ext cx="2286000" cy="323165"/>
          </a:xfrm>
          <a:prstGeom prst="rect">
            <a:avLst/>
          </a:prstGeom>
          <a:noFill/>
        </p:spPr>
        <p:txBody>
          <a:bodyPr wrap="square" lIns="0" tIns="0" rIns="0" bIns="4572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/>
                <a:ea typeface="+mn-ea"/>
                <a:cs typeface="Helvetica"/>
                <a:sym typeface="Simplon BP Regular"/>
              </a:rPr>
              <a:t>Volumes, </a:t>
            </a:r>
            <a:r>
              <a:rPr kumimoji="0" lang="pt-BR" sz="9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/>
                <a:ea typeface="+mn-ea"/>
                <a:cs typeface="Helvetica"/>
                <a:sym typeface="Simplon BP Regular"/>
              </a:rPr>
              <a:t>price</a:t>
            </a:r>
            <a:r>
              <a:rPr kumimoji="0" lang="pt-BR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/>
                <a:ea typeface="+mn-ea"/>
                <a:cs typeface="Helvetica"/>
                <a:sym typeface="Simplon BP Regular"/>
              </a:rPr>
              <a:t>, </a:t>
            </a:r>
            <a:r>
              <a:rPr kumimoji="0" lang="pt-BR" sz="9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/>
                <a:ea typeface="+mn-ea"/>
                <a:cs typeface="Helvetica"/>
                <a:sym typeface="Simplon BP Regular"/>
              </a:rPr>
              <a:t>key</a:t>
            </a:r>
            <a:r>
              <a:rPr kumimoji="0" lang="pt-BR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/>
                <a:ea typeface="+mn-ea"/>
                <a:cs typeface="Helvetica"/>
                <a:sym typeface="Simplon BP Regular"/>
              </a:rPr>
              <a:t> </a:t>
            </a:r>
            <a:r>
              <a:rPr kumimoji="0" lang="pt-BR" sz="9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/>
                <a:ea typeface="+mn-ea"/>
                <a:cs typeface="Helvetica"/>
                <a:sym typeface="Simplon BP Regular"/>
              </a:rPr>
              <a:t>conditions</a:t>
            </a:r>
            <a:r>
              <a:rPr kumimoji="0" lang="pt-BR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/>
                <a:ea typeface="+mn-ea"/>
                <a:cs typeface="Helvetica"/>
                <a:sym typeface="Simplon BP Regular"/>
              </a:rPr>
              <a:t> e detalhamento dos serviços</a:t>
            </a:r>
          </a:p>
        </p:txBody>
      </p:sp>
      <p:sp>
        <p:nvSpPr>
          <p:cNvPr id="55" name="Flowchart: Decision 54">
            <a:extLst>
              <a:ext uri="{FF2B5EF4-FFF2-40B4-BE49-F238E27FC236}">
                <a16:creationId xmlns:a16="http://schemas.microsoft.com/office/drawing/2014/main" id="{3129BD30-872C-10F8-A624-1C451F857697}"/>
              </a:ext>
            </a:extLst>
          </p:cNvPr>
          <p:cNvSpPr/>
          <p:nvPr/>
        </p:nvSpPr>
        <p:spPr>
          <a:xfrm>
            <a:off x="5154104" y="1666797"/>
            <a:ext cx="180000" cy="180000"/>
          </a:xfrm>
          <a:prstGeom prst="flowChartDecision">
            <a:avLst/>
          </a:prstGeom>
          <a:solidFill>
            <a:srgbClr val="969696"/>
          </a:solidFill>
          <a:ln w="12700" cap="flat" cmpd="sng" algn="ctr">
            <a:solidFill>
              <a:srgbClr val="969696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implon BP Regular"/>
              <a:ea typeface="+mn-ea"/>
              <a:cs typeface="Helvetica"/>
              <a:sym typeface="Simplon BP Regular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8D967DD9-2C4D-44B1-EE62-4CF064930839}"/>
              </a:ext>
            </a:extLst>
          </p:cNvPr>
          <p:cNvSpPr txBox="1"/>
          <p:nvPr/>
        </p:nvSpPr>
        <p:spPr>
          <a:xfrm>
            <a:off x="5096979" y="1849514"/>
            <a:ext cx="2006058" cy="184666"/>
          </a:xfrm>
          <a:prstGeom prst="rect">
            <a:avLst/>
          </a:prstGeom>
          <a:noFill/>
        </p:spPr>
        <p:txBody>
          <a:bodyPr wrap="square" lIns="0" tIns="0" rIns="0" bIns="4572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/>
                <a:ea typeface="+mn-ea"/>
                <a:cs typeface="Helvetica"/>
                <a:sym typeface="Simplon BP Regular"/>
              </a:rPr>
              <a:t>Constituição SPE</a:t>
            </a:r>
          </a:p>
        </p:txBody>
      </p:sp>
      <p:sp>
        <p:nvSpPr>
          <p:cNvPr id="57" name="Flowchart: Decision 56">
            <a:extLst>
              <a:ext uri="{FF2B5EF4-FFF2-40B4-BE49-F238E27FC236}">
                <a16:creationId xmlns:a16="http://schemas.microsoft.com/office/drawing/2014/main" id="{3E7E3168-0D5F-D037-7F36-77042124FDD5}"/>
              </a:ext>
            </a:extLst>
          </p:cNvPr>
          <p:cNvSpPr/>
          <p:nvPr/>
        </p:nvSpPr>
        <p:spPr>
          <a:xfrm>
            <a:off x="8775381" y="1683502"/>
            <a:ext cx="180000" cy="180000"/>
          </a:xfrm>
          <a:prstGeom prst="flowChartDecision">
            <a:avLst/>
          </a:prstGeom>
          <a:solidFill>
            <a:srgbClr val="969696"/>
          </a:solidFill>
          <a:ln w="12700" cap="flat" cmpd="sng" algn="ctr">
            <a:solidFill>
              <a:srgbClr val="969696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implon BP Regular"/>
              <a:ea typeface="+mn-ea"/>
              <a:cs typeface="Helvetica"/>
              <a:sym typeface="Simplon BP Regular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33E81BB3-85C2-8C52-7970-A76AC8456EE4}"/>
              </a:ext>
            </a:extLst>
          </p:cNvPr>
          <p:cNvSpPr txBox="1"/>
          <p:nvPr/>
        </p:nvSpPr>
        <p:spPr>
          <a:xfrm>
            <a:off x="8729686" y="1866219"/>
            <a:ext cx="1054192" cy="323165"/>
          </a:xfrm>
          <a:prstGeom prst="rect">
            <a:avLst/>
          </a:prstGeom>
          <a:noFill/>
        </p:spPr>
        <p:txBody>
          <a:bodyPr wrap="square" lIns="0" tIns="0" rIns="0" bIns="4572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/>
                <a:ea typeface="+mn-ea"/>
                <a:cs typeface="Helvetica"/>
                <a:sym typeface="Simplon BP Regular"/>
              </a:rPr>
              <a:t>Submissão </a:t>
            </a:r>
            <a:br>
              <a:rPr kumimoji="0" lang="pt-BR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/>
                <a:ea typeface="+mn-ea"/>
                <a:cs typeface="Helvetica"/>
                <a:sym typeface="Simplon BP Regular"/>
              </a:rPr>
            </a:br>
            <a:r>
              <a:rPr kumimoji="0" lang="pt-BR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/>
                <a:ea typeface="+mn-ea"/>
                <a:cs typeface="Helvetica"/>
                <a:sym typeface="Simplon BP Regular"/>
              </a:rPr>
              <a:t>CADE e Anatel</a:t>
            </a:r>
          </a:p>
        </p:txBody>
      </p:sp>
      <p:sp>
        <p:nvSpPr>
          <p:cNvPr id="59" name="Flowchart: Decision 58">
            <a:extLst>
              <a:ext uri="{FF2B5EF4-FFF2-40B4-BE49-F238E27FC236}">
                <a16:creationId xmlns:a16="http://schemas.microsoft.com/office/drawing/2014/main" id="{C01A764B-ABDF-46AA-E2FD-2F46A8DF9ED2}"/>
              </a:ext>
            </a:extLst>
          </p:cNvPr>
          <p:cNvSpPr/>
          <p:nvPr/>
        </p:nvSpPr>
        <p:spPr>
          <a:xfrm>
            <a:off x="5497584" y="4488622"/>
            <a:ext cx="180000" cy="180000"/>
          </a:xfrm>
          <a:prstGeom prst="flowChartDecision">
            <a:avLst/>
          </a:prstGeom>
          <a:solidFill>
            <a:schemeClr val="accent1">
              <a:lumMod val="75000"/>
            </a:schemeClr>
          </a:solidFill>
          <a:ln w="12700" cap="flat" cmpd="sng" algn="ctr">
            <a:solidFill>
              <a:schemeClr val="accent1">
                <a:lumMod val="75000"/>
              </a:scheme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implon BP Regular"/>
              <a:ea typeface="+mn-ea"/>
              <a:cs typeface="Helvetica"/>
              <a:sym typeface="Simplon BP Regular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D7C5056C-54DF-5D66-D579-C15760FA222F}"/>
              </a:ext>
            </a:extLst>
          </p:cNvPr>
          <p:cNvSpPr txBox="1"/>
          <p:nvPr/>
        </p:nvSpPr>
        <p:spPr>
          <a:xfrm>
            <a:off x="8718685" y="1493493"/>
            <a:ext cx="396000" cy="184666"/>
          </a:xfrm>
          <a:prstGeom prst="rect">
            <a:avLst/>
          </a:prstGeom>
          <a:noFill/>
        </p:spPr>
        <p:txBody>
          <a:bodyPr wrap="square" lIns="0" tIns="0" rIns="0" bIns="4572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/>
                <a:ea typeface="+mn-ea"/>
                <a:cs typeface="Helvetica"/>
                <a:sym typeface="Simplon BP Regular"/>
              </a:rPr>
              <a:t>08/10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248ADB72-E15E-57FF-A752-E42BF368033E}"/>
              </a:ext>
            </a:extLst>
          </p:cNvPr>
          <p:cNvSpPr txBox="1"/>
          <p:nvPr/>
        </p:nvSpPr>
        <p:spPr>
          <a:xfrm>
            <a:off x="8724512" y="2120010"/>
            <a:ext cx="2129542" cy="184666"/>
          </a:xfrm>
          <a:prstGeom prst="rect">
            <a:avLst/>
          </a:prstGeom>
          <a:noFill/>
        </p:spPr>
        <p:txBody>
          <a:bodyPr wrap="square" lIns="0" tIns="0" rIns="0" bIns="4572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/>
                <a:ea typeface="+mn-ea"/>
                <a:cs typeface="Helvetica"/>
                <a:sym typeface="Simplon BP Regular"/>
              </a:rPr>
              <a:t>Abertura e regularização de  filiais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4362CB10-0A0D-7322-6C36-7BCAE27DB4C4}"/>
              </a:ext>
            </a:extLst>
          </p:cNvPr>
          <p:cNvSpPr txBox="1"/>
          <p:nvPr/>
        </p:nvSpPr>
        <p:spPr>
          <a:xfrm>
            <a:off x="5450541" y="2202383"/>
            <a:ext cx="396000" cy="184666"/>
          </a:xfrm>
          <a:prstGeom prst="rect">
            <a:avLst/>
          </a:prstGeom>
          <a:noFill/>
        </p:spPr>
        <p:txBody>
          <a:bodyPr wrap="square" lIns="0" tIns="0" rIns="0" bIns="4572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/>
                <a:ea typeface="+mn-ea"/>
                <a:cs typeface="Helvetica"/>
                <a:sym typeface="Simplon BP Regular"/>
              </a:rPr>
              <a:t>02/08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3D671FC5-712C-3C6B-11CF-8ED60B4646E2}"/>
              </a:ext>
            </a:extLst>
          </p:cNvPr>
          <p:cNvSpPr txBox="1"/>
          <p:nvPr/>
        </p:nvSpPr>
        <p:spPr>
          <a:xfrm>
            <a:off x="6292740" y="2202383"/>
            <a:ext cx="396000" cy="184666"/>
          </a:xfrm>
          <a:prstGeom prst="rect">
            <a:avLst/>
          </a:prstGeom>
          <a:noFill/>
        </p:spPr>
        <p:txBody>
          <a:bodyPr wrap="square" lIns="0" tIns="0" rIns="0" bIns="4572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900" kern="1200">
                <a:solidFill>
                  <a:srgbClr val="000000"/>
                </a:solidFill>
                <a:latin typeface="Simplon BP Regular"/>
                <a:ea typeface="+mn-ea"/>
                <a:cs typeface="Helvetica"/>
              </a:rPr>
              <a:t>20</a:t>
            </a:r>
            <a:r>
              <a:rPr kumimoji="0" lang="pt-BR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/>
                <a:ea typeface="+mn-ea"/>
                <a:cs typeface="Helvetica"/>
                <a:sym typeface="Simplon BP Regular"/>
              </a:rPr>
              <a:t>/08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9BA97E67-A445-0E63-F067-0E0615E427DA}"/>
              </a:ext>
            </a:extLst>
          </p:cNvPr>
          <p:cNvSpPr txBox="1"/>
          <p:nvPr/>
        </p:nvSpPr>
        <p:spPr>
          <a:xfrm>
            <a:off x="5051891" y="3483841"/>
            <a:ext cx="396000" cy="184666"/>
          </a:xfrm>
          <a:prstGeom prst="rect">
            <a:avLst/>
          </a:prstGeom>
          <a:noFill/>
        </p:spPr>
        <p:txBody>
          <a:bodyPr wrap="square" lIns="0" tIns="0" rIns="0" bIns="4572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900" kern="1200">
                <a:solidFill>
                  <a:srgbClr val="000000"/>
                </a:solidFill>
                <a:latin typeface="Simplon BP Regular"/>
                <a:ea typeface="+mn-ea"/>
                <a:cs typeface="Helvetica"/>
              </a:rPr>
              <a:t>31</a:t>
            </a:r>
            <a:r>
              <a:rPr kumimoji="0" lang="pt-BR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/>
                <a:ea typeface="+mn-ea"/>
                <a:cs typeface="Helvetica"/>
                <a:sym typeface="Simplon BP Regular"/>
              </a:rPr>
              <a:t>/07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B61CAAE5-F920-E9C8-6EE5-97E621C1927D}"/>
              </a:ext>
            </a:extLst>
          </p:cNvPr>
          <p:cNvSpPr txBox="1"/>
          <p:nvPr/>
        </p:nvSpPr>
        <p:spPr>
          <a:xfrm>
            <a:off x="5479584" y="4353043"/>
            <a:ext cx="396000" cy="184666"/>
          </a:xfrm>
          <a:prstGeom prst="rect">
            <a:avLst/>
          </a:prstGeom>
          <a:noFill/>
        </p:spPr>
        <p:txBody>
          <a:bodyPr wrap="square" lIns="0" tIns="0" rIns="0" bIns="4572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/>
                <a:ea typeface="+mn-ea"/>
                <a:cs typeface="Helvetica"/>
                <a:sym typeface="Simplon BP Regular"/>
              </a:rPr>
              <a:t>05/08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31E8193A-02A1-67CF-D97C-444532C66B16}"/>
              </a:ext>
            </a:extLst>
          </p:cNvPr>
          <p:cNvSpPr txBox="1"/>
          <p:nvPr/>
        </p:nvSpPr>
        <p:spPr>
          <a:xfrm>
            <a:off x="3406903" y="5048359"/>
            <a:ext cx="396000" cy="184666"/>
          </a:xfrm>
          <a:prstGeom prst="rect">
            <a:avLst/>
          </a:prstGeom>
          <a:noFill/>
        </p:spPr>
        <p:txBody>
          <a:bodyPr wrap="square" lIns="0" tIns="0" rIns="0" bIns="4572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/>
                <a:ea typeface="+mn-ea"/>
                <a:cs typeface="Helvetica"/>
                <a:sym typeface="Simplon BP Regular"/>
              </a:rPr>
              <a:t>26/06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D2989413-3BF0-3FC4-F476-2E3DDAC69584}"/>
              </a:ext>
            </a:extLst>
          </p:cNvPr>
          <p:cNvSpPr txBox="1"/>
          <p:nvPr/>
        </p:nvSpPr>
        <p:spPr>
          <a:xfrm>
            <a:off x="8139650" y="5048359"/>
            <a:ext cx="396000" cy="184666"/>
          </a:xfrm>
          <a:prstGeom prst="rect">
            <a:avLst/>
          </a:prstGeom>
          <a:noFill/>
        </p:spPr>
        <p:txBody>
          <a:bodyPr wrap="square" lIns="0" tIns="0" rIns="0" bIns="4572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/>
                <a:ea typeface="+mn-ea"/>
                <a:cs typeface="Helvetica"/>
                <a:sym typeface="Simplon BP Regular"/>
              </a:rPr>
              <a:t>30/09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E2957A4B-B48A-A24F-DD09-7B0125F70D1B}"/>
              </a:ext>
            </a:extLst>
          </p:cNvPr>
          <p:cNvSpPr txBox="1"/>
          <p:nvPr/>
        </p:nvSpPr>
        <p:spPr>
          <a:xfrm>
            <a:off x="8128668" y="5670177"/>
            <a:ext cx="396000" cy="184666"/>
          </a:xfrm>
          <a:prstGeom prst="rect">
            <a:avLst/>
          </a:prstGeom>
          <a:noFill/>
        </p:spPr>
        <p:txBody>
          <a:bodyPr wrap="square" lIns="0" tIns="0" rIns="0" bIns="4572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/>
                <a:ea typeface="+mn-ea"/>
                <a:cs typeface="Helvetica"/>
                <a:sym typeface="Simplon BP Regular"/>
              </a:rPr>
              <a:t>30/09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801F8884-19B0-C379-CA3B-89A09F63FA32}"/>
              </a:ext>
            </a:extLst>
          </p:cNvPr>
          <p:cNvSpPr txBox="1"/>
          <p:nvPr/>
        </p:nvSpPr>
        <p:spPr>
          <a:xfrm>
            <a:off x="8272162" y="4353043"/>
            <a:ext cx="396000" cy="184666"/>
          </a:xfrm>
          <a:prstGeom prst="rect">
            <a:avLst/>
          </a:prstGeom>
          <a:noFill/>
        </p:spPr>
        <p:txBody>
          <a:bodyPr wrap="square" lIns="0" tIns="0" rIns="0" bIns="4572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/>
                <a:ea typeface="+mn-ea"/>
                <a:cs typeface="Helvetica"/>
                <a:sym typeface="Simplon BP Regular"/>
              </a:rPr>
              <a:t>30/09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983B952A-EC1E-3D0A-B319-4A8FFC5CD748}"/>
              </a:ext>
            </a:extLst>
          </p:cNvPr>
          <p:cNvSpPr txBox="1"/>
          <p:nvPr/>
        </p:nvSpPr>
        <p:spPr>
          <a:xfrm>
            <a:off x="8260047" y="3495254"/>
            <a:ext cx="396000" cy="184666"/>
          </a:xfrm>
          <a:prstGeom prst="rect">
            <a:avLst/>
          </a:prstGeom>
          <a:noFill/>
        </p:spPr>
        <p:txBody>
          <a:bodyPr wrap="square" lIns="0" tIns="0" rIns="0" bIns="4572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/>
                <a:ea typeface="+mn-ea"/>
                <a:cs typeface="Helvetica"/>
                <a:sym typeface="Simplon BP Regular"/>
              </a:rPr>
              <a:t>30/09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34E88A17-8161-861A-7CCA-3C8C239AF3AA}"/>
              </a:ext>
            </a:extLst>
          </p:cNvPr>
          <p:cNvSpPr txBox="1"/>
          <p:nvPr/>
        </p:nvSpPr>
        <p:spPr>
          <a:xfrm>
            <a:off x="8234871" y="2202383"/>
            <a:ext cx="396000" cy="184666"/>
          </a:xfrm>
          <a:prstGeom prst="rect">
            <a:avLst/>
          </a:prstGeom>
          <a:noFill/>
        </p:spPr>
        <p:txBody>
          <a:bodyPr wrap="square" lIns="0" tIns="0" rIns="0" bIns="4572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/>
                <a:ea typeface="+mn-ea"/>
                <a:cs typeface="Helvetica"/>
                <a:sym typeface="Simplon BP Regular"/>
              </a:rPr>
              <a:t>30/09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403CAB66-AA47-C402-0097-7CAB66CFF5D8}"/>
              </a:ext>
            </a:extLst>
          </p:cNvPr>
          <p:cNvSpPr txBox="1"/>
          <p:nvPr/>
        </p:nvSpPr>
        <p:spPr>
          <a:xfrm>
            <a:off x="8234871" y="2843983"/>
            <a:ext cx="396000" cy="184666"/>
          </a:xfrm>
          <a:prstGeom prst="rect">
            <a:avLst/>
          </a:prstGeom>
          <a:noFill/>
        </p:spPr>
        <p:txBody>
          <a:bodyPr wrap="square" lIns="0" tIns="0" rIns="0" bIns="4572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/>
                <a:ea typeface="+mn-ea"/>
                <a:cs typeface="Helvetica"/>
                <a:sym typeface="Simplon BP Regular"/>
              </a:rPr>
              <a:t>30/09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2E210ADA-900C-F262-5D26-5160BEAD9496}"/>
              </a:ext>
            </a:extLst>
          </p:cNvPr>
          <p:cNvSpPr txBox="1"/>
          <p:nvPr/>
        </p:nvSpPr>
        <p:spPr>
          <a:xfrm>
            <a:off x="6220821" y="2843983"/>
            <a:ext cx="396000" cy="184666"/>
          </a:xfrm>
          <a:prstGeom prst="rect">
            <a:avLst/>
          </a:prstGeom>
          <a:noFill/>
        </p:spPr>
        <p:txBody>
          <a:bodyPr wrap="square" lIns="0" tIns="0" rIns="0" bIns="4572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/>
                <a:ea typeface="+mn-ea"/>
                <a:cs typeface="Helvetica"/>
                <a:sym typeface="Simplon BP Regular"/>
              </a:rPr>
              <a:t>20/08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8D8E3DC8-B7EF-0559-B625-03EF1B8B3478}"/>
              </a:ext>
            </a:extLst>
          </p:cNvPr>
          <p:cNvSpPr txBox="1"/>
          <p:nvPr/>
        </p:nvSpPr>
        <p:spPr>
          <a:xfrm>
            <a:off x="6310070" y="3482533"/>
            <a:ext cx="396000" cy="184666"/>
          </a:xfrm>
          <a:prstGeom prst="rect">
            <a:avLst/>
          </a:prstGeom>
          <a:noFill/>
        </p:spPr>
        <p:txBody>
          <a:bodyPr wrap="square" lIns="0" tIns="0" rIns="0" bIns="4572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900" kern="1200">
                <a:solidFill>
                  <a:srgbClr val="000000"/>
                </a:solidFill>
                <a:latin typeface="Simplon BP Regular"/>
                <a:ea typeface="+mn-ea"/>
                <a:cs typeface="Helvetica"/>
              </a:rPr>
              <a:t>2</a:t>
            </a:r>
            <a:r>
              <a:rPr kumimoji="0" lang="pt-BR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/>
                <a:ea typeface="+mn-ea"/>
                <a:cs typeface="Helvetica"/>
                <a:sym typeface="Simplon BP Regular"/>
              </a:rPr>
              <a:t>0/08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E01B79C3-1A26-67E9-6357-8F8DFF235650}"/>
              </a:ext>
            </a:extLst>
          </p:cNvPr>
          <p:cNvSpPr txBox="1"/>
          <p:nvPr/>
        </p:nvSpPr>
        <p:spPr>
          <a:xfrm>
            <a:off x="6625390" y="4353043"/>
            <a:ext cx="396000" cy="184666"/>
          </a:xfrm>
          <a:prstGeom prst="rect">
            <a:avLst/>
          </a:prstGeom>
          <a:noFill/>
        </p:spPr>
        <p:txBody>
          <a:bodyPr wrap="square" lIns="0" tIns="0" rIns="0" bIns="4572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/>
                <a:ea typeface="+mn-ea"/>
                <a:cs typeface="Helvetica"/>
                <a:sym typeface="Simplon BP Regular"/>
              </a:rPr>
              <a:t>30/08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BD692F61-AD88-A48F-57DB-B7336695F7E1}"/>
              </a:ext>
            </a:extLst>
          </p:cNvPr>
          <p:cNvSpPr txBox="1"/>
          <p:nvPr/>
        </p:nvSpPr>
        <p:spPr>
          <a:xfrm>
            <a:off x="4907487" y="5048359"/>
            <a:ext cx="396000" cy="184666"/>
          </a:xfrm>
          <a:prstGeom prst="rect">
            <a:avLst/>
          </a:prstGeom>
          <a:noFill/>
        </p:spPr>
        <p:txBody>
          <a:bodyPr wrap="square" lIns="0" tIns="0" rIns="0" bIns="4572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900" kern="1200">
                <a:solidFill>
                  <a:srgbClr val="000000"/>
                </a:solidFill>
                <a:latin typeface="Simplon BP Regular"/>
                <a:ea typeface="+mn-ea"/>
                <a:cs typeface="Helvetica"/>
              </a:rPr>
              <a:t>31</a:t>
            </a:r>
            <a:r>
              <a:rPr kumimoji="0" lang="pt-BR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/>
                <a:ea typeface="+mn-ea"/>
                <a:cs typeface="Helvetica"/>
                <a:sym typeface="Simplon BP Regular"/>
              </a:rPr>
              <a:t>/07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46651434-CFED-4978-170F-396E171A6A61}"/>
              </a:ext>
            </a:extLst>
          </p:cNvPr>
          <p:cNvSpPr txBox="1"/>
          <p:nvPr/>
        </p:nvSpPr>
        <p:spPr>
          <a:xfrm>
            <a:off x="6651677" y="5670177"/>
            <a:ext cx="396000" cy="184666"/>
          </a:xfrm>
          <a:prstGeom prst="rect">
            <a:avLst/>
          </a:prstGeom>
          <a:noFill/>
        </p:spPr>
        <p:txBody>
          <a:bodyPr wrap="square" lIns="0" tIns="0" rIns="0" bIns="4572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/>
                <a:ea typeface="+mn-ea"/>
                <a:cs typeface="Helvetica"/>
                <a:sym typeface="Simplon BP Regular"/>
              </a:rPr>
              <a:t>27/08</a:t>
            </a: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19D4974A-4F32-087C-583B-C9E0AFB41A5D}"/>
              </a:ext>
            </a:extLst>
          </p:cNvPr>
          <p:cNvSpPr>
            <a:spLocks noGrp="1" noChangeArrowheads="1"/>
          </p:cNvSpPr>
          <p:nvPr/>
        </p:nvSpPr>
        <p:spPr bwMode="auto">
          <a:xfrm>
            <a:off x="6188941" y="74414"/>
            <a:ext cx="1080000" cy="38620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spcCol="0" anchor="ctr" anchorCtr="0" compatLnSpc="1">
            <a:prstTxWarp prst="textNoShape">
              <a:avLst/>
            </a:prstTxWarp>
            <a:noAutofit/>
          </a:bodyPr>
          <a:lstStyle>
            <a:lvl1pPr marL="177175" indent="-177175" algn="l" rtl="0" eaLnBrk="1" fontAlgn="base" hangingPunct="1">
              <a:spcBef>
                <a:spcPts val="1439"/>
              </a:spcBef>
              <a:spcAft>
                <a:spcPct val="0"/>
              </a:spcAft>
              <a:buChar char="•"/>
              <a:defRPr sz="1679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369533" indent="-185609" algn="l" rtl="0" eaLnBrk="1" fontAlgn="base" hangingPunct="1">
              <a:spcBef>
                <a:spcPts val="720"/>
              </a:spcBef>
              <a:spcAft>
                <a:spcPct val="0"/>
              </a:spcAft>
              <a:buChar char="–"/>
              <a:defRPr sz="1679">
                <a:solidFill>
                  <a:srgbClr val="000000"/>
                </a:solidFill>
                <a:latin typeface="+mn-lt"/>
              </a:defRPr>
            </a:lvl2pPr>
            <a:lvl3pPr marL="545019" indent="-175485" algn="l" rtl="0" eaLnBrk="1" fontAlgn="base" hangingPunct="1">
              <a:spcBef>
                <a:spcPts val="720"/>
              </a:spcBef>
              <a:spcAft>
                <a:spcPct val="0"/>
              </a:spcAft>
              <a:buFont typeface="Arial" charset="0"/>
              <a:buChar char="-"/>
              <a:defRPr sz="1679">
                <a:solidFill>
                  <a:srgbClr val="000000"/>
                </a:solidFill>
                <a:latin typeface="+mn-lt"/>
              </a:defRPr>
            </a:lvl3pPr>
            <a:lvl4pPr marL="1700862" indent="-24298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159">
                <a:solidFill>
                  <a:schemeClr val="tx1"/>
                </a:solidFill>
                <a:latin typeface="+mn-lt"/>
              </a:defRPr>
            </a:lvl4pPr>
            <a:lvl5pPr marL="2186825" indent="-24298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159">
                <a:solidFill>
                  <a:schemeClr val="tx1"/>
                </a:solidFill>
                <a:latin typeface="+mn-lt"/>
              </a:defRPr>
            </a:lvl5pPr>
            <a:lvl6pPr marL="2672786" indent="-24298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159">
                <a:solidFill>
                  <a:schemeClr val="tx1"/>
                </a:solidFill>
                <a:latin typeface="+mn-lt"/>
              </a:defRPr>
            </a:lvl6pPr>
            <a:lvl7pPr marL="3158748" indent="-24298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159">
                <a:solidFill>
                  <a:schemeClr val="tx1"/>
                </a:solidFill>
                <a:latin typeface="+mn-lt"/>
              </a:defRPr>
            </a:lvl7pPr>
            <a:lvl8pPr marL="3644709" indent="-24298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159">
                <a:solidFill>
                  <a:schemeClr val="tx1"/>
                </a:solidFill>
                <a:latin typeface="+mn-lt"/>
              </a:defRPr>
            </a:lvl8pPr>
            <a:lvl9pPr marL="4130669" indent="-24298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159">
                <a:solidFill>
                  <a:schemeClr val="tx1"/>
                </a:solidFill>
                <a:latin typeface="+mn-lt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altLang="en-US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/>
                <a:cs typeface="Helvetica"/>
                <a:sym typeface="+mn-lt"/>
              </a:rPr>
              <a:t>LEILÃO </a:t>
            </a:r>
            <a:br>
              <a:rPr kumimoji="0" lang="pt-BR" altLang="en-US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/>
                <a:cs typeface="Helvetica"/>
                <a:sym typeface="+mn-lt"/>
              </a:rPr>
            </a:br>
            <a:r>
              <a:rPr kumimoji="0" lang="pt-BR" altLang="en-US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/>
                <a:cs typeface="Helvetica"/>
                <a:sym typeface="+mn-lt"/>
              </a:rPr>
              <a:t>2ª RODADA</a:t>
            </a:r>
            <a:endParaRPr kumimoji="0" lang="pt-BR" sz="12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implon BP Regular"/>
              <a:cs typeface="Helvetica"/>
              <a:sym typeface="+mn-lt"/>
            </a:endParaRP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0D6D08F6-A999-8F73-8A24-70E722622FCB}"/>
              </a:ext>
            </a:extLst>
          </p:cNvPr>
          <p:cNvSpPr>
            <a:spLocks noGrp="1" noChangeArrowheads="1"/>
          </p:cNvSpPr>
          <p:nvPr/>
        </p:nvSpPr>
        <p:spPr bwMode="auto">
          <a:xfrm>
            <a:off x="6188935" y="757928"/>
            <a:ext cx="1080000" cy="38620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spcCol="0" anchor="ctr" anchorCtr="0" compatLnSpc="1">
            <a:prstTxWarp prst="textNoShape">
              <a:avLst/>
            </a:prstTxWarp>
            <a:noAutofit/>
          </a:bodyPr>
          <a:lstStyle>
            <a:lvl1pPr marL="177175" indent="-177175" algn="l" rtl="0" eaLnBrk="1" fontAlgn="base" hangingPunct="1">
              <a:spcBef>
                <a:spcPts val="1439"/>
              </a:spcBef>
              <a:spcAft>
                <a:spcPct val="0"/>
              </a:spcAft>
              <a:buChar char="•"/>
              <a:defRPr sz="1679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369533" indent="-185609" algn="l" rtl="0" eaLnBrk="1" fontAlgn="base" hangingPunct="1">
              <a:spcBef>
                <a:spcPts val="720"/>
              </a:spcBef>
              <a:spcAft>
                <a:spcPct val="0"/>
              </a:spcAft>
              <a:buChar char="–"/>
              <a:defRPr sz="1679">
                <a:solidFill>
                  <a:srgbClr val="000000"/>
                </a:solidFill>
                <a:latin typeface="+mn-lt"/>
              </a:defRPr>
            </a:lvl2pPr>
            <a:lvl3pPr marL="545019" indent="-175485" algn="l" rtl="0" eaLnBrk="1" fontAlgn="base" hangingPunct="1">
              <a:spcBef>
                <a:spcPts val="720"/>
              </a:spcBef>
              <a:spcAft>
                <a:spcPct val="0"/>
              </a:spcAft>
              <a:buFont typeface="Arial" charset="0"/>
              <a:buChar char="-"/>
              <a:defRPr sz="1679">
                <a:solidFill>
                  <a:srgbClr val="000000"/>
                </a:solidFill>
                <a:latin typeface="+mn-lt"/>
              </a:defRPr>
            </a:lvl3pPr>
            <a:lvl4pPr marL="1700862" indent="-24298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159">
                <a:solidFill>
                  <a:schemeClr val="tx1"/>
                </a:solidFill>
                <a:latin typeface="+mn-lt"/>
              </a:defRPr>
            </a:lvl4pPr>
            <a:lvl5pPr marL="2186825" indent="-24298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159">
                <a:solidFill>
                  <a:schemeClr val="tx1"/>
                </a:solidFill>
                <a:latin typeface="+mn-lt"/>
              </a:defRPr>
            </a:lvl5pPr>
            <a:lvl6pPr marL="2672786" indent="-24298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159">
                <a:solidFill>
                  <a:schemeClr val="tx1"/>
                </a:solidFill>
                <a:latin typeface="+mn-lt"/>
              </a:defRPr>
            </a:lvl6pPr>
            <a:lvl7pPr marL="3158748" indent="-24298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159">
                <a:solidFill>
                  <a:schemeClr val="tx1"/>
                </a:solidFill>
                <a:latin typeface="+mn-lt"/>
              </a:defRPr>
            </a:lvl7pPr>
            <a:lvl8pPr marL="3644709" indent="-24298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159">
                <a:solidFill>
                  <a:schemeClr val="tx1"/>
                </a:solidFill>
                <a:latin typeface="+mn-lt"/>
              </a:defRPr>
            </a:lvl8pPr>
            <a:lvl9pPr marL="4130669" indent="-24298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159">
                <a:solidFill>
                  <a:schemeClr val="tx1"/>
                </a:solidFill>
                <a:latin typeface="+mn-lt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altLang="en-US" sz="105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/>
                <a:cs typeface="Helvetica"/>
                <a:sym typeface="+mn-lt"/>
              </a:rPr>
              <a:t>~27/AGO</a:t>
            </a:r>
            <a:endParaRPr kumimoji="0" lang="pt-BR" sz="10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implon BP Regular"/>
              <a:cs typeface="Helvetica"/>
              <a:sym typeface="+mn-lt"/>
            </a:endParaRP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A6F7FC13-96D4-3234-0589-F8A7E0C35F5A}"/>
              </a:ext>
            </a:extLst>
          </p:cNvPr>
          <p:cNvSpPr>
            <a:spLocks noGrp="1" noChangeArrowheads="1"/>
          </p:cNvSpPr>
          <p:nvPr/>
        </p:nvSpPr>
        <p:spPr bwMode="auto">
          <a:xfrm>
            <a:off x="8196186" y="757928"/>
            <a:ext cx="1080000" cy="38620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spcCol="0" anchor="ctr" anchorCtr="0" compatLnSpc="1">
            <a:prstTxWarp prst="textNoShape">
              <a:avLst/>
            </a:prstTxWarp>
            <a:noAutofit/>
          </a:bodyPr>
          <a:lstStyle>
            <a:lvl1pPr marL="177175" indent="-177175" algn="l" rtl="0" eaLnBrk="1" fontAlgn="base" hangingPunct="1">
              <a:spcBef>
                <a:spcPts val="1439"/>
              </a:spcBef>
              <a:spcAft>
                <a:spcPct val="0"/>
              </a:spcAft>
              <a:buChar char="•"/>
              <a:defRPr sz="1679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369533" indent="-185609" algn="l" rtl="0" eaLnBrk="1" fontAlgn="base" hangingPunct="1">
              <a:spcBef>
                <a:spcPts val="720"/>
              </a:spcBef>
              <a:spcAft>
                <a:spcPct val="0"/>
              </a:spcAft>
              <a:buChar char="–"/>
              <a:defRPr sz="1679">
                <a:solidFill>
                  <a:srgbClr val="000000"/>
                </a:solidFill>
                <a:latin typeface="+mn-lt"/>
              </a:defRPr>
            </a:lvl2pPr>
            <a:lvl3pPr marL="545019" indent="-175485" algn="l" rtl="0" eaLnBrk="1" fontAlgn="base" hangingPunct="1">
              <a:spcBef>
                <a:spcPts val="720"/>
              </a:spcBef>
              <a:spcAft>
                <a:spcPct val="0"/>
              </a:spcAft>
              <a:buFont typeface="Arial" charset="0"/>
              <a:buChar char="-"/>
              <a:defRPr sz="1679">
                <a:solidFill>
                  <a:srgbClr val="000000"/>
                </a:solidFill>
                <a:latin typeface="+mn-lt"/>
              </a:defRPr>
            </a:lvl3pPr>
            <a:lvl4pPr marL="1700862" indent="-24298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159">
                <a:solidFill>
                  <a:schemeClr val="tx1"/>
                </a:solidFill>
                <a:latin typeface="+mn-lt"/>
              </a:defRPr>
            </a:lvl4pPr>
            <a:lvl5pPr marL="2186825" indent="-24298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159">
                <a:solidFill>
                  <a:schemeClr val="tx1"/>
                </a:solidFill>
                <a:latin typeface="+mn-lt"/>
              </a:defRPr>
            </a:lvl5pPr>
            <a:lvl6pPr marL="2672786" indent="-24298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159">
                <a:solidFill>
                  <a:schemeClr val="tx1"/>
                </a:solidFill>
                <a:latin typeface="+mn-lt"/>
              </a:defRPr>
            </a:lvl6pPr>
            <a:lvl7pPr marL="3158748" indent="-24298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159">
                <a:solidFill>
                  <a:schemeClr val="tx1"/>
                </a:solidFill>
                <a:latin typeface="+mn-lt"/>
              </a:defRPr>
            </a:lvl7pPr>
            <a:lvl8pPr marL="3644709" indent="-24298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159">
                <a:solidFill>
                  <a:schemeClr val="tx1"/>
                </a:solidFill>
                <a:latin typeface="+mn-lt"/>
              </a:defRPr>
            </a:lvl8pPr>
            <a:lvl9pPr marL="4130669" indent="-24298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159">
                <a:solidFill>
                  <a:schemeClr val="tx1"/>
                </a:solidFill>
                <a:latin typeface="+mn-lt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altLang="en-US" sz="105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/>
                <a:cs typeface="Helvetica"/>
                <a:sym typeface="+mn-lt"/>
              </a:rPr>
              <a:t>~08/OUT</a:t>
            </a:r>
            <a:endParaRPr kumimoji="0" lang="pt-BR" sz="10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implon BP Regular"/>
              <a:cs typeface="Helvetica"/>
              <a:sym typeface="+mn-lt"/>
            </a:endParaRP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836ABB27-600F-D91D-23E6-86830C067DA1}"/>
              </a:ext>
            </a:extLst>
          </p:cNvPr>
          <p:cNvSpPr>
            <a:spLocks noGrp="1" noChangeArrowheads="1"/>
          </p:cNvSpPr>
          <p:nvPr/>
        </p:nvSpPr>
        <p:spPr bwMode="auto">
          <a:xfrm>
            <a:off x="8181159" y="74414"/>
            <a:ext cx="1080000" cy="38620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spcCol="0" anchor="ctr" anchorCtr="0" compatLnSpc="1">
            <a:prstTxWarp prst="textNoShape">
              <a:avLst/>
            </a:prstTxWarp>
            <a:noAutofit/>
          </a:bodyPr>
          <a:lstStyle>
            <a:lvl1pPr marL="177175" indent="-177175" algn="l" rtl="0" eaLnBrk="1" fontAlgn="base" hangingPunct="1">
              <a:spcBef>
                <a:spcPts val="1439"/>
              </a:spcBef>
              <a:spcAft>
                <a:spcPct val="0"/>
              </a:spcAft>
              <a:buChar char="•"/>
              <a:defRPr sz="1679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369533" indent="-185609" algn="l" rtl="0" eaLnBrk="1" fontAlgn="base" hangingPunct="1">
              <a:spcBef>
                <a:spcPts val="720"/>
              </a:spcBef>
              <a:spcAft>
                <a:spcPct val="0"/>
              </a:spcAft>
              <a:buChar char="–"/>
              <a:defRPr sz="1679">
                <a:solidFill>
                  <a:srgbClr val="000000"/>
                </a:solidFill>
                <a:latin typeface="+mn-lt"/>
              </a:defRPr>
            </a:lvl2pPr>
            <a:lvl3pPr marL="545019" indent="-175485" algn="l" rtl="0" eaLnBrk="1" fontAlgn="base" hangingPunct="1">
              <a:spcBef>
                <a:spcPts val="720"/>
              </a:spcBef>
              <a:spcAft>
                <a:spcPct val="0"/>
              </a:spcAft>
              <a:buFont typeface="Arial" charset="0"/>
              <a:buChar char="-"/>
              <a:defRPr sz="1679">
                <a:solidFill>
                  <a:srgbClr val="000000"/>
                </a:solidFill>
                <a:latin typeface="+mn-lt"/>
              </a:defRPr>
            </a:lvl3pPr>
            <a:lvl4pPr marL="1700862" indent="-24298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159">
                <a:solidFill>
                  <a:schemeClr val="tx1"/>
                </a:solidFill>
                <a:latin typeface="+mn-lt"/>
              </a:defRPr>
            </a:lvl4pPr>
            <a:lvl5pPr marL="2186825" indent="-24298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159">
                <a:solidFill>
                  <a:schemeClr val="tx1"/>
                </a:solidFill>
                <a:latin typeface="+mn-lt"/>
              </a:defRPr>
            </a:lvl5pPr>
            <a:lvl6pPr marL="2672786" indent="-24298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159">
                <a:solidFill>
                  <a:schemeClr val="tx1"/>
                </a:solidFill>
                <a:latin typeface="+mn-lt"/>
              </a:defRPr>
            </a:lvl6pPr>
            <a:lvl7pPr marL="3158748" indent="-24298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159">
                <a:solidFill>
                  <a:schemeClr val="tx1"/>
                </a:solidFill>
                <a:latin typeface="+mn-lt"/>
              </a:defRPr>
            </a:lvl7pPr>
            <a:lvl8pPr marL="3644709" indent="-24298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159">
                <a:solidFill>
                  <a:schemeClr val="tx1"/>
                </a:solidFill>
                <a:latin typeface="+mn-lt"/>
              </a:defRPr>
            </a:lvl8pPr>
            <a:lvl9pPr marL="4130669" indent="-24298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159">
                <a:solidFill>
                  <a:schemeClr val="tx1"/>
                </a:solidFill>
                <a:latin typeface="+mn-lt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altLang="en-US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/>
                <a:cs typeface="Helvetica"/>
                <a:sym typeface="+mn-lt"/>
              </a:rPr>
              <a:t>SIGNING</a:t>
            </a:r>
            <a:br>
              <a:rPr kumimoji="0" lang="pt-BR" altLang="en-US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/>
                <a:cs typeface="Helvetica"/>
                <a:sym typeface="+mn-lt"/>
              </a:rPr>
            </a:br>
            <a:r>
              <a:rPr kumimoji="0" lang="pt-BR" altLang="en-US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/>
                <a:cs typeface="Helvetica"/>
                <a:sym typeface="+mn-lt"/>
              </a:rPr>
              <a:t> SPA</a:t>
            </a:r>
            <a:endParaRPr kumimoji="0" lang="pt-BR" sz="12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implon BP Regular"/>
              <a:cs typeface="Helvetica"/>
              <a:sym typeface="+mn-lt"/>
            </a:endParaRPr>
          </a:p>
        </p:txBody>
      </p:sp>
      <p:sp>
        <p:nvSpPr>
          <p:cNvPr id="84" name="Flowchart: Decision 83">
            <a:extLst>
              <a:ext uri="{FF2B5EF4-FFF2-40B4-BE49-F238E27FC236}">
                <a16:creationId xmlns:a16="http://schemas.microsoft.com/office/drawing/2014/main" id="{900D478B-942B-AE48-1B7F-AC3E5E722A03}"/>
              </a:ext>
            </a:extLst>
          </p:cNvPr>
          <p:cNvSpPr/>
          <p:nvPr/>
        </p:nvSpPr>
        <p:spPr>
          <a:xfrm>
            <a:off x="6618564" y="1683502"/>
            <a:ext cx="180000" cy="180000"/>
          </a:xfrm>
          <a:prstGeom prst="flowChartDecision">
            <a:avLst/>
          </a:prstGeom>
          <a:solidFill>
            <a:srgbClr val="969696"/>
          </a:solidFill>
          <a:ln w="12700" cap="flat" cmpd="sng" algn="ctr">
            <a:solidFill>
              <a:srgbClr val="969696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implon BP Regular"/>
              <a:ea typeface="+mn-ea"/>
              <a:cs typeface="Helvetica"/>
              <a:sym typeface="Simplon BP Regular"/>
            </a:endParaRP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054C3A51-F6DA-A858-63E9-A941AF6D35C4}"/>
              </a:ext>
            </a:extLst>
          </p:cNvPr>
          <p:cNvSpPr txBox="1"/>
          <p:nvPr/>
        </p:nvSpPr>
        <p:spPr>
          <a:xfrm>
            <a:off x="6378752" y="1866220"/>
            <a:ext cx="697871" cy="323165"/>
          </a:xfrm>
          <a:prstGeom prst="rect">
            <a:avLst/>
          </a:prstGeom>
          <a:noFill/>
        </p:spPr>
        <p:txBody>
          <a:bodyPr wrap="square" lIns="0" tIns="0" rIns="0" bIns="4572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/>
                <a:ea typeface="+mn-ea"/>
                <a:cs typeface="Helvetica"/>
                <a:sym typeface="Simplon BP Regular"/>
              </a:rPr>
              <a:t>Preparação </a:t>
            </a:r>
            <a:br>
              <a:rPr kumimoji="0" lang="pt-BR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/>
                <a:ea typeface="+mn-ea"/>
                <a:cs typeface="Helvetica"/>
                <a:sym typeface="Simplon BP Regular"/>
              </a:rPr>
            </a:br>
            <a:r>
              <a:rPr kumimoji="0" lang="pt-BR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/>
                <a:ea typeface="+mn-ea"/>
                <a:cs typeface="Helvetica"/>
                <a:sym typeface="Simplon BP Regular"/>
              </a:rPr>
              <a:t> filiais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4EC27081-96C9-9C98-3D71-A579995B3158}"/>
              </a:ext>
            </a:extLst>
          </p:cNvPr>
          <p:cNvSpPr txBox="1"/>
          <p:nvPr/>
        </p:nvSpPr>
        <p:spPr>
          <a:xfrm>
            <a:off x="6561868" y="1493493"/>
            <a:ext cx="396000" cy="184666"/>
          </a:xfrm>
          <a:prstGeom prst="rect">
            <a:avLst/>
          </a:prstGeom>
          <a:noFill/>
        </p:spPr>
        <p:txBody>
          <a:bodyPr wrap="square" lIns="0" tIns="0" rIns="0" bIns="4572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/>
                <a:ea typeface="+mn-ea"/>
                <a:cs typeface="Helvetica"/>
                <a:sym typeface="Simplon BP Regular"/>
              </a:rPr>
              <a:t>26/08</a:t>
            </a:r>
          </a:p>
        </p:txBody>
      </p:sp>
      <p:sp>
        <p:nvSpPr>
          <p:cNvPr id="87" name="Flowchart: Decision 86">
            <a:extLst>
              <a:ext uri="{FF2B5EF4-FFF2-40B4-BE49-F238E27FC236}">
                <a16:creationId xmlns:a16="http://schemas.microsoft.com/office/drawing/2014/main" id="{377D8A10-D9CE-C057-761D-D823BDAD166B}"/>
              </a:ext>
            </a:extLst>
          </p:cNvPr>
          <p:cNvSpPr/>
          <p:nvPr/>
        </p:nvSpPr>
        <p:spPr>
          <a:xfrm>
            <a:off x="5868893" y="2354659"/>
            <a:ext cx="180000" cy="180000"/>
          </a:xfrm>
          <a:prstGeom prst="flowChartDecision">
            <a:avLst/>
          </a:prstGeom>
          <a:solidFill>
            <a:schemeClr val="accent1">
              <a:lumMod val="75000"/>
            </a:schemeClr>
          </a:solidFill>
          <a:ln w="12700" cap="flat" cmpd="sng" algn="ctr">
            <a:solidFill>
              <a:schemeClr val="accent1">
                <a:lumMod val="75000"/>
              </a:scheme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implon BP Regular"/>
              <a:ea typeface="+mn-ea"/>
              <a:cs typeface="Helvetica"/>
              <a:sym typeface="Simplon BP Regular"/>
            </a:endParaRP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71B44B2C-5057-EAE6-DA90-BB569E9AEA7C}"/>
              </a:ext>
            </a:extLst>
          </p:cNvPr>
          <p:cNvSpPr txBox="1"/>
          <p:nvPr/>
        </p:nvSpPr>
        <p:spPr>
          <a:xfrm>
            <a:off x="6263511" y="2544988"/>
            <a:ext cx="1028376" cy="184666"/>
          </a:xfrm>
          <a:prstGeom prst="rect">
            <a:avLst/>
          </a:prstGeom>
          <a:noFill/>
        </p:spPr>
        <p:txBody>
          <a:bodyPr wrap="square" lIns="0" tIns="0" rIns="0" bIns="4572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/>
                <a:ea typeface="+mn-ea"/>
                <a:cs typeface="Helvetica"/>
                <a:sym typeface="Simplon BP Regular"/>
              </a:rPr>
              <a:t>Outros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58C2EAB7-9DB3-C889-F647-D8E329C4D743}"/>
              </a:ext>
            </a:extLst>
          </p:cNvPr>
          <p:cNvSpPr txBox="1"/>
          <p:nvPr/>
        </p:nvSpPr>
        <p:spPr>
          <a:xfrm>
            <a:off x="5850893" y="2202383"/>
            <a:ext cx="396000" cy="184666"/>
          </a:xfrm>
          <a:prstGeom prst="rect">
            <a:avLst/>
          </a:prstGeom>
          <a:noFill/>
        </p:spPr>
        <p:txBody>
          <a:bodyPr wrap="square" lIns="0" tIns="0" rIns="0" bIns="4572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900" kern="1200">
                <a:solidFill>
                  <a:srgbClr val="000000"/>
                </a:solidFill>
                <a:latin typeface="Simplon BP Regular"/>
                <a:ea typeface="+mn-ea"/>
                <a:cs typeface="Helvetica"/>
              </a:rPr>
              <a:t>09</a:t>
            </a:r>
            <a:r>
              <a:rPr kumimoji="0" lang="pt-BR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/>
                <a:ea typeface="+mn-ea"/>
                <a:cs typeface="Helvetica"/>
                <a:sym typeface="Simplon BP Regular"/>
              </a:rPr>
              <a:t>/08</a:t>
            </a:r>
          </a:p>
        </p:txBody>
      </p:sp>
      <p:sp>
        <p:nvSpPr>
          <p:cNvPr id="115" name="Flowchart: Decision 114">
            <a:extLst>
              <a:ext uri="{FF2B5EF4-FFF2-40B4-BE49-F238E27FC236}">
                <a16:creationId xmlns:a16="http://schemas.microsoft.com/office/drawing/2014/main" id="{0E3333F9-9054-8044-0F44-6269ED10250E}"/>
              </a:ext>
            </a:extLst>
          </p:cNvPr>
          <p:cNvSpPr/>
          <p:nvPr/>
        </p:nvSpPr>
        <p:spPr>
          <a:xfrm>
            <a:off x="4985065" y="2967749"/>
            <a:ext cx="180000" cy="180000"/>
          </a:xfrm>
          <a:prstGeom prst="flowChartDecision">
            <a:avLst/>
          </a:prstGeom>
          <a:solidFill>
            <a:schemeClr val="accent1">
              <a:lumMod val="75000"/>
            </a:schemeClr>
          </a:solidFill>
          <a:ln w="12700" cap="flat" cmpd="sng" algn="ctr">
            <a:solidFill>
              <a:schemeClr val="accent1">
                <a:lumMod val="75000"/>
              </a:scheme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implon BP Regular"/>
              <a:ea typeface="+mn-ea"/>
              <a:cs typeface="Helvetica"/>
              <a:sym typeface="Simplon BP Regular"/>
            </a:endParaRP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1C1135AC-C223-D0B3-F9EC-3C8B15C2AEAE}"/>
              </a:ext>
            </a:extLst>
          </p:cNvPr>
          <p:cNvSpPr txBox="1"/>
          <p:nvPr/>
        </p:nvSpPr>
        <p:spPr>
          <a:xfrm>
            <a:off x="4555254" y="3150467"/>
            <a:ext cx="1478372" cy="323165"/>
          </a:xfrm>
          <a:prstGeom prst="rect">
            <a:avLst/>
          </a:prstGeom>
          <a:noFill/>
        </p:spPr>
        <p:txBody>
          <a:bodyPr wrap="square" lIns="0" tIns="0" rIns="0" bIns="4572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/>
                <a:ea typeface="+mn-ea"/>
                <a:cs typeface="Helvetica"/>
                <a:sym typeface="Simplon BP Regular"/>
              </a:rPr>
              <a:t> Definição Processos</a:t>
            </a:r>
            <a:br>
              <a:rPr kumimoji="0" lang="pt-BR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/>
                <a:ea typeface="+mn-ea"/>
                <a:cs typeface="Helvetica"/>
                <a:sym typeface="Simplon BP Regular"/>
              </a:rPr>
            </a:br>
            <a:r>
              <a:rPr kumimoji="0" lang="pt-BR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/>
                <a:ea typeface="+mn-ea"/>
                <a:cs typeface="Helvetica"/>
                <a:sym typeface="Simplon BP Regular"/>
              </a:rPr>
              <a:t> críticos</a:t>
            </a:r>
          </a:p>
        </p:txBody>
      </p:sp>
      <p:sp>
        <p:nvSpPr>
          <p:cNvPr id="145" name="TextBox 144">
            <a:extLst>
              <a:ext uri="{FF2B5EF4-FFF2-40B4-BE49-F238E27FC236}">
                <a16:creationId xmlns:a16="http://schemas.microsoft.com/office/drawing/2014/main" id="{D0657424-A7B3-B6D9-5B94-1127B3D3169F}"/>
              </a:ext>
            </a:extLst>
          </p:cNvPr>
          <p:cNvSpPr txBox="1"/>
          <p:nvPr/>
        </p:nvSpPr>
        <p:spPr>
          <a:xfrm>
            <a:off x="4967065" y="2843983"/>
            <a:ext cx="396000" cy="184666"/>
          </a:xfrm>
          <a:prstGeom prst="rect">
            <a:avLst/>
          </a:prstGeom>
          <a:noFill/>
        </p:spPr>
        <p:txBody>
          <a:bodyPr wrap="square" lIns="0" tIns="0" rIns="0" bIns="4572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900" kern="1200">
                <a:solidFill>
                  <a:srgbClr val="000000"/>
                </a:solidFill>
                <a:latin typeface="Simplon BP Regular"/>
                <a:ea typeface="+mn-ea"/>
                <a:cs typeface="Helvetica"/>
              </a:rPr>
              <a:t>30</a:t>
            </a:r>
            <a:r>
              <a:rPr kumimoji="0" lang="pt-BR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/>
                <a:ea typeface="+mn-ea"/>
                <a:cs typeface="Helvetica"/>
                <a:sym typeface="Simplon BP Regular"/>
              </a:rPr>
              <a:t>/07</a:t>
            </a:r>
          </a:p>
        </p:txBody>
      </p:sp>
      <p:cxnSp>
        <p:nvCxnSpPr>
          <p:cNvPr id="147" name="Straight Arrow Connector 146">
            <a:extLst>
              <a:ext uri="{FF2B5EF4-FFF2-40B4-BE49-F238E27FC236}">
                <a16:creationId xmlns:a16="http://schemas.microsoft.com/office/drawing/2014/main" id="{32DDA4DE-44A2-ABBD-4D90-E72447C2C797}"/>
              </a:ext>
            </a:extLst>
          </p:cNvPr>
          <p:cNvCxnSpPr>
            <a:cxnSpLocks/>
          </p:cNvCxnSpPr>
          <p:nvPr/>
        </p:nvCxnSpPr>
        <p:spPr>
          <a:xfrm>
            <a:off x="6717511" y="679679"/>
            <a:ext cx="1836000" cy="0"/>
          </a:xfrm>
          <a:prstGeom prst="straightConnector1">
            <a:avLst/>
          </a:prstGeom>
          <a:noFill/>
          <a:ln w="28575" cap="rnd" cmpd="sng" algn="ctr">
            <a:solidFill>
              <a:srgbClr val="FFFFFF">
                <a:lumMod val="65000"/>
              </a:srgbClr>
            </a:solidFill>
            <a:prstDash val="sysDot"/>
            <a:round/>
            <a:tailEnd type="triangle"/>
          </a:ln>
          <a:effectLst/>
        </p:spPr>
      </p:cxnSp>
      <p:grpSp>
        <p:nvGrpSpPr>
          <p:cNvPr id="164" name="Group 163">
            <a:extLst>
              <a:ext uri="{FF2B5EF4-FFF2-40B4-BE49-F238E27FC236}">
                <a16:creationId xmlns:a16="http://schemas.microsoft.com/office/drawing/2014/main" id="{FD15252B-ED53-84AA-0C42-0697DCABFA12}"/>
              </a:ext>
            </a:extLst>
          </p:cNvPr>
          <p:cNvGrpSpPr/>
          <p:nvPr>
            <p:custDataLst>
              <p:tags r:id="rId1"/>
            </p:custDataLst>
          </p:nvPr>
        </p:nvGrpSpPr>
        <p:grpSpPr>
          <a:xfrm>
            <a:off x="9953370" y="67434"/>
            <a:ext cx="1117294" cy="266244"/>
            <a:chOff x="10312706" y="228600"/>
            <a:chExt cx="1117294" cy="266244"/>
          </a:xfrm>
        </p:grpSpPr>
        <p:sp>
          <p:nvSpPr>
            <p:cNvPr id="180" name="TextBox 179">
              <a:extLst>
                <a:ext uri="{FF2B5EF4-FFF2-40B4-BE49-F238E27FC236}">
                  <a16:creationId xmlns:a16="http://schemas.microsoft.com/office/drawing/2014/main" id="{F04A3E22-EEE1-DE4A-C02E-17FB12CB7272}"/>
                </a:ext>
              </a:extLst>
            </p:cNvPr>
            <p:cNvSpPr txBox="1"/>
            <p:nvPr/>
          </p:nvSpPr>
          <p:spPr>
            <a:xfrm>
              <a:off x="10312706" y="269389"/>
              <a:ext cx="1117294" cy="184666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ctr" anchorCtr="1">
              <a:spAutoFit/>
            </a:bodyPr>
            <a:lstStyle/>
            <a:p>
              <a:pPr marL="0" marR="0" lvl="0" indent="0" algn="ct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200" b="1" i="1" u="sng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/>
                  <a:sym typeface="Simplon BP Regular"/>
                </a:rPr>
                <a:t>PRELIMINAR</a:t>
              </a:r>
            </a:p>
          </p:txBody>
        </p:sp>
        <p:cxnSp>
          <p:nvCxnSpPr>
            <p:cNvPr id="181" name="Straight Connector 180">
              <a:extLst>
                <a:ext uri="{FF2B5EF4-FFF2-40B4-BE49-F238E27FC236}">
                  <a16:creationId xmlns:a16="http://schemas.microsoft.com/office/drawing/2014/main" id="{89388657-C045-7199-BCB2-1616FF80EBD6}"/>
                </a:ext>
              </a:extLst>
            </p:cNvPr>
            <p:cNvCxnSpPr>
              <a:cxnSpLocks/>
            </p:cNvCxnSpPr>
            <p:nvPr/>
          </p:nvCxnSpPr>
          <p:spPr>
            <a:xfrm>
              <a:off x="10312706" y="228600"/>
              <a:ext cx="1117294" cy="0"/>
            </a:xfrm>
            <a:prstGeom prst="line">
              <a:avLst/>
            </a:prstGeom>
            <a:ln w="12700" cmpd="sng">
              <a:solidFill>
                <a:srgbClr val="000000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2" name="Straight Connector 181">
              <a:extLst>
                <a:ext uri="{FF2B5EF4-FFF2-40B4-BE49-F238E27FC236}">
                  <a16:creationId xmlns:a16="http://schemas.microsoft.com/office/drawing/2014/main" id="{42E6D508-F3A2-CA7C-9233-8C3305B34725}"/>
                </a:ext>
              </a:extLst>
            </p:cNvPr>
            <p:cNvCxnSpPr>
              <a:cxnSpLocks/>
            </p:cNvCxnSpPr>
            <p:nvPr/>
          </p:nvCxnSpPr>
          <p:spPr>
            <a:xfrm>
              <a:off x="10312706" y="494844"/>
              <a:ext cx="1117294" cy="0"/>
            </a:xfrm>
            <a:prstGeom prst="line">
              <a:avLst/>
            </a:prstGeom>
            <a:ln w="12700" cmpd="sng">
              <a:solidFill>
                <a:srgbClr val="000000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83" name="TextBox 182">
            <a:extLst>
              <a:ext uri="{FF2B5EF4-FFF2-40B4-BE49-F238E27FC236}">
                <a16:creationId xmlns:a16="http://schemas.microsoft.com/office/drawing/2014/main" id="{276813D7-26DC-DDB3-EBDC-2241622E4931}"/>
              </a:ext>
            </a:extLst>
          </p:cNvPr>
          <p:cNvSpPr txBox="1"/>
          <p:nvPr/>
        </p:nvSpPr>
        <p:spPr>
          <a:xfrm>
            <a:off x="5096548" y="1493493"/>
            <a:ext cx="396000" cy="184666"/>
          </a:xfrm>
          <a:prstGeom prst="rect">
            <a:avLst/>
          </a:prstGeom>
          <a:noFill/>
        </p:spPr>
        <p:txBody>
          <a:bodyPr wrap="square" lIns="0" tIns="0" rIns="0" bIns="4572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/>
                <a:ea typeface="+mn-ea"/>
                <a:cs typeface="Helvetica"/>
                <a:sym typeface="Simplon BP Regular"/>
              </a:rPr>
              <a:t>30/07</a:t>
            </a:r>
          </a:p>
        </p:txBody>
      </p:sp>
      <p:sp>
        <p:nvSpPr>
          <p:cNvPr id="193" name="Flowchart: Decision 192">
            <a:extLst>
              <a:ext uri="{FF2B5EF4-FFF2-40B4-BE49-F238E27FC236}">
                <a16:creationId xmlns:a16="http://schemas.microsoft.com/office/drawing/2014/main" id="{2C473D80-A592-6F7A-27F5-B79F94605421}"/>
              </a:ext>
            </a:extLst>
          </p:cNvPr>
          <p:cNvSpPr/>
          <p:nvPr/>
        </p:nvSpPr>
        <p:spPr>
          <a:xfrm>
            <a:off x="5170962" y="5190530"/>
            <a:ext cx="180000" cy="180000"/>
          </a:xfrm>
          <a:prstGeom prst="flowChartDecision">
            <a:avLst/>
          </a:prstGeom>
          <a:solidFill>
            <a:schemeClr val="accent1">
              <a:lumMod val="75000"/>
            </a:schemeClr>
          </a:solidFill>
          <a:ln w="12700" cap="flat" cmpd="sng" algn="ctr">
            <a:solidFill>
              <a:schemeClr val="accent1">
                <a:lumMod val="75000"/>
              </a:scheme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implon BP Regular"/>
              <a:ea typeface="+mn-ea"/>
              <a:cs typeface="Helvetica"/>
              <a:sym typeface="Simplon BP Regular"/>
            </a:endParaRPr>
          </a:p>
        </p:txBody>
      </p:sp>
      <p:sp>
        <p:nvSpPr>
          <p:cNvPr id="194" name="TextBox 193">
            <a:extLst>
              <a:ext uri="{FF2B5EF4-FFF2-40B4-BE49-F238E27FC236}">
                <a16:creationId xmlns:a16="http://schemas.microsoft.com/office/drawing/2014/main" id="{0FD62963-3548-ACD7-96A9-2CA48C711536}"/>
              </a:ext>
            </a:extLst>
          </p:cNvPr>
          <p:cNvSpPr txBox="1"/>
          <p:nvPr/>
        </p:nvSpPr>
        <p:spPr>
          <a:xfrm>
            <a:off x="5302411" y="5350456"/>
            <a:ext cx="1358379" cy="180000"/>
          </a:xfrm>
          <a:prstGeom prst="rect">
            <a:avLst/>
          </a:prstGeom>
          <a:noFill/>
        </p:spPr>
        <p:txBody>
          <a:bodyPr wrap="square" lIns="0" tIns="0" rIns="0" bIns="4572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/>
                <a:ea typeface="+mn-ea"/>
                <a:cs typeface="Helvetica"/>
                <a:sym typeface="Simplon BP Regular"/>
              </a:rPr>
              <a:t>Início da solicitação de anuência</a:t>
            </a:r>
          </a:p>
        </p:txBody>
      </p:sp>
      <p:sp>
        <p:nvSpPr>
          <p:cNvPr id="195" name="TextBox 194">
            <a:extLst>
              <a:ext uri="{FF2B5EF4-FFF2-40B4-BE49-F238E27FC236}">
                <a16:creationId xmlns:a16="http://schemas.microsoft.com/office/drawing/2014/main" id="{ABCD148C-7B25-51EF-8602-2371ECC418DB}"/>
              </a:ext>
            </a:extLst>
          </p:cNvPr>
          <p:cNvSpPr txBox="1"/>
          <p:nvPr/>
        </p:nvSpPr>
        <p:spPr>
          <a:xfrm>
            <a:off x="5238787" y="5048359"/>
            <a:ext cx="396000" cy="184666"/>
          </a:xfrm>
          <a:prstGeom prst="rect">
            <a:avLst/>
          </a:prstGeom>
          <a:noFill/>
        </p:spPr>
        <p:txBody>
          <a:bodyPr wrap="square" lIns="0" tIns="0" rIns="0" bIns="4572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/>
                <a:ea typeface="+mn-ea"/>
                <a:cs typeface="Helvetica"/>
                <a:sym typeface="Simplon BP Regular"/>
              </a:rPr>
              <a:t>31/07</a:t>
            </a:r>
          </a:p>
        </p:txBody>
      </p:sp>
      <p:sp>
        <p:nvSpPr>
          <p:cNvPr id="93" name="Flowchart: Decision 92">
            <a:extLst>
              <a:ext uri="{FF2B5EF4-FFF2-40B4-BE49-F238E27FC236}">
                <a16:creationId xmlns:a16="http://schemas.microsoft.com/office/drawing/2014/main" id="{CE02FAC6-C0F5-0735-599D-03E5C3B3D332}"/>
              </a:ext>
            </a:extLst>
          </p:cNvPr>
          <p:cNvSpPr/>
          <p:nvPr/>
        </p:nvSpPr>
        <p:spPr>
          <a:xfrm>
            <a:off x="11453846" y="2371649"/>
            <a:ext cx="180000" cy="180000"/>
          </a:xfrm>
          <a:prstGeom prst="flowChartDecision">
            <a:avLst/>
          </a:prstGeom>
          <a:solidFill>
            <a:schemeClr val="accent1">
              <a:lumMod val="75000"/>
            </a:schemeClr>
          </a:solidFill>
          <a:ln w="12700" cap="flat" cmpd="sng" algn="ctr">
            <a:solidFill>
              <a:schemeClr val="accent1">
                <a:lumMod val="75000"/>
              </a:scheme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implon BP Regular"/>
              <a:ea typeface="+mn-ea"/>
              <a:cs typeface="Helvetica"/>
              <a:sym typeface="Simplon BP Regular"/>
            </a:endParaRP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091D115B-2A28-64F7-7385-8B1F648B465A}"/>
              </a:ext>
            </a:extLst>
          </p:cNvPr>
          <p:cNvSpPr txBox="1"/>
          <p:nvPr/>
        </p:nvSpPr>
        <p:spPr>
          <a:xfrm>
            <a:off x="10639604" y="2537376"/>
            <a:ext cx="1440000" cy="184666"/>
          </a:xfrm>
          <a:prstGeom prst="rect">
            <a:avLst/>
          </a:prstGeom>
          <a:noFill/>
        </p:spPr>
        <p:txBody>
          <a:bodyPr wrap="square" lIns="0" tIns="0" rIns="0" bIns="4572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900" kern="1200">
                <a:solidFill>
                  <a:srgbClr val="000000"/>
                </a:solidFill>
                <a:latin typeface="Simplon BP Regular"/>
                <a:ea typeface="+mn-ea"/>
                <a:cs typeface="Helvetica"/>
              </a:rPr>
              <a:t>Conciliação ativos</a:t>
            </a:r>
            <a:endParaRPr kumimoji="0" lang="pt-BR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implon BP Regular"/>
              <a:ea typeface="+mn-ea"/>
              <a:cs typeface="Helvetica"/>
              <a:sym typeface="Simplon BP Regular"/>
            </a:endParaRP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CABC46D8-9BBF-24F1-F11D-1D46A7873373}"/>
              </a:ext>
            </a:extLst>
          </p:cNvPr>
          <p:cNvSpPr txBox="1"/>
          <p:nvPr/>
        </p:nvSpPr>
        <p:spPr>
          <a:xfrm>
            <a:off x="11250864" y="2202383"/>
            <a:ext cx="396000" cy="184666"/>
          </a:xfrm>
          <a:prstGeom prst="rect">
            <a:avLst/>
          </a:prstGeom>
          <a:noFill/>
        </p:spPr>
        <p:txBody>
          <a:bodyPr wrap="square" lIns="0" tIns="0" rIns="0" bIns="4572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/>
                <a:ea typeface="+mn-ea"/>
                <a:cs typeface="Helvetica"/>
                <a:sym typeface="Simplon BP Regular"/>
              </a:rPr>
              <a:t>30/11</a:t>
            </a:r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7BD30388-DE48-7DC6-A6CC-99E8FD2DB2EE}"/>
              </a:ext>
            </a:extLst>
          </p:cNvPr>
          <p:cNvSpPr>
            <a:spLocks noGrp="1" noChangeArrowheads="1"/>
          </p:cNvSpPr>
          <p:nvPr/>
        </p:nvSpPr>
        <p:spPr bwMode="auto">
          <a:xfrm>
            <a:off x="11118456" y="737380"/>
            <a:ext cx="1080000" cy="38620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spcCol="0" anchor="ctr" anchorCtr="0" compatLnSpc="1">
            <a:prstTxWarp prst="textNoShape">
              <a:avLst/>
            </a:prstTxWarp>
            <a:noAutofit/>
          </a:bodyPr>
          <a:lstStyle>
            <a:lvl1pPr marL="177175" indent="-177175" algn="l" rtl="0" eaLnBrk="1" fontAlgn="base" hangingPunct="1">
              <a:spcBef>
                <a:spcPts val="1439"/>
              </a:spcBef>
              <a:spcAft>
                <a:spcPct val="0"/>
              </a:spcAft>
              <a:buChar char="•"/>
              <a:defRPr sz="1679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369533" indent="-185609" algn="l" rtl="0" eaLnBrk="1" fontAlgn="base" hangingPunct="1">
              <a:spcBef>
                <a:spcPts val="720"/>
              </a:spcBef>
              <a:spcAft>
                <a:spcPct val="0"/>
              </a:spcAft>
              <a:buChar char="–"/>
              <a:defRPr sz="1679">
                <a:solidFill>
                  <a:srgbClr val="000000"/>
                </a:solidFill>
                <a:latin typeface="+mn-lt"/>
              </a:defRPr>
            </a:lvl2pPr>
            <a:lvl3pPr marL="545019" indent="-175485" algn="l" rtl="0" eaLnBrk="1" fontAlgn="base" hangingPunct="1">
              <a:spcBef>
                <a:spcPts val="720"/>
              </a:spcBef>
              <a:spcAft>
                <a:spcPct val="0"/>
              </a:spcAft>
              <a:buFont typeface="Arial" charset="0"/>
              <a:buChar char="-"/>
              <a:defRPr sz="1679">
                <a:solidFill>
                  <a:srgbClr val="000000"/>
                </a:solidFill>
                <a:latin typeface="+mn-lt"/>
              </a:defRPr>
            </a:lvl3pPr>
            <a:lvl4pPr marL="1700862" indent="-24298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159">
                <a:solidFill>
                  <a:schemeClr val="tx1"/>
                </a:solidFill>
                <a:latin typeface="+mn-lt"/>
              </a:defRPr>
            </a:lvl4pPr>
            <a:lvl5pPr marL="2186825" indent="-24298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159">
                <a:solidFill>
                  <a:schemeClr val="tx1"/>
                </a:solidFill>
                <a:latin typeface="+mn-lt"/>
              </a:defRPr>
            </a:lvl5pPr>
            <a:lvl6pPr marL="2672786" indent="-24298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159">
                <a:solidFill>
                  <a:schemeClr val="tx1"/>
                </a:solidFill>
                <a:latin typeface="+mn-lt"/>
              </a:defRPr>
            </a:lvl6pPr>
            <a:lvl7pPr marL="3158748" indent="-24298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159">
                <a:solidFill>
                  <a:schemeClr val="tx1"/>
                </a:solidFill>
                <a:latin typeface="+mn-lt"/>
              </a:defRPr>
            </a:lvl7pPr>
            <a:lvl8pPr marL="3644709" indent="-24298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159">
                <a:solidFill>
                  <a:schemeClr val="tx1"/>
                </a:solidFill>
                <a:latin typeface="+mn-lt"/>
              </a:defRPr>
            </a:lvl8pPr>
            <a:lvl9pPr marL="4130669" indent="-24298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159">
                <a:solidFill>
                  <a:schemeClr val="tx1"/>
                </a:solidFill>
                <a:latin typeface="+mn-lt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altLang="en-US" sz="105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/>
                <a:cs typeface="Helvetica"/>
                <a:sym typeface="+mn-lt"/>
              </a:rPr>
              <a:t>~01/DEZ</a:t>
            </a:r>
            <a:endParaRPr kumimoji="0" lang="pt-BR" sz="10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implon BP Regular"/>
              <a:cs typeface="Helvetica"/>
              <a:sym typeface="+mn-lt"/>
            </a:endParaRPr>
          </a:p>
        </p:txBody>
      </p:sp>
      <p:sp>
        <p:nvSpPr>
          <p:cNvPr id="91" name="Action Button: Go Forward or Next 90">
            <a:hlinkClick r:id="rId4" action="ppaction://hlinksldjump" highlightClick="1"/>
            <a:extLst>
              <a:ext uri="{FF2B5EF4-FFF2-40B4-BE49-F238E27FC236}">
                <a16:creationId xmlns:a16="http://schemas.microsoft.com/office/drawing/2014/main" id="{73AE771F-7485-254D-1571-1A3B3D75AE40}"/>
              </a:ext>
            </a:extLst>
          </p:cNvPr>
          <p:cNvSpPr/>
          <p:nvPr/>
        </p:nvSpPr>
        <p:spPr>
          <a:xfrm>
            <a:off x="1836741" y="3213913"/>
            <a:ext cx="216000" cy="144000"/>
          </a:xfrm>
          <a:prstGeom prst="actionButtonForwardNext">
            <a:avLst/>
          </a:prstGeom>
          <a:noFill/>
          <a:ln w="25400" cap="flat">
            <a:solidFill>
              <a:schemeClr val="bg1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pt-BR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92" name="Action Button: Go Forward or Next 91">
            <a:hlinkClick r:id="rId5" action="ppaction://hlinksldjump" highlightClick="1"/>
            <a:extLst>
              <a:ext uri="{FF2B5EF4-FFF2-40B4-BE49-F238E27FC236}">
                <a16:creationId xmlns:a16="http://schemas.microsoft.com/office/drawing/2014/main" id="{9ECEEFF9-6144-4791-848C-6685D7537ACA}"/>
              </a:ext>
            </a:extLst>
          </p:cNvPr>
          <p:cNvSpPr/>
          <p:nvPr/>
        </p:nvSpPr>
        <p:spPr>
          <a:xfrm>
            <a:off x="1836741" y="4025171"/>
            <a:ext cx="216000" cy="144000"/>
          </a:xfrm>
          <a:prstGeom prst="actionButtonForwardNext">
            <a:avLst/>
          </a:prstGeom>
          <a:noFill/>
          <a:ln w="25400" cap="flat">
            <a:solidFill>
              <a:schemeClr val="bg1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pt-BR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96" name="Action Button: Go Forward or Next 95">
            <a:hlinkClick r:id="rId6" action="ppaction://hlinksldjump" highlightClick="1"/>
            <a:extLst>
              <a:ext uri="{FF2B5EF4-FFF2-40B4-BE49-F238E27FC236}">
                <a16:creationId xmlns:a16="http://schemas.microsoft.com/office/drawing/2014/main" id="{88336D19-4262-6120-DF58-F962B470708D}"/>
              </a:ext>
            </a:extLst>
          </p:cNvPr>
          <p:cNvSpPr/>
          <p:nvPr/>
        </p:nvSpPr>
        <p:spPr>
          <a:xfrm>
            <a:off x="1836741" y="4680288"/>
            <a:ext cx="216000" cy="144000"/>
          </a:xfrm>
          <a:prstGeom prst="actionButtonForwardNext">
            <a:avLst/>
          </a:prstGeom>
          <a:noFill/>
          <a:ln w="25400" cap="flat">
            <a:solidFill>
              <a:schemeClr val="bg1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pt-BR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97" name="Action Button: Go Forward or Next 96">
            <a:hlinkClick r:id="rId7" action="ppaction://hlinksldjump" highlightClick="1"/>
            <a:extLst>
              <a:ext uri="{FF2B5EF4-FFF2-40B4-BE49-F238E27FC236}">
                <a16:creationId xmlns:a16="http://schemas.microsoft.com/office/drawing/2014/main" id="{8BA660FF-512E-3563-BB10-3E1E413035F2}"/>
              </a:ext>
            </a:extLst>
          </p:cNvPr>
          <p:cNvSpPr/>
          <p:nvPr/>
        </p:nvSpPr>
        <p:spPr>
          <a:xfrm>
            <a:off x="1836741" y="5337600"/>
            <a:ext cx="216000" cy="144000"/>
          </a:xfrm>
          <a:prstGeom prst="actionButtonForwardNext">
            <a:avLst/>
          </a:prstGeom>
          <a:noFill/>
          <a:ln w="25400" cap="flat">
            <a:solidFill>
              <a:schemeClr val="bg1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pt-BR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98" name="Action Button: Go Forward or Next 97">
            <a:hlinkClick r:id="rId8" action="ppaction://hlinksldjump" highlightClick="1"/>
            <a:extLst>
              <a:ext uri="{FF2B5EF4-FFF2-40B4-BE49-F238E27FC236}">
                <a16:creationId xmlns:a16="http://schemas.microsoft.com/office/drawing/2014/main" id="{812AFF34-E4A6-203D-0618-B1482488D361}"/>
              </a:ext>
            </a:extLst>
          </p:cNvPr>
          <p:cNvSpPr/>
          <p:nvPr/>
        </p:nvSpPr>
        <p:spPr>
          <a:xfrm>
            <a:off x="1836741" y="2590889"/>
            <a:ext cx="216000" cy="144000"/>
          </a:xfrm>
          <a:prstGeom prst="actionButtonForwardNext">
            <a:avLst/>
          </a:prstGeom>
          <a:noFill/>
          <a:ln w="25400" cap="flat">
            <a:solidFill>
              <a:schemeClr val="bg1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pt-BR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99" name="Isosceles Triangle 98">
            <a:extLst>
              <a:ext uri="{FF2B5EF4-FFF2-40B4-BE49-F238E27FC236}">
                <a16:creationId xmlns:a16="http://schemas.microsoft.com/office/drawing/2014/main" id="{34B470EC-27BC-60EA-27CD-3E8FCD03A860}"/>
              </a:ext>
            </a:extLst>
          </p:cNvPr>
          <p:cNvSpPr/>
          <p:nvPr/>
        </p:nvSpPr>
        <p:spPr>
          <a:xfrm rot="10800000" flipV="1">
            <a:off x="4448278" y="6309092"/>
            <a:ext cx="216277" cy="154484"/>
          </a:xfrm>
          <a:prstGeom prst="triangle">
            <a:avLst/>
          </a:prstGeom>
          <a:solidFill>
            <a:srgbClr val="C00000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pt-BR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6ACD1F80-0222-217F-D5C9-0632A7B1FC0D}"/>
              </a:ext>
            </a:extLst>
          </p:cNvPr>
          <p:cNvSpPr>
            <a:spLocks noGrp="1" noChangeArrowheads="1"/>
          </p:cNvSpPr>
          <p:nvPr/>
        </p:nvSpPr>
        <p:spPr bwMode="auto">
          <a:xfrm>
            <a:off x="4003251" y="6378802"/>
            <a:ext cx="1080000" cy="38620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spcCol="0" anchor="ctr" anchorCtr="0" compatLnSpc="1">
            <a:prstTxWarp prst="textNoShape">
              <a:avLst/>
            </a:prstTxWarp>
            <a:noAutofit/>
          </a:bodyPr>
          <a:lstStyle>
            <a:lvl1pPr marL="177175" indent="-177175" algn="l" rtl="0" eaLnBrk="1" fontAlgn="base" hangingPunct="1">
              <a:spcBef>
                <a:spcPts val="1439"/>
              </a:spcBef>
              <a:spcAft>
                <a:spcPct val="0"/>
              </a:spcAft>
              <a:buChar char="•"/>
              <a:defRPr sz="1679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369533" indent="-185609" algn="l" rtl="0" eaLnBrk="1" fontAlgn="base" hangingPunct="1">
              <a:spcBef>
                <a:spcPts val="720"/>
              </a:spcBef>
              <a:spcAft>
                <a:spcPct val="0"/>
              </a:spcAft>
              <a:buChar char="–"/>
              <a:defRPr sz="1679">
                <a:solidFill>
                  <a:srgbClr val="000000"/>
                </a:solidFill>
                <a:latin typeface="+mn-lt"/>
              </a:defRPr>
            </a:lvl2pPr>
            <a:lvl3pPr marL="545019" indent="-175485" algn="l" rtl="0" eaLnBrk="1" fontAlgn="base" hangingPunct="1">
              <a:spcBef>
                <a:spcPts val="720"/>
              </a:spcBef>
              <a:spcAft>
                <a:spcPct val="0"/>
              </a:spcAft>
              <a:buFont typeface="Arial" charset="0"/>
              <a:buChar char="-"/>
              <a:defRPr sz="1679">
                <a:solidFill>
                  <a:srgbClr val="000000"/>
                </a:solidFill>
                <a:latin typeface="+mn-lt"/>
              </a:defRPr>
            </a:lvl3pPr>
            <a:lvl4pPr marL="1700862" indent="-24298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159">
                <a:solidFill>
                  <a:schemeClr val="tx1"/>
                </a:solidFill>
                <a:latin typeface="+mn-lt"/>
              </a:defRPr>
            </a:lvl4pPr>
            <a:lvl5pPr marL="2186825" indent="-24298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159">
                <a:solidFill>
                  <a:schemeClr val="tx1"/>
                </a:solidFill>
                <a:latin typeface="+mn-lt"/>
              </a:defRPr>
            </a:lvl5pPr>
            <a:lvl6pPr marL="2672786" indent="-24298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159">
                <a:solidFill>
                  <a:schemeClr val="tx1"/>
                </a:solidFill>
                <a:latin typeface="+mn-lt"/>
              </a:defRPr>
            </a:lvl6pPr>
            <a:lvl7pPr marL="3158748" indent="-24298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159">
                <a:solidFill>
                  <a:schemeClr val="tx1"/>
                </a:solidFill>
                <a:latin typeface="+mn-lt"/>
              </a:defRPr>
            </a:lvl7pPr>
            <a:lvl8pPr marL="3644709" indent="-24298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159">
                <a:solidFill>
                  <a:schemeClr val="tx1"/>
                </a:solidFill>
                <a:latin typeface="+mn-lt"/>
              </a:defRPr>
            </a:lvl8pPr>
            <a:lvl9pPr marL="4130669" indent="-24298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159">
                <a:solidFill>
                  <a:schemeClr val="tx1"/>
                </a:solidFill>
                <a:latin typeface="+mn-lt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/>
                <a:cs typeface="Helvetica"/>
                <a:sym typeface="+mn-lt"/>
              </a:rPr>
              <a:t>18/07</a:t>
            </a:r>
            <a:endParaRPr kumimoji="0" lang="pt-BR" sz="105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implon BP Regular"/>
              <a:cs typeface="Helvetica"/>
              <a:sym typeface="+mn-lt"/>
            </a:endParaRPr>
          </a:p>
        </p:txBody>
      </p:sp>
      <p:sp>
        <p:nvSpPr>
          <p:cNvPr id="79" name="Diamond 78">
            <a:extLst>
              <a:ext uri="{FF2B5EF4-FFF2-40B4-BE49-F238E27FC236}">
                <a16:creationId xmlns:a16="http://schemas.microsoft.com/office/drawing/2014/main" id="{3109C368-F83E-313D-2F56-49776A4D6F0F}"/>
              </a:ext>
            </a:extLst>
          </p:cNvPr>
          <p:cNvSpPr/>
          <p:nvPr/>
        </p:nvSpPr>
        <p:spPr>
          <a:xfrm>
            <a:off x="6568921" y="519659"/>
            <a:ext cx="320040" cy="320040"/>
          </a:xfrm>
          <a:prstGeom prst="diamond">
            <a:avLst/>
          </a:prstGeom>
          <a:solidFill>
            <a:srgbClr val="008BBF"/>
          </a:solidFill>
          <a:ln w="12700" cap="flat" cmpd="sng" algn="ctr">
            <a:noFill/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36000" tIns="36000" rIns="3600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1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implon BP Regular"/>
              <a:ea typeface="+mn-ea"/>
              <a:cs typeface="Helvetica"/>
              <a:sym typeface="Simplon BP Regular"/>
            </a:endParaRPr>
          </a:p>
        </p:txBody>
      </p:sp>
      <p:sp>
        <p:nvSpPr>
          <p:cNvPr id="82" name="Diamond 81">
            <a:extLst>
              <a:ext uri="{FF2B5EF4-FFF2-40B4-BE49-F238E27FC236}">
                <a16:creationId xmlns:a16="http://schemas.microsoft.com/office/drawing/2014/main" id="{54F1C678-9087-E8B8-593F-F652FB424480}"/>
              </a:ext>
            </a:extLst>
          </p:cNvPr>
          <p:cNvSpPr/>
          <p:nvPr/>
        </p:nvSpPr>
        <p:spPr>
          <a:xfrm>
            <a:off x="8565894" y="519659"/>
            <a:ext cx="320040" cy="320040"/>
          </a:xfrm>
          <a:prstGeom prst="diamond">
            <a:avLst/>
          </a:prstGeom>
          <a:solidFill>
            <a:srgbClr val="008BBF"/>
          </a:solidFill>
          <a:ln w="12700" cap="flat" cmpd="sng" algn="ctr">
            <a:noFill/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36000" tIns="36000" rIns="3600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1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implon BP Regular"/>
              <a:ea typeface="+mn-ea"/>
              <a:cs typeface="Helvetica"/>
              <a:sym typeface="Simplon BP Regular"/>
            </a:endParaRPr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64EEAD63-D1FC-838E-C3CE-55EBAC2B853A}"/>
              </a:ext>
            </a:extLst>
          </p:cNvPr>
          <p:cNvSpPr/>
          <p:nvPr/>
        </p:nvSpPr>
        <p:spPr>
          <a:xfrm>
            <a:off x="11032260" y="152498"/>
            <a:ext cx="1117294" cy="821674"/>
          </a:xfrm>
          <a:prstGeom prst="rect">
            <a:avLst/>
          </a:prstGeom>
          <a:solidFill>
            <a:schemeClr val="bg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2" name="Diamond 1">
            <a:extLst>
              <a:ext uri="{FF2B5EF4-FFF2-40B4-BE49-F238E27FC236}">
                <a16:creationId xmlns:a16="http://schemas.microsoft.com/office/drawing/2014/main" id="{8C1D1633-6CC4-3174-A78F-DED80992EE70}"/>
              </a:ext>
            </a:extLst>
          </p:cNvPr>
          <p:cNvSpPr/>
          <p:nvPr/>
        </p:nvSpPr>
        <p:spPr>
          <a:xfrm>
            <a:off x="11495995" y="519659"/>
            <a:ext cx="320040" cy="320040"/>
          </a:xfrm>
          <a:prstGeom prst="diamond">
            <a:avLst/>
          </a:prstGeom>
          <a:solidFill>
            <a:srgbClr val="008BBF"/>
          </a:solidFill>
          <a:ln w="12700" cap="flat" cmpd="sng" algn="ctr">
            <a:noFill/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36000" tIns="36000" rIns="3600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1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implon BP Regular"/>
              <a:ea typeface="+mn-ea"/>
              <a:cs typeface="Helvetica"/>
              <a:sym typeface="Simplon BP Regular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B803F30-9AB0-D04C-A804-35EC65D7F702}"/>
              </a:ext>
            </a:extLst>
          </p:cNvPr>
          <p:cNvSpPr>
            <a:spLocks noGrp="1" noChangeArrowheads="1"/>
          </p:cNvSpPr>
          <p:nvPr/>
        </p:nvSpPr>
        <p:spPr bwMode="auto">
          <a:xfrm>
            <a:off x="11122671" y="74414"/>
            <a:ext cx="1080000" cy="38620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spcCol="0" anchor="ctr" anchorCtr="0" compatLnSpc="1">
            <a:prstTxWarp prst="textNoShape">
              <a:avLst/>
            </a:prstTxWarp>
            <a:noAutofit/>
          </a:bodyPr>
          <a:lstStyle>
            <a:lvl1pPr marL="177175" indent="-177175" algn="l" rtl="0" eaLnBrk="1" fontAlgn="base" hangingPunct="1">
              <a:spcBef>
                <a:spcPts val="1439"/>
              </a:spcBef>
              <a:spcAft>
                <a:spcPct val="0"/>
              </a:spcAft>
              <a:buChar char="•"/>
              <a:defRPr sz="1679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369533" indent="-185609" algn="l" rtl="0" eaLnBrk="1" fontAlgn="base" hangingPunct="1">
              <a:spcBef>
                <a:spcPts val="720"/>
              </a:spcBef>
              <a:spcAft>
                <a:spcPct val="0"/>
              </a:spcAft>
              <a:buChar char="–"/>
              <a:defRPr sz="1679">
                <a:solidFill>
                  <a:srgbClr val="000000"/>
                </a:solidFill>
                <a:latin typeface="+mn-lt"/>
              </a:defRPr>
            </a:lvl2pPr>
            <a:lvl3pPr marL="545019" indent="-175485" algn="l" rtl="0" eaLnBrk="1" fontAlgn="base" hangingPunct="1">
              <a:spcBef>
                <a:spcPts val="720"/>
              </a:spcBef>
              <a:spcAft>
                <a:spcPct val="0"/>
              </a:spcAft>
              <a:buFont typeface="Arial" charset="0"/>
              <a:buChar char="-"/>
              <a:defRPr sz="1679">
                <a:solidFill>
                  <a:srgbClr val="000000"/>
                </a:solidFill>
                <a:latin typeface="+mn-lt"/>
              </a:defRPr>
            </a:lvl3pPr>
            <a:lvl4pPr marL="1700862" indent="-24298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159">
                <a:solidFill>
                  <a:schemeClr val="tx1"/>
                </a:solidFill>
                <a:latin typeface="+mn-lt"/>
              </a:defRPr>
            </a:lvl4pPr>
            <a:lvl5pPr marL="2186825" indent="-24298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159">
                <a:solidFill>
                  <a:schemeClr val="tx1"/>
                </a:solidFill>
                <a:latin typeface="+mn-lt"/>
              </a:defRPr>
            </a:lvl5pPr>
            <a:lvl6pPr marL="2672786" indent="-24298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159">
                <a:solidFill>
                  <a:schemeClr val="tx1"/>
                </a:solidFill>
                <a:latin typeface="+mn-lt"/>
              </a:defRPr>
            </a:lvl6pPr>
            <a:lvl7pPr marL="3158748" indent="-24298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159">
                <a:solidFill>
                  <a:schemeClr val="tx1"/>
                </a:solidFill>
                <a:latin typeface="+mn-lt"/>
              </a:defRPr>
            </a:lvl7pPr>
            <a:lvl8pPr marL="3644709" indent="-24298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159">
                <a:solidFill>
                  <a:schemeClr val="tx1"/>
                </a:solidFill>
                <a:latin typeface="+mn-lt"/>
              </a:defRPr>
            </a:lvl8pPr>
            <a:lvl9pPr marL="4130669" indent="-24298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159">
                <a:solidFill>
                  <a:schemeClr val="tx1"/>
                </a:solidFill>
                <a:latin typeface="+mn-lt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altLang="en-US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/>
                <a:cs typeface="Helvetica"/>
                <a:sym typeface="+mn-lt"/>
              </a:rPr>
              <a:t>DROP</a:t>
            </a:r>
          </a:p>
          <a:p>
            <a:pPr marL="0" marR="0" lvl="0" indent="0" algn="ctr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pt-BR" sz="1200" b="1" kern="1200">
                <a:latin typeface="Simplon BP Regular"/>
                <a:cs typeface="Helvetica"/>
                <a:sym typeface="+mn-lt"/>
              </a:rPr>
              <a:t>SPE</a:t>
            </a:r>
            <a:endParaRPr kumimoji="0" lang="pt-BR" sz="12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implon BP Regular"/>
              <a:cs typeface="Helvetica"/>
              <a:sym typeface="+mn-lt"/>
            </a:endParaRPr>
          </a:p>
        </p:txBody>
      </p:sp>
      <p:sp>
        <p:nvSpPr>
          <p:cNvPr id="102" name="Flowchart: Decision 101">
            <a:extLst>
              <a:ext uri="{FF2B5EF4-FFF2-40B4-BE49-F238E27FC236}">
                <a16:creationId xmlns:a16="http://schemas.microsoft.com/office/drawing/2014/main" id="{4B8C4BED-0047-BBEB-B213-61F3FB408F83}"/>
              </a:ext>
            </a:extLst>
          </p:cNvPr>
          <p:cNvSpPr/>
          <p:nvPr/>
        </p:nvSpPr>
        <p:spPr>
          <a:xfrm>
            <a:off x="5778558" y="3632178"/>
            <a:ext cx="180000" cy="180000"/>
          </a:xfrm>
          <a:prstGeom prst="flowChartDecision">
            <a:avLst/>
          </a:prstGeom>
          <a:solidFill>
            <a:schemeClr val="accent1">
              <a:lumMod val="75000"/>
            </a:schemeClr>
          </a:solidFill>
          <a:ln w="12700" cap="flat" cmpd="sng" algn="ctr">
            <a:solidFill>
              <a:schemeClr val="accent1">
                <a:lumMod val="75000"/>
              </a:scheme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implon BP Regular"/>
              <a:ea typeface="+mn-ea"/>
              <a:cs typeface="Helvetica"/>
              <a:sym typeface="Simplon BP Regular"/>
            </a:endParaRP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9FECC3FA-C418-D8D7-7568-235A66EB1986}"/>
              </a:ext>
            </a:extLst>
          </p:cNvPr>
          <p:cNvSpPr txBox="1"/>
          <p:nvPr/>
        </p:nvSpPr>
        <p:spPr>
          <a:xfrm>
            <a:off x="5438355" y="3828798"/>
            <a:ext cx="631229" cy="461665"/>
          </a:xfrm>
          <a:prstGeom prst="rect">
            <a:avLst/>
          </a:prstGeom>
          <a:noFill/>
        </p:spPr>
        <p:txBody>
          <a:bodyPr wrap="square" lIns="0" tIns="0" rIns="0" bIns="45720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/>
                <a:ea typeface="+mn-ea"/>
                <a:cs typeface="Helvetica"/>
                <a:sym typeface="Simplon BP Regular"/>
              </a:rPr>
              <a:t>Estratégia de Separação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901433C3-7DCC-2D26-5AF8-65EEC3D71982}"/>
              </a:ext>
            </a:extLst>
          </p:cNvPr>
          <p:cNvSpPr txBox="1"/>
          <p:nvPr/>
        </p:nvSpPr>
        <p:spPr>
          <a:xfrm>
            <a:off x="5709188" y="3483841"/>
            <a:ext cx="396000" cy="184666"/>
          </a:xfrm>
          <a:prstGeom prst="rect">
            <a:avLst/>
          </a:prstGeom>
          <a:noFill/>
        </p:spPr>
        <p:txBody>
          <a:bodyPr wrap="square" lIns="0" tIns="0" rIns="0" bIns="4572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/>
                <a:ea typeface="+mn-ea"/>
                <a:cs typeface="Helvetica"/>
                <a:sym typeface="Simplon BP Regular"/>
              </a:rPr>
              <a:t>12/08</a:t>
            </a:r>
          </a:p>
        </p:txBody>
      </p:sp>
      <p:sp>
        <p:nvSpPr>
          <p:cNvPr id="105" name="Flowchart: Decision 104">
            <a:extLst>
              <a:ext uri="{FF2B5EF4-FFF2-40B4-BE49-F238E27FC236}">
                <a16:creationId xmlns:a16="http://schemas.microsoft.com/office/drawing/2014/main" id="{CF343C92-6880-0B1C-C143-F13D31AD0E7A}"/>
              </a:ext>
            </a:extLst>
          </p:cNvPr>
          <p:cNvSpPr/>
          <p:nvPr/>
        </p:nvSpPr>
        <p:spPr>
          <a:xfrm>
            <a:off x="11453846" y="2993237"/>
            <a:ext cx="180000" cy="180000"/>
          </a:xfrm>
          <a:prstGeom prst="flowChartDecision">
            <a:avLst/>
          </a:prstGeom>
          <a:solidFill>
            <a:schemeClr val="accent1">
              <a:lumMod val="75000"/>
            </a:schemeClr>
          </a:solidFill>
          <a:ln w="12700" cap="flat" cmpd="sng" algn="ctr">
            <a:solidFill>
              <a:schemeClr val="accent1">
                <a:lumMod val="75000"/>
              </a:scheme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implon BP Regular"/>
              <a:ea typeface="+mn-ea"/>
              <a:cs typeface="Helvetica"/>
              <a:sym typeface="Simplon BP Regular"/>
            </a:endParaRP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F17DE841-2814-8389-FB53-B13B0037AF13}"/>
              </a:ext>
            </a:extLst>
          </p:cNvPr>
          <p:cNvSpPr txBox="1"/>
          <p:nvPr/>
        </p:nvSpPr>
        <p:spPr>
          <a:xfrm>
            <a:off x="10629781" y="3155409"/>
            <a:ext cx="1262943" cy="323165"/>
          </a:xfrm>
          <a:prstGeom prst="rect">
            <a:avLst/>
          </a:prstGeom>
          <a:noFill/>
        </p:spPr>
        <p:txBody>
          <a:bodyPr wrap="square" lIns="0" tIns="0" rIns="0" bIns="4572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/>
                <a:ea typeface="+mn-ea"/>
                <a:cs typeface="Helvetica"/>
                <a:sym typeface="Simplon BP Regular"/>
              </a:rPr>
              <a:t>Detalhamento dos processos para drop</a:t>
            </a: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C03143FD-A3CC-599A-C6AB-256AC1A584A8}"/>
              </a:ext>
            </a:extLst>
          </p:cNvPr>
          <p:cNvSpPr txBox="1"/>
          <p:nvPr/>
        </p:nvSpPr>
        <p:spPr>
          <a:xfrm>
            <a:off x="11237846" y="2843983"/>
            <a:ext cx="396000" cy="184666"/>
          </a:xfrm>
          <a:prstGeom prst="rect">
            <a:avLst/>
          </a:prstGeom>
          <a:noFill/>
        </p:spPr>
        <p:txBody>
          <a:bodyPr wrap="square" lIns="0" tIns="0" rIns="0" bIns="4572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/>
                <a:ea typeface="+mn-ea"/>
                <a:cs typeface="Helvetica"/>
                <a:sym typeface="Simplon BP Regular"/>
              </a:rPr>
              <a:t>30/11</a:t>
            </a:r>
          </a:p>
        </p:txBody>
      </p:sp>
      <p:sp>
        <p:nvSpPr>
          <p:cNvPr id="108" name="Flowchart: Decision 107">
            <a:extLst>
              <a:ext uri="{FF2B5EF4-FFF2-40B4-BE49-F238E27FC236}">
                <a16:creationId xmlns:a16="http://schemas.microsoft.com/office/drawing/2014/main" id="{B9B71342-3832-8F68-FE6A-8599F775289E}"/>
              </a:ext>
            </a:extLst>
          </p:cNvPr>
          <p:cNvSpPr/>
          <p:nvPr/>
        </p:nvSpPr>
        <p:spPr>
          <a:xfrm>
            <a:off x="11244664" y="4490109"/>
            <a:ext cx="180000" cy="180000"/>
          </a:xfrm>
          <a:prstGeom prst="flowChartDecision">
            <a:avLst/>
          </a:prstGeom>
          <a:solidFill>
            <a:schemeClr val="accent1">
              <a:lumMod val="75000"/>
            </a:schemeClr>
          </a:solidFill>
          <a:ln w="12700" cap="flat" cmpd="sng" algn="ctr">
            <a:solidFill>
              <a:schemeClr val="accent1">
                <a:lumMod val="75000"/>
              </a:scheme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implon BP Regular"/>
              <a:ea typeface="+mn-ea"/>
              <a:cs typeface="Helvetica"/>
              <a:sym typeface="Simplon BP Regular"/>
            </a:endParaRP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C0100F55-38D2-2152-8B74-51D929A3FFF4}"/>
              </a:ext>
            </a:extLst>
          </p:cNvPr>
          <p:cNvSpPr txBox="1"/>
          <p:nvPr/>
        </p:nvSpPr>
        <p:spPr>
          <a:xfrm>
            <a:off x="10949709" y="4657160"/>
            <a:ext cx="1044000" cy="323165"/>
          </a:xfrm>
          <a:prstGeom prst="rect">
            <a:avLst/>
          </a:prstGeom>
          <a:noFill/>
        </p:spPr>
        <p:txBody>
          <a:bodyPr wrap="square" lIns="0" tIns="0" rIns="0" bIns="4572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/>
                <a:ea typeface="+mn-ea"/>
                <a:cs typeface="Helvetica"/>
                <a:sym typeface="Simplon BP Regular"/>
              </a:rPr>
              <a:t>Estrutura </a:t>
            </a:r>
            <a:r>
              <a:rPr kumimoji="0" lang="pt-BR" sz="9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/>
                <a:ea typeface="+mn-ea"/>
                <a:cs typeface="Helvetica"/>
                <a:sym typeface="Simplon BP Regular"/>
              </a:rPr>
              <a:t>RemainCo</a:t>
            </a:r>
            <a:br>
              <a:rPr kumimoji="0" lang="pt-BR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/>
                <a:ea typeface="+mn-ea"/>
                <a:cs typeface="Helvetica"/>
                <a:sym typeface="Simplon BP Regular"/>
              </a:rPr>
            </a:br>
            <a:r>
              <a:rPr kumimoji="0" lang="pt-BR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/>
                <a:ea typeface="+mn-ea"/>
                <a:cs typeface="Helvetica"/>
                <a:sym typeface="Simplon BP Regular"/>
              </a:rPr>
              <a:t>Final</a:t>
            </a: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EE727749-89FC-42C6-3FDB-D0FDB3E9985C}"/>
              </a:ext>
            </a:extLst>
          </p:cNvPr>
          <p:cNvSpPr txBox="1"/>
          <p:nvPr/>
        </p:nvSpPr>
        <p:spPr>
          <a:xfrm>
            <a:off x="11171793" y="4353043"/>
            <a:ext cx="396000" cy="184666"/>
          </a:xfrm>
          <a:prstGeom prst="rect">
            <a:avLst/>
          </a:prstGeom>
          <a:noFill/>
        </p:spPr>
        <p:txBody>
          <a:bodyPr wrap="square" lIns="0" tIns="0" rIns="0" bIns="4572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/>
                <a:ea typeface="+mn-ea"/>
                <a:cs typeface="Helvetica"/>
                <a:sym typeface="Simplon BP Regular"/>
              </a:rPr>
              <a:t>25/11</a:t>
            </a:r>
          </a:p>
        </p:txBody>
      </p:sp>
      <p:cxnSp>
        <p:nvCxnSpPr>
          <p:cNvPr id="112" name="Straight Connector 111">
            <a:extLst>
              <a:ext uri="{FF2B5EF4-FFF2-40B4-BE49-F238E27FC236}">
                <a16:creationId xmlns:a16="http://schemas.microsoft.com/office/drawing/2014/main" id="{6BE07349-8F4E-6D25-406C-7802A852770C}"/>
              </a:ext>
            </a:extLst>
          </p:cNvPr>
          <p:cNvCxnSpPr>
            <a:cxnSpLocks/>
          </p:cNvCxnSpPr>
          <p:nvPr/>
        </p:nvCxnSpPr>
        <p:spPr>
          <a:xfrm flipH="1">
            <a:off x="4554681" y="1498606"/>
            <a:ext cx="7258" cy="4803089"/>
          </a:xfrm>
          <a:prstGeom prst="line">
            <a:avLst/>
          </a:prstGeom>
          <a:noFill/>
          <a:ln w="25400" cap="flat">
            <a:solidFill>
              <a:srgbClr val="C00000">
                <a:alpha val="30000"/>
              </a:srgbClr>
            </a:solidFill>
            <a:prstDash val="sysDash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11" name="Flowchart: Decision 110">
            <a:extLst>
              <a:ext uri="{FF2B5EF4-FFF2-40B4-BE49-F238E27FC236}">
                <a16:creationId xmlns:a16="http://schemas.microsoft.com/office/drawing/2014/main" id="{E8B25D60-7875-D84E-EDCB-66EF94D9BBB8}"/>
              </a:ext>
            </a:extLst>
          </p:cNvPr>
          <p:cNvSpPr/>
          <p:nvPr/>
        </p:nvSpPr>
        <p:spPr>
          <a:xfrm>
            <a:off x="6675901" y="3632178"/>
            <a:ext cx="180000" cy="180000"/>
          </a:xfrm>
          <a:prstGeom prst="flowChartDecision">
            <a:avLst/>
          </a:prstGeom>
          <a:solidFill>
            <a:schemeClr val="accent1">
              <a:lumMod val="75000"/>
            </a:schemeClr>
          </a:solidFill>
          <a:ln w="12700" cap="flat" cmpd="sng" algn="ctr">
            <a:solidFill>
              <a:schemeClr val="accent1">
                <a:lumMod val="75000"/>
              </a:scheme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implon BP Regular"/>
              <a:ea typeface="+mn-ea"/>
              <a:cs typeface="Helvetica"/>
              <a:sym typeface="Simplon BP Regular"/>
            </a:endParaRP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F3CA2822-F2E9-62EA-13C8-0D19170436F7}"/>
              </a:ext>
            </a:extLst>
          </p:cNvPr>
          <p:cNvSpPr txBox="1"/>
          <p:nvPr/>
        </p:nvSpPr>
        <p:spPr>
          <a:xfrm>
            <a:off x="6635768" y="3482533"/>
            <a:ext cx="396000" cy="184666"/>
          </a:xfrm>
          <a:prstGeom prst="rect">
            <a:avLst/>
          </a:prstGeom>
          <a:noFill/>
        </p:spPr>
        <p:txBody>
          <a:bodyPr wrap="square" lIns="0" tIns="0" rIns="0" bIns="4572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900" kern="1200">
                <a:solidFill>
                  <a:srgbClr val="000000"/>
                </a:solidFill>
                <a:latin typeface="Simplon BP Regular"/>
                <a:ea typeface="+mn-ea"/>
                <a:cs typeface="Helvetica"/>
              </a:rPr>
              <a:t>28/</a:t>
            </a:r>
            <a:r>
              <a:rPr kumimoji="0" lang="pt-BR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/>
                <a:ea typeface="+mn-ea"/>
                <a:cs typeface="Helvetica"/>
                <a:sym typeface="Simplon BP Regular"/>
              </a:rPr>
              <a:t>08</a:t>
            </a: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2E3DCC36-8F50-E59D-A678-BA67B4256160}"/>
              </a:ext>
            </a:extLst>
          </p:cNvPr>
          <p:cNvSpPr txBox="1"/>
          <p:nvPr/>
        </p:nvSpPr>
        <p:spPr>
          <a:xfrm>
            <a:off x="6775144" y="3828798"/>
            <a:ext cx="984622" cy="323165"/>
          </a:xfrm>
          <a:prstGeom prst="rect">
            <a:avLst/>
          </a:prstGeom>
          <a:noFill/>
        </p:spPr>
        <p:txBody>
          <a:bodyPr wrap="square" lIns="0" tIns="0" rIns="0" bIns="45720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/>
                <a:ea typeface="+mn-ea"/>
                <a:cs typeface="Helvetica"/>
                <a:sym typeface="Simplon BP Regular"/>
              </a:rPr>
              <a:t>Fichas de Projetos da Arquitetura Final</a:t>
            </a:r>
          </a:p>
        </p:txBody>
      </p:sp>
      <p:sp>
        <p:nvSpPr>
          <p:cNvPr id="117" name="Flowchart: Decision 116">
            <a:extLst>
              <a:ext uri="{FF2B5EF4-FFF2-40B4-BE49-F238E27FC236}">
                <a16:creationId xmlns:a16="http://schemas.microsoft.com/office/drawing/2014/main" id="{31C3DB93-8C2D-EA89-E38B-BE3C7B64E897}"/>
              </a:ext>
            </a:extLst>
          </p:cNvPr>
          <p:cNvSpPr/>
          <p:nvPr/>
        </p:nvSpPr>
        <p:spPr>
          <a:xfrm>
            <a:off x="8973536" y="3644217"/>
            <a:ext cx="180000" cy="180000"/>
          </a:xfrm>
          <a:prstGeom prst="flowChartDecision">
            <a:avLst/>
          </a:prstGeom>
          <a:solidFill>
            <a:schemeClr val="accent1">
              <a:lumMod val="75000"/>
            </a:schemeClr>
          </a:solidFill>
          <a:ln w="12700" cap="flat" cmpd="sng" algn="ctr">
            <a:solidFill>
              <a:schemeClr val="accent1">
                <a:lumMod val="75000"/>
              </a:scheme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implon BP Regular"/>
              <a:ea typeface="+mn-ea"/>
              <a:cs typeface="Helvetica"/>
              <a:sym typeface="Simplon BP Regular"/>
            </a:endParaRP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0930798A-1E4C-1D0B-70D3-8CFA092CBE2A}"/>
              </a:ext>
            </a:extLst>
          </p:cNvPr>
          <p:cNvSpPr txBox="1"/>
          <p:nvPr/>
        </p:nvSpPr>
        <p:spPr>
          <a:xfrm>
            <a:off x="8894645" y="3806389"/>
            <a:ext cx="1389237" cy="323165"/>
          </a:xfrm>
          <a:prstGeom prst="rect">
            <a:avLst/>
          </a:prstGeom>
          <a:noFill/>
        </p:spPr>
        <p:txBody>
          <a:bodyPr wrap="square" lIns="0" tIns="0" rIns="0" bIns="4572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/>
                <a:ea typeface="+mn-ea"/>
                <a:cs typeface="Helvetica"/>
                <a:sym typeface="Simplon BP Regular"/>
              </a:rPr>
              <a:t>Início de Projetos para separação</a:t>
            </a: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51659899-6023-9F5D-0F89-C427B00F80C1}"/>
              </a:ext>
            </a:extLst>
          </p:cNvPr>
          <p:cNvSpPr txBox="1"/>
          <p:nvPr/>
        </p:nvSpPr>
        <p:spPr>
          <a:xfrm>
            <a:off x="8921366" y="3498773"/>
            <a:ext cx="396000" cy="184666"/>
          </a:xfrm>
          <a:prstGeom prst="rect">
            <a:avLst/>
          </a:prstGeom>
          <a:noFill/>
        </p:spPr>
        <p:txBody>
          <a:bodyPr wrap="square" lIns="0" tIns="0" rIns="0" bIns="4572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900" kern="1200">
                <a:solidFill>
                  <a:srgbClr val="000000"/>
                </a:solidFill>
                <a:latin typeface="Simplon BP Regular"/>
                <a:ea typeface="+mn-ea"/>
                <a:cs typeface="Helvetica"/>
              </a:rPr>
              <a:t>09/10</a:t>
            </a:r>
            <a:endParaRPr kumimoji="0" lang="pt-BR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implon BP Regular"/>
              <a:ea typeface="+mn-ea"/>
              <a:cs typeface="Helvetica"/>
              <a:sym typeface="Simplon BP Regular"/>
            </a:endParaRPr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06FD6BF9-D93D-3A3C-986B-73C7EFB33D74}"/>
              </a:ext>
            </a:extLst>
          </p:cNvPr>
          <p:cNvSpPr txBox="1"/>
          <p:nvPr/>
        </p:nvSpPr>
        <p:spPr>
          <a:xfrm>
            <a:off x="6639753" y="4667434"/>
            <a:ext cx="1098308" cy="156105"/>
          </a:xfrm>
          <a:prstGeom prst="rect">
            <a:avLst/>
          </a:prstGeom>
          <a:noFill/>
        </p:spPr>
        <p:txBody>
          <a:bodyPr wrap="square" lIns="0" tIns="0" rIns="0" bIns="45720" rtlCol="0">
            <a:no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/>
                <a:ea typeface="+mn-ea"/>
                <a:cs typeface="Helvetica"/>
                <a:sym typeface="Simplon BP Regular"/>
              </a:rPr>
              <a:t>Proposta inicial de Estrutura </a:t>
            </a:r>
            <a:r>
              <a:rPr kumimoji="0" lang="pt-BR" sz="9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/>
                <a:ea typeface="+mn-ea"/>
                <a:cs typeface="Helvetica"/>
                <a:sym typeface="Simplon BP Regular"/>
              </a:rPr>
              <a:t>RemainCo</a:t>
            </a:r>
            <a:endParaRPr kumimoji="0" lang="pt-BR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implon BP Regular"/>
              <a:ea typeface="+mn-ea"/>
              <a:cs typeface="Helvetica"/>
              <a:sym typeface="Simplon BP Regular"/>
            </a:endParaRPr>
          </a:p>
        </p:txBody>
      </p:sp>
      <p:sp>
        <p:nvSpPr>
          <p:cNvPr id="123" name="Flowchart: Decision 122">
            <a:extLst>
              <a:ext uri="{FF2B5EF4-FFF2-40B4-BE49-F238E27FC236}">
                <a16:creationId xmlns:a16="http://schemas.microsoft.com/office/drawing/2014/main" id="{B1A1D5F4-45F4-9667-E4AC-101E4839D3AD}"/>
              </a:ext>
            </a:extLst>
          </p:cNvPr>
          <p:cNvSpPr/>
          <p:nvPr/>
        </p:nvSpPr>
        <p:spPr>
          <a:xfrm>
            <a:off x="6321013" y="4499424"/>
            <a:ext cx="180000" cy="180000"/>
          </a:xfrm>
          <a:prstGeom prst="flowChartDecision">
            <a:avLst/>
          </a:prstGeom>
          <a:solidFill>
            <a:schemeClr val="accent1">
              <a:lumMod val="75000"/>
            </a:schemeClr>
          </a:solidFill>
          <a:ln w="12700" cap="flat" cmpd="sng" algn="ctr">
            <a:solidFill>
              <a:schemeClr val="accent1">
                <a:lumMod val="75000"/>
              </a:scheme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implon BP Regular"/>
              <a:ea typeface="+mn-ea"/>
              <a:cs typeface="Helvetica"/>
              <a:sym typeface="Simplon BP Regular"/>
            </a:endParaRPr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985B644D-DBCB-AE16-E28D-7079F2EE2C33}"/>
              </a:ext>
            </a:extLst>
          </p:cNvPr>
          <p:cNvSpPr txBox="1"/>
          <p:nvPr/>
        </p:nvSpPr>
        <p:spPr>
          <a:xfrm>
            <a:off x="6220821" y="4353043"/>
            <a:ext cx="396000" cy="184666"/>
          </a:xfrm>
          <a:prstGeom prst="rect">
            <a:avLst/>
          </a:prstGeom>
          <a:noFill/>
        </p:spPr>
        <p:txBody>
          <a:bodyPr wrap="square" lIns="0" tIns="0" rIns="0" bIns="4572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/>
                <a:ea typeface="+mn-ea"/>
                <a:cs typeface="Helvetica"/>
                <a:sym typeface="Simplon BP Regular"/>
              </a:rPr>
              <a:t>20/08</a:t>
            </a:r>
          </a:p>
        </p:txBody>
      </p:sp>
      <p:cxnSp>
        <p:nvCxnSpPr>
          <p:cNvPr id="125" name="Straight Arrow Connector 124">
            <a:extLst>
              <a:ext uri="{FF2B5EF4-FFF2-40B4-BE49-F238E27FC236}">
                <a16:creationId xmlns:a16="http://schemas.microsoft.com/office/drawing/2014/main" id="{AD204FD4-E275-B013-E55F-F10357C45446}"/>
              </a:ext>
            </a:extLst>
          </p:cNvPr>
          <p:cNvCxnSpPr>
            <a:cxnSpLocks/>
          </p:cNvCxnSpPr>
          <p:nvPr/>
        </p:nvCxnSpPr>
        <p:spPr>
          <a:xfrm>
            <a:off x="8885934" y="679679"/>
            <a:ext cx="2610061" cy="0"/>
          </a:xfrm>
          <a:prstGeom prst="straightConnector1">
            <a:avLst/>
          </a:prstGeom>
          <a:noFill/>
          <a:ln w="28575" cap="rnd" cmpd="sng" algn="ctr">
            <a:solidFill>
              <a:srgbClr val="FFFFFF">
                <a:lumMod val="65000"/>
              </a:srgbClr>
            </a:solidFill>
            <a:prstDash val="sysDot"/>
            <a:round/>
            <a:tailEnd type="triangle"/>
          </a:ln>
          <a:effectLst/>
        </p:spPr>
      </p:cxnSp>
      <p:sp>
        <p:nvSpPr>
          <p:cNvPr id="126" name="Flowchart: Decision 125">
            <a:extLst>
              <a:ext uri="{FF2B5EF4-FFF2-40B4-BE49-F238E27FC236}">
                <a16:creationId xmlns:a16="http://schemas.microsoft.com/office/drawing/2014/main" id="{03B8372F-8608-F8F8-D513-121CD4B09D52}"/>
              </a:ext>
            </a:extLst>
          </p:cNvPr>
          <p:cNvSpPr/>
          <p:nvPr/>
        </p:nvSpPr>
        <p:spPr>
          <a:xfrm>
            <a:off x="440516" y="1100910"/>
            <a:ext cx="180000" cy="180000"/>
          </a:xfrm>
          <a:prstGeom prst="flowChartDecision">
            <a:avLst/>
          </a:prstGeom>
          <a:solidFill>
            <a:schemeClr val="accent1">
              <a:lumMod val="75000"/>
            </a:schemeClr>
          </a:solidFill>
          <a:ln w="12700" cap="flat" cmpd="sng" algn="ctr">
            <a:solidFill>
              <a:schemeClr val="accent1">
                <a:lumMod val="75000"/>
              </a:scheme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implon BP Regular"/>
              <a:ea typeface="+mn-ea"/>
              <a:cs typeface="Helvetica"/>
              <a:sym typeface="Simplon BP Regular"/>
            </a:endParaRPr>
          </a:p>
        </p:txBody>
      </p:sp>
      <p:sp>
        <p:nvSpPr>
          <p:cNvPr id="127" name="Rectangle 126">
            <a:extLst>
              <a:ext uri="{FF2B5EF4-FFF2-40B4-BE49-F238E27FC236}">
                <a16:creationId xmlns:a16="http://schemas.microsoft.com/office/drawing/2014/main" id="{22EE4083-6E8E-C0A9-6E20-8AF6AFC91378}"/>
              </a:ext>
            </a:extLst>
          </p:cNvPr>
          <p:cNvSpPr>
            <a:spLocks noGrp="1" noChangeArrowheads="1"/>
          </p:cNvSpPr>
          <p:nvPr/>
        </p:nvSpPr>
        <p:spPr bwMode="auto">
          <a:xfrm>
            <a:off x="673995" y="1028666"/>
            <a:ext cx="1511098" cy="38620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spcCol="0" anchor="ctr" anchorCtr="0" compatLnSpc="1">
            <a:prstTxWarp prst="textNoShape">
              <a:avLst/>
            </a:prstTxWarp>
            <a:noAutofit/>
          </a:bodyPr>
          <a:lstStyle>
            <a:lvl1pPr marL="177175" indent="-177175" algn="l" rtl="0" eaLnBrk="1" fontAlgn="base" hangingPunct="1">
              <a:spcBef>
                <a:spcPts val="1439"/>
              </a:spcBef>
              <a:spcAft>
                <a:spcPct val="0"/>
              </a:spcAft>
              <a:buChar char="•"/>
              <a:defRPr sz="1679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369533" indent="-185609" algn="l" rtl="0" eaLnBrk="1" fontAlgn="base" hangingPunct="1">
              <a:spcBef>
                <a:spcPts val="720"/>
              </a:spcBef>
              <a:spcAft>
                <a:spcPct val="0"/>
              </a:spcAft>
              <a:buChar char="–"/>
              <a:defRPr sz="1679">
                <a:solidFill>
                  <a:srgbClr val="000000"/>
                </a:solidFill>
                <a:latin typeface="+mn-lt"/>
              </a:defRPr>
            </a:lvl2pPr>
            <a:lvl3pPr marL="545019" indent="-175485" algn="l" rtl="0" eaLnBrk="1" fontAlgn="base" hangingPunct="1">
              <a:spcBef>
                <a:spcPts val="720"/>
              </a:spcBef>
              <a:spcAft>
                <a:spcPct val="0"/>
              </a:spcAft>
              <a:buFont typeface="Arial" charset="0"/>
              <a:buChar char="-"/>
              <a:defRPr sz="1679">
                <a:solidFill>
                  <a:srgbClr val="000000"/>
                </a:solidFill>
                <a:latin typeface="+mn-lt"/>
              </a:defRPr>
            </a:lvl3pPr>
            <a:lvl4pPr marL="1700862" indent="-24298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159">
                <a:solidFill>
                  <a:schemeClr val="tx1"/>
                </a:solidFill>
                <a:latin typeface="+mn-lt"/>
              </a:defRPr>
            </a:lvl4pPr>
            <a:lvl5pPr marL="2186825" indent="-24298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159">
                <a:solidFill>
                  <a:schemeClr val="tx1"/>
                </a:solidFill>
                <a:latin typeface="+mn-lt"/>
              </a:defRPr>
            </a:lvl5pPr>
            <a:lvl6pPr marL="2672786" indent="-24298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159">
                <a:solidFill>
                  <a:schemeClr val="tx1"/>
                </a:solidFill>
                <a:latin typeface="+mn-lt"/>
              </a:defRPr>
            </a:lvl6pPr>
            <a:lvl7pPr marL="3158748" indent="-24298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159">
                <a:solidFill>
                  <a:schemeClr val="tx1"/>
                </a:solidFill>
                <a:latin typeface="+mn-lt"/>
              </a:defRPr>
            </a:lvl7pPr>
            <a:lvl8pPr marL="3644709" indent="-24298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159">
                <a:solidFill>
                  <a:schemeClr val="tx1"/>
                </a:solidFill>
                <a:latin typeface="+mn-lt"/>
              </a:defRPr>
            </a:lvl8pPr>
            <a:lvl9pPr marL="4130669" indent="-24298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159">
                <a:solidFill>
                  <a:schemeClr val="tx1"/>
                </a:solidFill>
                <a:latin typeface="+mn-lt"/>
              </a:defRPr>
            </a:lvl9pPr>
          </a:lstStyle>
          <a:p>
            <a:pPr marL="0" marR="0" lvl="0" indent="0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2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/>
                <a:cs typeface="Helvetica"/>
                <a:sym typeface="+mn-lt"/>
              </a:rPr>
              <a:t>Principais </a:t>
            </a:r>
            <a:r>
              <a:rPr kumimoji="0" lang="pt-BR" sz="120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/>
                <a:cs typeface="Helvetica"/>
                <a:sym typeface="+mn-lt"/>
              </a:rPr>
              <a:t>Milestones</a:t>
            </a:r>
            <a:endParaRPr kumimoji="0" lang="pt-BR" sz="120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implon BP Regular"/>
              <a:cs typeface="Helvetica"/>
              <a:sym typeface="+mn-lt"/>
            </a:endParaRPr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E4DCE8DF-4705-6674-F40E-4426C9E89F98}"/>
              </a:ext>
            </a:extLst>
          </p:cNvPr>
          <p:cNvSpPr txBox="1"/>
          <p:nvPr/>
        </p:nvSpPr>
        <p:spPr>
          <a:xfrm>
            <a:off x="421359" y="657551"/>
            <a:ext cx="5475858" cy="20005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pt-BR" sz="1300" b="1" u="none" strike="noStrike" cap="none" spc="0" normalizeH="0" baseline="0">
                <a:ln>
                  <a:noFill/>
                </a:ln>
                <a:solidFill>
                  <a:srgbClr val="C00000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Plano preliminar a ser revisado em função de interações e inputs dos </a:t>
            </a:r>
            <a:r>
              <a:rPr kumimoji="0" lang="pt-BR" sz="1300" b="1" u="none" strike="noStrike" cap="none" spc="0" normalizeH="0" baseline="0" err="1">
                <a:ln>
                  <a:noFill/>
                </a:ln>
                <a:solidFill>
                  <a:srgbClr val="C00000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bidders</a:t>
            </a:r>
            <a:endParaRPr kumimoji="0" lang="en-US" sz="1300" b="1" u="none" strike="noStrike" cap="none" spc="0" normalizeH="0" baseline="0">
              <a:ln>
                <a:noFill/>
              </a:ln>
              <a:solidFill>
                <a:srgbClr val="C00000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7E9E582-1C7C-7360-0743-50EE51BD0C2B}"/>
              </a:ext>
            </a:extLst>
          </p:cNvPr>
          <p:cNvSpPr txBox="1"/>
          <p:nvPr/>
        </p:nvSpPr>
        <p:spPr>
          <a:xfrm>
            <a:off x="4033291" y="3828798"/>
            <a:ext cx="1277745" cy="32316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lIns="0" tIns="0" rIns="0" bIns="45720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/>
                <a:ea typeface="+mn-ea"/>
                <a:cs typeface="Helvetica"/>
                <a:sym typeface="Simplon BP Regular"/>
              </a:rPr>
              <a:t>Visão Inicial de Separação de TI e Plataformas</a:t>
            </a:r>
          </a:p>
        </p:txBody>
      </p:sp>
      <p:sp>
        <p:nvSpPr>
          <p:cNvPr id="4" name="Flowchart: Decision 3">
            <a:extLst>
              <a:ext uri="{FF2B5EF4-FFF2-40B4-BE49-F238E27FC236}">
                <a16:creationId xmlns:a16="http://schemas.microsoft.com/office/drawing/2014/main" id="{18809818-C138-EA9A-E8E5-1857E6B15425}"/>
              </a:ext>
            </a:extLst>
          </p:cNvPr>
          <p:cNvSpPr/>
          <p:nvPr/>
        </p:nvSpPr>
        <p:spPr>
          <a:xfrm>
            <a:off x="2947473" y="2354659"/>
            <a:ext cx="180000" cy="180000"/>
          </a:xfrm>
          <a:prstGeom prst="flowChartDecision">
            <a:avLst/>
          </a:prstGeom>
          <a:solidFill>
            <a:schemeClr val="accent1">
              <a:lumMod val="75000"/>
            </a:schemeClr>
          </a:solidFill>
          <a:ln w="12700" cap="flat" cmpd="sng" algn="ctr">
            <a:solidFill>
              <a:schemeClr val="accent1">
                <a:lumMod val="75000"/>
              </a:scheme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implon BP Regular"/>
              <a:ea typeface="+mn-ea"/>
              <a:cs typeface="Helvetica"/>
              <a:sym typeface="Simplon BP Regular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D76DF5B-F395-1A18-8C8C-FFF0CA4DD37B}"/>
              </a:ext>
            </a:extLst>
          </p:cNvPr>
          <p:cNvSpPr txBox="1"/>
          <p:nvPr/>
        </p:nvSpPr>
        <p:spPr>
          <a:xfrm>
            <a:off x="1949890" y="2412065"/>
            <a:ext cx="1420666" cy="461665"/>
          </a:xfrm>
          <a:prstGeom prst="rect">
            <a:avLst/>
          </a:prstGeom>
          <a:noFill/>
        </p:spPr>
        <p:txBody>
          <a:bodyPr wrap="square" lIns="0" tIns="0" rIns="0" bIns="4572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/>
                <a:ea typeface="+mn-ea"/>
                <a:cs typeface="Helvetica"/>
                <a:sym typeface="Simplon BP Regular"/>
              </a:rPr>
              <a:t>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/>
                <a:ea typeface="+mn-ea"/>
                <a:cs typeface="Helvetica"/>
                <a:sym typeface="Simplon BP Regular"/>
              </a:rPr>
              <a:t>Perímetro inicial Clientes/Portfólio</a:t>
            </a:r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E4D022FC-E82C-4F68-E7FF-01D5E946A54C}"/>
              </a:ext>
            </a:extLst>
          </p:cNvPr>
          <p:cNvSpPr txBox="1"/>
          <p:nvPr/>
        </p:nvSpPr>
        <p:spPr>
          <a:xfrm>
            <a:off x="2935454" y="2202383"/>
            <a:ext cx="396000" cy="184666"/>
          </a:xfrm>
          <a:prstGeom prst="rect">
            <a:avLst/>
          </a:prstGeom>
          <a:noFill/>
        </p:spPr>
        <p:txBody>
          <a:bodyPr wrap="square" lIns="0" tIns="0" rIns="0" bIns="4572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/>
                <a:ea typeface="+mn-ea"/>
                <a:cs typeface="Helvetica"/>
                <a:sym typeface="Simplon BP Regular"/>
              </a:rPr>
              <a:t>12/06</a:t>
            </a:r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008DE66B-5E0A-857A-BA62-3D76B353D263}"/>
              </a:ext>
            </a:extLst>
          </p:cNvPr>
          <p:cNvSpPr txBox="1"/>
          <p:nvPr/>
        </p:nvSpPr>
        <p:spPr>
          <a:xfrm>
            <a:off x="2250995" y="4657160"/>
            <a:ext cx="2657491" cy="323165"/>
          </a:xfrm>
          <a:prstGeom prst="rect">
            <a:avLst/>
          </a:prstGeom>
          <a:noFill/>
        </p:spPr>
        <p:txBody>
          <a:bodyPr wrap="square" lIns="0" tIns="0" rIns="0" bIns="45720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/>
                <a:ea typeface="+mn-ea"/>
                <a:cs typeface="Helvetica"/>
                <a:sym typeface="Simplon BP Regular"/>
              </a:rPr>
              <a:t>Perímetro </a:t>
            </a:r>
            <a:br>
              <a:rPr kumimoji="0" lang="pt-BR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/>
                <a:ea typeface="+mn-ea"/>
                <a:cs typeface="Helvetica"/>
                <a:sym typeface="Simplon BP Regular"/>
              </a:rPr>
            </a:br>
            <a:r>
              <a:rPr kumimoji="0" lang="pt-BR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/>
                <a:ea typeface="+mn-ea"/>
                <a:cs typeface="Helvetica"/>
                <a:sym typeface="Simplon BP Regular"/>
              </a:rPr>
              <a:t>inicial</a:t>
            </a:r>
          </a:p>
        </p:txBody>
      </p:sp>
      <p:sp>
        <p:nvSpPr>
          <p:cNvPr id="132" name="Flowchart: Decision 131">
            <a:extLst>
              <a:ext uri="{FF2B5EF4-FFF2-40B4-BE49-F238E27FC236}">
                <a16:creationId xmlns:a16="http://schemas.microsoft.com/office/drawing/2014/main" id="{C150A192-21B9-9C2F-BE70-B2BFD1868B6B}"/>
              </a:ext>
            </a:extLst>
          </p:cNvPr>
          <p:cNvSpPr/>
          <p:nvPr/>
        </p:nvSpPr>
        <p:spPr>
          <a:xfrm>
            <a:off x="4698162" y="4488622"/>
            <a:ext cx="180000" cy="180000"/>
          </a:xfrm>
          <a:prstGeom prst="flowChartDecision">
            <a:avLst/>
          </a:prstGeom>
          <a:solidFill>
            <a:schemeClr val="accent1">
              <a:lumMod val="75000"/>
            </a:schemeClr>
          </a:solidFill>
          <a:ln w="12700" cap="flat" cmpd="sng" algn="ctr">
            <a:solidFill>
              <a:schemeClr val="accent1">
                <a:lumMod val="75000"/>
              </a:scheme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implon BP Regular"/>
              <a:ea typeface="+mn-ea"/>
              <a:cs typeface="Helvetica"/>
              <a:sym typeface="Simplon BP Regular"/>
            </a:endParaRPr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608A42D7-4D5F-14D4-FF56-D60999A761E4}"/>
              </a:ext>
            </a:extLst>
          </p:cNvPr>
          <p:cNvSpPr txBox="1"/>
          <p:nvPr/>
        </p:nvSpPr>
        <p:spPr>
          <a:xfrm>
            <a:off x="4680162" y="4353043"/>
            <a:ext cx="396000" cy="184666"/>
          </a:xfrm>
          <a:prstGeom prst="rect">
            <a:avLst/>
          </a:prstGeom>
          <a:noFill/>
        </p:spPr>
        <p:txBody>
          <a:bodyPr wrap="square" lIns="0" tIns="0" rIns="0" bIns="4572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/>
                <a:ea typeface="+mn-ea"/>
                <a:cs typeface="Helvetica"/>
                <a:sym typeface="Simplon BP Regular"/>
              </a:rPr>
              <a:t>26/07</a:t>
            </a:r>
          </a:p>
        </p:txBody>
      </p:sp>
      <p:sp>
        <p:nvSpPr>
          <p:cNvPr id="121" name="Flowchart: Decision 86">
            <a:extLst>
              <a:ext uri="{FF2B5EF4-FFF2-40B4-BE49-F238E27FC236}">
                <a16:creationId xmlns:a16="http://schemas.microsoft.com/office/drawing/2014/main" id="{B7B2C8B8-F17A-C409-B127-065D5284EE95}"/>
              </a:ext>
            </a:extLst>
          </p:cNvPr>
          <p:cNvSpPr/>
          <p:nvPr/>
        </p:nvSpPr>
        <p:spPr>
          <a:xfrm>
            <a:off x="4601037" y="2395420"/>
            <a:ext cx="87048" cy="87048"/>
          </a:xfrm>
          <a:prstGeom prst="flowChartDecision">
            <a:avLst/>
          </a:prstGeom>
          <a:solidFill>
            <a:srgbClr val="969696"/>
          </a:solidFill>
          <a:ln w="12700" cap="flat" cmpd="sng" algn="ctr">
            <a:solidFill>
              <a:srgbClr val="969696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hangingPunct="1"/>
            <a:endParaRPr lang="pt-BR" sz="1800" kern="1200">
              <a:solidFill>
                <a:srgbClr val="FFFFFF"/>
              </a:solidFill>
              <a:latin typeface="Simplon BP Regular"/>
              <a:ea typeface="+mn-ea"/>
              <a:cs typeface="Helvetica"/>
            </a:endParaRPr>
          </a:p>
        </p:txBody>
      </p:sp>
      <p:sp>
        <p:nvSpPr>
          <p:cNvPr id="129" name="TextBox 61">
            <a:extLst>
              <a:ext uri="{FF2B5EF4-FFF2-40B4-BE49-F238E27FC236}">
                <a16:creationId xmlns:a16="http://schemas.microsoft.com/office/drawing/2014/main" id="{A1B96AE5-360E-95D1-702E-F7E60189D56F}"/>
              </a:ext>
            </a:extLst>
          </p:cNvPr>
          <p:cNvSpPr txBox="1"/>
          <p:nvPr/>
        </p:nvSpPr>
        <p:spPr>
          <a:xfrm>
            <a:off x="4613163" y="2202383"/>
            <a:ext cx="487272" cy="184666"/>
          </a:xfrm>
          <a:prstGeom prst="rect">
            <a:avLst/>
          </a:prstGeom>
          <a:noFill/>
        </p:spPr>
        <p:txBody>
          <a:bodyPr wrap="square" lIns="0" tIns="0" rIns="0" bIns="4572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/>
                <a:ea typeface="+mn-ea"/>
                <a:cs typeface="Helvetica"/>
                <a:sym typeface="Simplon BP Regular"/>
              </a:rPr>
              <a:t>22-26/07</a:t>
            </a:r>
          </a:p>
        </p:txBody>
      </p:sp>
      <p:sp>
        <p:nvSpPr>
          <p:cNvPr id="134" name="Flowchart: Decision 86">
            <a:extLst>
              <a:ext uri="{FF2B5EF4-FFF2-40B4-BE49-F238E27FC236}">
                <a16:creationId xmlns:a16="http://schemas.microsoft.com/office/drawing/2014/main" id="{07922AEC-8162-0BB9-755F-CF8C9B9A4B77}"/>
              </a:ext>
            </a:extLst>
          </p:cNvPr>
          <p:cNvSpPr/>
          <p:nvPr/>
        </p:nvSpPr>
        <p:spPr>
          <a:xfrm>
            <a:off x="4601037" y="3664605"/>
            <a:ext cx="87048" cy="87048"/>
          </a:xfrm>
          <a:prstGeom prst="flowChartDecision">
            <a:avLst/>
          </a:prstGeom>
          <a:solidFill>
            <a:srgbClr val="969696"/>
          </a:solidFill>
          <a:ln w="12700" cap="flat" cmpd="sng" algn="ctr">
            <a:solidFill>
              <a:srgbClr val="969696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hangingPunct="1"/>
            <a:endParaRPr lang="pt-BR" sz="1800" kern="1200">
              <a:solidFill>
                <a:srgbClr val="FFFFFF"/>
              </a:solidFill>
              <a:latin typeface="Simplon BP Regular"/>
              <a:ea typeface="+mn-ea"/>
              <a:cs typeface="Helvetica"/>
            </a:endParaRPr>
          </a:p>
        </p:txBody>
      </p:sp>
      <p:sp>
        <p:nvSpPr>
          <p:cNvPr id="135" name="Flowchart: Decision 86">
            <a:extLst>
              <a:ext uri="{FF2B5EF4-FFF2-40B4-BE49-F238E27FC236}">
                <a16:creationId xmlns:a16="http://schemas.microsoft.com/office/drawing/2014/main" id="{E24C2C77-85D1-46A0-E397-B8D6013E89BA}"/>
              </a:ext>
            </a:extLst>
          </p:cNvPr>
          <p:cNvSpPr/>
          <p:nvPr/>
        </p:nvSpPr>
        <p:spPr>
          <a:xfrm>
            <a:off x="4601037" y="4524257"/>
            <a:ext cx="87048" cy="87048"/>
          </a:xfrm>
          <a:prstGeom prst="flowChartDecision">
            <a:avLst/>
          </a:prstGeom>
          <a:solidFill>
            <a:srgbClr val="969696"/>
          </a:solidFill>
          <a:ln w="12700" cap="flat" cmpd="sng" algn="ctr">
            <a:solidFill>
              <a:srgbClr val="969696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hangingPunct="1"/>
            <a:endParaRPr lang="pt-BR" sz="1800" kern="1200">
              <a:solidFill>
                <a:srgbClr val="FFFFFF"/>
              </a:solidFill>
              <a:latin typeface="Simplon BP Regular"/>
              <a:ea typeface="+mn-ea"/>
              <a:cs typeface="Helvetica"/>
            </a:endParaRPr>
          </a:p>
        </p:txBody>
      </p:sp>
      <p:sp>
        <p:nvSpPr>
          <p:cNvPr id="136" name="Flowchart: Decision 86">
            <a:extLst>
              <a:ext uri="{FF2B5EF4-FFF2-40B4-BE49-F238E27FC236}">
                <a16:creationId xmlns:a16="http://schemas.microsoft.com/office/drawing/2014/main" id="{18153307-A4F2-18D1-6F0F-EE246F184F23}"/>
              </a:ext>
            </a:extLst>
          </p:cNvPr>
          <p:cNvSpPr/>
          <p:nvPr/>
        </p:nvSpPr>
        <p:spPr>
          <a:xfrm>
            <a:off x="489041" y="912060"/>
            <a:ext cx="87048" cy="87048"/>
          </a:xfrm>
          <a:prstGeom prst="flowChartDecision">
            <a:avLst/>
          </a:prstGeom>
          <a:solidFill>
            <a:srgbClr val="969696"/>
          </a:solidFill>
          <a:ln w="12700" cap="flat" cmpd="sng" algn="ctr">
            <a:solidFill>
              <a:srgbClr val="969696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hangingPunct="1"/>
            <a:endParaRPr lang="pt-BR" sz="1800" kern="1200">
              <a:solidFill>
                <a:srgbClr val="FFFFFF"/>
              </a:solidFill>
              <a:latin typeface="Simplon BP Regular"/>
              <a:ea typeface="+mn-ea"/>
              <a:cs typeface="Helvetica"/>
            </a:endParaRPr>
          </a:p>
        </p:txBody>
      </p:sp>
      <p:sp>
        <p:nvSpPr>
          <p:cNvPr id="137" name="Rectangle 126">
            <a:extLst>
              <a:ext uri="{FF2B5EF4-FFF2-40B4-BE49-F238E27FC236}">
                <a16:creationId xmlns:a16="http://schemas.microsoft.com/office/drawing/2014/main" id="{325E3CD5-4DD1-4694-BA25-E31974826286}"/>
              </a:ext>
            </a:extLst>
          </p:cNvPr>
          <p:cNvSpPr>
            <a:spLocks noGrp="1" noChangeArrowheads="1"/>
          </p:cNvSpPr>
          <p:nvPr/>
        </p:nvSpPr>
        <p:spPr bwMode="auto">
          <a:xfrm>
            <a:off x="673995" y="774860"/>
            <a:ext cx="1080000" cy="38620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spcCol="0" anchor="ctr" anchorCtr="0" compatLnSpc="1">
            <a:prstTxWarp prst="textNoShape">
              <a:avLst/>
            </a:prstTxWarp>
            <a:noAutofit/>
          </a:bodyPr>
          <a:lstStyle>
            <a:lvl1pPr marL="177175" indent="-177175" algn="l" rtl="0" eaLnBrk="1" fontAlgn="base" hangingPunct="1">
              <a:spcBef>
                <a:spcPts val="1439"/>
              </a:spcBef>
              <a:spcAft>
                <a:spcPct val="0"/>
              </a:spcAft>
              <a:buChar char="•"/>
              <a:defRPr sz="1679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369533" indent="-185609" algn="l" rtl="0" eaLnBrk="1" fontAlgn="base" hangingPunct="1">
              <a:spcBef>
                <a:spcPts val="720"/>
              </a:spcBef>
              <a:spcAft>
                <a:spcPct val="0"/>
              </a:spcAft>
              <a:buChar char="–"/>
              <a:defRPr sz="1679">
                <a:solidFill>
                  <a:srgbClr val="000000"/>
                </a:solidFill>
                <a:latin typeface="+mn-lt"/>
              </a:defRPr>
            </a:lvl2pPr>
            <a:lvl3pPr marL="545019" indent="-175485" algn="l" rtl="0" eaLnBrk="1" fontAlgn="base" hangingPunct="1">
              <a:spcBef>
                <a:spcPts val="720"/>
              </a:spcBef>
              <a:spcAft>
                <a:spcPct val="0"/>
              </a:spcAft>
              <a:buFont typeface="Arial" charset="0"/>
              <a:buChar char="-"/>
              <a:defRPr sz="1679">
                <a:solidFill>
                  <a:srgbClr val="000000"/>
                </a:solidFill>
                <a:latin typeface="+mn-lt"/>
              </a:defRPr>
            </a:lvl3pPr>
            <a:lvl4pPr marL="1700862" indent="-24298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159">
                <a:solidFill>
                  <a:schemeClr val="tx1"/>
                </a:solidFill>
                <a:latin typeface="+mn-lt"/>
              </a:defRPr>
            </a:lvl4pPr>
            <a:lvl5pPr marL="2186825" indent="-24298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159">
                <a:solidFill>
                  <a:schemeClr val="tx1"/>
                </a:solidFill>
                <a:latin typeface="+mn-lt"/>
              </a:defRPr>
            </a:lvl5pPr>
            <a:lvl6pPr marL="2672786" indent="-24298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159">
                <a:solidFill>
                  <a:schemeClr val="tx1"/>
                </a:solidFill>
                <a:latin typeface="+mn-lt"/>
              </a:defRPr>
            </a:lvl6pPr>
            <a:lvl7pPr marL="3158748" indent="-24298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159">
                <a:solidFill>
                  <a:schemeClr val="tx1"/>
                </a:solidFill>
                <a:latin typeface="+mn-lt"/>
              </a:defRPr>
            </a:lvl7pPr>
            <a:lvl8pPr marL="3644709" indent="-24298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159">
                <a:solidFill>
                  <a:schemeClr val="tx1"/>
                </a:solidFill>
                <a:latin typeface="+mn-lt"/>
              </a:defRPr>
            </a:lvl8pPr>
            <a:lvl9pPr marL="4130669" indent="-24298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159">
                <a:solidFill>
                  <a:schemeClr val="tx1"/>
                </a:solidFill>
                <a:latin typeface="+mn-lt"/>
              </a:defRPr>
            </a:lvl9pPr>
          </a:lstStyle>
          <a:p>
            <a:pPr marL="0" marR="0" lvl="0" indent="0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2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/>
                <a:cs typeface="Helvetica"/>
                <a:sym typeface="+mn-lt"/>
              </a:rPr>
              <a:t>Prévias parciais</a:t>
            </a:r>
          </a:p>
        </p:txBody>
      </p:sp>
    </p:spTree>
    <p:extLst>
      <p:ext uri="{BB962C8B-B14F-4D97-AF65-F5344CB8AC3E}">
        <p14:creationId xmlns:p14="http://schemas.microsoft.com/office/powerpoint/2010/main" val="672428217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60422" y="143887"/>
            <a:ext cx="10756482" cy="558294"/>
          </a:xfrm>
        </p:spPr>
        <p:txBody>
          <a:bodyPr/>
          <a:lstStyle/>
          <a:p>
            <a:r>
              <a:rPr lang="en-US" dirty="0">
                <a:solidFill>
                  <a:srgbClr val="009E0B"/>
                </a:solidFill>
              </a:rPr>
              <a:t>MODELOS DE SEGREGAÇÃO DE ATIVOS</a:t>
            </a:r>
          </a:p>
        </p:txBody>
      </p:sp>
      <p:sp>
        <p:nvSpPr>
          <p:cNvPr id="3" name="Espaço Reservado para Número de Slide 2"/>
          <p:cNvSpPr>
            <a:spLocks noGrp="1"/>
          </p:cNvSpPr>
          <p:nvPr>
            <p:ph type="sldNum" sz="quarter" idx="2"/>
          </p:nvPr>
        </p:nvSpPr>
        <p:spPr>
          <a:xfrm>
            <a:off x="8958251" y="6596766"/>
            <a:ext cx="316751" cy="276999"/>
          </a:xfrm>
        </p:spPr>
        <p:txBody>
          <a:bodyPr/>
          <a:lstStyle/>
          <a:p>
            <a:fld id="{86CB4B4D-7CA3-9044-876B-883B54F8677D}" type="slidenum">
              <a:rPr lang="pt-BR" smtClean="0"/>
              <a:t>5</a:t>
            </a:fld>
            <a:endParaRPr lang="pt-BR" dirty="0"/>
          </a:p>
        </p:txBody>
      </p:sp>
      <p:grpSp>
        <p:nvGrpSpPr>
          <p:cNvPr id="9" name="Agrupar 8">
            <a:extLst>
              <a:ext uri="{FF2B5EF4-FFF2-40B4-BE49-F238E27FC236}">
                <a16:creationId xmlns:a16="http://schemas.microsoft.com/office/drawing/2014/main" id="{89DA13D4-6FAE-10AF-01FE-DBD2F2CA79CC}"/>
              </a:ext>
            </a:extLst>
          </p:cNvPr>
          <p:cNvGrpSpPr/>
          <p:nvPr/>
        </p:nvGrpSpPr>
        <p:grpSpPr>
          <a:xfrm>
            <a:off x="295941" y="1690893"/>
            <a:ext cx="2567774" cy="430887"/>
            <a:chOff x="6467189" y="997873"/>
            <a:chExt cx="3865531" cy="430887"/>
          </a:xfrm>
        </p:grpSpPr>
        <p:sp>
          <p:nvSpPr>
            <p:cNvPr id="12" name="CaixaDeTexto 11">
              <a:extLst>
                <a:ext uri="{FF2B5EF4-FFF2-40B4-BE49-F238E27FC236}">
                  <a16:creationId xmlns:a16="http://schemas.microsoft.com/office/drawing/2014/main" id="{A970A4F3-5A44-658B-94FA-DD6A177AC0C9}"/>
                </a:ext>
              </a:extLst>
            </p:cNvPr>
            <p:cNvSpPr txBox="1"/>
            <p:nvPr/>
          </p:nvSpPr>
          <p:spPr>
            <a:xfrm>
              <a:off x="6467189" y="997873"/>
              <a:ext cx="3840134" cy="43088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wrap="square" lIns="0" tIns="0" rIns="0" bIns="0">
              <a:spAutoFit/>
            </a:bodyPr>
            <a:lstStyle/>
            <a:p>
              <a:r>
                <a:rPr lang="pt-PT" b="1" dirty="0">
                  <a:solidFill>
                    <a:srgbClr val="000000"/>
                  </a:solidFill>
                  <a:effectLst/>
                  <a:ea typeface="Palatino Linotype" panose="02040502050505030304" pitchFamily="18" charset="0"/>
                  <a:cs typeface="Palatino Linotype" panose="02040502050505030304" pitchFamily="18" charset="0"/>
                </a:rPr>
                <a:t>TSA puro (visão Oi)</a:t>
              </a:r>
            </a:p>
            <a:p>
              <a:endParaRPr lang="pt-PT" dirty="0">
                <a:solidFill>
                  <a:srgbClr val="000000"/>
                </a:solidFill>
                <a:ea typeface="Palatino Linotype" panose="02040502050505030304" pitchFamily="18" charset="0"/>
                <a:cs typeface="Palatino Linotype" panose="02040502050505030304" pitchFamily="18" charset="0"/>
              </a:endParaRPr>
            </a:p>
          </p:txBody>
        </p:sp>
        <p:cxnSp>
          <p:nvCxnSpPr>
            <p:cNvPr id="13" name="Conector reto 12">
              <a:extLst>
                <a:ext uri="{FF2B5EF4-FFF2-40B4-BE49-F238E27FC236}">
                  <a16:creationId xmlns:a16="http://schemas.microsoft.com/office/drawing/2014/main" id="{FE6A5659-123A-63A7-3C6C-1B0C4572DF7D}"/>
                </a:ext>
              </a:extLst>
            </p:cNvPr>
            <p:cNvCxnSpPr/>
            <p:nvPr/>
          </p:nvCxnSpPr>
          <p:spPr>
            <a:xfrm>
              <a:off x="6467189" y="1239520"/>
              <a:ext cx="3865531" cy="0"/>
            </a:xfrm>
            <a:prstGeom prst="line">
              <a:avLst/>
            </a:prstGeom>
            <a:noFill/>
            <a:ln w="25400" cap="flat">
              <a:solidFill>
                <a:schemeClr val="tx1">
                  <a:lumMod val="75000"/>
                </a:schemeClr>
              </a:solidFill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</p:grpSp>
      <p:sp>
        <p:nvSpPr>
          <p:cNvPr id="7" name="Rectangle 20">
            <a:extLst>
              <a:ext uri="{FF2B5EF4-FFF2-40B4-BE49-F238E27FC236}">
                <a16:creationId xmlns:a16="http://schemas.microsoft.com/office/drawing/2014/main" id="{6E739225-2D40-C0D1-5640-322E770EA6C2}"/>
              </a:ext>
            </a:extLst>
          </p:cNvPr>
          <p:cNvSpPr/>
          <p:nvPr/>
        </p:nvSpPr>
        <p:spPr bwMode="auto">
          <a:xfrm>
            <a:off x="295941" y="2486767"/>
            <a:ext cx="1008000" cy="612000"/>
          </a:xfrm>
          <a:prstGeom prst="rect">
            <a:avLst/>
          </a:prstGeom>
          <a:solidFill>
            <a:srgbClr val="CCFF99"/>
          </a:solidFill>
          <a:ln w="9525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36000" tIns="45710" rIns="36000" bIns="45710" anchor="ctr"/>
          <a:lstStyle/>
          <a:p>
            <a:pPr algn="ctr" defTabSz="457200">
              <a:buClrTx/>
            </a:pPr>
            <a:r>
              <a:rPr lang="pt-BR" kern="1200" dirty="0">
                <a:solidFill>
                  <a:prstClr val="black"/>
                </a:solidFill>
                <a:latin typeface="Simplon BP Regular" pitchFamily="2" charset="0"/>
                <a:ea typeface="+mn-ea"/>
                <a:cs typeface="Arial" panose="020B0604020202020204" pitchFamily="34" charset="0"/>
              </a:rPr>
              <a:t>Oi S.A.</a:t>
            </a:r>
          </a:p>
        </p:txBody>
      </p:sp>
      <p:sp>
        <p:nvSpPr>
          <p:cNvPr id="10" name="Rectangle 20">
            <a:extLst>
              <a:ext uri="{FF2B5EF4-FFF2-40B4-BE49-F238E27FC236}">
                <a16:creationId xmlns:a16="http://schemas.microsoft.com/office/drawing/2014/main" id="{578E1DAC-7292-A67D-814C-8BA74FA416F9}"/>
              </a:ext>
            </a:extLst>
          </p:cNvPr>
          <p:cNvSpPr/>
          <p:nvPr/>
        </p:nvSpPr>
        <p:spPr bwMode="auto">
          <a:xfrm>
            <a:off x="1855715" y="2486767"/>
            <a:ext cx="1008000" cy="612000"/>
          </a:xfrm>
          <a:prstGeom prst="rect">
            <a:avLst/>
          </a:prstGeom>
          <a:solidFill>
            <a:srgbClr val="CCFF99"/>
          </a:solidFill>
          <a:ln w="9525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36000" tIns="45710" rIns="36000" bIns="45710" anchor="ctr"/>
          <a:lstStyle/>
          <a:p>
            <a:pPr algn="ctr" defTabSz="457200">
              <a:buClrTx/>
            </a:pPr>
            <a:r>
              <a:rPr lang="pt-BR" kern="1200" dirty="0">
                <a:solidFill>
                  <a:prstClr val="black"/>
                </a:solidFill>
                <a:latin typeface="Simplon BP Regular" pitchFamily="2" charset="0"/>
                <a:ea typeface="+mn-ea"/>
                <a:cs typeface="Arial" panose="020B0604020202020204" pitchFamily="34" charset="0"/>
              </a:rPr>
              <a:t>SPE </a:t>
            </a:r>
            <a:r>
              <a:rPr lang="pt-BR" kern="1200" dirty="0" err="1">
                <a:solidFill>
                  <a:prstClr val="black"/>
                </a:solidFill>
                <a:latin typeface="Simplon BP Regular" pitchFamily="2" charset="0"/>
                <a:ea typeface="+mn-ea"/>
                <a:cs typeface="Arial" panose="020B0604020202020204" pitchFamily="34" charset="0"/>
              </a:rPr>
              <a:t>ClientCo</a:t>
            </a:r>
            <a:endParaRPr lang="pt-BR" kern="1200" dirty="0">
              <a:solidFill>
                <a:prstClr val="black"/>
              </a:solidFill>
              <a:latin typeface="Simplon BP Regular" pitchFamily="2" charset="0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28" name="Conector de Seta Reta 27">
            <a:extLst>
              <a:ext uri="{FF2B5EF4-FFF2-40B4-BE49-F238E27FC236}">
                <a16:creationId xmlns:a16="http://schemas.microsoft.com/office/drawing/2014/main" id="{9BAFD6CA-2851-57D6-3D99-68AF7B5BF9CB}"/>
              </a:ext>
            </a:extLst>
          </p:cNvPr>
          <p:cNvCxnSpPr>
            <a:stCxn id="7" idx="3"/>
            <a:endCxn id="10" idx="1"/>
          </p:cNvCxnSpPr>
          <p:nvPr/>
        </p:nvCxnSpPr>
        <p:spPr>
          <a:xfrm>
            <a:off x="1303941" y="2792767"/>
            <a:ext cx="551774" cy="0"/>
          </a:xfrm>
          <a:prstGeom prst="straightConnector1">
            <a:avLst/>
          </a:prstGeom>
          <a:noFill/>
          <a:ln w="9525" cap="flat">
            <a:solidFill>
              <a:schemeClr val="tx1">
                <a:lumMod val="75000"/>
              </a:schemeClr>
            </a:solidFill>
            <a:prstDash val="dash"/>
            <a:round/>
            <a:tailEnd type="stealth" w="lg" len="lg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34" name="CaixaDeTexto 33">
            <a:extLst>
              <a:ext uri="{FF2B5EF4-FFF2-40B4-BE49-F238E27FC236}">
                <a16:creationId xmlns:a16="http://schemas.microsoft.com/office/drawing/2014/main" id="{999F81B1-7B6C-7C0C-F685-A0316DE9F042}"/>
              </a:ext>
            </a:extLst>
          </p:cNvPr>
          <p:cNvSpPr txBox="1"/>
          <p:nvPr/>
        </p:nvSpPr>
        <p:spPr>
          <a:xfrm>
            <a:off x="295941" y="3154381"/>
            <a:ext cx="1589506" cy="107721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/>
          <a:p>
            <a:pPr marL="126000" indent="-126000">
              <a:buFont typeface="Arial" panose="020B0604020202020204" pitchFamily="34" charset="0"/>
              <a:buChar char="•"/>
            </a:pPr>
            <a:r>
              <a:rPr lang="pt-PT" dirty="0">
                <a:solidFill>
                  <a:srgbClr val="000000"/>
                </a:solidFill>
                <a:effectLst/>
                <a:ea typeface="Palatino Linotype" panose="02040502050505030304" pitchFamily="18" charset="0"/>
                <a:cs typeface="Palatino Linotype" panose="02040502050505030304" pitchFamily="18" charset="0"/>
              </a:rPr>
              <a:t>Sistemas compartilhados</a:t>
            </a:r>
          </a:p>
          <a:p>
            <a:pPr marL="126000" indent="-126000">
              <a:buFont typeface="Arial" panose="020B0604020202020204" pitchFamily="34" charset="0"/>
              <a:buChar char="•"/>
            </a:pPr>
            <a:r>
              <a:rPr lang="pt-PT" dirty="0">
                <a:solidFill>
                  <a:srgbClr val="000000"/>
                </a:solidFill>
                <a:ea typeface="Palatino Linotype" panose="02040502050505030304" pitchFamily="18" charset="0"/>
                <a:cs typeface="Palatino Linotype" panose="02040502050505030304" pitchFamily="18" charset="0"/>
              </a:rPr>
              <a:t>Infraestrutura dos sistemas compartilhados</a:t>
            </a:r>
            <a:endParaRPr lang="pt-PT" dirty="0">
              <a:solidFill>
                <a:srgbClr val="000000"/>
              </a:solidFill>
              <a:effectLst/>
              <a:ea typeface="Palatino Linotype" panose="02040502050505030304" pitchFamily="18" charset="0"/>
              <a:cs typeface="Palatino Linotype" panose="02040502050505030304" pitchFamily="18" charset="0"/>
            </a:endParaRPr>
          </a:p>
        </p:txBody>
      </p:sp>
      <p:grpSp>
        <p:nvGrpSpPr>
          <p:cNvPr id="36" name="Agrupar 35">
            <a:extLst>
              <a:ext uri="{FF2B5EF4-FFF2-40B4-BE49-F238E27FC236}">
                <a16:creationId xmlns:a16="http://schemas.microsoft.com/office/drawing/2014/main" id="{BFF87EB0-C6DB-910A-A59A-FA701E34E119}"/>
              </a:ext>
            </a:extLst>
          </p:cNvPr>
          <p:cNvGrpSpPr/>
          <p:nvPr/>
        </p:nvGrpSpPr>
        <p:grpSpPr>
          <a:xfrm>
            <a:off x="3399210" y="1690893"/>
            <a:ext cx="2554411" cy="430887"/>
            <a:chOff x="6467189" y="997873"/>
            <a:chExt cx="3865531" cy="430887"/>
          </a:xfrm>
        </p:grpSpPr>
        <p:sp>
          <p:nvSpPr>
            <p:cNvPr id="37" name="CaixaDeTexto 36">
              <a:extLst>
                <a:ext uri="{FF2B5EF4-FFF2-40B4-BE49-F238E27FC236}">
                  <a16:creationId xmlns:a16="http://schemas.microsoft.com/office/drawing/2014/main" id="{B897871A-B318-BC1E-4C3E-AB3D3E1352CB}"/>
                </a:ext>
              </a:extLst>
            </p:cNvPr>
            <p:cNvSpPr txBox="1"/>
            <p:nvPr/>
          </p:nvSpPr>
          <p:spPr>
            <a:xfrm>
              <a:off x="6467189" y="997873"/>
              <a:ext cx="3840134" cy="43088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wrap="square" lIns="0" tIns="0" rIns="0" bIns="0">
              <a:spAutoFit/>
            </a:bodyPr>
            <a:lstStyle/>
            <a:p>
              <a:r>
                <a:rPr lang="pt-PT" b="1" dirty="0">
                  <a:solidFill>
                    <a:srgbClr val="000000"/>
                  </a:solidFill>
                  <a:ea typeface="Palatino Linotype" panose="02040502050505030304" pitchFamily="18" charset="0"/>
                  <a:cs typeface="Palatino Linotype" panose="02040502050505030304" pitchFamily="18" charset="0"/>
                </a:rPr>
                <a:t>TSA reverso (visão Vtal)</a:t>
              </a:r>
              <a:endParaRPr lang="pt-PT" b="1" dirty="0">
                <a:solidFill>
                  <a:srgbClr val="000000"/>
                </a:solidFill>
                <a:effectLst/>
                <a:ea typeface="Palatino Linotype" panose="02040502050505030304" pitchFamily="18" charset="0"/>
                <a:cs typeface="Palatino Linotype" panose="02040502050505030304" pitchFamily="18" charset="0"/>
              </a:endParaRPr>
            </a:p>
            <a:p>
              <a:endParaRPr lang="pt-PT" dirty="0">
                <a:solidFill>
                  <a:srgbClr val="000000"/>
                </a:solidFill>
                <a:ea typeface="Palatino Linotype" panose="02040502050505030304" pitchFamily="18" charset="0"/>
                <a:cs typeface="Palatino Linotype" panose="02040502050505030304" pitchFamily="18" charset="0"/>
              </a:endParaRPr>
            </a:p>
          </p:txBody>
        </p:sp>
        <p:cxnSp>
          <p:nvCxnSpPr>
            <p:cNvPr id="38" name="Conector reto 37">
              <a:extLst>
                <a:ext uri="{FF2B5EF4-FFF2-40B4-BE49-F238E27FC236}">
                  <a16:creationId xmlns:a16="http://schemas.microsoft.com/office/drawing/2014/main" id="{926E03AF-A71D-80E7-B66F-D507C17D6981}"/>
                </a:ext>
              </a:extLst>
            </p:cNvPr>
            <p:cNvCxnSpPr/>
            <p:nvPr/>
          </p:nvCxnSpPr>
          <p:spPr>
            <a:xfrm>
              <a:off x="6467189" y="1239520"/>
              <a:ext cx="3865531" cy="0"/>
            </a:xfrm>
            <a:prstGeom prst="line">
              <a:avLst/>
            </a:prstGeom>
            <a:noFill/>
            <a:ln w="25400" cap="flat">
              <a:solidFill>
                <a:schemeClr val="tx1">
                  <a:lumMod val="75000"/>
                </a:schemeClr>
              </a:solidFill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</p:grpSp>
      <p:sp>
        <p:nvSpPr>
          <p:cNvPr id="39" name="Rectangle 20">
            <a:extLst>
              <a:ext uri="{FF2B5EF4-FFF2-40B4-BE49-F238E27FC236}">
                <a16:creationId xmlns:a16="http://schemas.microsoft.com/office/drawing/2014/main" id="{7A62F8AF-A5DE-36DF-CB30-66DA5F539096}"/>
              </a:ext>
            </a:extLst>
          </p:cNvPr>
          <p:cNvSpPr/>
          <p:nvPr/>
        </p:nvSpPr>
        <p:spPr bwMode="auto">
          <a:xfrm>
            <a:off x="3399209" y="2486767"/>
            <a:ext cx="1008000" cy="612000"/>
          </a:xfrm>
          <a:prstGeom prst="rect">
            <a:avLst/>
          </a:prstGeom>
          <a:solidFill>
            <a:srgbClr val="CCFF99"/>
          </a:solidFill>
          <a:ln w="9525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36000" tIns="45710" rIns="36000" bIns="45710" anchor="ctr"/>
          <a:lstStyle/>
          <a:p>
            <a:pPr algn="ctr" defTabSz="457200">
              <a:buClrTx/>
            </a:pPr>
            <a:r>
              <a:rPr lang="pt-BR" kern="1200" dirty="0">
                <a:solidFill>
                  <a:prstClr val="black"/>
                </a:solidFill>
                <a:latin typeface="Simplon BP Regular" pitchFamily="2" charset="0"/>
                <a:ea typeface="+mn-ea"/>
                <a:cs typeface="Arial" panose="020B0604020202020204" pitchFamily="34" charset="0"/>
              </a:rPr>
              <a:t>Oi S.A.</a:t>
            </a:r>
          </a:p>
        </p:txBody>
      </p:sp>
      <p:sp>
        <p:nvSpPr>
          <p:cNvPr id="40" name="Rectangle 20">
            <a:extLst>
              <a:ext uri="{FF2B5EF4-FFF2-40B4-BE49-F238E27FC236}">
                <a16:creationId xmlns:a16="http://schemas.microsoft.com/office/drawing/2014/main" id="{21D51AD2-36EE-12D4-2653-F58567015CDB}"/>
              </a:ext>
            </a:extLst>
          </p:cNvPr>
          <p:cNvSpPr/>
          <p:nvPr/>
        </p:nvSpPr>
        <p:spPr bwMode="auto">
          <a:xfrm>
            <a:off x="4879634" y="2486767"/>
            <a:ext cx="1008000" cy="612000"/>
          </a:xfrm>
          <a:prstGeom prst="rect">
            <a:avLst/>
          </a:prstGeom>
          <a:solidFill>
            <a:srgbClr val="CCFF99"/>
          </a:solidFill>
          <a:ln w="9525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36000" tIns="45710" rIns="36000" bIns="45710" anchor="ctr"/>
          <a:lstStyle/>
          <a:p>
            <a:pPr algn="ctr" defTabSz="457200">
              <a:buClrTx/>
            </a:pPr>
            <a:r>
              <a:rPr lang="pt-BR" kern="1200" dirty="0">
                <a:solidFill>
                  <a:prstClr val="black"/>
                </a:solidFill>
                <a:latin typeface="Simplon BP Regular" pitchFamily="2" charset="0"/>
                <a:ea typeface="+mn-ea"/>
                <a:cs typeface="Arial" panose="020B0604020202020204" pitchFamily="34" charset="0"/>
              </a:rPr>
              <a:t>SPE </a:t>
            </a:r>
            <a:r>
              <a:rPr lang="pt-BR" kern="1200" dirty="0" err="1">
                <a:solidFill>
                  <a:prstClr val="black"/>
                </a:solidFill>
                <a:latin typeface="Simplon BP Regular" pitchFamily="2" charset="0"/>
                <a:ea typeface="+mn-ea"/>
                <a:cs typeface="Arial" panose="020B0604020202020204" pitchFamily="34" charset="0"/>
              </a:rPr>
              <a:t>ClientCo</a:t>
            </a:r>
            <a:endParaRPr lang="pt-BR" kern="1200" dirty="0">
              <a:solidFill>
                <a:prstClr val="black"/>
              </a:solidFill>
              <a:latin typeface="Simplon BP Regular" pitchFamily="2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1" name="CaixaDeTexto 40">
            <a:extLst>
              <a:ext uri="{FF2B5EF4-FFF2-40B4-BE49-F238E27FC236}">
                <a16:creationId xmlns:a16="http://schemas.microsoft.com/office/drawing/2014/main" id="{3B27BF11-4680-44C0-6BE7-547C4E91A2AF}"/>
              </a:ext>
            </a:extLst>
          </p:cNvPr>
          <p:cNvSpPr txBox="1"/>
          <p:nvPr/>
        </p:nvSpPr>
        <p:spPr>
          <a:xfrm>
            <a:off x="4515542" y="2026012"/>
            <a:ext cx="728184" cy="43088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/>
          <a:p>
            <a:r>
              <a:rPr lang="pt-BR" dirty="0">
                <a:solidFill>
                  <a:schemeClr val="tx1">
                    <a:lumMod val="75000"/>
                  </a:schemeClr>
                </a:solidFill>
                <a:effectLst/>
                <a:ea typeface="Palatino Linotype" panose="02040502050505030304" pitchFamily="18" charset="0"/>
                <a:cs typeface="Palatino Linotype" panose="02040502050505030304" pitchFamily="18" charset="0"/>
              </a:rPr>
              <a:t>Serviços/uso</a:t>
            </a:r>
          </a:p>
        </p:txBody>
      </p:sp>
      <p:cxnSp>
        <p:nvCxnSpPr>
          <p:cNvPr id="42" name="Conector de Seta Reta 41">
            <a:extLst>
              <a:ext uri="{FF2B5EF4-FFF2-40B4-BE49-F238E27FC236}">
                <a16:creationId xmlns:a16="http://schemas.microsoft.com/office/drawing/2014/main" id="{B21294F7-589B-0111-DBD9-BE73B2A552D1}"/>
              </a:ext>
            </a:extLst>
          </p:cNvPr>
          <p:cNvCxnSpPr>
            <a:cxnSpLocks/>
            <a:stCxn id="40" idx="1"/>
            <a:endCxn id="39" idx="3"/>
          </p:cNvCxnSpPr>
          <p:nvPr/>
        </p:nvCxnSpPr>
        <p:spPr>
          <a:xfrm flipH="1">
            <a:off x="4407209" y="2792767"/>
            <a:ext cx="472425" cy="0"/>
          </a:xfrm>
          <a:prstGeom prst="straightConnector1">
            <a:avLst/>
          </a:prstGeom>
          <a:noFill/>
          <a:ln w="9525" cap="flat">
            <a:solidFill>
              <a:schemeClr val="tx1">
                <a:lumMod val="75000"/>
              </a:schemeClr>
            </a:solidFill>
            <a:prstDash val="dash"/>
            <a:round/>
            <a:tailEnd type="stealth" w="lg" len="lg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43" name="CaixaDeTexto 42">
            <a:extLst>
              <a:ext uri="{FF2B5EF4-FFF2-40B4-BE49-F238E27FC236}">
                <a16:creationId xmlns:a16="http://schemas.microsoft.com/office/drawing/2014/main" id="{79337862-C9E4-9FF9-EFA5-3D81311D3547}"/>
              </a:ext>
            </a:extLst>
          </p:cNvPr>
          <p:cNvSpPr txBox="1"/>
          <p:nvPr/>
        </p:nvSpPr>
        <p:spPr>
          <a:xfrm>
            <a:off x="4561690" y="3154381"/>
            <a:ext cx="1404209" cy="107721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/>
          <a:p>
            <a:pPr marL="126000" indent="-126000">
              <a:buFont typeface="Arial" panose="020B0604020202020204" pitchFamily="34" charset="0"/>
              <a:buChar char="•"/>
            </a:pPr>
            <a:r>
              <a:rPr lang="pt-PT" dirty="0">
                <a:solidFill>
                  <a:srgbClr val="000000"/>
                </a:solidFill>
                <a:effectLst/>
                <a:ea typeface="Palatino Linotype" panose="02040502050505030304" pitchFamily="18" charset="0"/>
                <a:cs typeface="Palatino Linotype" panose="02040502050505030304" pitchFamily="18" charset="0"/>
              </a:rPr>
              <a:t>Sistemas compartilhados</a:t>
            </a:r>
          </a:p>
          <a:p>
            <a:pPr marL="126000" indent="-126000">
              <a:buFont typeface="Arial" panose="020B0604020202020204" pitchFamily="34" charset="0"/>
              <a:buChar char="•"/>
            </a:pPr>
            <a:r>
              <a:rPr lang="pt-PT" dirty="0">
                <a:solidFill>
                  <a:srgbClr val="000000"/>
                </a:solidFill>
                <a:ea typeface="Palatino Linotype" panose="02040502050505030304" pitchFamily="18" charset="0"/>
                <a:cs typeface="Palatino Linotype" panose="02040502050505030304" pitchFamily="18" charset="0"/>
              </a:rPr>
              <a:t>Infraestrutura dos sistemas compartilhados</a:t>
            </a:r>
            <a:endParaRPr lang="pt-PT" dirty="0">
              <a:solidFill>
                <a:srgbClr val="000000"/>
              </a:solidFill>
              <a:effectLst/>
              <a:ea typeface="Palatino Linotype" panose="02040502050505030304" pitchFamily="18" charset="0"/>
              <a:cs typeface="Palatino Linotype" panose="02040502050505030304" pitchFamily="18" charset="0"/>
            </a:endParaRPr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B6AC601E-8DD1-225B-DFB8-A278917B0854}"/>
              </a:ext>
            </a:extLst>
          </p:cNvPr>
          <p:cNvSpPr txBox="1"/>
          <p:nvPr/>
        </p:nvSpPr>
        <p:spPr>
          <a:xfrm>
            <a:off x="1415427" y="2026012"/>
            <a:ext cx="728184" cy="43088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/>
          <a:p>
            <a:r>
              <a:rPr lang="pt-BR" dirty="0">
                <a:solidFill>
                  <a:schemeClr val="tx1">
                    <a:lumMod val="75000"/>
                  </a:schemeClr>
                </a:solidFill>
                <a:effectLst/>
                <a:ea typeface="Palatino Linotype" panose="02040502050505030304" pitchFamily="18" charset="0"/>
                <a:cs typeface="Palatino Linotype" panose="02040502050505030304" pitchFamily="18" charset="0"/>
              </a:rPr>
              <a:t>Serviços/uso</a:t>
            </a:r>
          </a:p>
        </p:txBody>
      </p:sp>
      <p:sp>
        <p:nvSpPr>
          <p:cNvPr id="35" name="Retângulo 34">
            <a:extLst>
              <a:ext uri="{FF2B5EF4-FFF2-40B4-BE49-F238E27FC236}">
                <a16:creationId xmlns:a16="http://schemas.microsoft.com/office/drawing/2014/main" id="{B9FC6789-B111-175B-5C14-0AC460F95A05}"/>
              </a:ext>
            </a:extLst>
          </p:cNvPr>
          <p:cNvSpPr/>
          <p:nvPr/>
        </p:nvSpPr>
        <p:spPr>
          <a:xfrm>
            <a:off x="295941" y="5350724"/>
            <a:ext cx="2550903" cy="136339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36000" tIns="45710" rIns="36000" bIns="45710" anchor="t" anchorCtr="0">
            <a:noAutofit/>
          </a:bodyPr>
          <a:lstStyle/>
          <a:p>
            <a:pPr marL="126000" indent="-126000">
              <a:buFont typeface="Arial" panose="020B0604020202020204" pitchFamily="34" charset="0"/>
              <a:buChar char="•"/>
            </a:pPr>
            <a:r>
              <a:rPr lang="pt-PT" dirty="0">
                <a:solidFill>
                  <a:srgbClr val="FF0000"/>
                </a:solidFill>
                <a:effectLst/>
                <a:ea typeface="Palatino Linotype" panose="02040502050505030304" pitchFamily="18" charset="0"/>
                <a:cs typeface="Palatino Linotype" panose="02040502050505030304" pitchFamily="18" charset="0"/>
              </a:rPr>
              <a:t>Não mitiga risco Oi</a:t>
            </a:r>
            <a:r>
              <a:rPr lang="pt-PT" dirty="0">
                <a:solidFill>
                  <a:srgbClr val="000000"/>
                </a:solidFill>
                <a:effectLst/>
                <a:ea typeface="Palatino Linotype" panose="02040502050505030304" pitchFamily="18" charset="0"/>
                <a:cs typeface="Palatino Linotype" panose="02040502050505030304" pitchFamily="18" charset="0"/>
              </a:rPr>
              <a:t> para o comprador</a:t>
            </a:r>
          </a:p>
          <a:p>
            <a:pPr marL="126000" indent="-126000">
              <a:buFont typeface="Arial" panose="020B0604020202020204" pitchFamily="34" charset="0"/>
              <a:buChar char="•"/>
            </a:pPr>
            <a:r>
              <a:rPr lang="pt-PT" dirty="0">
                <a:solidFill>
                  <a:srgbClr val="000000"/>
                </a:solidFill>
                <a:ea typeface="Palatino Linotype" panose="02040502050505030304" pitchFamily="18" charset="0"/>
                <a:cs typeface="Palatino Linotype" panose="02040502050505030304" pitchFamily="18" charset="0"/>
              </a:rPr>
              <a:t>Menor impacto operacional</a:t>
            </a:r>
          </a:p>
          <a:p>
            <a:pPr marL="126000" indent="-126000">
              <a:buFont typeface="Arial" panose="020B0604020202020204" pitchFamily="34" charset="0"/>
              <a:buChar char="•"/>
            </a:pPr>
            <a:r>
              <a:rPr lang="pt-PT" dirty="0">
                <a:solidFill>
                  <a:srgbClr val="000000"/>
                </a:solidFill>
                <a:ea typeface="Palatino Linotype" panose="02040502050505030304" pitchFamily="18" charset="0"/>
                <a:cs typeface="Palatino Linotype" panose="02040502050505030304" pitchFamily="18" charset="0"/>
              </a:rPr>
              <a:t>Oi desmobiliza estrutura após transição</a:t>
            </a:r>
            <a:endParaRPr lang="pt-PT" dirty="0">
              <a:solidFill>
                <a:srgbClr val="000000"/>
              </a:solidFill>
              <a:effectLst/>
              <a:ea typeface="Palatino Linotype" panose="02040502050505030304" pitchFamily="18" charset="0"/>
              <a:cs typeface="Palatino Linotype" panose="02040502050505030304" pitchFamily="18" charset="0"/>
            </a:endParaRPr>
          </a:p>
        </p:txBody>
      </p:sp>
      <p:sp>
        <p:nvSpPr>
          <p:cNvPr id="44" name="Retângulo 43">
            <a:extLst>
              <a:ext uri="{FF2B5EF4-FFF2-40B4-BE49-F238E27FC236}">
                <a16:creationId xmlns:a16="http://schemas.microsoft.com/office/drawing/2014/main" id="{44735FDA-F181-B602-A5A4-0C0AD65600EE}"/>
              </a:ext>
            </a:extLst>
          </p:cNvPr>
          <p:cNvSpPr/>
          <p:nvPr/>
        </p:nvSpPr>
        <p:spPr>
          <a:xfrm>
            <a:off x="3407297" y="5350724"/>
            <a:ext cx="2550903" cy="1363387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36000" tIns="45710" rIns="36000" bIns="45710" anchor="t" anchorCtr="0">
            <a:noAutofit/>
          </a:bodyPr>
          <a:lstStyle/>
          <a:p>
            <a:pPr marL="126000" indent="-126000">
              <a:buFont typeface="Arial" panose="020B0604020202020204" pitchFamily="34" charset="0"/>
              <a:buChar char="•"/>
            </a:pPr>
            <a:r>
              <a:rPr lang="pt-PT" dirty="0">
                <a:solidFill>
                  <a:srgbClr val="FF0000"/>
                </a:solidFill>
              </a:rPr>
              <a:t>Risco inviável para a Oi: sem incentivo para prestação do serviço para a Oi</a:t>
            </a:r>
          </a:p>
          <a:p>
            <a:pPr marL="126000" indent="-126000">
              <a:buFont typeface="Arial" panose="020B0604020202020204" pitchFamily="34" charset="0"/>
              <a:buChar char="•"/>
            </a:pPr>
            <a:r>
              <a:rPr lang="pt-PT" dirty="0">
                <a:solidFill>
                  <a:srgbClr val="000000"/>
                </a:solidFill>
                <a:effectLst/>
                <a:ea typeface="Palatino Linotype" panose="02040502050505030304" pitchFamily="18" charset="0"/>
                <a:cs typeface="Palatino Linotype" panose="02040502050505030304" pitchFamily="18" charset="0"/>
              </a:rPr>
              <a:t>Vtal desmobiliza estrutura após transição</a:t>
            </a:r>
          </a:p>
          <a:p>
            <a:pPr marL="126000" indent="-126000">
              <a:buFont typeface="Arial" panose="020B0604020202020204" pitchFamily="34" charset="0"/>
              <a:buChar char="•"/>
            </a:pPr>
            <a:endParaRPr lang="pt-PT" dirty="0">
              <a:solidFill>
                <a:srgbClr val="FF0000"/>
              </a:solidFill>
            </a:endParaRPr>
          </a:p>
        </p:txBody>
      </p:sp>
      <p:grpSp>
        <p:nvGrpSpPr>
          <p:cNvPr id="4" name="Agrupar 3">
            <a:extLst>
              <a:ext uri="{FF2B5EF4-FFF2-40B4-BE49-F238E27FC236}">
                <a16:creationId xmlns:a16="http://schemas.microsoft.com/office/drawing/2014/main" id="{538A12E1-028C-6C86-A517-12E5842F0B1B}"/>
              </a:ext>
            </a:extLst>
          </p:cNvPr>
          <p:cNvGrpSpPr/>
          <p:nvPr/>
        </p:nvGrpSpPr>
        <p:grpSpPr>
          <a:xfrm>
            <a:off x="9190361" y="1690893"/>
            <a:ext cx="2567774" cy="430887"/>
            <a:chOff x="6467189" y="997873"/>
            <a:chExt cx="3865531" cy="430887"/>
          </a:xfrm>
        </p:grpSpPr>
        <p:sp>
          <p:nvSpPr>
            <p:cNvPr id="5" name="CaixaDeTexto 4">
              <a:extLst>
                <a:ext uri="{FF2B5EF4-FFF2-40B4-BE49-F238E27FC236}">
                  <a16:creationId xmlns:a16="http://schemas.microsoft.com/office/drawing/2014/main" id="{7E587D42-5D69-86C2-EFE1-97BD48BCE3E4}"/>
                </a:ext>
              </a:extLst>
            </p:cNvPr>
            <p:cNvSpPr txBox="1"/>
            <p:nvPr/>
          </p:nvSpPr>
          <p:spPr>
            <a:xfrm>
              <a:off x="6467189" y="997873"/>
              <a:ext cx="3840134" cy="43088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wrap="square" lIns="0" tIns="0" rIns="0" bIns="0">
              <a:spAutoFit/>
            </a:bodyPr>
            <a:lstStyle/>
            <a:p>
              <a:r>
                <a:rPr lang="pt-PT" b="1" dirty="0">
                  <a:solidFill>
                    <a:srgbClr val="000000"/>
                  </a:solidFill>
                  <a:effectLst/>
                  <a:ea typeface="Palatino Linotype" panose="02040502050505030304" pitchFamily="18" charset="0"/>
                  <a:cs typeface="Palatino Linotype" panose="02040502050505030304" pitchFamily="18" charset="0"/>
                </a:rPr>
                <a:t>Modelo “BPO Oi”</a:t>
              </a:r>
            </a:p>
            <a:p>
              <a:endParaRPr lang="pt-PT" dirty="0">
                <a:solidFill>
                  <a:srgbClr val="000000"/>
                </a:solidFill>
                <a:ea typeface="Palatino Linotype" panose="02040502050505030304" pitchFamily="18" charset="0"/>
                <a:cs typeface="Palatino Linotype" panose="02040502050505030304" pitchFamily="18" charset="0"/>
              </a:endParaRPr>
            </a:p>
          </p:txBody>
        </p:sp>
        <p:cxnSp>
          <p:nvCxnSpPr>
            <p:cNvPr id="6" name="Conector reto 5">
              <a:extLst>
                <a:ext uri="{FF2B5EF4-FFF2-40B4-BE49-F238E27FC236}">
                  <a16:creationId xmlns:a16="http://schemas.microsoft.com/office/drawing/2014/main" id="{D6696BBC-6036-791D-F927-D2F6D2DB1C57}"/>
                </a:ext>
              </a:extLst>
            </p:cNvPr>
            <p:cNvCxnSpPr/>
            <p:nvPr/>
          </p:nvCxnSpPr>
          <p:spPr>
            <a:xfrm>
              <a:off x="6467189" y="1239520"/>
              <a:ext cx="3865531" cy="0"/>
            </a:xfrm>
            <a:prstGeom prst="line">
              <a:avLst/>
            </a:prstGeom>
            <a:noFill/>
            <a:ln w="25400" cap="flat">
              <a:solidFill>
                <a:schemeClr val="tx1">
                  <a:lumMod val="75000"/>
                </a:schemeClr>
              </a:solidFill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</p:grpSp>
      <p:sp>
        <p:nvSpPr>
          <p:cNvPr id="8" name="Rectangle 20">
            <a:extLst>
              <a:ext uri="{FF2B5EF4-FFF2-40B4-BE49-F238E27FC236}">
                <a16:creationId xmlns:a16="http://schemas.microsoft.com/office/drawing/2014/main" id="{86D5E0CF-A60F-0A39-FFF9-208673C18A45}"/>
              </a:ext>
            </a:extLst>
          </p:cNvPr>
          <p:cNvSpPr/>
          <p:nvPr/>
        </p:nvSpPr>
        <p:spPr bwMode="auto">
          <a:xfrm>
            <a:off x="9250185" y="2486767"/>
            <a:ext cx="1008000" cy="612000"/>
          </a:xfrm>
          <a:prstGeom prst="rect">
            <a:avLst/>
          </a:prstGeom>
          <a:solidFill>
            <a:srgbClr val="CCFF99"/>
          </a:solidFill>
          <a:ln w="9525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36000" tIns="45710" rIns="36000" bIns="45710" anchor="ctr"/>
          <a:lstStyle/>
          <a:p>
            <a:pPr algn="ctr" defTabSz="457200">
              <a:buClrTx/>
            </a:pPr>
            <a:r>
              <a:rPr lang="pt-BR" kern="1200" dirty="0">
                <a:solidFill>
                  <a:prstClr val="black"/>
                </a:solidFill>
                <a:latin typeface="Simplon BP Regular" pitchFamily="2" charset="0"/>
                <a:ea typeface="+mn-ea"/>
                <a:cs typeface="Arial" panose="020B0604020202020204" pitchFamily="34" charset="0"/>
              </a:rPr>
              <a:t>Oi S.A.</a:t>
            </a:r>
          </a:p>
        </p:txBody>
      </p:sp>
      <p:sp>
        <p:nvSpPr>
          <p:cNvPr id="11" name="Rectangle 20">
            <a:extLst>
              <a:ext uri="{FF2B5EF4-FFF2-40B4-BE49-F238E27FC236}">
                <a16:creationId xmlns:a16="http://schemas.microsoft.com/office/drawing/2014/main" id="{F6BC15D3-27B8-942E-E37C-C10DEB8D0AC4}"/>
              </a:ext>
            </a:extLst>
          </p:cNvPr>
          <p:cNvSpPr/>
          <p:nvPr/>
        </p:nvSpPr>
        <p:spPr bwMode="auto">
          <a:xfrm>
            <a:off x="10719073" y="2486767"/>
            <a:ext cx="1008000" cy="612000"/>
          </a:xfrm>
          <a:prstGeom prst="rect">
            <a:avLst/>
          </a:prstGeom>
          <a:solidFill>
            <a:srgbClr val="CCFF99"/>
          </a:solidFill>
          <a:ln w="9525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36000" tIns="45710" rIns="36000" bIns="45710" anchor="ctr"/>
          <a:lstStyle/>
          <a:p>
            <a:pPr algn="ctr" defTabSz="457200">
              <a:buClrTx/>
            </a:pPr>
            <a:r>
              <a:rPr lang="pt-BR" kern="1200" dirty="0">
                <a:solidFill>
                  <a:prstClr val="black"/>
                </a:solidFill>
                <a:latin typeface="Simplon BP Regular" pitchFamily="2" charset="0"/>
                <a:ea typeface="+mn-ea"/>
                <a:cs typeface="Arial" panose="020B0604020202020204" pitchFamily="34" charset="0"/>
              </a:rPr>
              <a:t>SPE </a:t>
            </a:r>
            <a:r>
              <a:rPr lang="pt-BR" kern="1200" dirty="0" err="1">
                <a:solidFill>
                  <a:prstClr val="black"/>
                </a:solidFill>
                <a:latin typeface="Simplon BP Regular" pitchFamily="2" charset="0"/>
                <a:ea typeface="+mn-ea"/>
                <a:cs typeface="Arial" panose="020B0604020202020204" pitchFamily="34" charset="0"/>
              </a:rPr>
              <a:t>ClientCo</a:t>
            </a:r>
            <a:endParaRPr lang="pt-BR" kern="1200" dirty="0">
              <a:solidFill>
                <a:prstClr val="black"/>
              </a:solidFill>
              <a:latin typeface="Simplon BP Regular" pitchFamily="2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BE0C787D-D5F8-058A-F1E4-3E3A4454650F}"/>
              </a:ext>
            </a:extLst>
          </p:cNvPr>
          <p:cNvSpPr txBox="1"/>
          <p:nvPr/>
        </p:nvSpPr>
        <p:spPr>
          <a:xfrm>
            <a:off x="9264985" y="4347705"/>
            <a:ext cx="2634372" cy="86177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/>
          <a:p>
            <a:pPr marL="126000" indent="-126000">
              <a:buFont typeface="Arial" panose="020B0604020202020204" pitchFamily="34" charset="0"/>
              <a:buChar char="•"/>
            </a:pPr>
            <a:r>
              <a:rPr lang="pt-PT" dirty="0">
                <a:solidFill>
                  <a:srgbClr val="000000"/>
                </a:solidFill>
                <a:effectLst/>
                <a:ea typeface="Palatino Linotype" panose="02040502050505030304" pitchFamily="18" charset="0"/>
                <a:cs typeface="Palatino Linotype" panose="02040502050505030304" pitchFamily="18" charset="0"/>
              </a:rPr>
              <a:t>Sistemas compartilhados</a:t>
            </a:r>
          </a:p>
          <a:p>
            <a:pPr marL="126000" indent="-126000">
              <a:buFont typeface="Arial" panose="020B0604020202020204" pitchFamily="34" charset="0"/>
              <a:buChar char="•"/>
            </a:pPr>
            <a:r>
              <a:rPr lang="pt-PT" dirty="0">
                <a:solidFill>
                  <a:srgbClr val="000000"/>
                </a:solidFill>
                <a:effectLst/>
                <a:ea typeface="Palatino Linotype" panose="02040502050505030304" pitchFamily="18" charset="0"/>
                <a:cs typeface="Palatino Linotype" panose="02040502050505030304" pitchFamily="18" charset="0"/>
              </a:rPr>
              <a:t>Pessoas associadas</a:t>
            </a:r>
          </a:p>
          <a:p>
            <a:pPr marL="126000" indent="-126000">
              <a:buFont typeface="Arial" panose="020B0604020202020204" pitchFamily="34" charset="0"/>
              <a:buChar char="•"/>
            </a:pPr>
            <a:r>
              <a:rPr lang="pt-PT" dirty="0">
                <a:solidFill>
                  <a:srgbClr val="000000"/>
                </a:solidFill>
                <a:ea typeface="Palatino Linotype" panose="02040502050505030304" pitchFamily="18" charset="0"/>
                <a:cs typeface="Palatino Linotype" panose="02040502050505030304" pitchFamily="18" charset="0"/>
              </a:rPr>
              <a:t>Infraestrutura dos sistemas compartilhados</a:t>
            </a:r>
          </a:p>
        </p:txBody>
      </p:sp>
      <p:sp>
        <p:nvSpPr>
          <p:cNvPr id="16" name="Rectangle 20">
            <a:extLst>
              <a:ext uri="{FF2B5EF4-FFF2-40B4-BE49-F238E27FC236}">
                <a16:creationId xmlns:a16="http://schemas.microsoft.com/office/drawing/2014/main" id="{42FF0C08-E7C2-8F36-F2CC-0B8D88ED907A}"/>
              </a:ext>
            </a:extLst>
          </p:cNvPr>
          <p:cNvSpPr/>
          <p:nvPr/>
        </p:nvSpPr>
        <p:spPr bwMode="auto">
          <a:xfrm>
            <a:off x="9250185" y="3679143"/>
            <a:ext cx="1008000" cy="612000"/>
          </a:xfrm>
          <a:prstGeom prst="rect">
            <a:avLst/>
          </a:prstGeom>
          <a:solidFill>
            <a:srgbClr val="CCFF99"/>
          </a:solidFill>
          <a:ln w="9525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36000" tIns="45710" rIns="36000" bIns="45710" anchor="ctr"/>
          <a:lstStyle/>
          <a:p>
            <a:pPr algn="ctr" defTabSz="457200">
              <a:buClrTx/>
            </a:pPr>
            <a:r>
              <a:rPr lang="pt-BR" kern="1200" dirty="0">
                <a:solidFill>
                  <a:prstClr val="black"/>
                </a:solidFill>
                <a:latin typeface="Simplon BP Regular" pitchFamily="2" charset="0"/>
                <a:ea typeface="+mn-ea"/>
                <a:cs typeface="Arial" panose="020B0604020202020204" pitchFamily="34" charset="0"/>
              </a:rPr>
              <a:t>SPE BPO</a:t>
            </a:r>
          </a:p>
        </p:txBody>
      </p:sp>
      <p:cxnSp>
        <p:nvCxnSpPr>
          <p:cNvPr id="17" name="Conector: Angulado 16">
            <a:extLst>
              <a:ext uri="{FF2B5EF4-FFF2-40B4-BE49-F238E27FC236}">
                <a16:creationId xmlns:a16="http://schemas.microsoft.com/office/drawing/2014/main" id="{0715900E-8E60-3925-CEDB-E6C3431F5BB3}"/>
              </a:ext>
            </a:extLst>
          </p:cNvPr>
          <p:cNvCxnSpPr>
            <a:cxnSpLocks/>
            <a:stCxn id="16" idx="3"/>
            <a:endCxn id="8" idx="3"/>
          </p:cNvCxnSpPr>
          <p:nvPr/>
        </p:nvCxnSpPr>
        <p:spPr>
          <a:xfrm flipV="1">
            <a:off x="10258185" y="2792767"/>
            <a:ext cx="12700" cy="1192376"/>
          </a:xfrm>
          <a:prstGeom prst="bentConnector3">
            <a:avLst>
              <a:gd name="adj1" fmla="val 1800000"/>
            </a:avLst>
          </a:prstGeom>
          <a:noFill/>
          <a:ln w="9525" cap="flat">
            <a:solidFill>
              <a:schemeClr val="tx1">
                <a:lumMod val="75000"/>
              </a:schemeClr>
            </a:solidFill>
            <a:prstDash val="dash"/>
            <a:round/>
            <a:tailEnd type="stealth" w="lg" len="lg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8" name="Conector: Angulado 17">
            <a:extLst>
              <a:ext uri="{FF2B5EF4-FFF2-40B4-BE49-F238E27FC236}">
                <a16:creationId xmlns:a16="http://schemas.microsoft.com/office/drawing/2014/main" id="{8448A6A8-82AC-92BC-E5EE-2109232183B6}"/>
              </a:ext>
            </a:extLst>
          </p:cNvPr>
          <p:cNvCxnSpPr>
            <a:cxnSpLocks/>
            <a:stCxn id="16" idx="3"/>
            <a:endCxn id="11" idx="1"/>
          </p:cNvCxnSpPr>
          <p:nvPr/>
        </p:nvCxnSpPr>
        <p:spPr>
          <a:xfrm flipV="1">
            <a:off x="10258185" y="2792767"/>
            <a:ext cx="460888" cy="1192376"/>
          </a:xfrm>
          <a:prstGeom prst="bentConnector3">
            <a:avLst>
              <a:gd name="adj1" fmla="val 50000"/>
            </a:avLst>
          </a:prstGeom>
          <a:noFill/>
          <a:ln w="9525" cap="flat">
            <a:solidFill>
              <a:schemeClr val="tx1">
                <a:lumMod val="75000"/>
              </a:schemeClr>
            </a:solidFill>
            <a:prstDash val="dash"/>
            <a:round/>
            <a:tailEnd type="stealth" w="lg" len="lg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2" name="Conector reto 21">
            <a:extLst>
              <a:ext uri="{FF2B5EF4-FFF2-40B4-BE49-F238E27FC236}">
                <a16:creationId xmlns:a16="http://schemas.microsoft.com/office/drawing/2014/main" id="{C03FC370-F01E-2E0B-EA19-E8B51A014E59}"/>
              </a:ext>
            </a:extLst>
          </p:cNvPr>
          <p:cNvCxnSpPr>
            <a:stCxn id="8" idx="2"/>
            <a:endCxn id="16" idx="0"/>
          </p:cNvCxnSpPr>
          <p:nvPr/>
        </p:nvCxnSpPr>
        <p:spPr>
          <a:xfrm>
            <a:off x="9754185" y="3098767"/>
            <a:ext cx="0" cy="580376"/>
          </a:xfrm>
          <a:prstGeom prst="line">
            <a:avLst/>
          </a:prstGeom>
          <a:noFill/>
          <a:ln w="9525" cap="flat">
            <a:solidFill>
              <a:schemeClr val="accent6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843C3DFE-25C1-5429-AA65-910106C8AF07}"/>
              </a:ext>
            </a:extLst>
          </p:cNvPr>
          <p:cNvSpPr txBox="1"/>
          <p:nvPr/>
        </p:nvSpPr>
        <p:spPr>
          <a:xfrm>
            <a:off x="9276359" y="3360219"/>
            <a:ext cx="433647" cy="21544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/>
          <a:p>
            <a:r>
              <a:rPr lang="pt-BR" dirty="0">
                <a:solidFill>
                  <a:srgbClr val="000000"/>
                </a:solidFill>
                <a:effectLst/>
                <a:ea typeface="Palatino Linotype" panose="02040502050505030304" pitchFamily="18" charset="0"/>
                <a:cs typeface="Palatino Linotype" panose="02040502050505030304" pitchFamily="18" charset="0"/>
              </a:rPr>
              <a:t>100%</a:t>
            </a:r>
          </a:p>
        </p:txBody>
      </p:sp>
      <p:sp>
        <p:nvSpPr>
          <p:cNvPr id="25" name="CaixaDeTexto 24">
            <a:extLst>
              <a:ext uri="{FF2B5EF4-FFF2-40B4-BE49-F238E27FC236}">
                <a16:creationId xmlns:a16="http://schemas.microsoft.com/office/drawing/2014/main" id="{B09DD86F-42A4-5730-52E2-9CCA0F34337A}"/>
              </a:ext>
            </a:extLst>
          </p:cNvPr>
          <p:cNvSpPr txBox="1"/>
          <p:nvPr/>
        </p:nvSpPr>
        <p:spPr>
          <a:xfrm>
            <a:off x="10354981" y="2026012"/>
            <a:ext cx="728184" cy="43088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/>
          <a:p>
            <a:r>
              <a:rPr lang="pt-BR" dirty="0">
                <a:solidFill>
                  <a:schemeClr val="tx1">
                    <a:lumMod val="75000"/>
                  </a:schemeClr>
                </a:solidFill>
                <a:effectLst/>
                <a:ea typeface="Palatino Linotype" panose="02040502050505030304" pitchFamily="18" charset="0"/>
                <a:cs typeface="Palatino Linotype" panose="02040502050505030304" pitchFamily="18" charset="0"/>
              </a:rPr>
              <a:t>Serviços/uso</a:t>
            </a:r>
          </a:p>
        </p:txBody>
      </p:sp>
      <p:sp>
        <p:nvSpPr>
          <p:cNvPr id="26" name="Retângulo 25">
            <a:extLst>
              <a:ext uri="{FF2B5EF4-FFF2-40B4-BE49-F238E27FC236}">
                <a16:creationId xmlns:a16="http://schemas.microsoft.com/office/drawing/2014/main" id="{10D375A4-97D0-50C0-630A-7B35965B19BF}"/>
              </a:ext>
            </a:extLst>
          </p:cNvPr>
          <p:cNvSpPr/>
          <p:nvPr/>
        </p:nvSpPr>
        <p:spPr>
          <a:xfrm>
            <a:off x="9190361" y="5350724"/>
            <a:ext cx="2550903" cy="1363387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36000" tIns="45710" rIns="36000" bIns="45710" anchor="t" anchorCtr="0">
            <a:noAutofit/>
          </a:bodyPr>
          <a:lstStyle/>
          <a:p>
            <a:pPr marL="126000" indent="-126000">
              <a:buFont typeface="Arial" panose="020B0604020202020204" pitchFamily="34" charset="0"/>
              <a:buChar char="•"/>
            </a:pPr>
            <a:r>
              <a:rPr lang="pt-PT" dirty="0">
                <a:solidFill>
                  <a:srgbClr val="0066FF"/>
                </a:solidFill>
                <a:effectLst/>
                <a:ea typeface="Palatino Linotype" panose="02040502050505030304" pitchFamily="18" charset="0"/>
                <a:cs typeface="Palatino Linotype" panose="02040502050505030304" pitchFamily="18" charset="0"/>
              </a:rPr>
              <a:t>Reduz risco Oi</a:t>
            </a:r>
            <a:endParaRPr lang="pt-PT" dirty="0">
              <a:solidFill>
                <a:srgbClr val="000000"/>
              </a:solidFill>
              <a:effectLst/>
              <a:ea typeface="Palatino Linotype" panose="02040502050505030304" pitchFamily="18" charset="0"/>
              <a:cs typeface="Palatino Linotype" panose="02040502050505030304" pitchFamily="18" charset="0"/>
            </a:endParaRPr>
          </a:p>
          <a:p>
            <a:pPr marL="126000" indent="-126000">
              <a:buFont typeface="Arial" panose="020B0604020202020204" pitchFamily="34" charset="0"/>
              <a:buChar char="•"/>
            </a:pPr>
            <a:r>
              <a:rPr lang="pt-PT" dirty="0">
                <a:solidFill>
                  <a:srgbClr val="000000"/>
                </a:solidFill>
                <a:ea typeface="Palatino Linotype" panose="02040502050505030304" pitchFamily="18" charset="0"/>
                <a:cs typeface="Palatino Linotype" panose="02040502050505030304" pitchFamily="18" charset="0"/>
              </a:rPr>
              <a:t>Menor impacto operacional</a:t>
            </a:r>
          </a:p>
          <a:p>
            <a:pPr marL="126000" indent="-126000">
              <a:buFont typeface="Arial" panose="020B0604020202020204" pitchFamily="34" charset="0"/>
              <a:buChar char="•"/>
            </a:pPr>
            <a:r>
              <a:rPr lang="pt-PT" dirty="0">
                <a:solidFill>
                  <a:srgbClr val="000000"/>
                </a:solidFill>
                <a:effectLst/>
                <a:ea typeface="Palatino Linotype" panose="02040502050505030304" pitchFamily="18" charset="0"/>
                <a:cs typeface="Palatino Linotype" panose="02040502050505030304" pitchFamily="18" charset="0"/>
              </a:rPr>
              <a:t>Oi pode desmobilizar parte da estrutura após transição (e reintegrar </a:t>
            </a:r>
            <a:r>
              <a:rPr lang="pt-PT">
                <a:solidFill>
                  <a:srgbClr val="000000"/>
                </a:solidFill>
                <a:effectLst/>
                <a:ea typeface="Palatino Linotype" panose="02040502050505030304" pitchFamily="18" charset="0"/>
                <a:cs typeface="Palatino Linotype" panose="02040502050505030304" pitchFamily="18" charset="0"/>
              </a:rPr>
              <a:t>o restante), </a:t>
            </a:r>
            <a:r>
              <a:rPr lang="pt-PT" dirty="0">
                <a:solidFill>
                  <a:srgbClr val="000000"/>
                </a:solidFill>
                <a:effectLst/>
                <a:ea typeface="Palatino Linotype" panose="02040502050505030304" pitchFamily="18" charset="0"/>
                <a:cs typeface="Palatino Linotype" panose="02040502050505030304" pitchFamily="18" charset="0"/>
              </a:rPr>
              <a:t>evitando custos continuados</a:t>
            </a:r>
          </a:p>
        </p:txBody>
      </p:sp>
      <p:sp>
        <p:nvSpPr>
          <p:cNvPr id="52" name="Balão de Fala: Retângulo 51">
            <a:extLst>
              <a:ext uri="{FF2B5EF4-FFF2-40B4-BE49-F238E27FC236}">
                <a16:creationId xmlns:a16="http://schemas.microsoft.com/office/drawing/2014/main" id="{D1D65F76-5562-04F5-8404-E69091D5FDC7}"/>
              </a:ext>
            </a:extLst>
          </p:cNvPr>
          <p:cNvSpPr/>
          <p:nvPr/>
        </p:nvSpPr>
        <p:spPr>
          <a:xfrm>
            <a:off x="10712813" y="3490385"/>
            <a:ext cx="1116459" cy="786698"/>
          </a:xfrm>
          <a:prstGeom prst="wedgeRectCallout">
            <a:avLst>
              <a:gd name="adj1" fmla="val -80794"/>
              <a:gd name="adj2" fmla="val -592"/>
            </a:avLst>
          </a:prstGeom>
          <a:solidFill>
            <a:schemeClr val="bg1"/>
          </a:solidFill>
          <a:ln w="9525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72000" tIns="45710" rIns="72000" bIns="45710" anchor="t" anchorCtr="0">
            <a:noAutofit/>
          </a:bodyPr>
          <a:lstStyle/>
          <a:p>
            <a:r>
              <a:rPr lang="pt-PT" i="1" dirty="0">
                <a:solidFill>
                  <a:srgbClr val="000000"/>
                </a:solidFill>
                <a:effectLst/>
                <a:ea typeface="Palatino Linotype" panose="02040502050505030304" pitchFamily="18" charset="0"/>
                <a:cs typeface="Palatino Linotype" panose="02040502050505030304" pitchFamily="18" charset="0"/>
              </a:rPr>
              <a:t>SPE finan-ceiramente sustentável </a:t>
            </a:r>
          </a:p>
        </p:txBody>
      </p:sp>
      <p:grpSp>
        <p:nvGrpSpPr>
          <p:cNvPr id="54" name="Agrupar 53">
            <a:extLst>
              <a:ext uri="{FF2B5EF4-FFF2-40B4-BE49-F238E27FC236}">
                <a16:creationId xmlns:a16="http://schemas.microsoft.com/office/drawing/2014/main" id="{4353BE93-3C9E-2D06-1E23-22E05221891C}"/>
              </a:ext>
            </a:extLst>
          </p:cNvPr>
          <p:cNvGrpSpPr/>
          <p:nvPr/>
        </p:nvGrpSpPr>
        <p:grpSpPr>
          <a:xfrm>
            <a:off x="6391562" y="1690893"/>
            <a:ext cx="2554411" cy="430887"/>
            <a:chOff x="6467189" y="997873"/>
            <a:chExt cx="3865531" cy="430887"/>
          </a:xfrm>
        </p:grpSpPr>
        <p:sp>
          <p:nvSpPr>
            <p:cNvPr id="55" name="CaixaDeTexto 54">
              <a:extLst>
                <a:ext uri="{FF2B5EF4-FFF2-40B4-BE49-F238E27FC236}">
                  <a16:creationId xmlns:a16="http://schemas.microsoft.com/office/drawing/2014/main" id="{316FDE4F-EA64-9933-A329-43E1E8C5EE26}"/>
                </a:ext>
              </a:extLst>
            </p:cNvPr>
            <p:cNvSpPr txBox="1"/>
            <p:nvPr/>
          </p:nvSpPr>
          <p:spPr>
            <a:xfrm>
              <a:off x="6467189" y="997873"/>
              <a:ext cx="3840134" cy="43088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wrap="square" lIns="0" tIns="0" rIns="0" bIns="0">
              <a:spAutoFit/>
            </a:bodyPr>
            <a:lstStyle/>
            <a:p>
              <a:r>
                <a:rPr lang="pt-PT" b="1" dirty="0">
                  <a:solidFill>
                    <a:srgbClr val="000000"/>
                  </a:solidFill>
                  <a:ea typeface="Palatino Linotype" panose="02040502050505030304" pitchFamily="18" charset="0"/>
                  <a:cs typeface="Palatino Linotype" panose="02040502050505030304" pitchFamily="18" charset="0"/>
                </a:rPr>
                <a:t>Segregação total</a:t>
              </a:r>
              <a:endParaRPr lang="pt-PT" b="1" dirty="0">
                <a:solidFill>
                  <a:srgbClr val="000000"/>
                </a:solidFill>
                <a:effectLst/>
                <a:ea typeface="Palatino Linotype" panose="02040502050505030304" pitchFamily="18" charset="0"/>
                <a:cs typeface="Palatino Linotype" panose="02040502050505030304" pitchFamily="18" charset="0"/>
              </a:endParaRPr>
            </a:p>
            <a:p>
              <a:endParaRPr lang="pt-PT" dirty="0">
                <a:solidFill>
                  <a:srgbClr val="000000"/>
                </a:solidFill>
                <a:ea typeface="Palatino Linotype" panose="02040502050505030304" pitchFamily="18" charset="0"/>
                <a:cs typeface="Palatino Linotype" panose="02040502050505030304" pitchFamily="18" charset="0"/>
              </a:endParaRPr>
            </a:p>
          </p:txBody>
        </p:sp>
        <p:cxnSp>
          <p:nvCxnSpPr>
            <p:cNvPr id="56" name="Conector reto 55">
              <a:extLst>
                <a:ext uri="{FF2B5EF4-FFF2-40B4-BE49-F238E27FC236}">
                  <a16:creationId xmlns:a16="http://schemas.microsoft.com/office/drawing/2014/main" id="{5D4EC27C-6A22-D4AF-4958-96C6E127CF3C}"/>
                </a:ext>
              </a:extLst>
            </p:cNvPr>
            <p:cNvCxnSpPr/>
            <p:nvPr/>
          </p:nvCxnSpPr>
          <p:spPr>
            <a:xfrm>
              <a:off x="6467189" y="1239520"/>
              <a:ext cx="3865531" cy="0"/>
            </a:xfrm>
            <a:prstGeom prst="line">
              <a:avLst/>
            </a:prstGeom>
            <a:noFill/>
            <a:ln w="25400" cap="flat">
              <a:solidFill>
                <a:schemeClr val="tx1">
                  <a:lumMod val="75000"/>
                </a:schemeClr>
              </a:solidFill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</p:grpSp>
      <p:sp>
        <p:nvSpPr>
          <p:cNvPr id="57" name="Rectangle 20">
            <a:extLst>
              <a:ext uri="{FF2B5EF4-FFF2-40B4-BE49-F238E27FC236}">
                <a16:creationId xmlns:a16="http://schemas.microsoft.com/office/drawing/2014/main" id="{BC5DD449-5330-2B99-C50F-E580E73AE909}"/>
              </a:ext>
            </a:extLst>
          </p:cNvPr>
          <p:cNvSpPr/>
          <p:nvPr/>
        </p:nvSpPr>
        <p:spPr bwMode="auto">
          <a:xfrm>
            <a:off x="6391561" y="2486767"/>
            <a:ext cx="1008000" cy="612000"/>
          </a:xfrm>
          <a:prstGeom prst="rect">
            <a:avLst/>
          </a:prstGeom>
          <a:solidFill>
            <a:srgbClr val="CCFF99"/>
          </a:solidFill>
          <a:ln w="9525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36000" tIns="45710" rIns="36000" bIns="45710" anchor="ctr"/>
          <a:lstStyle/>
          <a:p>
            <a:pPr algn="ctr" defTabSz="457200">
              <a:buClrTx/>
            </a:pPr>
            <a:r>
              <a:rPr lang="pt-BR" kern="1200" dirty="0">
                <a:solidFill>
                  <a:prstClr val="black"/>
                </a:solidFill>
                <a:latin typeface="Simplon BP Regular" pitchFamily="2" charset="0"/>
                <a:ea typeface="+mn-ea"/>
                <a:cs typeface="Arial" panose="020B0604020202020204" pitchFamily="34" charset="0"/>
              </a:rPr>
              <a:t>Oi S.A.</a:t>
            </a:r>
          </a:p>
        </p:txBody>
      </p:sp>
      <p:sp>
        <p:nvSpPr>
          <p:cNvPr id="58" name="Rectangle 20">
            <a:extLst>
              <a:ext uri="{FF2B5EF4-FFF2-40B4-BE49-F238E27FC236}">
                <a16:creationId xmlns:a16="http://schemas.microsoft.com/office/drawing/2014/main" id="{735F9AB7-106C-2F8F-0393-FC2E1820300E}"/>
              </a:ext>
            </a:extLst>
          </p:cNvPr>
          <p:cNvSpPr/>
          <p:nvPr/>
        </p:nvSpPr>
        <p:spPr bwMode="auto">
          <a:xfrm>
            <a:off x="7871986" y="2486767"/>
            <a:ext cx="1008000" cy="612000"/>
          </a:xfrm>
          <a:prstGeom prst="rect">
            <a:avLst/>
          </a:prstGeom>
          <a:solidFill>
            <a:srgbClr val="CCFF99"/>
          </a:solidFill>
          <a:ln w="9525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36000" tIns="45710" rIns="36000" bIns="45710" anchor="ctr"/>
          <a:lstStyle/>
          <a:p>
            <a:pPr algn="ctr" defTabSz="457200">
              <a:buClrTx/>
            </a:pPr>
            <a:r>
              <a:rPr lang="pt-BR" kern="1200" dirty="0">
                <a:solidFill>
                  <a:prstClr val="black"/>
                </a:solidFill>
                <a:latin typeface="Simplon BP Regular" pitchFamily="2" charset="0"/>
                <a:ea typeface="+mn-ea"/>
                <a:cs typeface="Arial" panose="020B0604020202020204" pitchFamily="34" charset="0"/>
              </a:rPr>
              <a:t>SPE </a:t>
            </a:r>
            <a:r>
              <a:rPr lang="pt-BR" kern="1200" dirty="0" err="1">
                <a:solidFill>
                  <a:prstClr val="black"/>
                </a:solidFill>
                <a:latin typeface="Simplon BP Regular" pitchFamily="2" charset="0"/>
                <a:ea typeface="+mn-ea"/>
                <a:cs typeface="Arial" panose="020B0604020202020204" pitchFamily="34" charset="0"/>
              </a:rPr>
              <a:t>ClientCo</a:t>
            </a:r>
            <a:endParaRPr lang="pt-BR" kern="1200" dirty="0">
              <a:solidFill>
                <a:prstClr val="black"/>
              </a:solidFill>
              <a:latin typeface="Simplon BP Regular" pitchFamily="2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61" name="CaixaDeTexto 60">
            <a:extLst>
              <a:ext uri="{FF2B5EF4-FFF2-40B4-BE49-F238E27FC236}">
                <a16:creationId xmlns:a16="http://schemas.microsoft.com/office/drawing/2014/main" id="{13A56E15-D28C-D74A-F1FF-F176BF480824}"/>
              </a:ext>
            </a:extLst>
          </p:cNvPr>
          <p:cNvSpPr txBox="1"/>
          <p:nvPr/>
        </p:nvSpPr>
        <p:spPr>
          <a:xfrm>
            <a:off x="7871986" y="3154381"/>
            <a:ext cx="1086265" cy="86177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/>
          <a:p>
            <a:pPr marL="126000" indent="-126000">
              <a:buFont typeface="Arial" panose="020B0604020202020204" pitchFamily="34" charset="0"/>
              <a:buChar char="•"/>
            </a:pPr>
            <a:r>
              <a:rPr lang="pt-PT" dirty="0">
                <a:solidFill>
                  <a:srgbClr val="000000"/>
                </a:solidFill>
                <a:effectLst/>
                <a:ea typeface="Palatino Linotype" panose="02040502050505030304" pitchFamily="18" charset="0"/>
                <a:cs typeface="Palatino Linotype" panose="02040502050505030304" pitchFamily="18" charset="0"/>
              </a:rPr>
              <a:t>Sistemas exclusivos</a:t>
            </a:r>
            <a:endParaRPr lang="pt-PT" dirty="0">
              <a:solidFill>
                <a:srgbClr val="000000"/>
              </a:solidFill>
              <a:ea typeface="Palatino Linotype" panose="02040502050505030304" pitchFamily="18" charset="0"/>
              <a:cs typeface="Palatino Linotype" panose="02040502050505030304" pitchFamily="18" charset="0"/>
            </a:endParaRPr>
          </a:p>
          <a:p>
            <a:pPr marL="126000" indent="-126000">
              <a:buFont typeface="Arial" panose="020B0604020202020204" pitchFamily="34" charset="0"/>
              <a:buChar char="•"/>
            </a:pPr>
            <a:r>
              <a:rPr lang="pt-PT" dirty="0">
                <a:solidFill>
                  <a:srgbClr val="000000"/>
                </a:solidFill>
                <a:effectLst/>
                <a:ea typeface="Palatino Linotype" panose="02040502050505030304" pitchFamily="18" charset="0"/>
                <a:cs typeface="Palatino Linotype" panose="02040502050505030304" pitchFamily="18" charset="0"/>
              </a:rPr>
              <a:t>Pessoal exclusivo</a:t>
            </a:r>
          </a:p>
        </p:txBody>
      </p:sp>
      <p:sp>
        <p:nvSpPr>
          <p:cNvPr id="63" name="Retângulo 62">
            <a:extLst>
              <a:ext uri="{FF2B5EF4-FFF2-40B4-BE49-F238E27FC236}">
                <a16:creationId xmlns:a16="http://schemas.microsoft.com/office/drawing/2014/main" id="{8C1C358B-BDC2-EB6A-AFD6-8D14377AC748}"/>
              </a:ext>
            </a:extLst>
          </p:cNvPr>
          <p:cNvSpPr/>
          <p:nvPr/>
        </p:nvSpPr>
        <p:spPr>
          <a:xfrm>
            <a:off x="160422" y="1093617"/>
            <a:ext cx="2863800" cy="5652000"/>
          </a:xfrm>
          <a:prstGeom prst="rect">
            <a:avLst/>
          </a:prstGeom>
          <a:solidFill>
            <a:schemeClr val="bg1">
              <a:alpha val="60000"/>
            </a:schemeClr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pt-BR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64" name="Retângulo 63">
            <a:extLst>
              <a:ext uri="{FF2B5EF4-FFF2-40B4-BE49-F238E27FC236}">
                <a16:creationId xmlns:a16="http://schemas.microsoft.com/office/drawing/2014/main" id="{1CEA09A8-24AC-7D78-D270-7185C271F736}"/>
              </a:ext>
            </a:extLst>
          </p:cNvPr>
          <p:cNvSpPr/>
          <p:nvPr/>
        </p:nvSpPr>
        <p:spPr>
          <a:xfrm>
            <a:off x="6378287" y="843426"/>
            <a:ext cx="2550903" cy="726421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36000" tIns="45710" rIns="36000" bIns="45710" anchor="t" anchorCtr="0">
            <a:noAutofit/>
          </a:bodyPr>
          <a:lstStyle/>
          <a:p>
            <a:pPr algn="ctr"/>
            <a:r>
              <a:rPr lang="pt-PT" b="1" u="sng" dirty="0">
                <a:solidFill>
                  <a:srgbClr val="FF0000"/>
                </a:solidFill>
              </a:rPr>
              <a:t>1ª opção </a:t>
            </a:r>
            <a:r>
              <a:rPr lang="pt-PT" b="1" dirty="0">
                <a:solidFill>
                  <a:srgbClr val="FF0000"/>
                </a:solidFill>
              </a:rPr>
              <a:t>na ordem de escolha</a:t>
            </a:r>
            <a:endParaRPr lang="pt-PT" b="1" dirty="0">
              <a:solidFill>
                <a:srgbClr val="000000"/>
              </a:solidFill>
              <a:effectLst/>
              <a:ea typeface="Palatino Linotype" panose="02040502050505030304" pitchFamily="18" charset="0"/>
              <a:cs typeface="Palatino Linotype" panose="02040502050505030304" pitchFamily="18" charset="0"/>
            </a:endParaRPr>
          </a:p>
          <a:p>
            <a:pPr algn="ctr"/>
            <a:r>
              <a:rPr lang="pt-PT" dirty="0">
                <a:solidFill>
                  <a:srgbClr val="FF0000"/>
                </a:solidFill>
              </a:rPr>
              <a:t>(para ativos totalmente segregáveis)</a:t>
            </a:r>
          </a:p>
        </p:txBody>
      </p:sp>
      <p:sp>
        <p:nvSpPr>
          <p:cNvPr id="65" name="Retângulo 64">
            <a:extLst>
              <a:ext uri="{FF2B5EF4-FFF2-40B4-BE49-F238E27FC236}">
                <a16:creationId xmlns:a16="http://schemas.microsoft.com/office/drawing/2014/main" id="{4339A6D1-C3C3-C744-007A-CB4BB211EB84}"/>
              </a:ext>
            </a:extLst>
          </p:cNvPr>
          <p:cNvSpPr/>
          <p:nvPr/>
        </p:nvSpPr>
        <p:spPr>
          <a:xfrm>
            <a:off x="9176170" y="843426"/>
            <a:ext cx="2550903" cy="726421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36000" tIns="45710" rIns="36000" bIns="45710" anchor="t" anchorCtr="0">
            <a:noAutofit/>
          </a:bodyPr>
          <a:lstStyle/>
          <a:p>
            <a:pPr algn="ctr"/>
            <a:r>
              <a:rPr lang="pt-PT" b="1" u="sng" dirty="0">
                <a:solidFill>
                  <a:srgbClr val="FF0000"/>
                </a:solidFill>
              </a:rPr>
              <a:t>2ª opção </a:t>
            </a:r>
            <a:r>
              <a:rPr lang="pt-PT" b="1" dirty="0">
                <a:solidFill>
                  <a:srgbClr val="FF0000"/>
                </a:solidFill>
              </a:rPr>
              <a:t>na ordem de escolha</a:t>
            </a:r>
            <a:endParaRPr lang="pt-PT" b="1" dirty="0">
              <a:solidFill>
                <a:srgbClr val="000000"/>
              </a:solidFill>
              <a:effectLst/>
              <a:ea typeface="Palatino Linotype" panose="02040502050505030304" pitchFamily="18" charset="0"/>
              <a:cs typeface="Palatino Linotype" panose="02040502050505030304" pitchFamily="18" charset="0"/>
            </a:endParaRPr>
          </a:p>
          <a:p>
            <a:pPr algn="ctr"/>
            <a:r>
              <a:rPr lang="pt-PT" dirty="0">
                <a:solidFill>
                  <a:srgbClr val="FF0000"/>
                </a:solidFill>
              </a:rPr>
              <a:t>(para ativos cuja segregação é inviável)</a:t>
            </a:r>
          </a:p>
          <a:p>
            <a:endParaRPr lang="pt-PT" dirty="0">
              <a:solidFill>
                <a:srgbClr val="FF0000"/>
              </a:solidFill>
            </a:endParaRPr>
          </a:p>
        </p:txBody>
      </p:sp>
      <p:sp>
        <p:nvSpPr>
          <p:cNvPr id="66" name="Retângulo 65">
            <a:extLst>
              <a:ext uri="{FF2B5EF4-FFF2-40B4-BE49-F238E27FC236}">
                <a16:creationId xmlns:a16="http://schemas.microsoft.com/office/drawing/2014/main" id="{D3B186B5-DE09-36E1-FB8A-B29E5CE4787C}"/>
              </a:ext>
            </a:extLst>
          </p:cNvPr>
          <p:cNvSpPr/>
          <p:nvPr/>
        </p:nvSpPr>
        <p:spPr>
          <a:xfrm>
            <a:off x="3263097" y="1093617"/>
            <a:ext cx="2863800" cy="5652000"/>
          </a:xfrm>
          <a:prstGeom prst="rect">
            <a:avLst/>
          </a:prstGeom>
          <a:solidFill>
            <a:schemeClr val="bg1">
              <a:alpha val="60000"/>
            </a:schemeClr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pt-BR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pic>
        <p:nvPicPr>
          <p:cNvPr id="69" name="Imagem 68">
            <a:extLst>
              <a:ext uri="{FF2B5EF4-FFF2-40B4-BE49-F238E27FC236}">
                <a16:creationId xmlns:a16="http://schemas.microsoft.com/office/drawing/2014/main" id="{4C63C240-889F-ED7E-C147-A5393868C8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30493" y="1006404"/>
            <a:ext cx="474522" cy="446609"/>
          </a:xfrm>
          <a:prstGeom prst="rect">
            <a:avLst/>
          </a:prstGeom>
        </p:spPr>
      </p:pic>
      <p:pic>
        <p:nvPicPr>
          <p:cNvPr id="70" name="Imagem 69">
            <a:extLst>
              <a:ext uri="{FF2B5EF4-FFF2-40B4-BE49-F238E27FC236}">
                <a16:creationId xmlns:a16="http://schemas.microsoft.com/office/drawing/2014/main" id="{FFC24E18-EEF0-53DE-35E9-3B93131C6D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2694" y="1006404"/>
            <a:ext cx="474522" cy="4466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3873091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60422" y="143887"/>
            <a:ext cx="10756482" cy="558294"/>
          </a:xfrm>
        </p:spPr>
        <p:txBody>
          <a:bodyPr/>
          <a:lstStyle/>
          <a:p>
            <a:r>
              <a:rPr lang="en-US" dirty="0">
                <a:solidFill>
                  <a:srgbClr val="009E0B"/>
                </a:solidFill>
              </a:rPr>
              <a:t>MODELOS DE SEGREGAÇÃO DE ATIVOS: EXEMPLOS</a:t>
            </a:r>
          </a:p>
        </p:txBody>
      </p:sp>
      <p:sp>
        <p:nvSpPr>
          <p:cNvPr id="3" name="Espaço Reservado para Número de Slide 2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pt-BR" smtClean="0"/>
              <a:t>6</a:t>
            </a:fld>
            <a:endParaRPr lang="pt-BR" dirty="0"/>
          </a:p>
        </p:txBody>
      </p:sp>
      <p:grpSp>
        <p:nvGrpSpPr>
          <p:cNvPr id="9" name="Agrupar 8">
            <a:extLst>
              <a:ext uri="{FF2B5EF4-FFF2-40B4-BE49-F238E27FC236}">
                <a16:creationId xmlns:a16="http://schemas.microsoft.com/office/drawing/2014/main" id="{89DA13D4-6FAE-10AF-01FE-DBD2F2CA79CC}"/>
              </a:ext>
            </a:extLst>
          </p:cNvPr>
          <p:cNvGrpSpPr/>
          <p:nvPr/>
        </p:nvGrpSpPr>
        <p:grpSpPr>
          <a:xfrm>
            <a:off x="295941" y="1690893"/>
            <a:ext cx="2567774" cy="430887"/>
            <a:chOff x="6467189" y="997873"/>
            <a:chExt cx="3865531" cy="430887"/>
          </a:xfrm>
        </p:grpSpPr>
        <p:sp>
          <p:nvSpPr>
            <p:cNvPr id="12" name="CaixaDeTexto 11">
              <a:extLst>
                <a:ext uri="{FF2B5EF4-FFF2-40B4-BE49-F238E27FC236}">
                  <a16:creationId xmlns:a16="http://schemas.microsoft.com/office/drawing/2014/main" id="{A970A4F3-5A44-658B-94FA-DD6A177AC0C9}"/>
                </a:ext>
              </a:extLst>
            </p:cNvPr>
            <p:cNvSpPr txBox="1"/>
            <p:nvPr/>
          </p:nvSpPr>
          <p:spPr>
            <a:xfrm>
              <a:off x="6467189" y="997873"/>
              <a:ext cx="3840134" cy="43088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wrap="square" lIns="0" tIns="0" rIns="0" bIns="0">
              <a:spAutoFit/>
            </a:bodyPr>
            <a:lstStyle/>
            <a:p>
              <a:r>
                <a:rPr lang="pt-PT" b="1" dirty="0">
                  <a:solidFill>
                    <a:srgbClr val="000000"/>
                  </a:solidFill>
                  <a:effectLst/>
                  <a:ea typeface="Palatino Linotype" panose="02040502050505030304" pitchFamily="18" charset="0"/>
                  <a:cs typeface="Palatino Linotype" panose="02040502050505030304" pitchFamily="18" charset="0"/>
                </a:rPr>
                <a:t>TSA puro (visão Oi)</a:t>
              </a:r>
            </a:p>
            <a:p>
              <a:endParaRPr lang="pt-PT" dirty="0">
                <a:solidFill>
                  <a:srgbClr val="000000"/>
                </a:solidFill>
                <a:ea typeface="Palatino Linotype" panose="02040502050505030304" pitchFamily="18" charset="0"/>
                <a:cs typeface="Palatino Linotype" panose="02040502050505030304" pitchFamily="18" charset="0"/>
              </a:endParaRPr>
            </a:p>
          </p:txBody>
        </p:sp>
        <p:cxnSp>
          <p:nvCxnSpPr>
            <p:cNvPr id="13" name="Conector reto 12">
              <a:extLst>
                <a:ext uri="{FF2B5EF4-FFF2-40B4-BE49-F238E27FC236}">
                  <a16:creationId xmlns:a16="http://schemas.microsoft.com/office/drawing/2014/main" id="{FE6A5659-123A-63A7-3C6C-1B0C4572DF7D}"/>
                </a:ext>
              </a:extLst>
            </p:cNvPr>
            <p:cNvCxnSpPr/>
            <p:nvPr/>
          </p:nvCxnSpPr>
          <p:spPr>
            <a:xfrm>
              <a:off x="6467189" y="1239520"/>
              <a:ext cx="3865531" cy="0"/>
            </a:xfrm>
            <a:prstGeom prst="line">
              <a:avLst/>
            </a:prstGeom>
            <a:noFill/>
            <a:ln w="25400" cap="flat">
              <a:solidFill>
                <a:schemeClr val="tx1">
                  <a:lumMod val="75000"/>
                </a:schemeClr>
              </a:solidFill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</p:grpSp>
      <p:grpSp>
        <p:nvGrpSpPr>
          <p:cNvPr id="36" name="Agrupar 35">
            <a:extLst>
              <a:ext uri="{FF2B5EF4-FFF2-40B4-BE49-F238E27FC236}">
                <a16:creationId xmlns:a16="http://schemas.microsoft.com/office/drawing/2014/main" id="{BFF87EB0-C6DB-910A-A59A-FA701E34E119}"/>
              </a:ext>
            </a:extLst>
          </p:cNvPr>
          <p:cNvGrpSpPr/>
          <p:nvPr/>
        </p:nvGrpSpPr>
        <p:grpSpPr>
          <a:xfrm>
            <a:off x="3159741" y="1690893"/>
            <a:ext cx="2554411" cy="430887"/>
            <a:chOff x="6467189" y="997873"/>
            <a:chExt cx="3865531" cy="430887"/>
          </a:xfrm>
        </p:grpSpPr>
        <p:sp>
          <p:nvSpPr>
            <p:cNvPr id="37" name="CaixaDeTexto 36">
              <a:extLst>
                <a:ext uri="{FF2B5EF4-FFF2-40B4-BE49-F238E27FC236}">
                  <a16:creationId xmlns:a16="http://schemas.microsoft.com/office/drawing/2014/main" id="{B897871A-B318-BC1E-4C3E-AB3D3E1352CB}"/>
                </a:ext>
              </a:extLst>
            </p:cNvPr>
            <p:cNvSpPr txBox="1"/>
            <p:nvPr/>
          </p:nvSpPr>
          <p:spPr>
            <a:xfrm>
              <a:off x="6467189" y="997873"/>
              <a:ext cx="3840134" cy="43088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wrap="square" lIns="0" tIns="0" rIns="0" bIns="0">
              <a:spAutoFit/>
            </a:bodyPr>
            <a:lstStyle/>
            <a:p>
              <a:r>
                <a:rPr lang="pt-PT" b="1" dirty="0">
                  <a:solidFill>
                    <a:srgbClr val="000000"/>
                  </a:solidFill>
                  <a:ea typeface="Palatino Linotype" panose="02040502050505030304" pitchFamily="18" charset="0"/>
                  <a:cs typeface="Palatino Linotype" panose="02040502050505030304" pitchFamily="18" charset="0"/>
                </a:rPr>
                <a:t>TSA reverso (visão Vtal)</a:t>
              </a:r>
              <a:endParaRPr lang="pt-PT" b="1" dirty="0">
                <a:solidFill>
                  <a:srgbClr val="000000"/>
                </a:solidFill>
                <a:effectLst/>
                <a:ea typeface="Palatino Linotype" panose="02040502050505030304" pitchFamily="18" charset="0"/>
                <a:cs typeface="Palatino Linotype" panose="02040502050505030304" pitchFamily="18" charset="0"/>
              </a:endParaRPr>
            </a:p>
            <a:p>
              <a:endParaRPr lang="pt-PT" dirty="0">
                <a:solidFill>
                  <a:srgbClr val="000000"/>
                </a:solidFill>
                <a:ea typeface="Palatino Linotype" panose="02040502050505030304" pitchFamily="18" charset="0"/>
                <a:cs typeface="Palatino Linotype" panose="02040502050505030304" pitchFamily="18" charset="0"/>
              </a:endParaRPr>
            </a:p>
          </p:txBody>
        </p:sp>
        <p:cxnSp>
          <p:nvCxnSpPr>
            <p:cNvPr id="38" name="Conector reto 37">
              <a:extLst>
                <a:ext uri="{FF2B5EF4-FFF2-40B4-BE49-F238E27FC236}">
                  <a16:creationId xmlns:a16="http://schemas.microsoft.com/office/drawing/2014/main" id="{926E03AF-A71D-80E7-B66F-D507C17D6981}"/>
                </a:ext>
              </a:extLst>
            </p:cNvPr>
            <p:cNvCxnSpPr/>
            <p:nvPr/>
          </p:nvCxnSpPr>
          <p:spPr>
            <a:xfrm>
              <a:off x="6467189" y="1239520"/>
              <a:ext cx="3865531" cy="0"/>
            </a:xfrm>
            <a:prstGeom prst="line">
              <a:avLst/>
            </a:prstGeom>
            <a:noFill/>
            <a:ln w="25400" cap="flat">
              <a:solidFill>
                <a:schemeClr val="tx1">
                  <a:lumMod val="75000"/>
                </a:schemeClr>
              </a:solidFill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</p:grpSp>
      <p:grpSp>
        <p:nvGrpSpPr>
          <p:cNvPr id="4" name="Agrupar 3">
            <a:extLst>
              <a:ext uri="{FF2B5EF4-FFF2-40B4-BE49-F238E27FC236}">
                <a16:creationId xmlns:a16="http://schemas.microsoft.com/office/drawing/2014/main" id="{538A12E1-028C-6C86-A517-12E5842F0B1B}"/>
              </a:ext>
            </a:extLst>
          </p:cNvPr>
          <p:cNvGrpSpPr/>
          <p:nvPr/>
        </p:nvGrpSpPr>
        <p:grpSpPr>
          <a:xfrm>
            <a:off x="9057702" y="1690893"/>
            <a:ext cx="2567774" cy="430887"/>
            <a:chOff x="6467189" y="997873"/>
            <a:chExt cx="3865531" cy="430887"/>
          </a:xfrm>
        </p:grpSpPr>
        <p:sp>
          <p:nvSpPr>
            <p:cNvPr id="5" name="CaixaDeTexto 4">
              <a:extLst>
                <a:ext uri="{FF2B5EF4-FFF2-40B4-BE49-F238E27FC236}">
                  <a16:creationId xmlns:a16="http://schemas.microsoft.com/office/drawing/2014/main" id="{7E587D42-5D69-86C2-EFE1-97BD48BCE3E4}"/>
                </a:ext>
              </a:extLst>
            </p:cNvPr>
            <p:cNvSpPr txBox="1"/>
            <p:nvPr/>
          </p:nvSpPr>
          <p:spPr>
            <a:xfrm>
              <a:off x="6467189" y="997873"/>
              <a:ext cx="3840134" cy="43088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wrap="square" lIns="0" tIns="0" rIns="0" bIns="0">
              <a:spAutoFit/>
            </a:bodyPr>
            <a:lstStyle/>
            <a:p>
              <a:r>
                <a:rPr lang="pt-PT" b="1" dirty="0">
                  <a:solidFill>
                    <a:srgbClr val="000000"/>
                  </a:solidFill>
                  <a:effectLst/>
                  <a:ea typeface="Palatino Linotype" panose="02040502050505030304" pitchFamily="18" charset="0"/>
                  <a:cs typeface="Palatino Linotype" panose="02040502050505030304" pitchFamily="18" charset="0"/>
                </a:rPr>
                <a:t>Modelo “BPO Oi”</a:t>
              </a:r>
            </a:p>
            <a:p>
              <a:endParaRPr lang="pt-PT" dirty="0">
                <a:solidFill>
                  <a:srgbClr val="000000"/>
                </a:solidFill>
                <a:ea typeface="Palatino Linotype" panose="02040502050505030304" pitchFamily="18" charset="0"/>
                <a:cs typeface="Palatino Linotype" panose="02040502050505030304" pitchFamily="18" charset="0"/>
              </a:endParaRPr>
            </a:p>
          </p:txBody>
        </p:sp>
        <p:cxnSp>
          <p:nvCxnSpPr>
            <p:cNvPr id="6" name="Conector reto 5">
              <a:extLst>
                <a:ext uri="{FF2B5EF4-FFF2-40B4-BE49-F238E27FC236}">
                  <a16:creationId xmlns:a16="http://schemas.microsoft.com/office/drawing/2014/main" id="{D6696BBC-6036-791D-F927-D2F6D2DB1C57}"/>
                </a:ext>
              </a:extLst>
            </p:cNvPr>
            <p:cNvCxnSpPr/>
            <p:nvPr/>
          </p:nvCxnSpPr>
          <p:spPr>
            <a:xfrm>
              <a:off x="6467189" y="1239520"/>
              <a:ext cx="3865531" cy="0"/>
            </a:xfrm>
            <a:prstGeom prst="line">
              <a:avLst/>
            </a:prstGeom>
            <a:noFill/>
            <a:ln w="25400" cap="flat">
              <a:solidFill>
                <a:schemeClr val="tx1">
                  <a:lumMod val="75000"/>
                </a:schemeClr>
              </a:solidFill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</p:grpSp>
      <p:grpSp>
        <p:nvGrpSpPr>
          <p:cNvPr id="54" name="Agrupar 53">
            <a:extLst>
              <a:ext uri="{FF2B5EF4-FFF2-40B4-BE49-F238E27FC236}">
                <a16:creationId xmlns:a16="http://schemas.microsoft.com/office/drawing/2014/main" id="{4353BE93-3C9E-2D06-1E23-22E05221891C}"/>
              </a:ext>
            </a:extLst>
          </p:cNvPr>
          <p:cNvGrpSpPr/>
          <p:nvPr/>
        </p:nvGrpSpPr>
        <p:grpSpPr>
          <a:xfrm>
            <a:off x="6117625" y="1690893"/>
            <a:ext cx="2554411" cy="430887"/>
            <a:chOff x="6467189" y="997873"/>
            <a:chExt cx="3865531" cy="430887"/>
          </a:xfrm>
        </p:grpSpPr>
        <p:sp>
          <p:nvSpPr>
            <p:cNvPr id="55" name="CaixaDeTexto 54">
              <a:extLst>
                <a:ext uri="{FF2B5EF4-FFF2-40B4-BE49-F238E27FC236}">
                  <a16:creationId xmlns:a16="http://schemas.microsoft.com/office/drawing/2014/main" id="{316FDE4F-EA64-9933-A329-43E1E8C5EE26}"/>
                </a:ext>
              </a:extLst>
            </p:cNvPr>
            <p:cNvSpPr txBox="1"/>
            <p:nvPr/>
          </p:nvSpPr>
          <p:spPr>
            <a:xfrm>
              <a:off x="6467189" y="997873"/>
              <a:ext cx="3840134" cy="43088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wrap="square" lIns="0" tIns="0" rIns="0" bIns="0">
              <a:spAutoFit/>
            </a:bodyPr>
            <a:lstStyle/>
            <a:p>
              <a:r>
                <a:rPr lang="pt-PT" b="1" dirty="0">
                  <a:solidFill>
                    <a:srgbClr val="000000"/>
                  </a:solidFill>
                  <a:ea typeface="Palatino Linotype" panose="02040502050505030304" pitchFamily="18" charset="0"/>
                  <a:cs typeface="Palatino Linotype" panose="02040502050505030304" pitchFamily="18" charset="0"/>
                </a:rPr>
                <a:t>Segregação total</a:t>
              </a:r>
              <a:endParaRPr lang="pt-PT" b="1" dirty="0">
                <a:solidFill>
                  <a:srgbClr val="000000"/>
                </a:solidFill>
                <a:effectLst/>
                <a:ea typeface="Palatino Linotype" panose="02040502050505030304" pitchFamily="18" charset="0"/>
                <a:cs typeface="Palatino Linotype" panose="02040502050505030304" pitchFamily="18" charset="0"/>
              </a:endParaRPr>
            </a:p>
            <a:p>
              <a:endParaRPr lang="pt-PT" dirty="0">
                <a:solidFill>
                  <a:srgbClr val="000000"/>
                </a:solidFill>
                <a:ea typeface="Palatino Linotype" panose="02040502050505030304" pitchFamily="18" charset="0"/>
                <a:cs typeface="Palatino Linotype" panose="02040502050505030304" pitchFamily="18" charset="0"/>
              </a:endParaRPr>
            </a:p>
          </p:txBody>
        </p:sp>
        <p:cxnSp>
          <p:nvCxnSpPr>
            <p:cNvPr id="56" name="Conector reto 55">
              <a:extLst>
                <a:ext uri="{FF2B5EF4-FFF2-40B4-BE49-F238E27FC236}">
                  <a16:creationId xmlns:a16="http://schemas.microsoft.com/office/drawing/2014/main" id="{5D4EC27C-6A22-D4AF-4958-96C6E127CF3C}"/>
                </a:ext>
              </a:extLst>
            </p:cNvPr>
            <p:cNvCxnSpPr/>
            <p:nvPr/>
          </p:nvCxnSpPr>
          <p:spPr>
            <a:xfrm>
              <a:off x="6467189" y="1239520"/>
              <a:ext cx="3865531" cy="0"/>
            </a:xfrm>
            <a:prstGeom prst="line">
              <a:avLst/>
            </a:prstGeom>
            <a:noFill/>
            <a:ln w="25400" cap="flat">
              <a:solidFill>
                <a:schemeClr val="tx1">
                  <a:lumMod val="75000"/>
                </a:schemeClr>
              </a:solidFill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</p:grpSp>
      <p:sp>
        <p:nvSpPr>
          <p:cNvPr id="63" name="Retângulo 62">
            <a:extLst>
              <a:ext uri="{FF2B5EF4-FFF2-40B4-BE49-F238E27FC236}">
                <a16:creationId xmlns:a16="http://schemas.microsoft.com/office/drawing/2014/main" id="{8C1C358B-BDC2-EB6A-AFD6-8D14377AC748}"/>
              </a:ext>
            </a:extLst>
          </p:cNvPr>
          <p:cNvSpPr/>
          <p:nvPr/>
        </p:nvSpPr>
        <p:spPr>
          <a:xfrm>
            <a:off x="160422" y="1093617"/>
            <a:ext cx="2863800" cy="5652000"/>
          </a:xfrm>
          <a:prstGeom prst="rect">
            <a:avLst/>
          </a:prstGeom>
          <a:solidFill>
            <a:schemeClr val="bg1">
              <a:alpha val="60000"/>
            </a:schemeClr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pt-BR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64" name="Retângulo 63">
            <a:extLst>
              <a:ext uri="{FF2B5EF4-FFF2-40B4-BE49-F238E27FC236}">
                <a16:creationId xmlns:a16="http://schemas.microsoft.com/office/drawing/2014/main" id="{1CEA09A8-24AC-7D78-D270-7185C271F736}"/>
              </a:ext>
            </a:extLst>
          </p:cNvPr>
          <p:cNvSpPr/>
          <p:nvPr/>
        </p:nvSpPr>
        <p:spPr>
          <a:xfrm>
            <a:off x="6104350" y="843426"/>
            <a:ext cx="2550903" cy="726421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36000" tIns="45710" rIns="36000" bIns="45710" anchor="t" anchorCtr="0">
            <a:noAutofit/>
          </a:bodyPr>
          <a:lstStyle/>
          <a:p>
            <a:pPr algn="ctr"/>
            <a:r>
              <a:rPr lang="pt-PT" b="1" u="sng" dirty="0">
                <a:solidFill>
                  <a:srgbClr val="FF0000"/>
                </a:solidFill>
              </a:rPr>
              <a:t>1ª opção </a:t>
            </a:r>
            <a:r>
              <a:rPr lang="pt-PT" b="1" dirty="0">
                <a:solidFill>
                  <a:srgbClr val="FF0000"/>
                </a:solidFill>
              </a:rPr>
              <a:t>na ordem de escolha</a:t>
            </a:r>
            <a:endParaRPr lang="pt-PT" b="1" dirty="0">
              <a:solidFill>
                <a:srgbClr val="000000"/>
              </a:solidFill>
              <a:effectLst/>
              <a:ea typeface="Palatino Linotype" panose="02040502050505030304" pitchFamily="18" charset="0"/>
              <a:cs typeface="Palatino Linotype" panose="02040502050505030304" pitchFamily="18" charset="0"/>
            </a:endParaRPr>
          </a:p>
          <a:p>
            <a:pPr algn="ctr"/>
            <a:r>
              <a:rPr lang="pt-PT" dirty="0">
                <a:solidFill>
                  <a:srgbClr val="FF0000"/>
                </a:solidFill>
              </a:rPr>
              <a:t>(para ativos totalmente segregáveis)</a:t>
            </a:r>
          </a:p>
        </p:txBody>
      </p:sp>
      <p:sp>
        <p:nvSpPr>
          <p:cNvPr id="65" name="Retângulo 64">
            <a:extLst>
              <a:ext uri="{FF2B5EF4-FFF2-40B4-BE49-F238E27FC236}">
                <a16:creationId xmlns:a16="http://schemas.microsoft.com/office/drawing/2014/main" id="{4339A6D1-C3C3-C744-007A-CB4BB211EB84}"/>
              </a:ext>
            </a:extLst>
          </p:cNvPr>
          <p:cNvSpPr/>
          <p:nvPr/>
        </p:nvSpPr>
        <p:spPr>
          <a:xfrm>
            <a:off x="9043511" y="843426"/>
            <a:ext cx="2550903" cy="726421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36000" tIns="45710" rIns="36000" bIns="45710" anchor="t" anchorCtr="0">
            <a:noAutofit/>
          </a:bodyPr>
          <a:lstStyle/>
          <a:p>
            <a:pPr algn="ctr"/>
            <a:r>
              <a:rPr lang="pt-PT" b="1" u="sng" dirty="0">
                <a:solidFill>
                  <a:srgbClr val="FF0000"/>
                </a:solidFill>
              </a:rPr>
              <a:t>2ª opção </a:t>
            </a:r>
            <a:r>
              <a:rPr lang="pt-PT" b="1" dirty="0">
                <a:solidFill>
                  <a:srgbClr val="FF0000"/>
                </a:solidFill>
              </a:rPr>
              <a:t>na ordem de escolha</a:t>
            </a:r>
            <a:endParaRPr lang="pt-PT" b="1" dirty="0">
              <a:solidFill>
                <a:srgbClr val="000000"/>
              </a:solidFill>
              <a:effectLst/>
              <a:ea typeface="Palatino Linotype" panose="02040502050505030304" pitchFamily="18" charset="0"/>
              <a:cs typeface="Palatino Linotype" panose="02040502050505030304" pitchFamily="18" charset="0"/>
            </a:endParaRPr>
          </a:p>
          <a:p>
            <a:pPr algn="ctr"/>
            <a:r>
              <a:rPr lang="pt-PT" dirty="0">
                <a:solidFill>
                  <a:srgbClr val="FF0000"/>
                </a:solidFill>
              </a:rPr>
              <a:t>(para ativos cuja segregação é inviável)</a:t>
            </a:r>
          </a:p>
          <a:p>
            <a:endParaRPr lang="pt-PT" dirty="0">
              <a:solidFill>
                <a:srgbClr val="FF0000"/>
              </a:solidFill>
            </a:endParaRPr>
          </a:p>
        </p:txBody>
      </p:sp>
      <p:sp>
        <p:nvSpPr>
          <p:cNvPr id="66" name="Retângulo 65">
            <a:extLst>
              <a:ext uri="{FF2B5EF4-FFF2-40B4-BE49-F238E27FC236}">
                <a16:creationId xmlns:a16="http://schemas.microsoft.com/office/drawing/2014/main" id="{D3B186B5-DE09-36E1-FB8A-B29E5CE4787C}"/>
              </a:ext>
            </a:extLst>
          </p:cNvPr>
          <p:cNvSpPr/>
          <p:nvPr/>
        </p:nvSpPr>
        <p:spPr>
          <a:xfrm>
            <a:off x="3046421" y="1093617"/>
            <a:ext cx="2863800" cy="5652000"/>
          </a:xfrm>
          <a:prstGeom prst="rect">
            <a:avLst/>
          </a:prstGeom>
          <a:solidFill>
            <a:schemeClr val="bg1">
              <a:alpha val="60000"/>
            </a:schemeClr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pt-BR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pic>
        <p:nvPicPr>
          <p:cNvPr id="69" name="Imagem 68">
            <a:extLst>
              <a:ext uri="{FF2B5EF4-FFF2-40B4-BE49-F238E27FC236}">
                <a16:creationId xmlns:a16="http://schemas.microsoft.com/office/drawing/2014/main" id="{4C63C240-889F-ED7E-C147-A5393868C80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91024" y="1006404"/>
            <a:ext cx="474522" cy="446609"/>
          </a:xfrm>
          <a:prstGeom prst="rect">
            <a:avLst/>
          </a:prstGeom>
        </p:spPr>
      </p:pic>
      <p:pic>
        <p:nvPicPr>
          <p:cNvPr id="70" name="Imagem 69">
            <a:extLst>
              <a:ext uri="{FF2B5EF4-FFF2-40B4-BE49-F238E27FC236}">
                <a16:creationId xmlns:a16="http://schemas.microsoft.com/office/drawing/2014/main" id="{FFC24E18-EEF0-53DE-35E9-3B93131C6DC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2694" y="1006404"/>
            <a:ext cx="474522" cy="446609"/>
          </a:xfrm>
          <a:prstGeom prst="rect">
            <a:avLst/>
          </a:prstGeom>
        </p:spPr>
      </p:pic>
      <p:sp>
        <p:nvSpPr>
          <p:cNvPr id="14" name="CaixaDeTexto 13">
            <a:extLst>
              <a:ext uri="{FF2B5EF4-FFF2-40B4-BE49-F238E27FC236}">
                <a16:creationId xmlns:a16="http://schemas.microsoft.com/office/drawing/2014/main" id="{A3A53A5F-6E06-5B95-785A-2CEFB39890FE}"/>
              </a:ext>
            </a:extLst>
          </p:cNvPr>
          <p:cNvSpPr txBox="1"/>
          <p:nvPr/>
        </p:nvSpPr>
        <p:spPr>
          <a:xfrm>
            <a:off x="9106700" y="2127672"/>
            <a:ext cx="2554411" cy="36625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/>
          <a:p>
            <a:r>
              <a:rPr lang="pt-PT" b="1" dirty="0">
                <a:solidFill>
                  <a:srgbClr val="000000"/>
                </a:solidFill>
                <a:effectLst/>
                <a:ea typeface="Palatino Linotype" panose="02040502050505030304" pitchFamily="18" charset="0"/>
                <a:cs typeface="Palatino Linotype" panose="02040502050505030304" pitchFamily="18" charset="0"/>
              </a:rPr>
              <a:t>Ativos</a:t>
            </a:r>
          </a:p>
          <a:p>
            <a:pPr marL="126000" indent="-126000">
              <a:buFont typeface="Arial" panose="020B0604020202020204" pitchFamily="34" charset="0"/>
              <a:buChar char="•"/>
            </a:pPr>
            <a:r>
              <a:rPr lang="pt-PT" dirty="0">
                <a:solidFill>
                  <a:srgbClr val="000000"/>
                </a:solidFill>
                <a:effectLst/>
                <a:ea typeface="Palatino Linotype" panose="02040502050505030304" pitchFamily="18" charset="0"/>
                <a:cs typeface="Palatino Linotype" panose="02040502050505030304" pitchFamily="18" charset="0"/>
              </a:rPr>
              <a:t>Infraestrutura de TI (servidores, etc)</a:t>
            </a:r>
          </a:p>
          <a:p>
            <a:pPr marL="126000" indent="-126000">
              <a:buFont typeface="Arial" panose="020B0604020202020204" pitchFamily="34" charset="0"/>
              <a:buChar char="•"/>
            </a:pPr>
            <a:r>
              <a:rPr lang="pt-PT" dirty="0">
                <a:solidFill>
                  <a:srgbClr val="000000"/>
                </a:solidFill>
                <a:effectLst/>
                <a:ea typeface="Palatino Linotype" panose="02040502050505030304" pitchFamily="18" charset="0"/>
                <a:cs typeface="Palatino Linotype" panose="02040502050505030304" pitchFamily="18" charset="0"/>
              </a:rPr>
              <a:t>Segurança da Informação (tempor</a:t>
            </a:r>
            <a:r>
              <a:rPr lang="pt-PT" dirty="0">
                <a:solidFill>
                  <a:srgbClr val="000000"/>
                </a:solidFill>
                <a:ea typeface="Palatino Linotype" panose="02040502050505030304" pitchFamily="18" charset="0"/>
                <a:cs typeface="Palatino Linotype" panose="02040502050505030304" pitchFamily="18" charset="0"/>
              </a:rPr>
              <a:t>ário)</a:t>
            </a:r>
          </a:p>
          <a:p>
            <a:pPr marL="126000" indent="-126000">
              <a:buFont typeface="Arial" panose="020B0604020202020204" pitchFamily="34" charset="0"/>
              <a:buChar char="•"/>
            </a:pPr>
            <a:endParaRPr lang="pt-PT" dirty="0">
              <a:solidFill>
                <a:srgbClr val="000000"/>
              </a:solidFill>
              <a:ea typeface="Palatino Linotype" panose="02040502050505030304" pitchFamily="18" charset="0"/>
              <a:cs typeface="Palatino Linotype" panose="02040502050505030304" pitchFamily="18" charset="0"/>
            </a:endParaRPr>
          </a:p>
          <a:p>
            <a:r>
              <a:rPr lang="pt-PT" b="1" dirty="0">
                <a:solidFill>
                  <a:srgbClr val="000000"/>
                </a:solidFill>
                <a:effectLst/>
                <a:ea typeface="Palatino Linotype" panose="02040502050505030304" pitchFamily="18" charset="0"/>
                <a:cs typeface="Palatino Linotype" panose="02040502050505030304" pitchFamily="18" charset="0"/>
              </a:rPr>
              <a:t>Pessoas</a:t>
            </a:r>
          </a:p>
          <a:p>
            <a:pPr marL="126000" indent="-126000">
              <a:buFont typeface="Arial" panose="020B0604020202020204" pitchFamily="34" charset="0"/>
              <a:buChar char="•"/>
            </a:pPr>
            <a:r>
              <a:rPr lang="pt-PT" dirty="0">
                <a:solidFill>
                  <a:srgbClr val="000000"/>
                </a:solidFill>
                <a:effectLst/>
                <a:ea typeface="Palatino Linotype" panose="02040502050505030304" pitchFamily="18" charset="0"/>
                <a:cs typeface="Palatino Linotype" panose="02040502050505030304" pitchFamily="18" charset="0"/>
              </a:rPr>
              <a:t>Time que gerencia os ativos compartilhados e processos associados (ex.: folha de pagamento)</a:t>
            </a:r>
          </a:p>
          <a:p>
            <a:endParaRPr lang="pt-PT" b="1" dirty="0">
              <a:solidFill>
                <a:srgbClr val="000000"/>
              </a:solidFill>
              <a:ea typeface="Palatino Linotype" panose="02040502050505030304" pitchFamily="18" charset="0"/>
              <a:cs typeface="Palatino Linotype" panose="02040502050505030304" pitchFamily="18" charset="0"/>
            </a:endParaRPr>
          </a:p>
          <a:p>
            <a:r>
              <a:rPr lang="pt-PT" b="1" dirty="0">
                <a:solidFill>
                  <a:srgbClr val="000000"/>
                </a:solidFill>
                <a:ea typeface="Palatino Linotype" panose="02040502050505030304" pitchFamily="18" charset="0"/>
                <a:cs typeface="Palatino Linotype" panose="02040502050505030304" pitchFamily="18" charset="0"/>
              </a:rPr>
              <a:t>Aplicações</a:t>
            </a:r>
            <a:endParaRPr lang="pt-PT" b="1" dirty="0">
              <a:solidFill>
                <a:srgbClr val="000000"/>
              </a:solidFill>
              <a:effectLst/>
              <a:ea typeface="Palatino Linotype" panose="02040502050505030304" pitchFamily="18" charset="0"/>
              <a:cs typeface="Palatino Linotype" panose="02040502050505030304" pitchFamily="18" charset="0"/>
            </a:endParaRPr>
          </a:p>
          <a:p>
            <a:pPr marL="126000" indent="-126000">
              <a:buFont typeface="Arial" panose="020B0604020202020204" pitchFamily="34" charset="0"/>
              <a:buChar char="•"/>
            </a:pPr>
            <a:r>
              <a:rPr lang="pt-PT" dirty="0">
                <a:solidFill>
                  <a:srgbClr val="000000"/>
                </a:solidFill>
                <a:effectLst/>
                <a:ea typeface="Palatino Linotype" panose="02040502050505030304" pitchFamily="18" charset="0"/>
                <a:cs typeface="Palatino Linotype" panose="02040502050505030304" pitchFamily="18" charset="0"/>
              </a:rPr>
              <a:t>SAP </a:t>
            </a:r>
          </a:p>
          <a:p>
            <a:pPr marL="126000" indent="-126000">
              <a:buFont typeface="Arial" panose="020B0604020202020204" pitchFamily="34" charset="0"/>
              <a:buChar char="•"/>
            </a:pPr>
            <a:r>
              <a:rPr lang="pt-PT" dirty="0">
                <a:solidFill>
                  <a:srgbClr val="000000"/>
                </a:solidFill>
                <a:ea typeface="Palatino Linotype" panose="02040502050505030304" pitchFamily="18" charset="0"/>
                <a:cs typeface="Palatino Linotype" panose="02040502050505030304" pitchFamily="18" charset="0"/>
              </a:rPr>
              <a:t>Data Analytics</a:t>
            </a:r>
          </a:p>
          <a:p>
            <a:pPr marL="126000" indent="-126000">
              <a:buFont typeface="Arial" panose="020B0604020202020204" pitchFamily="34" charset="0"/>
              <a:buChar char="•"/>
            </a:pPr>
            <a:r>
              <a:rPr lang="pt-PT" dirty="0">
                <a:solidFill>
                  <a:srgbClr val="000000"/>
                </a:solidFill>
                <a:ea typeface="Palatino Linotype" panose="02040502050505030304" pitchFamily="18" charset="0"/>
                <a:cs typeface="Palatino Linotype" panose="02040502050505030304" pitchFamily="18" charset="0"/>
              </a:rPr>
              <a:t>Sistemas corporativos (folha de pagamento, etc)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747A3122-0DC5-A30F-F4E9-6286AF7A47E3}"/>
              </a:ext>
            </a:extLst>
          </p:cNvPr>
          <p:cNvSpPr txBox="1"/>
          <p:nvPr/>
        </p:nvSpPr>
        <p:spPr>
          <a:xfrm>
            <a:off x="6109233" y="2127672"/>
            <a:ext cx="2554411" cy="36625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/>
          <a:p>
            <a:r>
              <a:rPr lang="pt-PT" b="1" dirty="0">
                <a:solidFill>
                  <a:srgbClr val="000000"/>
                </a:solidFill>
                <a:effectLst/>
                <a:ea typeface="Palatino Linotype" panose="02040502050505030304" pitchFamily="18" charset="0"/>
                <a:cs typeface="Palatino Linotype" panose="02040502050505030304" pitchFamily="18" charset="0"/>
              </a:rPr>
              <a:t>Ativos</a:t>
            </a:r>
          </a:p>
          <a:p>
            <a:pPr marL="126000" indent="-126000">
              <a:buFont typeface="Arial" panose="020B0604020202020204" pitchFamily="34" charset="0"/>
              <a:buChar char="•"/>
            </a:pPr>
            <a:r>
              <a:rPr lang="pt-PT" dirty="0">
                <a:solidFill>
                  <a:srgbClr val="000000"/>
                </a:solidFill>
                <a:effectLst/>
                <a:ea typeface="Palatino Linotype" panose="02040502050505030304" pitchFamily="18" charset="0"/>
                <a:cs typeface="Palatino Linotype" panose="02040502050505030304" pitchFamily="18" charset="0"/>
              </a:rPr>
              <a:t>Base de clientes</a:t>
            </a:r>
          </a:p>
          <a:p>
            <a:pPr marL="126000" indent="-126000">
              <a:buFont typeface="Arial" panose="020B0604020202020204" pitchFamily="34" charset="0"/>
              <a:buChar char="•"/>
            </a:pPr>
            <a:r>
              <a:rPr lang="pt-PT" dirty="0">
                <a:solidFill>
                  <a:srgbClr val="000000"/>
                </a:solidFill>
                <a:effectLst/>
                <a:ea typeface="Palatino Linotype" panose="02040502050505030304" pitchFamily="18" charset="0"/>
                <a:cs typeface="Palatino Linotype" panose="02040502050505030304" pitchFamily="18" charset="0"/>
              </a:rPr>
              <a:t>ONTs</a:t>
            </a:r>
          </a:p>
          <a:p>
            <a:pPr marL="126000" indent="-126000">
              <a:buFont typeface="Arial" panose="020B0604020202020204" pitchFamily="34" charset="0"/>
              <a:buChar char="•"/>
            </a:pPr>
            <a:endParaRPr lang="pt-PT" dirty="0">
              <a:solidFill>
                <a:srgbClr val="000000"/>
              </a:solidFill>
              <a:ea typeface="Palatino Linotype" panose="02040502050505030304" pitchFamily="18" charset="0"/>
              <a:cs typeface="Palatino Linotype" panose="02040502050505030304" pitchFamily="18" charset="0"/>
            </a:endParaRPr>
          </a:p>
          <a:p>
            <a:pPr marL="126000" indent="-126000">
              <a:buFont typeface="Arial" panose="020B0604020202020204" pitchFamily="34" charset="0"/>
              <a:buChar char="•"/>
            </a:pPr>
            <a:endParaRPr lang="pt-PT" dirty="0">
              <a:solidFill>
                <a:srgbClr val="000000"/>
              </a:solidFill>
              <a:ea typeface="Palatino Linotype" panose="02040502050505030304" pitchFamily="18" charset="0"/>
              <a:cs typeface="Palatino Linotype" panose="02040502050505030304" pitchFamily="18" charset="0"/>
            </a:endParaRPr>
          </a:p>
          <a:p>
            <a:pPr marL="126000" indent="-126000">
              <a:buFont typeface="Arial" panose="020B0604020202020204" pitchFamily="34" charset="0"/>
              <a:buChar char="•"/>
            </a:pPr>
            <a:endParaRPr lang="pt-PT" dirty="0">
              <a:solidFill>
                <a:srgbClr val="000000"/>
              </a:solidFill>
              <a:ea typeface="Palatino Linotype" panose="02040502050505030304" pitchFamily="18" charset="0"/>
              <a:cs typeface="Palatino Linotype" panose="02040502050505030304" pitchFamily="18" charset="0"/>
            </a:endParaRPr>
          </a:p>
          <a:p>
            <a:r>
              <a:rPr lang="pt-PT" b="1" dirty="0">
                <a:solidFill>
                  <a:srgbClr val="000000"/>
                </a:solidFill>
                <a:effectLst/>
                <a:ea typeface="Palatino Linotype" panose="02040502050505030304" pitchFamily="18" charset="0"/>
                <a:cs typeface="Palatino Linotype" panose="02040502050505030304" pitchFamily="18" charset="0"/>
              </a:rPr>
              <a:t>Pessoas</a:t>
            </a:r>
          </a:p>
          <a:p>
            <a:pPr marL="126000" indent="-126000">
              <a:buFont typeface="Arial" panose="020B0604020202020204" pitchFamily="34" charset="0"/>
              <a:buChar char="•"/>
            </a:pPr>
            <a:r>
              <a:rPr lang="pt-PT" dirty="0">
                <a:solidFill>
                  <a:srgbClr val="000000"/>
                </a:solidFill>
                <a:effectLst/>
                <a:ea typeface="Palatino Linotype" panose="02040502050505030304" pitchFamily="18" charset="0"/>
                <a:cs typeface="Palatino Linotype" panose="02040502050505030304" pitchFamily="18" charset="0"/>
              </a:rPr>
              <a:t>Pessoal exclusivo (UN Fibra e Operações)</a:t>
            </a:r>
          </a:p>
          <a:p>
            <a:endParaRPr lang="pt-PT" dirty="0">
              <a:solidFill>
                <a:srgbClr val="000000"/>
              </a:solidFill>
              <a:ea typeface="Palatino Linotype" panose="02040502050505030304" pitchFamily="18" charset="0"/>
              <a:cs typeface="Palatino Linotype" panose="02040502050505030304" pitchFamily="18" charset="0"/>
            </a:endParaRPr>
          </a:p>
          <a:p>
            <a:endParaRPr lang="pt-PT" dirty="0">
              <a:solidFill>
                <a:srgbClr val="000000"/>
              </a:solidFill>
              <a:ea typeface="Palatino Linotype" panose="02040502050505030304" pitchFamily="18" charset="0"/>
              <a:cs typeface="Palatino Linotype" panose="02040502050505030304" pitchFamily="18" charset="0"/>
            </a:endParaRPr>
          </a:p>
          <a:p>
            <a:endParaRPr lang="pt-PT" dirty="0">
              <a:solidFill>
                <a:srgbClr val="000000"/>
              </a:solidFill>
              <a:ea typeface="Palatino Linotype" panose="02040502050505030304" pitchFamily="18" charset="0"/>
              <a:cs typeface="Palatino Linotype" panose="02040502050505030304" pitchFamily="18" charset="0"/>
            </a:endParaRPr>
          </a:p>
          <a:p>
            <a:r>
              <a:rPr lang="pt-PT" b="1" dirty="0">
                <a:solidFill>
                  <a:srgbClr val="000000"/>
                </a:solidFill>
                <a:ea typeface="Palatino Linotype" panose="02040502050505030304" pitchFamily="18" charset="0"/>
                <a:cs typeface="Palatino Linotype" panose="02040502050505030304" pitchFamily="18" charset="0"/>
              </a:rPr>
              <a:t>Aplicações</a:t>
            </a:r>
          </a:p>
          <a:p>
            <a:pPr marL="126000" indent="-126000">
              <a:buFont typeface="Arial" panose="020B0604020202020204" pitchFamily="34" charset="0"/>
              <a:buChar char="•"/>
            </a:pPr>
            <a:r>
              <a:rPr lang="pt-PT" dirty="0">
                <a:solidFill>
                  <a:srgbClr val="000000"/>
                </a:solidFill>
                <a:ea typeface="Palatino Linotype" panose="02040502050505030304" pitchFamily="18" charset="0"/>
                <a:cs typeface="Palatino Linotype" panose="02040502050505030304" pitchFamily="18" charset="0"/>
              </a:rPr>
              <a:t>CRM (BRM/Salesforce)</a:t>
            </a:r>
          </a:p>
          <a:p>
            <a:pPr marL="126000" indent="-126000">
              <a:buFont typeface="Arial" panose="020B0604020202020204" pitchFamily="34" charset="0"/>
              <a:buChar char="•"/>
            </a:pPr>
            <a:r>
              <a:rPr lang="pt-PT" dirty="0">
                <a:solidFill>
                  <a:srgbClr val="000000"/>
                </a:solidFill>
                <a:effectLst/>
                <a:ea typeface="Palatino Linotype" panose="02040502050505030304" pitchFamily="18" charset="0"/>
                <a:cs typeface="Palatino Linotype" panose="02040502050505030304" pitchFamily="18" charset="0"/>
              </a:rPr>
              <a:t>CRB (Arbor/Siebel), mantendo cofaturamento com Oi e prestando serviço para faturar</a:t>
            </a:r>
          </a:p>
        </p:txBody>
      </p:sp>
      <p:grpSp>
        <p:nvGrpSpPr>
          <p:cNvPr id="7" name="Group 163">
            <a:extLst>
              <a:ext uri="{FF2B5EF4-FFF2-40B4-BE49-F238E27FC236}">
                <a16:creationId xmlns:a16="http://schemas.microsoft.com/office/drawing/2014/main" id="{2079C0D3-FC44-B15D-5242-B8E54796926A}"/>
              </a:ext>
            </a:extLst>
          </p:cNvPr>
          <p:cNvGrpSpPr/>
          <p:nvPr>
            <p:custDataLst>
              <p:tags r:id="rId1"/>
            </p:custDataLst>
          </p:nvPr>
        </p:nvGrpSpPr>
        <p:grpSpPr>
          <a:xfrm>
            <a:off x="9953370" y="67434"/>
            <a:ext cx="1117294" cy="266244"/>
            <a:chOff x="10312706" y="228600"/>
            <a:chExt cx="1117294" cy="266244"/>
          </a:xfrm>
        </p:grpSpPr>
        <p:sp>
          <p:nvSpPr>
            <p:cNvPr id="8" name="TextBox 179">
              <a:extLst>
                <a:ext uri="{FF2B5EF4-FFF2-40B4-BE49-F238E27FC236}">
                  <a16:creationId xmlns:a16="http://schemas.microsoft.com/office/drawing/2014/main" id="{E2510DCA-BA5D-FCC9-9CB0-7FC27F9509BD}"/>
                </a:ext>
              </a:extLst>
            </p:cNvPr>
            <p:cNvSpPr txBox="1"/>
            <p:nvPr/>
          </p:nvSpPr>
          <p:spPr>
            <a:xfrm>
              <a:off x="10312706" y="269389"/>
              <a:ext cx="1117294" cy="184666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ctr" anchorCtr="1">
              <a:spAutoFit/>
            </a:bodyPr>
            <a:lstStyle/>
            <a:p>
              <a:pPr marL="0" marR="0" lvl="0" indent="0" algn="ct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200" b="1" i="1" u="sng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/>
                  <a:sym typeface="Simplon BP Regular"/>
                </a:rPr>
                <a:t>PRELIMINAR</a:t>
              </a:r>
            </a:p>
          </p:txBody>
        </p:sp>
        <p:cxnSp>
          <p:nvCxnSpPr>
            <p:cNvPr id="10" name="Straight Connector 180">
              <a:extLst>
                <a:ext uri="{FF2B5EF4-FFF2-40B4-BE49-F238E27FC236}">
                  <a16:creationId xmlns:a16="http://schemas.microsoft.com/office/drawing/2014/main" id="{618B4EF7-A2AF-12B6-FC1E-2291B09E1F3F}"/>
                </a:ext>
              </a:extLst>
            </p:cNvPr>
            <p:cNvCxnSpPr>
              <a:cxnSpLocks/>
            </p:cNvCxnSpPr>
            <p:nvPr/>
          </p:nvCxnSpPr>
          <p:spPr>
            <a:xfrm>
              <a:off x="10312706" y="228600"/>
              <a:ext cx="1117294" cy="0"/>
            </a:xfrm>
            <a:prstGeom prst="line">
              <a:avLst/>
            </a:prstGeom>
            <a:ln w="12700" cmpd="sng">
              <a:solidFill>
                <a:srgbClr val="000000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81">
              <a:extLst>
                <a:ext uri="{FF2B5EF4-FFF2-40B4-BE49-F238E27FC236}">
                  <a16:creationId xmlns:a16="http://schemas.microsoft.com/office/drawing/2014/main" id="{E08E06FE-484D-D602-6186-283743C47907}"/>
                </a:ext>
              </a:extLst>
            </p:cNvPr>
            <p:cNvCxnSpPr>
              <a:cxnSpLocks/>
            </p:cNvCxnSpPr>
            <p:nvPr/>
          </p:nvCxnSpPr>
          <p:spPr>
            <a:xfrm>
              <a:off x="10312706" y="494844"/>
              <a:ext cx="1117294" cy="0"/>
            </a:xfrm>
            <a:prstGeom prst="line">
              <a:avLst/>
            </a:prstGeom>
            <a:ln w="12700" cmpd="sng">
              <a:solidFill>
                <a:srgbClr val="000000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562848712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Rectangle 42">
            <a:extLst>
              <a:ext uri="{FF2B5EF4-FFF2-40B4-BE49-F238E27FC236}">
                <a16:creationId xmlns:a16="http://schemas.microsoft.com/office/drawing/2014/main" id="{5882D091-592C-F685-B07D-90BC6FEAAAF8}"/>
              </a:ext>
            </a:extLst>
          </p:cNvPr>
          <p:cNvSpPr/>
          <p:nvPr/>
        </p:nvSpPr>
        <p:spPr>
          <a:xfrm>
            <a:off x="5177526" y="796500"/>
            <a:ext cx="6729129" cy="5805618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 cap="flat">
            <a:solidFill>
              <a:schemeClr val="accent1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no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pt-BR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AB7754E-860F-8179-95D2-31333906C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182" y="129645"/>
            <a:ext cx="10756482" cy="558294"/>
          </a:xfrm>
        </p:spPr>
        <p:txBody>
          <a:bodyPr vert="horz"/>
          <a:lstStyle/>
          <a:p>
            <a:r>
              <a:rPr lang="pt-BR" sz="2800" dirty="0">
                <a:solidFill>
                  <a:schemeClr val="tx2"/>
                </a:solidFill>
              </a:rPr>
              <a:t>Visão inicial da separação de Sistemas/Módulos – Parcial (17/07)</a:t>
            </a:r>
          </a:p>
        </p:txBody>
      </p:sp>
      <p:sp>
        <p:nvSpPr>
          <p:cNvPr id="56" name="Rettangolo 19">
            <a:extLst>
              <a:ext uri="{FF2B5EF4-FFF2-40B4-BE49-F238E27FC236}">
                <a16:creationId xmlns:a16="http://schemas.microsoft.com/office/drawing/2014/main" id="{F3095993-F323-9DB2-903A-6655E6784EAA}"/>
              </a:ext>
            </a:extLst>
          </p:cNvPr>
          <p:cNvSpPr/>
          <p:nvPr/>
        </p:nvSpPr>
        <p:spPr>
          <a:xfrm>
            <a:off x="1905641" y="2069975"/>
            <a:ext cx="1371600" cy="975478"/>
          </a:xfrm>
          <a:prstGeom prst="rect">
            <a:avLst/>
          </a:prstGeom>
          <a:solidFill>
            <a:srgbClr val="70AD47"/>
          </a:solidFill>
          <a:ln w="1905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spcFirstLastPara="0" vert="horz" wrap="square" lIns="45720" tIns="0" rIns="45720" bIns="0" numCol="1" spcCol="1270" rtlCol="0" anchor="ctr" anchorCtr="0">
            <a:noAutofit/>
          </a:bodyPr>
          <a:lstStyle/>
          <a:p>
            <a:pPr marL="0" marR="0" lvl="0" indent="0" algn="ctr" defTabSz="4445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50" b="1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uLnTx/>
                <a:uFillTx/>
                <a:latin typeface="Graphik" panose="020B0503030202060203" pitchFamily="34" charset="0"/>
                <a:cs typeface="Helvetica"/>
                <a:sym typeface="Simplon BP Regular"/>
              </a:rPr>
              <a:t>SISTEMAS ANALISADOS</a:t>
            </a:r>
          </a:p>
          <a:p>
            <a:pPr marL="0" marR="0" lvl="0" indent="0" algn="ctr" defTabSz="4445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uLnTx/>
                <a:uFillTx/>
                <a:latin typeface="Graphik" panose="020B0503030202060203" pitchFamily="34" charset="0"/>
                <a:cs typeface="Helvetica"/>
                <a:sym typeface="Simplon BP Regular"/>
              </a:rPr>
              <a:t>825</a:t>
            </a:r>
            <a:endParaRPr kumimoji="0" lang="en-GB" b="1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uLnTx/>
              <a:uFillTx/>
              <a:latin typeface="Graphik" panose="020B0503030202060203" pitchFamily="34" charset="0"/>
              <a:cs typeface="Helvetica"/>
              <a:sym typeface="Simplon BP Regular"/>
            </a:endParaRPr>
          </a:p>
        </p:txBody>
      </p:sp>
      <p:sp>
        <p:nvSpPr>
          <p:cNvPr id="4" name="Rettangolo 19">
            <a:extLst>
              <a:ext uri="{FF2B5EF4-FFF2-40B4-BE49-F238E27FC236}">
                <a16:creationId xmlns:a16="http://schemas.microsoft.com/office/drawing/2014/main" id="{F57E4D2C-5E46-E9AC-E1DF-17898C669B3E}"/>
              </a:ext>
            </a:extLst>
          </p:cNvPr>
          <p:cNvSpPr/>
          <p:nvPr/>
        </p:nvSpPr>
        <p:spPr>
          <a:xfrm>
            <a:off x="1905641" y="3722794"/>
            <a:ext cx="1371600" cy="975478"/>
          </a:xfrm>
          <a:prstGeom prst="rect">
            <a:avLst/>
          </a:prstGeom>
          <a:solidFill>
            <a:srgbClr val="70AD47"/>
          </a:solidFill>
          <a:ln w="1905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spcFirstLastPara="0" vert="horz" wrap="square" lIns="45720" tIns="0" rIns="45720" bIns="0" numCol="1" spcCol="1270" rtlCol="0" anchor="ctr" anchorCtr="0">
            <a:noAutofit/>
          </a:bodyPr>
          <a:lstStyle/>
          <a:p>
            <a:pPr marL="0" marR="0" lvl="0" indent="0" algn="ctr" defTabSz="4445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50" b="1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uLnTx/>
                <a:uFillTx/>
                <a:latin typeface="Graphik" panose="020B0503030202060203" pitchFamily="34" charset="0"/>
                <a:cs typeface="Helvetica"/>
                <a:sym typeface="Simplon BP Regular"/>
              </a:rPr>
              <a:t>PLATAFORMAS E SISTEMAS REDE</a:t>
            </a:r>
          </a:p>
          <a:p>
            <a:pPr algn="ctr" defTabSz="444500">
              <a:spcBef>
                <a:spcPct val="0"/>
              </a:spcBef>
              <a:spcAft>
                <a:spcPct val="35000"/>
              </a:spcAft>
              <a:defRPr/>
            </a:pPr>
            <a:r>
              <a:rPr kumimoji="0" lang="en-GB" sz="1400" b="1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uLnTx/>
                <a:uFillTx/>
                <a:latin typeface="Graphik" panose="020B0503030202060203" pitchFamily="34" charset="0"/>
                <a:cs typeface="Helvetica"/>
                <a:sym typeface="Simplon BP Regular"/>
              </a:rPr>
              <a:t>168</a:t>
            </a:r>
            <a:r>
              <a:rPr lang="en-GB" sz="1400" b="1">
                <a:solidFill>
                  <a:srgbClr val="FFFFFF"/>
                </a:solidFill>
                <a:latin typeface="Graphik" panose="020B0503030202060203" pitchFamily="34" charset="0"/>
                <a:cs typeface="Helvetica"/>
                <a:sym typeface="Simplon BP Regular"/>
              </a:rPr>
              <a:t>*</a:t>
            </a:r>
            <a:endParaRPr kumimoji="0" lang="en-GB" sz="1400" b="1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uLnTx/>
              <a:uFillTx/>
              <a:latin typeface="Graphik" panose="020B0503030202060203" pitchFamily="34" charset="0"/>
              <a:cs typeface="Helvetica"/>
              <a:sym typeface="Simplon BP Regular"/>
            </a:endParaRPr>
          </a:p>
        </p:txBody>
      </p:sp>
      <p:sp>
        <p:nvSpPr>
          <p:cNvPr id="5" name="Rettangolo 19">
            <a:extLst>
              <a:ext uri="{FF2B5EF4-FFF2-40B4-BE49-F238E27FC236}">
                <a16:creationId xmlns:a16="http://schemas.microsoft.com/office/drawing/2014/main" id="{8EA61031-1C1E-2584-4962-5041E045DEB2}"/>
              </a:ext>
            </a:extLst>
          </p:cNvPr>
          <p:cNvSpPr/>
          <p:nvPr/>
        </p:nvSpPr>
        <p:spPr>
          <a:xfrm>
            <a:off x="123746" y="3722794"/>
            <a:ext cx="1371600" cy="975478"/>
          </a:xfrm>
          <a:prstGeom prst="rect">
            <a:avLst/>
          </a:prstGeom>
          <a:solidFill>
            <a:srgbClr val="70AD47"/>
          </a:solidFill>
          <a:ln w="1905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spcFirstLastPara="0" vert="horz" wrap="square" lIns="45720" tIns="0" rIns="45720" bIns="0" numCol="1" spcCol="1270" rtlCol="0" anchor="ctr" anchorCtr="0">
            <a:noAutofit/>
          </a:bodyPr>
          <a:lstStyle/>
          <a:p>
            <a:pPr marL="0" marR="0" lvl="0" indent="0" algn="ctr" defTabSz="4445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uLnTx/>
                <a:uFillTx/>
                <a:latin typeface="Graphik" panose="020B0503030202060203" pitchFamily="34" charset="0"/>
                <a:cs typeface="Helvetica"/>
                <a:sym typeface="Simplon BP Regular"/>
              </a:rPr>
              <a:t>TOTAL SISTEMAS</a:t>
            </a:r>
          </a:p>
          <a:p>
            <a:pPr marL="0" marR="0" lvl="0" indent="0" algn="ctr" defTabSz="4445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uLnTx/>
                <a:uFillTx/>
                <a:latin typeface="Graphik" panose="020B0503030202060203" pitchFamily="34" charset="0"/>
                <a:cs typeface="Helvetica"/>
                <a:sym typeface="Simplon BP Regular"/>
              </a:rPr>
              <a:t>993</a:t>
            </a:r>
            <a:endParaRPr kumimoji="0" lang="en-GB" b="1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uLnTx/>
              <a:uFillTx/>
              <a:latin typeface="Graphik" panose="020B0503030202060203" pitchFamily="34" charset="0"/>
              <a:cs typeface="Helvetica"/>
              <a:sym typeface="Simplon BP Regular"/>
            </a:endParaRP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78FD222D-0777-49AF-14A3-9134D030871D}"/>
              </a:ext>
            </a:extLst>
          </p:cNvPr>
          <p:cNvCxnSpPr>
            <a:cxnSpLocks/>
            <a:stCxn id="5" idx="3"/>
            <a:endCxn id="56" idx="1"/>
          </p:cNvCxnSpPr>
          <p:nvPr/>
        </p:nvCxnSpPr>
        <p:spPr>
          <a:xfrm flipV="1">
            <a:off x="1495346" y="2557714"/>
            <a:ext cx="410295" cy="1652819"/>
          </a:xfrm>
          <a:prstGeom prst="bentConnector3">
            <a:avLst>
              <a:gd name="adj1" fmla="val 50000"/>
            </a:avLst>
          </a:prstGeom>
          <a:noFill/>
          <a:ln w="25400" cap="flat">
            <a:solidFill>
              <a:schemeClr val="accent1"/>
            </a:solidFill>
            <a:prstDash val="solid"/>
            <a:round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8" name="Straight Arrow Connector 6">
            <a:extLst>
              <a:ext uri="{FF2B5EF4-FFF2-40B4-BE49-F238E27FC236}">
                <a16:creationId xmlns:a16="http://schemas.microsoft.com/office/drawing/2014/main" id="{CD785AE2-0A30-EFD6-F28D-9AED06BB3B68}"/>
              </a:ext>
            </a:extLst>
          </p:cNvPr>
          <p:cNvCxnSpPr>
            <a:cxnSpLocks/>
            <a:stCxn id="5" idx="3"/>
            <a:endCxn id="4" idx="1"/>
          </p:cNvCxnSpPr>
          <p:nvPr/>
        </p:nvCxnSpPr>
        <p:spPr>
          <a:xfrm>
            <a:off x="1495346" y="4210533"/>
            <a:ext cx="410295" cy="0"/>
          </a:xfrm>
          <a:prstGeom prst="straightConnector1">
            <a:avLst/>
          </a:prstGeom>
          <a:noFill/>
          <a:ln w="25400" cap="flat">
            <a:solidFill>
              <a:schemeClr val="accent1"/>
            </a:solidFill>
            <a:prstDash val="solid"/>
            <a:round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7" name="Rettangolo 19">
            <a:extLst>
              <a:ext uri="{FF2B5EF4-FFF2-40B4-BE49-F238E27FC236}">
                <a16:creationId xmlns:a16="http://schemas.microsoft.com/office/drawing/2014/main" id="{78CFA6C6-3637-C79E-1D9A-16B1FB7A13F6}"/>
              </a:ext>
            </a:extLst>
          </p:cNvPr>
          <p:cNvSpPr/>
          <p:nvPr/>
        </p:nvSpPr>
        <p:spPr>
          <a:xfrm>
            <a:off x="3655639" y="1199451"/>
            <a:ext cx="1371600" cy="975478"/>
          </a:xfrm>
          <a:prstGeom prst="rect">
            <a:avLst/>
          </a:prstGeom>
          <a:solidFill>
            <a:srgbClr val="70AD47"/>
          </a:solidFill>
          <a:ln w="1905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spcFirstLastPara="0" vert="horz" wrap="square" lIns="45720" tIns="0" rIns="45720" bIns="0" numCol="1" spcCol="1270" rtlCol="0" anchor="ctr" anchorCtr="0">
            <a:noAutofit/>
          </a:bodyPr>
          <a:lstStyle/>
          <a:p>
            <a:pPr marL="0" marR="0" lvl="0" indent="0" algn="ctr" defTabSz="4445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50" b="1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uLnTx/>
                <a:uFillTx/>
                <a:latin typeface="Graphik" panose="020B0503030202060203" pitchFamily="34" charset="0"/>
                <a:cs typeface="Helvetica"/>
                <a:sym typeface="Simplon BP Regular"/>
              </a:rPr>
              <a:t>PERÍMETRO </a:t>
            </a:r>
            <a:r>
              <a:rPr lang="en-GB" sz="1050" b="1">
                <a:solidFill>
                  <a:srgbClr val="FFFFFF"/>
                </a:solidFill>
                <a:latin typeface="Graphik" panose="020B0503030202060203" pitchFamily="34" charset="0"/>
                <a:cs typeface="Helvetica"/>
                <a:sym typeface="Simplon BP Regular"/>
              </a:rPr>
              <a:t>INICIAL</a:t>
            </a:r>
            <a:r>
              <a:rPr kumimoji="0" lang="en-GB" sz="1050" b="1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uLnTx/>
                <a:uFillTx/>
                <a:latin typeface="Graphik" panose="020B0503030202060203" pitchFamily="34" charset="0"/>
                <a:cs typeface="Helvetica"/>
                <a:sym typeface="Simplon BP Regular"/>
              </a:rPr>
              <a:t> FIBRA</a:t>
            </a:r>
          </a:p>
          <a:p>
            <a:pPr marL="0" marR="0" lvl="0" indent="0" algn="ctr" defTabSz="4445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u="non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uLnTx/>
                <a:uFillTx/>
                <a:latin typeface="Graphik" panose="020B0503030202060203" pitchFamily="34" charset="0"/>
                <a:cs typeface="Helvetica"/>
                <a:sym typeface="Simplon BP Regular"/>
              </a:rPr>
              <a:t>538</a:t>
            </a:r>
            <a:endParaRPr kumimoji="0" lang="en-GB" sz="1600" b="1" u="none" kern="1200" cap="none" spc="0" normalizeH="0" baseline="0" noProof="0">
              <a:ln>
                <a:noFill/>
              </a:ln>
              <a:solidFill>
                <a:srgbClr val="FFFFFF"/>
              </a:solidFill>
              <a:uLnTx/>
              <a:uFillTx/>
              <a:latin typeface="Graphik" panose="020B0503030202060203" pitchFamily="34" charset="0"/>
              <a:cs typeface="Helvetica"/>
              <a:sym typeface="Simplon BP Regular"/>
            </a:endParaRPr>
          </a:p>
        </p:txBody>
      </p:sp>
      <p:cxnSp>
        <p:nvCxnSpPr>
          <p:cNvPr id="20" name="Straight Arrow Connector 6">
            <a:extLst>
              <a:ext uri="{FF2B5EF4-FFF2-40B4-BE49-F238E27FC236}">
                <a16:creationId xmlns:a16="http://schemas.microsoft.com/office/drawing/2014/main" id="{0A7B1F2C-0EEB-A5E1-E54B-761290AFFEA4}"/>
              </a:ext>
            </a:extLst>
          </p:cNvPr>
          <p:cNvCxnSpPr>
            <a:cxnSpLocks/>
            <a:stCxn id="56" idx="3"/>
            <a:endCxn id="17" idx="1"/>
          </p:cNvCxnSpPr>
          <p:nvPr/>
        </p:nvCxnSpPr>
        <p:spPr>
          <a:xfrm flipV="1">
            <a:off x="3277241" y="1687190"/>
            <a:ext cx="378398" cy="870524"/>
          </a:xfrm>
          <a:prstGeom prst="bentConnector3">
            <a:avLst>
              <a:gd name="adj1" fmla="val 50000"/>
            </a:avLst>
          </a:prstGeom>
          <a:noFill/>
          <a:ln w="25400" cap="flat">
            <a:solidFill>
              <a:schemeClr val="accent1"/>
            </a:solidFill>
            <a:prstDash val="solid"/>
            <a:round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7" name="Rettangolo 19">
            <a:extLst>
              <a:ext uri="{FF2B5EF4-FFF2-40B4-BE49-F238E27FC236}">
                <a16:creationId xmlns:a16="http://schemas.microsoft.com/office/drawing/2014/main" id="{DAB9B6F0-6AD2-4B4E-AA8F-08036148D3D2}"/>
              </a:ext>
            </a:extLst>
          </p:cNvPr>
          <p:cNvSpPr/>
          <p:nvPr/>
        </p:nvSpPr>
        <p:spPr>
          <a:xfrm>
            <a:off x="3655639" y="2940499"/>
            <a:ext cx="1371600" cy="975478"/>
          </a:xfrm>
          <a:prstGeom prst="rect">
            <a:avLst/>
          </a:prstGeom>
          <a:solidFill>
            <a:srgbClr val="70AD47"/>
          </a:solidFill>
          <a:ln w="1905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spcFirstLastPara="0" vert="horz" wrap="square" lIns="45720" tIns="0" rIns="45720" bIns="0" numCol="1" spcCol="1270" rtlCol="0" anchor="ctr" anchorCtr="0">
            <a:noAutofit/>
          </a:bodyPr>
          <a:lstStyle/>
          <a:p>
            <a:pPr marL="0" marR="0" lvl="0" indent="0" algn="ctr" defTabSz="4445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50" b="1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uLnTx/>
                <a:uFillTx/>
                <a:latin typeface="Graphik" panose="020B0503030202060203" pitchFamily="34" charset="0"/>
                <a:cs typeface="Helvetica"/>
                <a:sym typeface="Simplon BP Regular"/>
              </a:rPr>
              <a:t>PERÍMETRO            </a:t>
            </a:r>
            <a:r>
              <a:rPr lang="en-GB" sz="1050" b="1">
                <a:solidFill>
                  <a:srgbClr val="FFFFFF"/>
                </a:solidFill>
                <a:latin typeface="Graphik" panose="020B0503030202060203" pitchFamily="34" charset="0"/>
                <a:cs typeface="Helvetica"/>
                <a:sym typeface="Simplon BP Regular"/>
              </a:rPr>
              <a:t>OI S/A</a:t>
            </a:r>
            <a:endParaRPr kumimoji="0" lang="en-GB" sz="1050" b="1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uLnTx/>
              <a:uFillTx/>
              <a:latin typeface="Graphik" panose="020B0503030202060203" pitchFamily="34" charset="0"/>
              <a:cs typeface="Helvetica"/>
              <a:sym typeface="Simplon BP Regular"/>
            </a:endParaRPr>
          </a:p>
          <a:p>
            <a:pPr marL="0" marR="0" lvl="0" indent="0" algn="ctr" defTabSz="4445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lang="en-GB" sz="1400" b="1">
                <a:solidFill>
                  <a:srgbClr val="FFFFFF"/>
                </a:solidFill>
                <a:latin typeface="Graphik" panose="020B0503030202060203" pitchFamily="34" charset="0"/>
                <a:cs typeface="Helvetica"/>
                <a:sym typeface="Simplon BP Regular"/>
              </a:rPr>
              <a:t>287</a:t>
            </a:r>
            <a:endParaRPr kumimoji="0" lang="en-GB" b="1" u="none" kern="1200" cap="none" spc="0" normalizeH="0" baseline="0" noProof="0">
              <a:ln>
                <a:noFill/>
              </a:ln>
              <a:solidFill>
                <a:srgbClr val="FFFFFF"/>
              </a:solidFill>
              <a:uLnTx/>
              <a:uFillTx/>
              <a:latin typeface="Graphik" panose="020B0503030202060203" pitchFamily="34" charset="0"/>
              <a:cs typeface="Helvetica"/>
              <a:sym typeface="Simplon BP Regular"/>
            </a:endParaRPr>
          </a:p>
        </p:txBody>
      </p:sp>
      <p:cxnSp>
        <p:nvCxnSpPr>
          <p:cNvPr id="31" name="Straight Arrow Connector 6">
            <a:extLst>
              <a:ext uri="{FF2B5EF4-FFF2-40B4-BE49-F238E27FC236}">
                <a16:creationId xmlns:a16="http://schemas.microsoft.com/office/drawing/2014/main" id="{AF4216AD-53B0-00DF-BB99-9E059D6E8AE2}"/>
              </a:ext>
            </a:extLst>
          </p:cNvPr>
          <p:cNvCxnSpPr>
            <a:cxnSpLocks/>
            <a:stCxn id="56" idx="3"/>
            <a:endCxn id="27" idx="1"/>
          </p:cNvCxnSpPr>
          <p:nvPr/>
        </p:nvCxnSpPr>
        <p:spPr>
          <a:xfrm>
            <a:off x="3277241" y="2557714"/>
            <a:ext cx="378398" cy="870524"/>
          </a:xfrm>
          <a:prstGeom prst="bentConnector3">
            <a:avLst>
              <a:gd name="adj1" fmla="val 50000"/>
            </a:avLst>
          </a:prstGeom>
          <a:noFill/>
          <a:ln w="25400" cap="flat">
            <a:solidFill>
              <a:schemeClr val="accent1"/>
            </a:solidFill>
            <a:prstDash val="solid"/>
            <a:round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40" name="Straight Arrow Connector 6">
            <a:extLst>
              <a:ext uri="{FF2B5EF4-FFF2-40B4-BE49-F238E27FC236}">
                <a16:creationId xmlns:a16="http://schemas.microsoft.com/office/drawing/2014/main" id="{617C09D4-B4E6-3413-B285-3ACC7D4D13CD}"/>
              </a:ext>
            </a:extLst>
          </p:cNvPr>
          <p:cNvCxnSpPr>
            <a:cxnSpLocks/>
            <a:stCxn id="17" idx="3"/>
          </p:cNvCxnSpPr>
          <p:nvPr/>
        </p:nvCxnSpPr>
        <p:spPr>
          <a:xfrm flipV="1">
            <a:off x="5027239" y="1680187"/>
            <a:ext cx="145596" cy="7003"/>
          </a:xfrm>
          <a:prstGeom prst="straightConnector1">
            <a:avLst/>
          </a:prstGeom>
          <a:noFill/>
          <a:ln w="25400" cap="flat">
            <a:solidFill>
              <a:schemeClr val="accent1"/>
            </a:solidFill>
            <a:prstDash val="solid"/>
            <a:round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38" name="Rettangolo 19">
            <a:extLst>
              <a:ext uri="{FF2B5EF4-FFF2-40B4-BE49-F238E27FC236}">
                <a16:creationId xmlns:a16="http://schemas.microsoft.com/office/drawing/2014/main" id="{7AB0ABF3-3F95-B805-478F-C120AF2B1E3C}"/>
              </a:ext>
            </a:extLst>
          </p:cNvPr>
          <p:cNvSpPr/>
          <p:nvPr/>
        </p:nvSpPr>
        <p:spPr>
          <a:xfrm>
            <a:off x="6807420" y="874967"/>
            <a:ext cx="1005840" cy="423186"/>
          </a:xfrm>
          <a:prstGeom prst="rect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</p:spPr>
        <p:txBody>
          <a:bodyPr spcFirstLastPara="0" vert="horz" wrap="square" lIns="0" tIns="0" rIns="0" bIns="0" numCol="1" spcCol="1270" rtlCol="0" anchor="ctr" anchorCtr="0">
            <a:noAutofit/>
          </a:bodyPr>
          <a:lstStyle/>
          <a:p>
            <a:pPr marL="0" marR="0" lvl="0" indent="0" algn="ctr" defTabSz="4445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lang="en-GB" sz="1200" b="1" dirty="0">
                <a:solidFill>
                  <a:schemeClr val="accent6"/>
                </a:solidFill>
                <a:latin typeface="Graphik" panose="020B0503030202060203" pitchFamily="34" charset="0"/>
                <a:cs typeface="Helvetica"/>
                <a:sym typeface="Simplon BP Regular"/>
              </a:rPr>
              <a:t>MANTER     OI SA</a:t>
            </a:r>
            <a:endParaRPr kumimoji="0" lang="en-GB" b="1" u="none" strike="noStrike" kern="1200" cap="none" spc="0" normalizeH="0" baseline="0" noProof="0" dirty="0">
              <a:ln>
                <a:noFill/>
              </a:ln>
              <a:solidFill>
                <a:schemeClr val="accent6"/>
              </a:solidFill>
              <a:uLnTx/>
              <a:uFillTx/>
              <a:latin typeface="Graphik" panose="020B0503030202060203" pitchFamily="34" charset="0"/>
              <a:cs typeface="Helvetica"/>
              <a:sym typeface="Simplon BP Regular"/>
            </a:endParaRPr>
          </a:p>
        </p:txBody>
      </p:sp>
      <p:sp>
        <p:nvSpPr>
          <p:cNvPr id="39" name="Rettangolo 19">
            <a:extLst>
              <a:ext uri="{FF2B5EF4-FFF2-40B4-BE49-F238E27FC236}">
                <a16:creationId xmlns:a16="http://schemas.microsoft.com/office/drawing/2014/main" id="{BE3E1FDC-CD58-A50B-AB14-149CA5B46C48}"/>
              </a:ext>
            </a:extLst>
          </p:cNvPr>
          <p:cNvSpPr/>
          <p:nvPr/>
        </p:nvSpPr>
        <p:spPr>
          <a:xfrm>
            <a:off x="8117091" y="874967"/>
            <a:ext cx="1005840" cy="423186"/>
          </a:xfrm>
          <a:prstGeom prst="rect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</p:spPr>
        <p:txBody>
          <a:bodyPr spcFirstLastPara="0" vert="horz" wrap="square" lIns="0" tIns="0" rIns="0" bIns="0" numCol="1" spcCol="1270" rtlCol="0" anchor="ctr" anchorCtr="0">
            <a:noAutofit/>
          </a:bodyPr>
          <a:lstStyle/>
          <a:p>
            <a:pPr marL="0" marR="0" lvl="0" indent="0" algn="ctr" defTabSz="4445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u="none" strike="noStrike" kern="1200" cap="none" spc="0" normalizeH="0" baseline="0" noProof="0">
                <a:ln>
                  <a:noFill/>
                </a:ln>
                <a:solidFill>
                  <a:schemeClr val="accent6"/>
                </a:solidFill>
                <a:uLnTx/>
                <a:uFillTx/>
                <a:latin typeface="Graphik" panose="020B0503030202060203" pitchFamily="34" charset="0"/>
                <a:cs typeface="Helvetica"/>
                <a:sym typeface="Simplon BP Regular"/>
              </a:rPr>
              <a:t>SEPARAR</a:t>
            </a:r>
            <a:endParaRPr kumimoji="0" lang="en-GB" b="1" u="none" strike="noStrike" kern="1200" cap="none" spc="0" normalizeH="0" baseline="0" noProof="0">
              <a:ln>
                <a:noFill/>
              </a:ln>
              <a:solidFill>
                <a:schemeClr val="accent6"/>
              </a:solidFill>
              <a:uLnTx/>
              <a:uFillTx/>
              <a:latin typeface="Graphik" panose="020B0503030202060203" pitchFamily="34" charset="0"/>
              <a:cs typeface="Helvetica"/>
              <a:sym typeface="Simplon BP Regular"/>
            </a:endParaRPr>
          </a:p>
        </p:txBody>
      </p:sp>
      <p:sp>
        <p:nvSpPr>
          <p:cNvPr id="41" name="Rettangolo 19">
            <a:extLst>
              <a:ext uri="{FF2B5EF4-FFF2-40B4-BE49-F238E27FC236}">
                <a16:creationId xmlns:a16="http://schemas.microsoft.com/office/drawing/2014/main" id="{22D78836-2A19-F636-E770-691FF5B0C5E8}"/>
              </a:ext>
            </a:extLst>
          </p:cNvPr>
          <p:cNvSpPr/>
          <p:nvPr/>
        </p:nvSpPr>
        <p:spPr>
          <a:xfrm>
            <a:off x="9431709" y="874967"/>
            <a:ext cx="1005840" cy="423186"/>
          </a:xfrm>
          <a:prstGeom prst="rect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</p:spPr>
        <p:txBody>
          <a:bodyPr spcFirstLastPara="0" vert="horz" wrap="square" lIns="0" tIns="0" rIns="0" bIns="0" numCol="1" spcCol="1270" rtlCol="0" anchor="ctr" anchorCtr="0">
            <a:noAutofit/>
          </a:bodyPr>
          <a:lstStyle/>
          <a:p>
            <a:pPr marL="0" marR="0" lvl="0" indent="0" algn="ctr" defTabSz="4445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u="none" strike="noStrike" kern="1200" cap="none" spc="0" normalizeH="0" baseline="0" noProof="0" dirty="0">
                <a:ln>
                  <a:noFill/>
                </a:ln>
                <a:solidFill>
                  <a:schemeClr val="accent6"/>
                </a:solidFill>
                <a:uLnTx/>
                <a:uFillTx/>
                <a:latin typeface="Graphik" panose="020B0503030202060203" pitchFamily="34" charset="0"/>
                <a:cs typeface="Helvetica"/>
                <a:sym typeface="Simplon BP Regular"/>
              </a:rPr>
              <a:t>DROP CLIENTCO</a:t>
            </a:r>
            <a:endParaRPr kumimoji="0" lang="en-GB" b="1" u="none" strike="noStrike" kern="1200" cap="none" spc="0" normalizeH="0" baseline="0" noProof="0" dirty="0">
              <a:ln>
                <a:noFill/>
              </a:ln>
              <a:solidFill>
                <a:schemeClr val="accent6"/>
              </a:solidFill>
              <a:uLnTx/>
              <a:uFillTx/>
              <a:latin typeface="Graphik" panose="020B0503030202060203" pitchFamily="34" charset="0"/>
              <a:cs typeface="Helvetica"/>
              <a:sym typeface="Simplon BP Regular"/>
            </a:endParaRPr>
          </a:p>
        </p:txBody>
      </p:sp>
      <p:sp>
        <p:nvSpPr>
          <p:cNvPr id="42" name="Rettangolo 19">
            <a:extLst>
              <a:ext uri="{FF2B5EF4-FFF2-40B4-BE49-F238E27FC236}">
                <a16:creationId xmlns:a16="http://schemas.microsoft.com/office/drawing/2014/main" id="{AB8AE1C4-7B5A-EB40-D140-338E655E07DA}"/>
              </a:ext>
            </a:extLst>
          </p:cNvPr>
          <p:cNvSpPr/>
          <p:nvPr/>
        </p:nvSpPr>
        <p:spPr>
          <a:xfrm>
            <a:off x="5172835" y="874967"/>
            <a:ext cx="1584000" cy="423186"/>
          </a:xfrm>
          <a:prstGeom prst="rect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</p:spPr>
        <p:txBody>
          <a:bodyPr spcFirstLastPara="0" vert="horz" wrap="square" lIns="45720" tIns="0" rIns="45720" bIns="0" numCol="1" spcCol="1270" rtlCol="0" anchor="ctr" anchorCtr="0">
            <a:noAutofit/>
          </a:bodyPr>
          <a:lstStyle/>
          <a:p>
            <a:pPr marL="0" marR="0" lvl="0" indent="0" algn="ctr" defTabSz="4445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u="none" strike="noStrike" kern="1200" cap="none" spc="0" normalizeH="0" baseline="0" noProof="0" dirty="0">
                <a:ln>
                  <a:noFill/>
                </a:ln>
                <a:solidFill>
                  <a:schemeClr val="accent6"/>
                </a:solidFill>
                <a:uLnTx/>
                <a:uFillTx/>
                <a:latin typeface="Graphik" panose="020B0503030202060203" pitchFamily="34" charset="0"/>
                <a:cs typeface="Helvetica"/>
                <a:sym typeface="Simplon BP Regular"/>
              </a:rPr>
              <a:t>DOMÍNIO FUNCIONAL</a:t>
            </a:r>
            <a:endParaRPr kumimoji="0" lang="en-GB" b="1" u="none" strike="noStrike" kern="1200" cap="none" spc="0" normalizeH="0" baseline="0" noProof="0" dirty="0">
              <a:ln>
                <a:noFill/>
              </a:ln>
              <a:solidFill>
                <a:schemeClr val="accent6"/>
              </a:solidFill>
              <a:uLnTx/>
              <a:uFillTx/>
              <a:latin typeface="Graphik" panose="020B0503030202060203" pitchFamily="34" charset="0"/>
              <a:cs typeface="Helvetica"/>
              <a:sym typeface="Simplon BP Regular"/>
            </a:endParaRPr>
          </a:p>
        </p:txBody>
      </p:sp>
      <p:sp>
        <p:nvSpPr>
          <p:cNvPr id="53" name="Rettangolo 19">
            <a:extLst>
              <a:ext uri="{FF2B5EF4-FFF2-40B4-BE49-F238E27FC236}">
                <a16:creationId xmlns:a16="http://schemas.microsoft.com/office/drawing/2014/main" id="{82DDA91D-679B-BF68-ADB4-EB79A384A217}"/>
              </a:ext>
            </a:extLst>
          </p:cNvPr>
          <p:cNvSpPr/>
          <p:nvPr/>
        </p:nvSpPr>
        <p:spPr>
          <a:xfrm>
            <a:off x="10654314" y="874967"/>
            <a:ext cx="1188720" cy="423186"/>
          </a:xfrm>
          <a:prstGeom prst="rect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</p:spPr>
        <p:txBody>
          <a:bodyPr spcFirstLastPara="0" vert="horz" wrap="square" lIns="0" tIns="0" rIns="0" bIns="0" numCol="1" spcCol="1270" rtlCol="0" anchor="ctr" anchorCtr="0">
            <a:noAutofit/>
          </a:bodyPr>
          <a:lstStyle/>
          <a:p>
            <a:pPr marL="0" marR="0" lvl="0" indent="0" algn="ctr" defTabSz="4445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lang="en-GB" sz="1200" b="1" dirty="0">
                <a:solidFill>
                  <a:schemeClr val="accent6"/>
                </a:solidFill>
                <a:latin typeface="Graphik" panose="020B0503030202060203" pitchFamily="34" charset="0"/>
                <a:cs typeface="Helvetica"/>
                <a:sym typeface="Simplon BP Regular"/>
              </a:rPr>
              <a:t>EM VALIDAÇÃO</a:t>
            </a:r>
            <a:endParaRPr kumimoji="0" lang="en-GB" b="1" u="none" strike="noStrike" kern="1200" cap="none" spc="0" normalizeH="0" baseline="0" noProof="0" dirty="0">
              <a:ln>
                <a:noFill/>
              </a:ln>
              <a:solidFill>
                <a:schemeClr val="accent6"/>
              </a:solidFill>
              <a:uLnTx/>
              <a:uFillTx/>
              <a:latin typeface="Graphik" panose="020B0503030202060203" pitchFamily="34" charset="0"/>
              <a:cs typeface="Helvetica"/>
              <a:sym typeface="Simplon BP Regular"/>
            </a:endParaRPr>
          </a:p>
        </p:txBody>
      </p:sp>
      <p:sp>
        <p:nvSpPr>
          <p:cNvPr id="60" name="Rettangolo 19">
            <a:extLst>
              <a:ext uri="{FF2B5EF4-FFF2-40B4-BE49-F238E27FC236}">
                <a16:creationId xmlns:a16="http://schemas.microsoft.com/office/drawing/2014/main" id="{C463C780-380F-63FB-AFD2-DEE7052A0D03}"/>
              </a:ext>
            </a:extLst>
          </p:cNvPr>
          <p:cNvSpPr/>
          <p:nvPr/>
        </p:nvSpPr>
        <p:spPr>
          <a:xfrm>
            <a:off x="1905641" y="5400359"/>
            <a:ext cx="1371600" cy="975478"/>
          </a:xfrm>
          <a:prstGeom prst="rect">
            <a:avLst/>
          </a:prstGeom>
          <a:solidFill>
            <a:srgbClr val="70AD47"/>
          </a:solidFill>
          <a:ln w="1905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spcFirstLastPara="0" vert="horz" wrap="square" lIns="45720" tIns="0" rIns="45720" bIns="0" numCol="1" spcCol="1270" rtlCol="0" anchor="ctr" anchorCtr="0">
            <a:noAutofit/>
          </a:bodyPr>
          <a:lstStyle/>
          <a:p>
            <a:pPr marL="0" marR="0" lvl="0" indent="0" algn="ctr" defTabSz="4445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50" b="1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uLnTx/>
                <a:uFillTx/>
                <a:latin typeface="Graphik" panose="020B0503030202060203" pitchFamily="34" charset="0"/>
                <a:cs typeface="Helvetica"/>
                <a:sym typeface="Simplon BP Regular"/>
              </a:rPr>
              <a:t>SISTEMA DEPARTAMENTAL</a:t>
            </a:r>
          </a:p>
          <a:p>
            <a:pPr marL="0" marR="0" lvl="0" indent="0" algn="ctr" defTabSz="4445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uLnTx/>
                <a:uFillTx/>
                <a:latin typeface="Graphik" panose="020B0503030202060203" pitchFamily="34" charset="0"/>
                <a:cs typeface="Helvetica"/>
                <a:sym typeface="Simplon BP Regular"/>
              </a:rPr>
              <a:t>TBD</a:t>
            </a:r>
            <a:endParaRPr kumimoji="0" lang="en-GB" b="1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uLnTx/>
              <a:uFillTx/>
              <a:latin typeface="Graphik" panose="020B0503030202060203" pitchFamily="34" charset="0"/>
              <a:cs typeface="Helvetica"/>
              <a:sym typeface="Simplon BP Regular"/>
            </a:endParaRPr>
          </a:p>
        </p:txBody>
      </p:sp>
      <p:cxnSp>
        <p:nvCxnSpPr>
          <p:cNvPr id="61" name="Straight Arrow Connector 6">
            <a:extLst>
              <a:ext uri="{FF2B5EF4-FFF2-40B4-BE49-F238E27FC236}">
                <a16:creationId xmlns:a16="http://schemas.microsoft.com/office/drawing/2014/main" id="{C7051314-C7E0-54C1-3C24-09478A7F7DC3}"/>
              </a:ext>
            </a:extLst>
          </p:cNvPr>
          <p:cNvCxnSpPr>
            <a:cxnSpLocks/>
            <a:stCxn id="5" idx="3"/>
            <a:endCxn id="60" idx="1"/>
          </p:cNvCxnSpPr>
          <p:nvPr/>
        </p:nvCxnSpPr>
        <p:spPr>
          <a:xfrm>
            <a:off x="1495346" y="4210533"/>
            <a:ext cx="410295" cy="1677565"/>
          </a:xfrm>
          <a:prstGeom prst="bentConnector3">
            <a:avLst>
              <a:gd name="adj1" fmla="val 50000"/>
            </a:avLst>
          </a:prstGeom>
          <a:noFill/>
          <a:ln w="25400" cap="flat">
            <a:solidFill>
              <a:schemeClr val="accent1"/>
            </a:solidFill>
            <a:prstDash val="solid"/>
            <a:round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1" name="Rettangolo 19">
            <a:extLst>
              <a:ext uri="{FF2B5EF4-FFF2-40B4-BE49-F238E27FC236}">
                <a16:creationId xmlns:a16="http://schemas.microsoft.com/office/drawing/2014/main" id="{0573B232-1EA7-0EAE-FA6B-D6F97A585B1E}"/>
              </a:ext>
            </a:extLst>
          </p:cNvPr>
          <p:cNvSpPr/>
          <p:nvPr/>
        </p:nvSpPr>
        <p:spPr>
          <a:xfrm>
            <a:off x="5252669" y="1321430"/>
            <a:ext cx="1404000" cy="648000"/>
          </a:xfrm>
          <a:prstGeom prst="rect">
            <a:avLst/>
          </a:prstGeom>
          <a:solidFill>
            <a:srgbClr val="70AD47"/>
          </a:solidFill>
          <a:ln w="1905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spcFirstLastPara="0" vert="horz" wrap="square" lIns="45720" tIns="0" rIns="45720" bIns="0" numCol="1" spcCol="1270" rtlCol="0" anchor="ctr" anchorCtr="0">
            <a:noAutofit/>
          </a:bodyPr>
          <a:lstStyle/>
          <a:p>
            <a:pPr marL="0" marR="0" lvl="0" indent="0" algn="ctr" defTabSz="4445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uLnTx/>
                <a:uFillTx/>
                <a:latin typeface="Graphik" panose="020B0503030202060203" pitchFamily="34" charset="0"/>
                <a:cs typeface="Helvetica"/>
                <a:sym typeface="Simplon BP Regular"/>
              </a:rPr>
              <a:t>CANAIS</a:t>
            </a:r>
          </a:p>
          <a:p>
            <a:pPr marL="0" marR="0" lvl="0" indent="0" algn="ctr" defTabSz="4445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lang="en-GB" sz="1400" b="1" dirty="0">
                <a:solidFill>
                  <a:srgbClr val="FFFFFF"/>
                </a:solidFill>
                <a:latin typeface="Graphik" panose="020B0503030202060203" pitchFamily="34" charset="0"/>
                <a:cs typeface="Helvetica"/>
                <a:sym typeface="Simplon BP Regular"/>
              </a:rPr>
              <a:t>53</a:t>
            </a:r>
            <a:endParaRPr kumimoji="0" lang="en-GB" sz="1600" b="1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uLnTx/>
              <a:uFillTx/>
              <a:latin typeface="Graphik" panose="020B0503030202060203" pitchFamily="34" charset="0"/>
              <a:cs typeface="Helvetica"/>
              <a:sym typeface="Simplon BP Regular"/>
            </a:endParaRPr>
          </a:p>
        </p:txBody>
      </p:sp>
      <p:sp>
        <p:nvSpPr>
          <p:cNvPr id="6" name="Rettangolo 19">
            <a:extLst>
              <a:ext uri="{FF2B5EF4-FFF2-40B4-BE49-F238E27FC236}">
                <a16:creationId xmlns:a16="http://schemas.microsoft.com/office/drawing/2014/main" id="{DA64956F-081B-5352-62E0-E905FD628642}"/>
              </a:ext>
            </a:extLst>
          </p:cNvPr>
          <p:cNvSpPr/>
          <p:nvPr/>
        </p:nvSpPr>
        <p:spPr>
          <a:xfrm>
            <a:off x="6756835" y="1321430"/>
            <a:ext cx="1097280" cy="64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905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spcFirstLastPara="0" vert="horz" wrap="square" lIns="45720" tIns="0" rIns="45720" bIns="0" numCol="1" spcCol="1270" rtlCol="0" anchor="ctr" anchorCtr="0">
            <a:noAutofit/>
          </a:bodyPr>
          <a:lstStyle/>
          <a:p>
            <a:pPr marL="0" marR="0" lvl="0" indent="0" algn="ctr" defTabSz="4445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u="none" strike="noStrike" kern="1200" cap="none" spc="0" normalizeH="0" baseline="0" noProof="0" dirty="0">
                <a:ln>
                  <a:noFill/>
                </a:ln>
                <a:solidFill>
                  <a:schemeClr val="accent6"/>
                </a:solidFill>
                <a:uLnTx/>
                <a:uFillTx/>
                <a:latin typeface="Graphik" panose="020B0503030202060203" pitchFamily="34" charset="0"/>
                <a:cs typeface="Helvetica"/>
                <a:sym typeface="Simplon BP Regular"/>
              </a:rPr>
              <a:t>11</a:t>
            </a:r>
            <a:endParaRPr kumimoji="0" lang="en-GB" sz="2000" b="1" u="none" strike="noStrike" kern="1200" cap="none" spc="0" normalizeH="0" baseline="0" noProof="0">
              <a:ln>
                <a:noFill/>
              </a:ln>
              <a:solidFill>
                <a:schemeClr val="accent6"/>
              </a:solidFill>
              <a:uLnTx/>
              <a:uFillTx/>
              <a:latin typeface="Graphik" panose="020B0503030202060203" pitchFamily="34" charset="0"/>
              <a:cs typeface="Helvetica"/>
              <a:sym typeface="Simplon BP Regular"/>
            </a:endParaRPr>
          </a:p>
        </p:txBody>
      </p:sp>
      <p:sp>
        <p:nvSpPr>
          <p:cNvPr id="22" name="Rettangolo 19">
            <a:extLst>
              <a:ext uri="{FF2B5EF4-FFF2-40B4-BE49-F238E27FC236}">
                <a16:creationId xmlns:a16="http://schemas.microsoft.com/office/drawing/2014/main" id="{B42252B3-5E83-F21D-FDEB-6A86838F0DD5}"/>
              </a:ext>
            </a:extLst>
          </p:cNvPr>
          <p:cNvSpPr/>
          <p:nvPr/>
        </p:nvSpPr>
        <p:spPr>
          <a:xfrm>
            <a:off x="8071371" y="1321430"/>
            <a:ext cx="1097280" cy="64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905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spcFirstLastPara="0" vert="horz" wrap="square" lIns="45720" tIns="0" rIns="45720" bIns="0" numCol="1" spcCol="1270" rtlCol="0" anchor="ctr" anchorCtr="0">
            <a:noAutofit/>
          </a:bodyPr>
          <a:lstStyle/>
          <a:p>
            <a:pPr marL="0" marR="0" lvl="0" indent="0" algn="ctr" defTabSz="4445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lang="en-GB" sz="1400" b="1" dirty="0">
                <a:solidFill>
                  <a:schemeClr val="accent6"/>
                </a:solidFill>
                <a:latin typeface="Graphik" panose="020B0503030202060203" pitchFamily="34" charset="0"/>
                <a:cs typeface="Helvetica"/>
                <a:sym typeface="Simplon BP Regular"/>
              </a:rPr>
              <a:t>12</a:t>
            </a:r>
            <a:endParaRPr kumimoji="0" lang="en-GB" sz="2000" b="1" u="none" strike="noStrike" kern="1200" cap="none" spc="0" normalizeH="0" baseline="0" noProof="0">
              <a:ln>
                <a:noFill/>
              </a:ln>
              <a:solidFill>
                <a:schemeClr val="accent6"/>
              </a:solidFill>
              <a:uLnTx/>
              <a:uFillTx/>
              <a:latin typeface="Graphik" panose="020B0503030202060203" pitchFamily="34" charset="0"/>
              <a:cs typeface="Helvetica"/>
              <a:sym typeface="Simplon BP Regular"/>
            </a:endParaRPr>
          </a:p>
        </p:txBody>
      </p:sp>
      <p:sp>
        <p:nvSpPr>
          <p:cNvPr id="32" name="Rettangolo 19">
            <a:extLst>
              <a:ext uri="{FF2B5EF4-FFF2-40B4-BE49-F238E27FC236}">
                <a16:creationId xmlns:a16="http://schemas.microsoft.com/office/drawing/2014/main" id="{D9A19371-2CA6-0C53-BDB0-1434CC776531}"/>
              </a:ext>
            </a:extLst>
          </p:cNvPr>
          <p:cNvSpPr/>
          <p:nvPr/>
        </p:nvSpPr>
        <p:spPr>
          <a:xfrm>
            <a:off x="9385989" y="1321430"/>
            <a:ext cx="1097280" cy="64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905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spcFirstLastPara="0" vert="horz" wrap="square" lIns="45720" tIns="0" rIns="45720" bIns="0" numCol="1" spcCol="1270" rtlCol="0" anchor="ctr" anchorCtr="0">
            <a:noAutofit/>
          </a:bodyPr>
          <a:lstStyle/>
          <a:p>
            <a:pPr marL="0" marR="0" lvl="0" indent="0" algn="ctr" defTabSz="4445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lang="en-GB" sz="1400" b="1" dirty="0">
                <a:solidFill>
                  <a:schemeClr val="accent6"/>
                </a:solidFill>
                <a:latin typeface="Graphik" panose="020B0503030202060203" pitchFamily="34" charset="0"/>
                <a:cs typeface="Helvetica"/>
                <a:sym typeface="Simplon BP Regular"/>
              </a:rPr>
              <a:t>3</a:t>
            </a:r>
            <a:endParaRPr kumimoji="0" lang="en-GB" sz="2000" b="1" u="none" strike="noStrike" kern="1200" cap="none" spc="0" normalizeH="0" baseline="0" noProof="0">
              <a:ln>
                <a:noFill/>
              </a:ln>
              <a:solidFill>
                <a:schemeClr val="accent6"/>
              </a:solidFill>
              <a:uLnTx/>
              <a:uFillTx/>
              <a:latin typeface="Graphik" panose="020B0503030202060203" pitchFamily="34" charset="0"/>
              <a:cs typeface="Helvetica"/>
              <a:sym typeface="Simplon BP Regular"/>
            </a:endParaRPr>
          </a:p>
        </p:txBody>
      </p:sp>
      <p:sp>
        <p:nvSpPr>
          <p:cNvPr id="2" name="Rettangolo 19">
            <a:extLst>
              <a:ext uri="{FF2B5EF4-FFF2-40B4-BE49-F238E27FC236}">
                <a16:creationId xmlns:a16="http://schemas.microsoft.com/office/drawing/2014/main" id="{156D4AFE-31AC-774D-8C65-407966C72F80}"/>
              </a:ext>
            </a:extLst>
          </p:cNvPr>
          <p:cNvSpPr/>
          <p:nvPr/>
        </p:nvSpPr>
        <p:spPr>
          <a:xfrm>
            <a:off x="10699753" y="1321430"/>
            <a:ext cx="1097280" cy="64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905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spcFirstLastPara="0" vert="horz" wrap="square" lIns="45720" tIns="0" rIns="45720" bIns="0" numCol="1" spcCol="1270" rtlCol="0" anchor="ctr" anchorCtr="0">
            <a:noAutofit/>
          </a:bodyPr>
          <a:lstStyle/>
          <a:p>
            <a:pPr marL="0" marR="0" lvl="0" indent="0" algn="ctr" defTabSz="4445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lang="en-GB" sz="1400" b="1">
                <a:solidFill>
                  <a:schemeClr val="accent6"/>
                </a:solidFill>
                <a:latin typeface="Graphik" panose="020B0503030202060203" pitchFamily="34" charset="0"/>
                <a:cs typeface="Helvetica"/>
                <a:sym typeface="Simplon BP Regular"/>
              </a:rPr>
              <a:t>27</a:t>
            </a:r>
            <a:endParaRPr kumimoji="0" lang="en-GB" sz="2000" b="1" u="none" strike="noStrike" kern="1200" cap="none" spc="0" normalizeH="0" baseline="0" noProof="0">
              <a:ln>
                <a:noFill/>
              </a:ln>
              <a:solidFill>
                <a:schemeClr val="accent6"/>
              </a:solidFill>
              <a:uLnTx/>
              <a:uFillTx/>
              <a:latin typeface="Graphik" panose="020B0503030202060203" pitchFamily="34" charset="0"/>
              <a:cs typeface="Helvetica"/>
              <a:sym typeface="Simplon BP Regular"/>
            </a:endParaRPr>
          </a:p>
        </p:txBody>
      </p:sp>
      <p:sp>
        <p:nvSpPr>
          <p:cNvPr id="73" name="Action Button: Go Forward or Next 72">
            <a:hlinkClick r:id="rId3" action="ppaction://hlinksldjump" highlightClick="1"/>
            <a:extLst>
              <a:ext uri="{FF2B5EF4-FFF2-40B4-BE49-F238E27FC236}">
                <a16:creationId xmlns:a16="http://schemas.microsoft.com/office/drawing/2014/main" id="{1CED4168-945D-FE49-01F0-638333699EC9}"/>
              </a:ext>
            </a:extLst>
          </p:cNvPr>
          <p:cNvSpPr/>
          <p:nvPr/>
        </p:nvSpPr>
        <p:spPr>
          <a:xfrm>
            <a:off x="6333126" y="1794006"/>
            <a:ext cx="216000" cy="144000"/>
          </a:xfrm>
          <a:prstGeom prst="actionButtonForwardNext">
            <a:avLst/>
          </a:prstGeom>
          <a:noFill/>
          <a:ln w="25400" cap="flat">
            <a:solidFill>
              <a:schemeClr val="bg1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pt-BR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12" name="Rettangolo 19">
            <a:extLst>
              <a:ext uri="{FF2B5EF4-FFF2-40B4-BE49-F238E27FC236}">
                <a16:creationId xmlns:a16="http://schemas.microsoft.com/office/drawing/2014/main" id="{728E09E3-D11A-613D-1BF7-36E2EDFC935E}"/>
              </a:ext>
            </a:extLst>
          </p:cNvPr>
          <p:cNvSpPr/>
          <p:nvPr/>
        </p:nvSpPr>
        <p:spPr>
          <a:xfrm>
            <a:off x="5252669" y="2083852"/>
            <a:ext cx="1404000" cy="648000"/>
          </a:xfrm>
          <a:prstGeom prst="rect">
            <a:avLst/>
          </a:prstGeom>
          <a:solidFill>
            <a:srgbClr val="70AD47"/>
          </a:solidFill>
          <a:ln w="1905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spcFirstLastPara="0" vert="horz" wrap="square" lIns="45720" tIns="0" rIns="45720" bIns="0" numCol="1" spcCol="1270" rtlCol="0" anchor="ctr" anchorCtr="0">
            <a:noAutofit/>
          </a:bodyPr>
          <a:lstStyle/>
          <a:p>
            <a:pPr marL="0" marR="0" lvl="0" indent="0" algn="ctr" defTabSz="4445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uLnTx/>
                <a:uFillTx/>
                <a:latin typeface="Graphik" panose="020B0503030202060203" pitchFamily="34" charset="0"/>
                <a:cs typeface="Helvetica"/>
                <a:sym typeface="Simplon BP Regular"/>
              </a:rPr>
              <a:t>BSS</a:t>
            </a:r>
          </a:p>
          <a:p>
            <a:pPr marL="0" marR="0" lvl="0" indent="0" algn="ctr" defTabSz="4445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lang="en-GB" sz="1400" b="1">
                <a:solidFill>
                  <a:srgbClr val="FFFFFF"/>
                </a:solidFill>
                <a:latin typeface="Graphik" panose="020B0503030202060203" pitchFamily="34" charset="0"/>
                <a:cs typeface="Helvetica"/>
                <a:sym typeface="Simplon BP Regular"/>
              </a:rPr>
              <a:t>102</a:t>
            </a:r>
            <a:endParaRPr kumimoji="0" lang="en-GB" sz="1200" b="1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uLnTx/>
              <a:uFillTx/>
              <a:latin typeface="Graphik" panose="020B0503030202060203" pitchFamily="34" charset="0"/>
              <a:cs typeface="Helvetica"/>
              <a:sym typeface="Simplon BP Regular"/>
            </a:endParaRPr>
          </a:p>
        </p:txBody>
      </p:sp>
      <p:sp>
        <p:nvSpPr>
          <p:cNvPr id="9" name="Rettangolo 19">
            <a:extLst>
              <a:ext uri="{FF2B5EF4-FFF2-40B4-BE49-F238E27FC236}">
                <a16:creationId xmlns:a16="http://schemas.microsoft.com/office/drawing/2014/main" id="{BE32E8F3-5627-CB3C-185A-7456D4693D42}"/>
              </a:ext>
            </a:extLst>
          </p:cNvPr>
          <p:cNvSpPr/>
          <p:nvPr/>
        </p:nvSpPr>
        <p:spPr>
          <a:xfrm>
            <a:off x="6756835" y="2083852"/>
            <a:ext cx="1097280" cy="64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905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spcFirstLastPara="0" vert="horz" wrap="square" lIns="45720" tIns="0" rIns="45720" bIns="0" numCol="1" spcCol="1270" rtlCol="0" anchor="ctr" anchorCtr="0">
            <a:noAutofit/>
          </a:bodyPr>
          <a:lstStyle/>
          <a:p>
            <a:pPr marL="0" marR="0" lvl="0" indent="0" algn="ctr" defTabSz="4445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lang="en-GB" sz="1400" b="1" dirty="0">
                <a:solidFill>
                  <a:schemeClr val="accent6"/>
                </a:solidFill>
                <a:latin typeface="Graphik" panose="020B0503030202060203" pitchFamily="34" charset="0"/>
                <a:cs typeface="Helvetica"/>
                <a:sym typeface="Simplon BP Regular"/>
              </a:rPr>
              <a:t>23</a:t>
            </a:r>
            <a:endParaRPr kumimoji="0" lang="en-GB" sz="2000" b="1" u="none" strike="noStrike" kern="1200" cap="none" spc="0" normalizeH="0" baseline="0" noProof="0">
              <a:ln>
                <a:noFill/>
              </a:ln>
              <a:solidFill>
                <a:schemeClr val="accent6"/>
              </a:solidFill>
              <a:uLnTx/>
              <a:uFillTx/>
              <a:latin typeface="Graphik" panose="020B0503030202060203" pitchFamily="34" charset="0"/>
              <a:cs typeface="Helvetica"/>
              <a:sym typeface="Simplon BP Regular"/>
            </a:endParaRPr>
          </a:p>
        </p:txBody>
      </p:sp>
      <p:sp>
        <p:nvSpPr>
          <p:cNvPr id="23" name="Rettangolo 19">
            <a:extLst>
              <a:ext uri="{FF2B5EF4-FFF2-40B4-BE49-F238E27FC236}">
                <a16:creationId xmlns:a16="http://schemas.microsoft.com/office/drawing/2014/main" id="{41A380F7-F968-B1F3-3675-FA5501CDD000}"/>
              </a:ext>
            </a:extLst>
          </p:cNvPr>
          <p:cNvSpPr/>
          <p:nvPr/>
        </p:nvSpPr>
        <p:spPr>
          <a:xfrm>
            <a:off x="8076803" y="2083852"/>
            <a:ext cx="1086416" cy="64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905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spcFirstLastPara="0" vert="horz" wrap="square" lIns="45720" tIns="0" rIns="45720" bIns="0" numCol="1" spcCol="1270" rtlCol="0" anchor="ctr" anchorCtr="0">
            <a:noAutofit/>
          </a:bodyPr>
          <a:lstStyle/>
          <a:p>
            <a:pPr marL="0" marR="0" lvl="0" indent="0" algn="ctr" defTabSz="4445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lang="en-GB" sz="1400" b="1">
                <a:solidFill>
                  <a:schemeClr val="accent6"/>
                </a:solidFill>
                <a:latin typeface="Graphik" panose="020B0503030202060203" pitchFamily="34" charset="0"/>
                <a:cs typeface="Helvetica"/>
                <a:sym typeface="Simplon BP Regular"/>
              </a:rPr>
              <a:t>4</a:t>
            </a:r>
            <a:r>
              <a:rPr lang="en-GB" sz="1400" b="1" dirty="0">
                <a:solidFill>
                  <a:schemeClr val="accent6"/>
                </a:solidFill>
                <a:latin typeface="Graphik" panose="020B0503030202060203" pitchFamily="34" charset="0"/>
                <a:cs typeface="Helvetica"/>
                <a:sym typeface="Simplon BP Regular"/>
              </a:rPr>
              <a:t>6</a:t>
            </a:r>
            <a:endParaRPr kumimoji="0" lang="en-GB" sz="2000" b="1" u="none" strike="noStrike" kern="1200" cap="none" spc="0" normalizeH="0" baseline="0" noProof="0">
              <a:ln>
                <a:noFill/>
              </a:ln>
              <a:solidFill>
                <a:schemeClr val="accent6"/>
              </a:solidFill>
              <a:uLnTx/>
              <a:uFillTx/>
              <a:latin typeface="Graphik" panose="020B0503030202060203" pitchFamily="34" charset="0"/>
              <a:cs typeface="Helvetica"/>
              <a:sym typeface="Simplon BP Regular"/>
            </a:endParaRPr>
          </a:p>
        </p:txBody>
      </p:sp>
      <p:sp>
        <p:nvSpPr>
          <p:cNvPr id="33" name="Rettangolo 19">
            <a:extLst>
              <a:ext uri="{FF2B5EF4-FFF2-40B4-BE49-F238E27FC236}">
                <a16:creationId xmlns:a16="http://schemas.microsoft.com/office/drawing/2014/main" id="{CD0E873B-7D1A-0738-7CBA-4C433D7A021B}"/>
              </a:ext>
            </a:extLst>
          </p:cNvPr>
          <p:cNvSpPr/>
          <p:nvPr/>
        </p:nvSpPr>
        <p:spPr>
          <a:xfrm>
            <a:off x="9385989" y="2083852"/>
            <a:ext cx="1097280" cy="64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905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spcFirstLastPara="0" vert="horz" wrap="square" lIns="45720" tIns="0" rIns="45720" bIns="0" numCol="1" spcCol="1270" rtlCol="0" anchor="ctr" anchorCtr="0">
            <a:noAutofit/>
          </a:bodyPr>
          <a:lstStyle/>
          <a:p>
            <a:pPr marL="0" marR="0" lvl="0" indent="0" algn="ctr" defTabSz="4445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u="none" strike="noStrike" kern="1200" cap="none" spc="0" normalizeH="0" baseline="0" noProof="0">
                <a:ln>
                  <a:noFill/>
                </a:ln>
                <a:solidFill>
                  <a:schemeClr val="accent6"/>
                </a:solidFill>
                <a:uLnTx/>
                <a:uFillTx/>
                <a:latin typeface="Graphik" panose="020B0503030202060203" pitchFamily="34" charset="0"/>
                <a:cs typeface="Helvetica"/>
                <a:sym typeface="Simplon BP Regular"/>
              </a:rPr>
              <a:t>13</a:t>
            </a:r>
            <a:endParaRPr kumimoji="0" lang="en-GB" sz="2000" b="1" u="none" strike="noStrike" kern="1200" cap="none" spc="0" normalizeH="0" baseline="0" noProof="0">
              <a:ln>
                <a:noFill/>
              </a:ln>
              <a:solidFill>
                <a:schemeClr val="accent6"/>
              </a:solidFill>
              <a:uLnTx/>
              <a:uFillTx/>
              <a:latin typeface="Graphik" panose="020B0503030202060203" pitchFamily="34" charset="0"/>
              <a:cs typeface="Helvetica"/>
              <a:sym typeface="Simplon BP Regular"/>
            </a:endParaRPr>
          </a:p>
        </p:txBody>
      </p:sp>
      <p:sp>
        <p:nvSpPr>
          <p:cNvPr id="44" name="Rettangolo 19">
            <a:extLst>
              <a:ext uri="{FF2B5EF4-FFF2-40B4-BE49-F238E27FC236}">
                <a16:creationId xmlns:a16="http://schemas.microsoft.com/office/drawing/2014/main" id="{14D839C3-695F-CBEF-03AB-FBA903473038}"/>
              </a:ext>
            </a:extLst>
          </p:cNvPr>
          <p:cNvSpPr/>
          <p:nvPr/>
        </p:nvSpPr>
        <p:spPr>
          <a:xfrm>
            <a:off x="10699753" y="2083852"/>
            <a:ext cx="1097280" cy="64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905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spcFirstLastPara="0" vert="horz" wrap="square" lIns="45720" tIns="0" rIns="45720" bIns="0" numCol="1" spcCol="1270" rtlCol="0" anchor="ctr" anchorCtr="0">
            <a:noAutofit/>
          </a:bodyPr>
          <a:lstStyle/>
          <a:p>
            <a:pPr marL="0" marR="0" lvl="0" indent="0" algn="ctr" defTabSz="4445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u="none" strike="noStrike" kern="1200" cap="none" spc="0" normalizeH="0" baseline="0" noProof="0">
                <a:ln>
                  <a:noFill/>
                </a:ln>
                <a:solidFill>
                  <a:schemeClr val="accent6"/>
                </a:solidFill>
                <a:uLnTx/>
                <a:uFillTx/>
                <a:latin typeface="Graphik" panose="020B0503030202060203" pitchFamily="34" charset="0"/>
                <a:cs typeface="Helvetica"/>
                <a:sym typeface="Simplon BP Regular"/>
              </a:rPr>
              <a:t>20</a:t>
            </a:r>
            <a:endParaRPr kumimoji="0" lang="en-GB" sz="2000" b="1" u="none" strike="noStrike" kern="1200" cap="none" spc="0" normalizeH="0" baseline="0" noProof="0">
              <a:ln>
                <a:noFill/>
              </a:ln>
              <a:solidFill>
                <a:schemeClr val="accent6"/>
              </a:solidFill>
              <a:uLnTx/>
              <a:uFillTx/>
              <a:latin typeface="Graphik" panose="020B0503030202060203" pitchFamily="34" charset="0"/>
              <a:cs typeface="Helvetica"/>
              <a:sym typeface="Simplon BP Regular"/>
            </a:endParaRPr>
          </a:p>
        </p:txBody>
      </p:sp>
      <p:sp>
        <p:nvSpPr>
          <p:cNvPr id="74" name="Action Button: Go Forward or Next 73">
            <a:hlinkClick r:id="rId4" action="ppaction://hlinksldjump" highlightClick="1"/>
            <a:extLst>
              <a:ext uri="{FF2B5EF4-FFF2-40B4-BE49-F238E27FC236}">
                <a16:creationId xmlns:a16="http://schemas.microsoft.com/office/drawing/2014/main" id="{8E57555C-FAE8-4891-908E-0125F9A9650D}"/>
              </a:ext>
            </a:extLst>
          </p:cNvPr>
          <p:cNvSpPr/>
          <p:nvPr/>
        </p:nvSpPr>
        <p:spPr>
          <a:xfrm>
            <a:off x="6333126" y="2561565"/>
            <a:ext cx="216000" cy="144000"/>
          </a:xfrm>
          <a:prstGeom prst="actionButtonForwardNext">
            <a:avLst/>
          </a:prstGeom>
          <a:noFill/>
          <a:ln w="25400" cap="flat">
            <a:solidFill>
              <a:schemeClr val="bg1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pt-BR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13" name="Rettangolo 19">
            <a:extLst>
              <a:ext uri="{FF2B5EF4-FFF2-40B4-BE49-F238E27FC236}">
                <a16:creationId xmlns:a16="http://schemas.microsoft.com/office/drawing/2014/main" id="{EDF93874-9C61-9D89-C79E-8BC00608CAF5}"/>
              </a:ext>
            </a:extLst>
          </p:cNvPr>
          <p:cNvSpPr/>
          <p:nvPr/>
        </p:nvSpPr>
        <p:spPr>
          <a:xfrm>
            <a:off x="5252669" y="2846274"/>
            <a:ext cx="1404000" cy="648000"/>
          </a:xfrm>
          <a:prstGeom prst="rect">
            <a:avLst/>
          </a:prstGeom>
          <a:solidFill>
            <a:srgbClr val="70AD47"/>
          </a:solidFill>
          <a:ln w="1905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spcFirstLastPara="0" vert="horz" wrap="square" lIns="45720" tIns="0" rIns="45720" bIns="0" numCol="1" spcCol="1270" rtlCol="0" anchor="ctr" anchorCtr="0">
            <a:noAutofit/>
          </a:bodyPr>
          <a:lstStyle/>
          <a:p>
            <a:pPr marL="0" marR="0" lvl="0" indent="0" algn="ctr" defTabSz="4445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uLnTx/>
                <a:uFillTx/>
                <a:latin typeface="Graphik" panose="020B0503030202060203" pitchFamily="34" charset="0"/>
                <a:cs typeface="Helvetica"/>
                <a:sym typeface="Simplon BP Regular"/>
              </a:rPr>
              <a:t>OSS</a:t>
            </a:r>
          </a:p>
          <a:p>
            <a:pPr marL="0" marR="0" lvl="0" indent="0" algn="ctr" defTabSz="4445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lang="en-GB" sz="1400" b="1" dirty="0">
                <a:solidFill>
                  <a:srgbClr val="FFFFFF"/>
                </a:solidFill>
                <a:latin typeface="Graphik" panose="020B0503030202060203" pitchFamily="34" charset="0"/>
                <a:cs typeface="Helvetica"/>
                <a:sym typeface="Simplon BP Regular"/>
              </a:rPr>
              <a:t>63</a:t>
            </a:r>
            <a:endParaRPr kumimoji="0" lang="en-GB" sz="1200" b="1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uLnTx/>
              <a:uFillTx/>
              <a:latin typeface="Graphik" panose="020B0503030202060203" pitchFamily="34" charset="0"/>
              <a:cs typeface="Helvetica"/>
              <a:sym typeface="Simplon BP Regular"/>
            </a:endParaRPr>
          </a:p>
        </p:txBody>
      </p:sp>
      <p:sp>
        <p:nvSpPr>
          <p:cNvPr id="10" name="Rettangolo 19">
            <a:extLst>
              <a:ext uri="{FF2B5EF4-FFF2-40B4-BE49-F238E27FC236}">
                <a16:creationId xmlns:a16="http://schemas.microsoft.com/office/drawing/2014/main" id="{363EA163-C9B7-9BC0-B92D-08944F7DE929}"/>
              </a:ext>
            </a:extLst>
          </p:cNvPr>
          <p:cNvSpPr/>
          <p:nvPr/>
        </p:nvSpPr>
        <p:spPr>
          <a:xfrm>
            <a:off x="6756835" y="2846274"/>
            <a:ext cx="1097280" cy="64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905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spcFirstLastPara="0" vert="horz" wrap="square" lIns="45720" tIns="0" rIns="45720" bIns="0" numCol="1" spcCol="1270" rtlCol="0" anchor="ctr" anchorCtr="0">
            <a:noAutofit/>
          </a:bodyPr>
          <a:lstStyle/>
          <a:p>
            <a:pPr marL="0" marR="0" lvl="0" indent="0" algn="ctr" defTabSz="4445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lang="en-GB" sz="1400" b="1" dirty="0">
                <a:solidFill>
                  <a:schemeClr val="accent6"/>
                </a:solidFill>
                <a:latin typeface="Graphik" panose="020B0503030202060203" pitchFamily="34" charset="0"/>
                <a:cs typeface="Helvetica"/>
                <a:sym typeface="Simplon BP Regular"/>
              </a:rPr>
              <a:t>2</a:t>
            </a:r>
            <a:r>
              <a:rPr kumimoji="0" lang="en-GB" sz="1400" b="1" u="none" strike="noStrike" kern="1200" cap="none" spc="0" normalizeH="0" baseline="0" noProof="0" dirty="0">
                <a:ln>
                  <a:noFill/>
                </a:ln>
                <a:solidFill>
                  <a:schemeClr val="accent6"/>
                </a:solidFill>
                <a:uLnTx/>
                <a:uFillTx/>
                <a:latin typeface="Graphik" panose="020B0503030202060203" pitchFamily="34" charset="0"/>
                <a:cs typeface="Helvetica"/>
                <a:sym typeface="Simplon BP Regular"/>
              </a:rPr>
              <a:t>3</a:t>
            </a:r>
            <a:endParaRPr kumimoji="0" lang="en-GB" sz="2000" b="1" u="none" strike="noStrike" kern="1200" cap="none" spc="0" normalizeH="0" baseline="0" noProof="0">
              <a:ln>
                <a:noFill/>
              </a:ln>
              <a:solidFill>
                <a:schemeClr val="accent6"/>
              </a:solidFill>
              <a:uLnTx/>
              <a:uFillTx/>
              <a:latin typeface="Graphik" panose="020B0503030202060203" pitchFamily="34" charset="0"/>
              <a:cs typeface="Helvetica"/>
              <a:sym typeface="Simplon BP Regular"/>
            </a:endParaRPr>
          </a:p>
        </p:txBody>
      </p:sp>
      <p:sp>
        <p:nvSpPr>
          <p:cNvPr id="24" name="Rettangolo 19">
            <a:extLst>
              <a:ext uri="{FF2B5EF4-FFF2-40B4-BE49-F238E27FC236}">
                <a16:creationId xmlns:a16="http://schemas.microsoft.com/office/drawing/2014/main" id="{9679EBCC-F2E5-FCB0-ED09-2AC9E54B5328}"/>
              </a:ext>
            </a:extLst>
          </p:cNvPr>
          <p:cNvSpPr/>
          <p:nvPr/>
        </p:nvSpPr>
        <p:spPr>
          <a:xfrm>
            <a:off x="8071371" y="2846274"/>
            <a:ext cx="1097280" cy="64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905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spcFirstLastPara="0" vert="horz" wrap="square" lIns="45720" tIns="0" rIns="45720" bIns="0" numCol="1" spcCol="1270" rtlCol="0" anchor="ctr" anchorCtr="0">
            <a:noAutofit/>
          </a:bodyPr>
          <a:lstStyle/>
          <a:p>
            <a:pPr marL="0" marR="0" lvl="0" indent="0" algn="ctr" defTabSz="4445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lang="en-GB" sz="1400" b="1" dirty="0">
                <a:solidFill>
                  <a:schemeClr val="accent6"/>
                </a:solidFill>
                <a:latin typeface="Graphik" panose="020B0503030202060203" pitchFamily="34" charset="0"/>
                <a:cs typeface="Helvetica"/>
                <a:sym typeface="Simplon BP Regular"/>
              </a:rPr>
              <a:t>15</a:t>
            </a:r>
            <a:endParaRPr kumimoji="0" lang="en-GB" sz="2000" b="1" u="none" strike="noStrike" kern="1200" cap="none" spc="0" normalizeH="0" baseline="0" noProof="0">
              <a:ln>
                <a:noFill/>
              </a:ln>
              <a:solidFill>
                <a:schemeClr val="accent6"/>
              </a:solidFill>
              <a:uLnTx/>
              <a:uFillTx/>
              <a:latin typeface="Graphik" panose="020B0503030202060203" pitchFamily="34" charset="0"/>
              <a:cs typeface="Helvetica"/>
              <a:sym typeface="Simplon BP Regular"/>
            </a:endParaRPr>
          </a:p>
        </p:txBody>
      </p:sp>
      <p:sp>
        <p:nvSpPr>
          <p:cNvPr id="34" name="Rettangolo 19">
            <a:extLst>
              <a:ext uri="{FF2B5EF4-FFF2-40B4-BE49-F238E27FC236}">
                <a16:creationId xmlns:a16="http://schemas.microsoft.com/office/drawing/2014/main" id="{30979BCD-AEAD-75B0-23CB-754D29439374}"/>
              </a:ext>
            </a:extLst>
          </p:cNvPr>
          <p:cNvSpPr/>
          <p:nvPr/>
        </p:nvSpPr>
        <p:spPr>
          <a:xfrm>
            <a:off x="9385989" y="2846274"/>
            <a:ext cx="1097280" cy="64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905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spcFirstLastPara="0" vert="horz" wrap="square" lIns="45720" tIns="0" rIns="45720" bIns="0" numCol="1" spcCol="1270" rtlCol="0" anchor="ctr" anchorCtr="0">
            <a:noAutofit/>
          </a:bodyPr>
          <a:lstStyle/>
          <a:p>
            <a:pPr marL="0" marR="0" lvl="0" indent="0" algn="ctr" defTabSz="4445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u="none" strike="noStrike" kern="1200" cap="none" spc="0" normalizeH="0" baseline="0" noProof="0">
                <a:ln>
                  <a:noFill/>
                </a:ln>
                <a:solidFill>
                  <a:schemeClr val="accent6"/>
                </a:solidFill>
                <a:uLnTx/>
                <a:uFillTx/>
                <a:latin typeface="Graphik" panose="020B0503030202060203" pitchFamily="34" charset="0"/>
                <a:cs typeface="Helvetica"/>
                <a:sym typeface="Simplon BP Regular"/>
              </a:rPr>
              <a:t>3</a:t>
            </a:r>
            <a:endParaRPr kumimoji="0" lang="en-GB" sz="2000" b="1" u="none" strike="noStrike" kern="1200" cap="none" spc="0" normalizeH="0" baseline="0" noProof="0">
              <a:ln>
                <a:noFill/>
              </a:ln>
              <a:solidFill>
                <a:schemeClr val="accent6"/>
              </a:solidFill>
              <a:uLnTx/>
              <a:uFillTx/>
              <a:latin typeface="Graphik" panose="020B0503030202060203" pitchFamily="34" charset="0"/>
              <a:cs typeface="Helvetica"/>
              <a:sym typeface="Simplon BP Regular"/>
            </a:endParaRPr>
          </a:p>
        </p:txBody>
      </p:sp>
      <p:sp>
        <p:nvSpPr>
          <p:cNvPr id="45" name="Rettangolo 19">
            <a:extLst>
              <a:ext uri="{FF2B5EF4-FFF2-40B4-BE49-F238E27FC236}">
                <a16:creationId xmlns:a16="http://schemas.microsoft.com/office/drawing/2014/main" id="{701B9416-D32A-7BF2-3646-F1D5873CD499}"/>
              </a:ext>
            </a:extLst>
          </p:cNvPr>
          <p:cNvSpPr/>
          <p:nvPr/>
        </p:nvSpPr>
        <p:spPr>
          <a:xfrm>
            <a:off x="10699753" y="2846274"/>
            <a:ext cx="1097280" cy="64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905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spcFirstLastPara="0" vert="horz" wrap="square" lIns="45720" tIns="0" rIns="45720" bIns="0" numCol="1" spcCol="1270" rtlCol="0" anchor="ctr" anchorCtr="0">
            <a:noAutofit/>
          </a:bodyPr>
          <a:lstStyle/>
          <a:p>
            <a:pPr marL="0" marR="0" lvl="0" indent="0" algn="ctr" defTabSz="4445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u="none" strike="noStrike" kern="1200" cap="none" spc="0" normalizeH="0" baseline="0" noProof="0">
                <a:ln>
                  <a:noFill/>
                </a:ln>
                <a:solidFill>
                  <a:schemeClr val="accent6"/>
                </a:solidFill>
                <a:uLnTx/>
                <a:uFillTx/>
                <a:latin typeface="Graphik" panose="020B0503030202060203" pitchFamily="34" charset="0"/>
                <a:cs typeface="Helvetica"/>
                <a:sym typeface="Simplon BP Regular"/>
              </a:rPr>
              <a:t>22</a:t>
            </a:r>
            <a:endParaRPr kumimoji="0" lang="en-GB" sz="2000" b="1" u="none" strike="noStrike" kern="1200" cap="none" spc="0" normalizeH="0" baseline="0" noProof="0">
              <a:ln>
                <a:noFill/>
              </a:ln>
              <a:solidFill>
                <a:schemeClr val="accent6"/>
              </a:solidFill>
              <a:uLnTx/>
              <a:uFillTx/>
              <a:latin typeface="Graphik" panose="020B0503030202060203" pitchFamily="34" charset="0"/>
              <a:cs typeface="Helvetica"/>
              <a:sym typeface="Simplon BP Regular"/>
            </a:endParaRPr>
          </a:p>
        </p:txBody>
      </p:sp>
      <p:sp>
        <p:nvSpPr>
          <p:cNvPr id="75" name="Action Button: Go Forward or Next 74">
            <a:hlinkClick r:id="rId5" action="ppaction://hlinksldjump" highlightClick="1"/>
            <a:extLst>
              <a:ext uri="{FF2B5EF4-FFF2-40B4-BE49-F238E27FC236}">
                <a16:creationId xmlns:a16="http://schemas.microsoft.com/office/drawing/2014/main" id="{F3526297-ACEA-8B6F-ECB0-A77D44E1DBD2}"/>
              </a:ext>
            </a:extLst>
          </p:cNvPr>
          <p:cNvSpPr/>
          <p:nvPr/>
        </p:nvSpPr>
        <p:spPr>
          <a:xfrm>
            <a:off x="6333126" y="3319396"/>
            <a:ext cx="216000" cy="144000"/>
          </a:xfrm>
          <a:prstGeom prst="actionButtonForwardNext">
            <a:avLst/>
          </a:prstGeom>
          <a:noFill/>
          <a:ln w="25400" cap="flat">
            <a:solidFill>
              <a:schemeClr val="bg1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pt-BR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14" name="Rettangolo 19">
            <a:extLst>
              <a:ext uri="{FF2B5EF4-FFF2-40B4-BE49-F238E27FC236}">
                <a16:creationId xmlns:a16="http://schemas.microsoft.com/office/drawing/2014/main" id="{7C1314C0-28C0-6215-E57B-7EFA79C95A28}"/>
              </a:ext>
            </a:extLst>
          </p:cNvPr>
          <p:cNvSpPr/>
          <p:nvPr/>
        </p:nvSpPr>
        <p:spPr>
          <a:xfrm>
            <a:off x="5252669" y="3608696"/>
            <a:ext cx="1404000" cy="648000"/>
          </a:xfrm>
          <a:prstGeom prst="rect">
            <a:avLst/>
          </a:prstGeom>
          <a:solidFill>
            <a:srgbClr val="70AD47"/>
          </a:solidFill>
          <a:ln w="1905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spcFirstLastPara="0" vert="horz" wrap="square" lIns="45720" tIns="0" rIns="45720" bIns="0" numCol="1" spcCol="1270" rtlCol="0" anchor="ctr" anchorCtr="0">
            <a:noAutofit/>
          </a:bodyPr>
          <a:lstStyle/>
          <a:p>
            <a:pPr marL="0" marR="0" lvl="0" indent="0" algn="ctr" defTabSz="4445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uLnTx/>
                <a:uFillTx/>
                <a:latin typeface="Graphik" panose="020B0503030202060203" pitchFamily="34" charset="0"/>
                <a:cs typeface="Helvetica"/>
                <a:sym typeface="Simplon BP Regular"/>
              </a:rPr>
              <a:t>INTEGRAÇÃO</a:t>
            </a:r>
          </a:p>
          <a:p>
            <a:pPr marL="0" marR="0" lvl="0" indent="0" algn="ctr" defTabSz="4445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lang="en-GB" sz="1400" b="1">
                <a:solidFill>
                  <a:srgbClr val="FFFFFF"/>
                </a:solidFill>
                <a:latin typeface="Graphik" panose="020B0503030202060203" pitchFamily="34" charset="0"/>
                <a:cs typeface="Helvetica"/>
                <a:sym typeface="Simplon BP Regular"/>
              </a:rPr>
              <a:t>32</a:t>
            </a:r>
            <a:endParaRPr kumimoji="0" lang="en-GB" sz="1200" b="1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uLnTx/>
              <a:uFillTx/>
              <a:latin typeface="Graphik" panose="020B0503030202060203" pitchFamily="34" charset="0"/>
              <a:cs typeface="Helvetica"/>
              <a:sym typeface="Simplon BP Regular"/>
            </a:endParaRPr>
          </a:p>
        </p:txBody>
      </p:sp>
      <p:sp>
        <p:nvSpPr>
          <p:cNvPr id="18" name="Rettangolo 19">
            <a:extLst>
              <a:ext uri="{FF2B5EF4-FFF2-40B4-BE49-F238E27FC236}">
                <a16:creationId xmlns:a16="http://schemas.microsoft.com/office/drawing/2014/main" id="{42065E0E-CA70-D005-6EF6-CCCAAA959240}"/>
              </a:ext>
            </a:extLst>
          </p:cNvPr>
          <p:cNvSpPr/>
          <p:nvPr/>
        </p:nvSpPr>
        <p:spPr>
          <a:xfrm>
            <a:off x="6756835" y="3608696"/>
            <a:ext cx="1097280" cy="64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905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spcFirstLastPara="0" vert="horz" wrap="square" lIns="45720" tIns="0" rIns="45720" bIns="0" numCol="1" spcCol="1270" rtlCol="0" anchor="ctr" anchorCtr="0">
            <a:noAutofit/>
          </a:bodyPr>
          <a:lstStyle/>
          <a:p>
            <a:pPr marL="0" marR="0" lvl="0" indent="0" algn="ctr" defTabSz="4445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u="none" strike="noStrike" kern="1200" cap="none" spc="0" normalizeH="0" baseline="0" noProof="0">
                <a:ln>
                  <a:noFill/>
                </a:ln>
                <a:solidFill>
                  <a:schemeClr val="accent6"/>
                </a:solidFill>
                <a:uLnTx/>
                <a:uFillTx/>
                <a:latin typeface="Graphik" panose="020B0503030202060203" pitchFamily="34" charset="0"/>
                <a:cs typeface="Helvetica"/>
                <a:sym typeface="Simplon BP Regular"/>
              </a:rPr>
              <a:t>5</a:t>
            </a:r>
            <a:endParaRPr kumimoji="0" lang="en-GB" sz="2000" b="1" u="none" strike="noStrike" kern="1200" cap="none" spc="0" normalizeH="0" baseline="0" noProof="0">
              <a:ln>
                <a:noFill/>
              </a:ln>
              <a:solidFill>
                <a:schemeClr val="accent6"/>
              </a:solidFill>
              <a:uLnTx/>
              <a:uFillTx/>
              <a:latin typeface="Graphik" panose="020B0503030202060203" pitchFamily="34" charset="0"/>
              <a:cs typeface="Helvetica"/>
              <a:sym typeface="Simplon BP Regular"/>
            </a:endParaRPr>
          </a:p>
        </p:txBody>
      </p:sp>
      <p:sp>
        <p:nvSpPr>
          <p:cNvPr id="25" name="Rettangolo 19">
            <a:extLst>
              <a:ext uri="{FF2B5EF4-FFF2-40B4-BE49-F238E27FC236}">
                <a16:creationId xmlns:a16="http://schemas.microsoft.com/office/drawing/2014/main" id="{A7DEBE61-61A6-D389-A47E-9F021D684980}"/>
              </a:ext>
            </a:extLst>
          </p:cNvPr>
          <p:cNvSpPr/>
          <p:nvPr/>
        </p:nvSpPr>
        <p:spPr>
          <a:xfrm>
            <a:off x="8071371" y="3608696"/>
            <a:ext cx="1097280" cy="64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905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spcFirstLastPara="0" vert="horz" wrap="square" lIns="45720" tIns="0" rIns="45720" bIns="0" numCol="1" spcCol="1270" rtlCol="0" anchor="ctr" anchorCtr="0">
            <a:noAutofit/>
          </a:bodyPr>
          <a:lstStyle/>
          <a:p>
            <a:pPr marL="0" marR="0" lvl="0" indent="0" algn="ctr" defTabSz="4445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u="none" strike="noStrike" kern="1200" cap="none" spc="0" normalizeH="0" baseline="0" noProof="0">
                <a:ln>
                  <a:noFill/>
                </a:ln>
                <a:solidFill>
                  <a:schemeClr val="accent6"/>
                </a:solidFill>
                <a:uLnTx/>
                <a:uFillTx/>
                <a:latin typeface="Graphik" panose="020B0503030202060203" pitchFamily="34" charset="0"/>
                <a:cs typeface="Helvetica"/>
                <a:sym typeface="Simplon BP Regular"/>
              </a:rPr>
              <a:t>22</a:t>
            </a:r>
            <a:endParaRPr kumimoji="0" lang="en-GB" sz="2000" b="1" u="none" strike="noStrike" kern="1200" cap="none" spc="0" normalizeH="0" baseline="0" noProof="0">
              <a:ln>
                <a:noFill/>
              </a:ln>
              <a:solidFill>
                <a:schemeClr val="accent6"/>
              </a:solidFill>
              <a:uLnTx/>
              <a:uFillTx/>
              <a:latin typeface="Graphik" panose="020B0503030202060203" pitchFamily="34" charset="0"/>
              <a:cs typeface="Helvetica"/>
              <a:sym typeface="Simplon BP Regular"/>
            </a:endParaRPr>
          </a:p>
        </p:txBody>
      </p:sp>
      <p:sp>
        <p:nvSpPr>
          <p:cNvPr id="35" name="Rettangolo 19">
            <a:extLst>
              <a:ext uri="{FF2B5EF4-FFF2-40B4-BE49-F238E27FC236}">
                <a16:creationId xmlns:a16="http://schemas.microsoft.com/office/drawing/2014/main" id="{DC9D6B7E-D19E-B675-96FB-B85B23E46272}"/>
              </a:ext>
            </a:extLst>
          </p:cNvPr>
          <p:cNvSpPr/>
          <p:nvPr/>
        </p:nvSpPr>
        <p:spPr>
          <a:xfrm>
            <a:off x="9385989" y="3608696"/>
            <a:ext cx="1097280" cy="64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905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spcFirstLastPara="0" vert="horz" wrap="square" lIns="45720" tIns="0" rIns="45720" bIns="0" numCol="1" spcCol="1270" rtlCol="0" anchor="ctr" anchorCtr="0">
            <a:noAutofit/>
          </a:bodyPr>
          <a:lstStyle/>
          <a:p>
            <a:pPr marL="0" marR="0" lvl="0" indent="0" algn="ctr" defTabSz="4445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u="none" strike="noStrike" kern="1200" cap="none" spc="0" normalizeH="0" baseline="0" noProof="0">
                <a:ln>
                  <a:noFill/>
                </a:ln>
                <a:solidFill>
                  <a:schemeClr val="accent6"/>
                </a:solidFill>
                <a:uLnTx/>
                <a:uFillTx/>
                <a:latin typeface="Graphik" panose="020B0503030202060203" pitchFamily="34" charset="0"/>
                <a:cs typeface="Helvetica"/>
                <a:sym typeface="Simplon BP Regular"/>
              </a:rPr>
              <a:t>3</a:t>
            </a:r>
            <a:endParaRPr kumimoji="0" lang="en-GB" sz="2000" b="1" u="none" strike="noStrike" kern="1200" cap="none" spc="0" normalizeH="0" baseline="0" noProof="0">
              <a:ln>
                <a:noFill/>
              </a:ln>
              <a:solidFill>
                <a:schemeClr val="accent6"/>
              </a:solidFill>
              <a:uLnTx/>
              <a:uFillTx/>
              <a:latin typeface="Graphik" panose="020B0503030202060203" pitchFamily="34" charset="0"/>
              <a:cs typeface="Helvetica"/>
              <a:sym typeface="Simplon BP Regular"/>
            </a:endParaRPr>
          </a:p>
        </p:txBody>
      </p:sp>
      <p:sp>
        <p:nvSpPr>
          <p:cNvPr id="50" name="Rettangolo 19">
            <a:extLst>
              <a:ext uri="{FF2B5EF4-FFF2-40B4-BE49-F238E27FC236}">
                <a16:creationId xmlns:a16="http://schemas.microsoft.com/office/drawing/2014/main" id="{6AB864C5-CE51-3CCA-DEBA-E17CABAF386A}"/>
              </a:ext>
            </a:extLst>
          </p:cNvPr>
          <p:cNvSpPr/>
          <p:nvPr/>
        </p:nvSpPr>
        <p:spPr>
          <a:xfrm>
            <a:off x="10699753" y="3608696"/>
            <a:ext cx="1097280" cy="64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905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spcFirstLastPara="0" vert="horz" wrap="square" lIns="45720" tIns="0" rIns="45720" bIns="0" numCol="1" spcCol="1270" rtlCol="0" anchor="ctr" anchorCtr="0">
            <a:noAutofit/>
          </a:bodyPr>
          <a:lstStyle/>
          <a:p>
            <a:pPr marL="0" marR="0" lvl="0" indent="0" algn="ctr" defTabSz="4445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u="none" strike="noStrike" kern="1200" cap="none" spc="0" normalizeH="0" baseline="0" noProof="0">
                <a:ln>
                  <a:noFill/>
                </a:ln>
                <a:solidFill>
                  <a:schemeClr val="accent6"/>
                </a:solidFill>
                <a:uLnTx/>
                <a:uFillTx/>
                <a:latin typeface="Graphik" panose="020B0503030202060203" pitchFamily="34" charset="0"/>
                <a:cs typeface="Helvetica"/>
                <a:sym typeface="Simplon BP Regular"/>
              </a:rPr>
              <a:t>2</a:t>
            </a:r>
            <a:endParaRPr kumimoji="0" lang="en-GB" sz="2000" b="1" u="none" strike="noStrike" kern="1200" cap="none" spc="0" normalizeH="0" baseline="0" noProof="0">
              <a:ln>
                <a:noFill/>
              </a:ln>
              <a:solidFill>
                <a:schemeClr val="accent6"/>
              </a:solidFill>
              <a:uLnTx/>
              <a:uFillTx/>
              <a:latin typeface="Graphik" panose="020B0503030202060203" pitchFamily="34" charset="0"/>
              <a:cs typeface="Helvetica"/>
              <a:sym typeface="Simplon BP Regular"/>
            </a:endParaRPr>
          </a:p>
        </p:txBody>
      </p:sp>
      <p:sp>
        <p:nvSpPr>
          <p:cNvPr id="76" name="Action Button: Go Forward or Next 75">
            <a:hlinkClick r:id="rId6" action="ppaction://hlinksldjump" highlightClick="1"/>
            <a:extLst>
              <a:ext uri="{FF2B5EF4-FFF2-40B4-BE49-F238E27FC236}">
                <a16:creationId xmlns:a16="http://schemas.microsoft.com/office/drawing/2014/main" id="{1B45F2EC-0EE2-6098-7286-A17E477A5151}"/>
              </a:ext>
            </a:extLst>
          </p:cNvPr>
          <p:cNvSpPr/>
          <p:nvPr/>
        </p:nvSpPr>
        <p:spPr>
          <a:xfrm>
            <a:off x="6333126" y="4077227"/>
            <a:ext cx="216000" cy="144000"/>
          </a:xfrm>
          <a:prstGeom prst="actionButtonForwardNext">
            <a:avLst/>
          </a:prstGeom>
          <a:noFill/>
          <a:ln w="25400" cap="flat">
            <a:solidFill>
              <a:schemeClr val="bg1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pt-BR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15" name="Rettangolo 19">
            <a:extLst>
              <a:ext uri="{FF2B5EF4-FFF2-40B4-BE49-F238E27FC236}">
                <a16:creationId xmlns:a16="http://schemas.microsoft.com/office/drawing/2014/main" id="{E84F6A53-1324-B936-DDAD-6B0C17102597}"/>
              </a:ext>
            </a:extLst>
          </p:cNvPr>
          <p:cNvSpPr/>
          <p:nvPr/>
        </p:nvSpPr>
        <p:spPr>
          <a:xfrm>
            <a:off x="5252669" y="4371118"/>
            <a:ext cx="1404000" cy="648000"/>
          </a:xfrm>
          <a:prstGeom prst="rect">
            <a:avLst/>
          </a:prstGeom>
          <a:solidFill>
            <a:srgbClr val="70AD47"/>
          </a:solidFill>
          <a:ln w="1905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spcFirstLastPara="0" vert="horz" wrap="square" lIns="45720" tIns="0" rIns="45720" bIns="0" numCol="1" spcCol="1270" rtlCol="0" anchor="ctr" anchorCtr="0">
            <a:noAutofit/>
          </a:bodyPr>
          <a:lstStyle/>
          <a:p>
            <a:pPr algn="ctr" defTabSz="444500">
              <a:spcBef>
                <a:spcPct val="0"/>
              </a:spcBef>
              <a:spcAft>
                <a:spcPts val="200"/>
              </a:spcAft>
              <a:defRPr/>
            </a:pPr>
            <a:r>
              <a:rPr lang="en-GB" sz="1200" b="1" dirty="0">
                <a:solidFill>
                  <a:srgbClr val="FFFFFF"/>
                </a:solidFill>
                <a:latin typeface="Graphik" panose="020B0503030202060203" pitchFamily="34" charset="0"/>
                <a:cs typeface="Helvetica"/>
                <a:sym typeface="Simplon BP Regular"/>
              </a:rPr>
              <a:t>CORPORATIVO &amp; DA</a:t>
            </a:r>
          </a:p>
          <a:p>
            <a:pPr marL="0" marR="0" lvl="0" indent="0" algn="ctr" defTabSz="4445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lang="en-GB" sz="1400" b="1" dirty="0">
                <a:solidFill>
                  <a:srgbClr val="FFFFFF"/>
                </a:solidFill>
                <a:latin typeface="Graphik" panose="020B0503030202060203" pitchFamily="34" charset="0"/>
                <a:cs typeface="Helvetica"/>
                <a:sym typeface="Simplon BP Regular"/>
              </a:rPr>
              <a:t>111</a:t>
            </a:r>
            <a:endParaRPr kumimoji="0" lang="en-GB" sz="1200" b="1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uLnTx/>
              <a:uFillTx/>
              <a:latin typeface="Graphik" panose="020B0503030202060203" pitchFamily="34" charset="0"/>
              <a:cs typeface="Helvetica"/>
              <a:sym typeface="Simplon BP Regular"/>
            </a:endParaRPr>
          </a:p>
        </p:txBody>
      </p:sp>
      <p:sp>
        <p:nvSpPr>
          <p:cNvPr id="19" name="Rettangolo 19">
            <a:extLst>
              <a:ext uri="{FF2B5EF4-FFF2-40B4-BE49-F238E27FC236}">
                <a16:creationId xmlns:a16="http://schemas.microsoft.com/office/drawing/2014/main" id="{55C795C0-53F8-5495-2661-0AA0A8D56FEE}"/>
              </a:ext>
            </a:extLst>
          </p:cNvPr>
          <p:cNvSpPr/>
          <p:nvPr/>
        </p:nvSpPr>
        <p:spPr>
          <a:xfrm>
            <a:off x="6756835" y="4371118"/>
            <a:ext cx="1097280" cy="64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905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spcFirstLastPara="0" vert="horz" wrap="square" lIns="45720" tIns="0" rIns="45720" bIns="0" numCol="1" spcCol="1270" rtlCol="0" anchor="ctr" anchorCtr="0">
            <a:noAutofit/>
          </a:bodyPr>
          <a:lstStyle/>
          <a:p>
            <a:pPr algn="ctr" defTabSz="444500">
              <a:spcBef>
                <a:spcPct val="0"/>
              </a:spcBef>
              <a:spcAft>
                <a:spcPts val="200"/>
              </a:spcAft>
              <a:defRPr/>
            </a:pPr>
            <a:r>
              <a:rPr lang="en-GB" sz="1400" b="1" dirty="0">
                <a:solidFill>
                  <a:schemeClr val="accent6"/>
                </a:solidFill>
                <a:latin typeface="Graphik" panose="020B0503030202060203" pitchFamily="34" charset="0"/>
                <a:cs typeface="Helvetica"/>
                <a:sym typeface="Simplon BP Regular"/>
              </a:rPr>
              <a:t>16</a:t>
            </a:r>
            <a:endParaRPr kumimoji="0" lang="en-GB" sz="2000" b="1" u="none" strike="noStrike" kern="1200" cap="none" spc="0" normalizeH="0" baseline="0" noProof="0">
              <a:ln>
                <a:noFill/>
              </a:ln>
              <a:solidFill>
                <a:schemeClr val="accent6"/>
              </a:solidFill>
              <a:uLnTx/>
              <a:uFillTx/>
              <a:latin typeface="Graphik" panose="020B0503030202060203" pitchFamily="34" charset="0"/>
              <a:cs typeface="Helvetica"/>
              <a:sym typeface="Simplon BP Regular"/>
            </a:endParaRPr>
          </a:p>
        </p:txBody>
      </p:sp>
      <p:sp>
        <p:nvSpPr>
          <p:cNvPr id="29" name="Rettangolo 19">
            <a:extLst>
              <a:ext uri="{FF2B5EF4-FFF2-40B4-BE49-F238E27FC236}">
                <a16:creationId xmlns:a16="http://schemas.microsoft.com/office/drawing/2014/main" id="{695118B3-475E-3D2D-50FD-0A80E3810709}"/>
              </a:ext>
            </a:extLst>
          </p:cNvPr>
          <p:cNvSpPr/>
          <p:nvPr/>
        </p:nvSpPr>
        <p:spPr>
          <a:xfrm>
            <a:off x="8071371" y="4371118"/>
            <a:ext cx="1097280" cy="64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905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spcFirstLastPara="0" vert="horz" wrap="square" lIns="45720" tIns="0" rIns="45720" bIns="0" numCol="1" spcCol="1270" rtlCol="0" anchor="ctr" anchorCtr="0">
            <a:noAutofit/>
          </a:bodyPr>
          <a:lstStyle/>
          <a:p>
            <a:pPr algn="ctr" defTabSz="444500">
              <a:spcBef>
                <a:spcPct val="0"/>
              </a:spcBef>
              <a:spcAft>
                <a:spcPts val="200"/>
              </a:spcAft>
              <a:defRPr/>
            </a:pPr>
            <a:r>
              <a:rPr lang="en-GB" sz="1400" b="1" dirty="0">
                <a:solidFill>
                  <a:schemeClr val="accent6"/>
                </a:solidFill>
                <a:latin typeface="Graphik" panose="020B0503030202060203" pitchFamily="34" charset="0"/>
                <a:cs typeface="Helvetica"/>
                <a:sym typeface="Simplon BP Regular"/>
              </a:rPr>
              <a:t>75</a:t>
            </a:r>
            <a:endParaRPr kumimoji="0" lang="en-GB" sz="2000" b="1" u="none" strike="noStrike" kern="1200" cap="none" spc="0" normalizeH="0" baseline="0" noProof="0">
              <a:ln>
                <a:noFill/>
              </a:ln>
              <a:solidFill>
                <a:schemeClr val="accent6"/>
              </a:solidFill>
              <a:uLnTx/>
              <a:uFillTx/>
              <a:latin typeface="Graphik" panose="020B0503030202060203" pitchFamily="34" charset="0"/>
              <a:cs typeface="Helvetica"/>
              <a:sym typeface="Simplon BP Regular"/>
            </a:endParaRPr>
          </a:p>
        </p:txBody>
      </p:sp>
      <p:sp>
        <p:nvSpPr>
          <p:cNvPr id="36" name="Rettangolo 19">
            <a:extLst>
              <a:ext uri="{FF2B5EF4-FFF2-40B4-BE49-F238E27FC236}">
                <a16:creationId xmlns:a16="http://schemas.microsoft.com/office/drawing/2014/main" id="{1DC878ED-6F00-A0C2-CA3F-DE2F205A3AAA}"/>
              </a:ext>
            </a:extLst>
          </p:cNvPr>
          <p:cNvSpPr/>
          <p:nvPr/>
        </p:nvSpPr>
        <p:spPr>
          <a:xfrm>
            <a:off x="9385989" y="4371118"/>
            <a:ext cx="1097280" cy="64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905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spcFirstLastPara="0" vert="horz" wrap="square" lIns="45720" tIns="0" rIns="45720" bIns="0" numCol="1" spcCol="1270" rtlCol="0" anchor="ctr" anchorCtr="0">
            <a:noAutofit/>
          </a:bodyPr>
          <a:lstStyle/>
          <a:p>
            <a:pPr algn="ctr" defTabSz="444500">
              <a:spcBef>
                <a:spcPct val="0"/>
              </a:spcBef>
              <a:spcAft>
                <a:spcPts val="200"/>
              </a:spcAft>
              <a:defRPr/>
            </a:pPr>
            <a:r>
              <a:rPr lang="en-GB" sz="1400" b="1" dirty="0">
                <a:solidFill>
                  <a:schemeClr val="accent6"/>
                </a:solidFill>
                <a:latin typeface="Graphik" panose="020B0503030202060203" pitchFamily="34" charset="0"/>
                <a:cs typeface="Helvetica"/>
                <a:sym typeface="Simplon BP Regular"/>
              </a:rPr>
              <a:t>2</a:t>
            </a:r>
            <a:endParaRPr kumimoji="0" lang="en-GB" sz="2000" b="1" u="none" strike="noStrike" kern="1200" cap="none" spc="0" normalizeH="0" baseline="0" noProof="0">
              <a:ln>
                <a:noFill/>
              </a:ln>
              <a:solidFill>
                <a:schemeClr val="accent6"/>
              </a:solidFill>
              <a:uLnTx/>
              <a:uFillTx/>
              <a:latin typeface="Graphik" panose="020B0503030202060203" pitchFamily="34" charset="0"/>
              <a:cs typeface="Helvetica"/>
              <a:sym typeface="Simplon BP Regular"/>
            </a:endParaRPr>
          </a:p>
        </p:txBody>
      </p:sp>
      <p:sp>
        <p:nvSpPr>
          <p:cNvPr id="51" name="Rettangolo 19">
            <a:extLst>
              <a:ext uri="{FF2B5EF4-FFF2-40B4-BE49-F238E27FC236}">
                <a16:creationId xmlns:a16="http://schemas.microsoft.com/office/drawing/2014/main" id="{E041A055-2EF6-41AD-EB7F-B53861D753C5}"/>
              </a:ext>
            </a:extLst>
          </p:cNvPr>
          <p:cNvSpPr/>
          <p:nvPr/>
        </p:nvSpPr>
        <p:spPr>
          <a:xfrm>
            <a:off x="10699753" y="4371118"/>
            <a:ext cx="1097280" cy="64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905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spcFirstLastPara="0" vert="horz" wrap="square" lIns="45720" tIns="0" rIns="45720" bIns="0" numCol="1" spcCol="1270" rtlCol="0" anchor="ctr" anchorCtr="0">
            <a:noAutofit/>
          </a:bodyPr>
          <a:lstStyle/>
          <a:p>
            <a:pPr algn="ctr" defTabSz="444500">
              <a:spcBef>
                <a:spcPct val="0"/>
              </a:spcBef>
              <a:spcAft>
                <a:spcPts val="200"/>
              </a:spcAft>
              <a:defRPr/>
            </a:pPr>
            <a:r>
              <a:rPr lang="en-GB" sz="1400" b="1" dirty="0">
                <a:solidFill>
                  <a:schemeClr val="accent6"/>
                </a:solidFill>
                <a:latin typeface="Graphik" panose="020B0503030202060203" pitchFamily="34" charset="0"/>
                <a:cs typeface="Helvetica"/>
                <a:sym typeface="Simplon BP Regular"/>
              </a:rPr>
              <a:t>18</a:t>
            </a:r>
            <a:endParaRPr kumimoji="0" lang="en-GB" sz="2000" b="1" u="none" strike="noStrike" kern="1200" cap="none" spc="0" normalizeH="0" baseline="0" noProof="0">
              <a:ln>
                <a:noFill/>
              </a:ln>
              <a:solidFill>
                <a:schemeClr val="accent6"/>
              </a:solidFill>
              <a:uLnTx/>
              <a:uFillTx/>
              <a:latin typeface="Graphik" panose="020B0503030202060203" pitchFamily="34" charset="0"/>
              <a:cs typeface="Helvetica"/>
              <a:sym typeface="Simplon BP Regular"/>
            </a:endParaRPr>
          </a:p>
        </p:txBody>
      </p:sp>
      <p:sp>
        <p:nvSpPr>
          <p:cNvPr id="77" name="Action Button: Go Forward or Next 76">
            <a:hlinkClick r:id="rId7" action="ppaction://hlinksldjump" highlightClick="1"/>
            <a:extLst>
              <a:ext uri="{FF2B5EF4-FFF2-40B4-BE49-F238E27FC236}">
                <a16:creationId xmlns:a16="http://schemas.microsoft.com/office/drawing/2014/main" id="{F9E0DBA3-52D3-9A31-6BE3-2D93AB9DE197}"/>
              </a:ext>
            </a:extLst>
          </p:cNvPr>
          <p:cNvSpPr/>
          <p:nvPr/>
        </p:nvSpPr>
        <p:spPr>
          <a:xfrm>
            <a:off x="6333126" y="4835058"/>
            <a:ext cx="216000" cy="144000"/>
          </a:xfrm>
          <a:prstGeom prst="actionButtonForwardNext">
            <a:avLst/>
          </a:prstGeom>
          <a:noFill/>
          <a:ln w="25400" cap="flat">
            <a:solidFill>
              <a:schemeClr val="bg1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pt-BR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16" name="Rettangolo 19">
            <a:extLst>
              <a:ext uri="{FF2B5EF4-FFF2-40B4-BE49-F238E27FC236}">
                <a16:creationId xmlns:a16="http://schemas.microsoft.com/office/drawing/2014/main" id="{4DB06CB6-4B59-0B2A-1F6B-EC82D24B4E4B}"/>
              </a:ext>
            </a:extLst>
          </p:cNvPr>
          <p:cNvSpPr/>
          <p:nvPr/>
        </p:nvSpPr>
        <p:spPr>
          <a:xfrm>
            <a:off x="5252669" y="5133541"/>
            <a:ext cx="1404000" cy="648000"/>
          </a:xfrm>
          <a:prstGeom prst="rect">
            <a:avLst/>
          </a:prstGeom>
          <a:solidFill>
            <a:srgbClr val="70AD47"/>
          </a:solidFill>
          <a:ln w="1905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spcFirstLastPara="0" vert="horz" wrap="square" lIns="45720" tIns="0" rIns="45720" bIns="0" numCol="1" spcCol="1270" rtlCol="0" anchor="ctr" anchorCtr="0">
            <a:noAutofit/>
          </a:bodyPr>
          <a:lstStyle/>
          <a:p>
            <a:pPr marL="0" marR="0" lvl="0" indent="0" algn="ctr" defTabSz="4445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uLnTx/>
                <a:uFillTx/>
                <a:latin typeface="Graphik" panose="020B0503030202060203" pitchFamily="34" charset="0"/>
                <a:cs typeface="Helvetica"/>
                <a:sym typeface="Simplon BP Regular"/>
              </a:rPr>
              <a:t>OPERAÇÃO &amp; SI</a:t>
            </a:r>
          </a:p>
          <a:p>
            <a:pPr marL="0" marR="0" lvl="0" indent="0" algn="ctr" defTabSz="4445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lang="en-GB" sz="1400" b="1" dirty="0">
                <a:solidFill>
                  <a:srgbClr val="FFFFFF"/>
                </a:solidFill>
                <a:latin typeface="Graphik" panose="020B0503030202060203" pitchFamily="34" charset="0"/>
                <a:cs typeface="Helvetica"/>
                <a:sym typeface="Simplon BP Regular"/>
              </a:rPr>
              <a:t>177</a:t>
            </a:r>
            <a:endParaRPr kumimoji="0" lang="en-GB" sz="1200" b="1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uLnTx/>
              <a:uFillTx/>
              <a:latin typeface="Graphik" panose="020B0503030202060203" pitchFamily="34" charset="0"/>
              <a:cs typeface="Helvetica"/>
              <a:sym typeface="Simplon BP Regular"/>
            </a:endParaRPr>
          </a:p>
        </p:txBody>
      </p:sp>
      <p:sp>
        <p:nvSpPr>
          <p:cNvPr id="21" name="Rettangolo 19">
            <a:extLst>
              <a:ext uri="{FF2B5EF4-FFF2-40B4-BE49-F238E27FC236}">
                <a16:creationId xmlns:a16="http://schemas.microsoft.com/office/drawing/2014/main" id="{C54EBD50-D1AF-DEDA-5AB6-D1F23C7F071C}"/>
              </a:ext>
            </a:extLst>
          </p:cNvPr>
          <p:cNvSpPr/>
          <p:nvPr/>
        </p:nvSpPr>
        <p:spPr>
          <a:xfrm>
            <a:off x="6756835" y="5133541"/>
            <a:ext cx="1097280" cy="64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905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spcFirstLastPara="0" vert="horz" wrap="square" lIns="45720" tIns="0" rIns="45720" bIns="0" numCol="1" spcCol="1270" rtlCol="0" anchor="ctr" anchorCtr="0">
            <a:noAutofit/>
          </a:bodyPr>
          <a:lstStyle/>
          <a:p>
            <a:pPr marL="0" marR="0" lvl="0" indent="0" algn="ctr" defTabSz="4445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u="none" strike="noStrike" kern="1200" cap="none" spc="0" normalizeH="0" baseline="0" noProof="0">
                <a:ln>
                  <a:noFill/>
                </a:ln>
                <a:solidFill>
                  <a:schemeClr val="accent6"/>
                </a:solidFill>
                <a:uLnTx/>
                <a:uFillTx/>
                <a:latin typeface="Graphik" panose="020B0503030202060203" pitchFamily="34" charset="0"/>
                <a:cs typeface="Helvetica"/>
                <a:sym typeface="Simplon BP Regular"/>
              </a:rPr>
              <a:t>39</a:t>
            </a:r>
            <a:endParaRPr kumimoji="0" lang="en-GB" sz="2000" b="1" u="none" strike="noStrike" kern="1200" cap="none" spc="0" normalizeH="0" baseline="0" noProof="0">
              <a:ln>
                <a:noFill/>
              </a:ln>
              <a:solidFill>
                <a:schemeClr val="accent6"/>
              </a:solidFill>
              <a:uLnTx/>
              <a:uFillTx/>
              <a:latin typeface="Graphik" panose="020B0503030202060203" pitchFamily="34" charset="0"/>
              <a:cs typeface="Helvetica"/>
              <a:sym typeface="Simplon BP Regular"/>
            </a:endParaRPr>
          </a:p>
        </p:txBody>
      </p:sp>
      <p:sp>
        <p:nvSpPr>
          <p:cNvPr id="30" name="Rettangolo 19">
            <a:extLst>
              <a:ext uri="{FF2B5EF4-FFF2-40B4-BE49-F238E27FC236}">
                <a16:creationId xmlns:a16="http://schemas.microsoft.com/office/drawing/2014/main" id="{29FF6268-C286-391F-6ED4-5EE65998ABB7}"/>
              </a:ext>
            </a:extLst>
          </p:cNvPr>
          <p:cNvSpPr/>
          <p:nvPr/>
        </p:nvSpPr>
        <p:spPr>
          <a:xfrm>
            <a:off x="8071371" y="5133541"/>
            <a:ext cx="1097280" cy="64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905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spcFirstLastPara="0" vert="horz" wrap="square" lIns="45720" tIns="0" rIns="45720" bIns="0" numCol="1" spcCol="1270" rtlCol="0" anchor="ctr" anchorCtr="0">
            <a:noAutofit/>
          </a:bodyPr>
          <a:lstStyle/>
          <a:p>
            <a:pPr marL="0" marR="0" lvl="0" indent="0" algn="ctr" defTabSz="4445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lang="en-GB" sz="1400" b="1" dirty="0">
                <a:solidFill>
                  <a:schemeClr val="accent6"/>
                </a:solidFill>
                <a:latin typeface="Graphik" panose="020B0503030202060203" pitchFamily="34" charset="0"/>
                <a:cs typeface="Helvetica"/>
                <a:sym typeface="Simplon BP Regular"/>
              </a:rPr>
              <a:t>108</a:t>
            </a:r>
            <a:endParaRPr kumimoji="0" lang="en-GB" sz="2000" b="1" u="none" strike="noStrike" kern="1200" cap="none" spc="0" normalizeH="0" baseline="0" noProof="0">
              <a:ln>
                <a:noFill/>
              </a:ln>
              <a:solidFill>
                <a:schemeClr val="accent6"/>
              </a:solidFill>
              <a:uLnTx/>
              <a:uFillTx/>
              <a:latin typeface="Graphik" panose="020B0503030202060203" pitchFamily="34" charset="0"/>
              <a:cs typeface="Helvetica"/>
              <a:sym typeface="Simplon BP Regular"/>
            </a:endParaRPr>
          </a:p>
        </p:txBody>
      </p:sp>
      <p:sp>
        <p:nvSpPr>
          <p:cNvPr id="37" name="Rettangolo 19">
            <a:extLst>
              <a:ext uri="{FF2B5EF4-FFF2-40B4-BE49-F238E27FC236}">
                <a16:creationId xmlns:a16="http://schemas.microsoft.com/office/drawing/2014/main" id="{C5873C76-C023-6EF6-F556-3947CE822FC3}"/>
              </a:ext>
            </a:extLst>
          </p:cNvPr>
          <p:cNvSpPr/>
          <p:nvPr/>
        </p:nvSpPr>
        <p:spPr>
          <a:xfrm>
            <a:off x="9385989" y="5133541"/>
            <a:ext cx="1097280" cy="64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905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spcFirstLastPara="0" vert="horz" wrap="square" lIns="45720" tIns="0" rIns="45720" bIns="0" numCol="1" spcCol="1270" rtlCol="0" anchor="ctr" anchorCtr="0">
            <a:noAutofit/>
          </a:bodyPr>
          <a:lstStyle/>
          <a:p>
            <a:pPr marL="0" marR="0" lvl="0" indent="0" algn="ctr" defTabSz="4445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lang="en-GB" sz="1400" b="1">
                <a:solidFill>
                  <a:schemeClr val="accent6"/>
                </a:solidFill>
                <a:latin typeface="Graphik" panose="020B0503030202060203" pitchFamily="34" charset="0"/>
                <a:cs typeface="Helvetica"/>
                <a:sym typeface="Simplon BP Regular"/>
              </a:rPr>
              <a:t>0</a:t>
            </a:r>
            <a:endParaRPr kumimoji="0" lang="en-GB" sz="2000" b="1" u="none" strike="noStrike" kern="1200" cap="none" spc="0" normalizeH="0" baseline="0" noProof="0">
              <a:ln>
                <a:noFill/>
              </a:ln>
              <a:solidFill>
                <a:schemeClr val="accent6"/>
              </a:solidFill>
              <a:uLnTx/>
              <a:uFillTx/>
              <a:latin typeface="Graphik" panose="020B0503030202060203" pitchFamily="34" charset="0"/>
              <a:cs typeface="Helvetica"/>
              <a:sym typeface="Simplon BP Regular"/>
            </a:endParaRPr>
          </a:p>
        </p:txBody>
      </p:sp>
      <p:sp>
        <p:nvSpPr>
          <p:cNvPr id="52" name="Rettangolo 19">
            <a:extLst>
              <a:ext uri="{FF2B5EF4-FFF2-40B4-BE49-F238E27FC236}">
                <a16:creationId xmlns:a16="http://schemas.microsoft.com/office/drawing/2014/main" id="{2103AAD7-7B7C-9D77-1F89-20EA9E7998C4}"/>
              </a:ext>
            </a:extLst>
          </p:cNvPr>
          <p:cNvSpPr/>
          <p:nvPr/>
        </p:nvSpPr>
        <p:spPr>
          <a:xfrm>
            <a:off x="10699753" y="5133541"/>
            <a:ext cx="1097280" cy="64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905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spcFirstLastPara="0" vert="horz" wrap="square" lIns="45720" tIns="0" rIns="45720" bIns="0" numCol="1" spcCol="1270" rtlCol="0" anchor="ctr" anchorCtr="0">
            <a:noAutofit/>
          </a:bodyPr>
          <a:lstStyle/>
          <a:p>
            <a:pPr marL="0" marR="0" lvl="0" indent="0" algn="ctr" defTabSz="4445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u="none" strike="noStrike" kern="1200" cap="none" spc="0" normalizeH="0" baseline="0" noProof="0">
                <a:ln>
                  <a:noFill/>
                </a:ln>
                <a:solidFill>
                  <a:schemeClr val="accent6"/>
                </a:solidFill>
                <a:uLnTx/>
                <a:uFillTx/>
                <a:latin typeface="Graphik" panose="020B0503030202060203" pitchFamily="34" charset="0"/>
                <a:cs typeface="Helvetica"/>
                <a:sym typeface="Simplon BP Regular"/>
              </a:rPr>
              <a:t>30</a:t>
            </a:r>
            <a:endParaRPr kumimoji="0" lang="en-GB" sz="2000" b="1" u="none" strike="noStrike" kern="1200" cap="none" spc="0" normalizeH="0" baseline="0" noProof="0">
              <a:ln>
                <a:noFill/>
              </a:ln>
              <a:solidFill>
                <a:schemeClr val="accent6"/>
              </a:solidFill>
              <a:uLnTx/>
              <a:uFillTx/>
              <a:latin typeface="Graphik" panose="020B0503030202060203" pitchFamily="34" charset="0"/>
              <a:cs typeface="Helvetica"/>
              <a:sym typeface="Simplon BP Regular"/>
            </a:endParaRPr>
          </a:p>
        </p:txBody>
      </p:sp>
      <p:sp>
        <p:nvSpPr>
          <p:cNvPr id="78" name="Action Button: Go Forward or Next 77">
            <a:hlinkClick r:id="rId8" action="ppaction://hlinksldjump" highlightClick="1"/>
            <a:extLst>
              <a:ext uri="{FF2B5EF4-FFF2-40B4-BE49-F238E27FC236}">
                <a16:creationId xmlns:a16="http://schemas.microsoft.com/office/drawing/2014/main" id="{BC021AD4-50CD-EC89-B35D-6214CCFEB93F}"/>
              </a:ext>
            </a:extLst>
          </p:cNvPr>
          <p:cNvSpPr/>
          <p:nvPr/>
        </p:nvSpPr>
        <p:spPr>
          <a:xfrm>
            <a:off x="6333126" y="5592893"/>
            <a:ext cx="216000" cy="144000"/>
          </a:xfrm>
          <a:prstGeom prst="actionButtonForwardNext">
            <a:avLst/>
          </a:prstGeom>
          <a:noFill/>
          <a:ln w="25400" cap="flat">
            <a:solidFill>
              <a:schemeClr val="bg1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pt-BR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309DEAF5-0E32-DD56-182F-7EA8D324AFAE}"/>
              </a:ext>
            </a:extLst>
          </p:cNvPr>
          <p:cNvSpPr txBox="1"/>
          <p:nvPr/>
        </p:nvSpPr>
        <p:spPr>
          <a:xfrm>
            <a:off x="116958" y="6532673"/>
            <a:ext cx="4189228" cy="21544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pt-BR" sz="1400" b="0" i="0" u="none" strike="noStrike" cap="none" spc="0" normalizeH="0" baseline="0">
                <a:ln>
                  <a:noFill/>
                </a:ln>
                <a:solidFill>
                  <a:schemeClr val="accent6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* Em validação</a:t>
            </a:r>
          </a:p>
        </p:txBody>
      </p:sp>
      <p:sp>
        <p:nvSpPr>
          <p:cNvPr id="88" name="Rettangolo 19">
            <a:extLst>
              <a:ext uri="{FF2B5EF4-FFF2-40B4-BE49-F238E27FC236}">
                <a16:creationId xmlns:a16="http://schemas.microsoft.com/office/drawing/2014/main" id="{5DA6C4FA-C2FC-C61F-5A2B-D1241587D7FC}"/>
              </a:ext>
            </a:extLst>
          </p:cNvPr>
          <p:cNvSpPr/>
          <p:nvPr/>
        </p:nvSpPr>
        <p:spPr>
          <a:xfrm>
            <a:off x="5252669" y="5884673"/>
            <a:ext cx="1404000" cy="648000"/>
          </a:xfrm>
          <a:prstGeom prst="rect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</p:spPr>
        <p:txBody>
          <a:bodyPr spcFirstLastPara="0" vert="horz" wrap="square" lIns="45720" tIns="0" rIns="45720" bIns="0" numCol="1" spcCol="1270" rtlCol="0" anchor="ctr" anchorCtr="0">
            <a:noAutofit/>
          </a:bodyPr>
          <a:lstStyle/>
          <a:p>
            <a:pPr marL="0" marR="0" lvl="0" indent="0" algn="ctr" defTabSz="4445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u="none" strike="noStrike" kern="1200" cap="none" spc="0" normalizeH="0" baseline="0" noProof="0">
                <a:ln>
                  <a:noFill/>
                </a:ln>
                <a:solidFill>
                  <a:schemeClr val="accent6"/>
                </a:solidFill>
                <a:uLnTx/>
                <a:uFillTx/>
                <a:latin typeface="Graphik" panose="020B0503030202060203" pitchFamily="34" charset="0"/>
                <a:cs typeface="Helvetica"/>
                <a:sym typeface="Simplon BP Regular"/>
              </a:rPr>
              <a:t>TOTAL</a:t>
            </a:r>
          </a:p>
          <a:p>
            <a:pPr marL="0" marR="0" lvl="0" indent="0" algn="ctr" defTabSz="4445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u="none" strike="noStrike" kern="1200" cap="none" spc="0" normalizeH="0" baseline="0" noProof="0" dirty="0">
                <a:ln>
                  <a:noFill/>
                </a:ln>
                <a:solidFill>
                  <a:schemeClr val="accent6"/>
                </a:solidFill>
                <a:uLnTx/>
                <a:uFillTx/>
                <a:latin typeface="Graphik" panose="020B0503030202060203" pitchFamily="34" charset="0"/>
                <a:cs typeface="Helvetica"/>
                <a:sym typeface="Simplon BP Regular"/>
              </a:rPr>
              <a:t>538</a:t>
            </a:r>
            <a:endParaRPr kumimoji="0" lang="en-GB" sz="1200" b="1" u="none" strike="noStrike" kern="1200" cap="none" spc="0" normalizeH="0" baseline="0" noProof="0">
              <a:ln>
                <a:noFill/>
              </a:ln>
              <a:solidFill>
                <a:schemeClr val="accent6"/>
              </a:solidFill>
              <a:uLnTx/>
              <a:uFillTx/>
              <a:latin typeface="Graphik" panose="020B0503030202060203" pitchFamily="34" charset="0"/>
              <a:cs typeface="Helvetica"/>
              <a:sym typeface="Simplon BP Regular"/>
            </a:endParaRPr>
          </a:p>
        </p:txBody>
      </p:sp>
      <p:sp>
        <p:nvSpPr>
          <p:cNvPr id="89" name="Rettangolo 19">
            <a:extLst>
              <a:ext uri="{FF2B5EF4-FFF2-40B4-BE49-F238E27FC236}">
                <a16:creationId xmlns:a16="http://schemas.microsoft.com/office/drawing/2014/main" id="{F4C3D0CD-E9A9-D570-F647-1BE6327FBBBB}"/>
              </a:ext>
            </a:extLst>
          </p:cNvPr>
          <p:cNvSpPr/>
          <p:nvPr/>
        </p:nvSpPr>
        <p:spPr>
          <a:xfrm>
            <a:off x="6756835" y="5884673"/>
            <a:ext cx="1097280" cy="648000"/>
          </a:xfrm>
          <a:prstGeom prst="rect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</p:spPr>
        <p:txBody>
          <a:bodyPr spcFirstLastPara="0" vert="horz" wrap="square" lIns="45720" tIns="0" rIns="45720" bIns="0" numCol="1" spcCol="1270" rtlCol="0" anchor="ctr" anchorCtr="0">
            <a:noAutofit/>
          </a:bodyPr>
          <a:lstStyle/>
          <a:p>
            <a:pPr marL="0" marR="0" lvl="0" indent="0" algn="ctr" defTabSz="4445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u="none" strike="noStrike" kern="1200" cap="none" spc="0" normalizeH="0" baseline="0" noProof="0" dirty="0">
                <a:ln>
                  <a:noFill/>
                </a:ln>
                <a:solidFill>
                  <a:schemeClr val="accent6"/>
                </a:solidFill>
                <a:uLnTx/>
                <a:uFillTx/>
                <a:latin typeface="Graphik" panose="020B0503030202060203" pitchFamily="34" charset="0"/>
                <a:cs typeface="Helvetica"/>
                <a:sym typeface="Simplon BP Regular"/>
              </a:rPr>
              <a:t>117</a:t>
            </a:r>
            <a:endParaRPr kumimoji="0" lang="en-GB" sz="2000" b="1" u="none" strike="noStrike" kern="1200" cap="none" spc="0" normalizeH="0" baseline="0" noProof="0">
              <a:ln>
                <a:noFill/>
              </a:ln>
              <a:solidFill>
                <a:schemeClr val="accent6"/>
              </a:solidFill>
              <a:uLnTx/>
              <a:uFillTx/>
              <a:latin typeface="Graphik" panose="020B0503030202060203" pitchFamily="34" charset="0"/>
              <a:cs typeface="Helvetica"/>
              <a:sym typeface="Simplon BP Regular"/>
            </a:endParaRPr>
          </a:p>
        </p:txBody>
      </p:sp>
      <p:sp>
        <p:nvSpPr>
          <p:cNvPr id="90" name="Rettangolo 19">
            <a:extLst>
              <a:ext uri="{FF2B5EF4-FFF2-40B4-BE49-F238E27FC236}">
                <a16:creationId xmlns:a16="http://schemas.microsoft.com/office/drawing/2014/main" id="{83400D5C-6165-ED11-C111-7BF68111572A}"/>
              </a:ext>
            </a:extLst>
          </p:cNvPr>
          <p:cNvSpPr/>
          <p:nvPr/>
        </p:nvSpPr>
        <p:spPr>
          <a:xfrm>
            <a:off x="8071371" y="5884673"/>
            <a:ext cx="1097280" cy="648000"/>
          </a:xfrm>
          <a:prstGeom prst="rect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</p:spPr>
        <p:txBody>
          <a:bodyPr spcFirstLastPara="0" vert="horz" wrap="square" lIns="45720" tIns="0" rIns="45720" bIns="0" numCol="1" spcCol="1270" rtlCol="0" anchor="ctr" anchorCtr="0">
            <a:noAutofit/>
          </a:bodyPr>
          <a:lstStyle/>
          <a:p>
            <a:pPr marL="0" marR="0" lvl="0" indent="0" algn="ctr" defTabSz="4445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lang="en-GB" sz="1400" b="1" dirty="0">
                <a:solidFill>
                  <a:schemeClr val="accent6"/>
                </a:solidFill>
                <a:latin typeface="Graphik" panose="020B0503030202060203" pitchFamily="34" charset="0"/>
                <a:cs typeface="Helvetica"/>
                <a:sym typeface="Simplon BP Regular"/>
              </a:rPr>
              <a:t>278</a:t>
            </a:r>
            <a:endParaRPr kumimoji="0" lang="en-GB" sz="2000" b="1" u="none" strike="noStrike" kern="1200" cap="none" spc="0" normalizeH="0" baseline="0" noProof="0">
              <a:ln>
                <a:noFill/>
              </a:ln>
              <a:solidFill>
                <a:schemeClr val="accent6"/>
              </a:solidFill>
              <a:uLnTx/>
              <a:uFillTx/>
              <a:latin typeface="Graphik" panose="020B0503030202060203" pitchFamily="34" charset="0"/>
              <a:cs typeface="Helvetica"/>
              <a:sym typeface="Simplon BP Regular"/>
            </a:endParaRPr>
          </a:p>
        </p:txBody>
      </p:sp>
      <p:sp>
        <p:nvSpPr>
          <p:cNvPr id="91" name="Rettangolo 19">
            <a:extLst>
              <a:ext uri="{FF2B5EF4-FFF2-40B4-BE49-F238E27FC236}">
                <a16:creationId xmlns:a16="http://schemas.microsoft.com/office/drawing/2014/main" id="{D6C77500-4A29-0438-5F40-7ECFCEE4B002}"/>
              </a:ext>
            </a:extLst>
          </p:cNvPr>
          <p:cNvSpPr/>
          <p:nvPr/>
        </p:nvSpPr>
        <p:spPr>
          <a:xfrm>
            <a:off x="9385989" y="5884673"/>
            <a:ext cx="1097280" cy="648000"/>
          </a:xfrm>
          <a:prstGeom prst="rect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</p:spPr>
        <p:txBody>
          <a:bodyPr spcFirstLastPara="0" vert="horz" wrap="square" lIns="45720" tIns="0" rIns="45720" bIns="0" numCol="1" spcCol="1270" rtlCol="0" anchor="ctr" anchorCtr="0">
            <a:noAutofit/>
          </a:bodyPr>
          <a:lstStyle/>
          <a:p>
            <a:pPr marL="0" marR="0" lvl="0" indent="0" algn="ctr" defTabSz="4445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lang="en-GB" sz="1400" b="1">
                <a:solidFill>
                  <a:schemeClr val="accent6"/>
                </a:solidFill>
                <a:latin typeface="Graphik" panose="020B0503030202060203" pitchFamily="34" charset="0"/>
                <a:cs typeface="Helvetica"/>
                <a:sym typeface="Simplon BP Regular"/>
              </a:rPr>
              <a:t>24</a:t>
            </a:r>
            <a:endParaRPr kumimoji="0" lang="en-GB" sz="2000" b="1" u="none" strike="noStrike" kern="1200" cap="none" spc="0" normalizeH="0" baseline="0" noProof="0">
              <a:ln>
                <a:noFill/>
              </a:ln>
              <a:solidFill>
                <a:schemeClr val="accent6"/>
              </a:solidFill>
              <a:uLnTx/>
              <a:uFillTx/>
              <a:latin typeface="Graphik" panose="020B0503030202060203" pitchFamily="34" charset="0"/>
              <a:cs typeface="Helvetica"/>
              <a:sym typeface="Simplon BP Regular"/>
            </a:endParaRPr>
          </a:p>
        </p:txBody>
      </p:sp>
      <p:sp>
        <p:nvSpPr>
          <p:cNvPr id="92" name="Rettangolo 19">
            <a:extLst>
              <a:ext uri="{FF2B5EF4-FFF2-40B4-BE49-F238E27FC236}">
                <a16:creationId xmlns:a16="http://schemas.microsoft.com/office/drawing/2014/main" id="{EE1F49EA-003E-3ACE-364F-D88276CFBF13}"/>
              </a:ext>
            </a:extLst>
          </p:cNvPr>
          <p:cNvSpPr/>
          <p:nvPr/>
        </p:nvSpPr>
        <p:spPr>
          <a:xfrm>
            <a:off x="10699753" y="5884673"/>
            <a:ext cx="1097280" cy="648000"/>
          </a:xfrm>
          <a:prstGeom prst="rect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</p:spPr>
        <p:txBody>
          <a:bodyPr spcFirstLastPara="0" vert="horz" wrap="square" lIns="45720" tIns="0" rIns="45720" bIns="0" numCol="1" spcCol="1270" rtlCol="0" anchor="ctr" anchorCtr="0">
            <a:noAutofit/>
          </a:bodyPr>
          <a:lstStyle/>
          <a:p>
            <a:pPr marL="0" marR="0" lvl="0" indent="0" algn="ctr" defTabSz="4445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lang="en-GB" sz="1400" b="1">
                <a:solidFill>
                  <a:schemeClr val="accent6"/>
                </a:solidFill>
                <a:latin typeface="Graphik" panose="020B0503030202060203" pitchFamily="34" charset="0"/>
                <a:cs typeface="Helvetica"/>
                <a:sym typeface="Simplon BP Regular"/>
              </a:rPr>
              <a:t>119</a:t>
            </a:r>
            <a:endParaRPr kumimoji="0" lang="en-GB" sz="2000" b="1" u="none" strike="noStrike" kern="1200" cap="none" spc="0" normalizeH="0" baseline="0" noProof="0">
              <a:ln>
                <a:noFill/>
              </a:ln>
              <a:solidFill>
                <a:schemeClr val="accent6"/>
              </a:solidFill>
              <a:uLnTx/>
              <a:uFillTx/>
              <a:latin typeface="Graphik" panose="020B0503030202060203" pitchFamily="34" charset="0"/>
              <a:cs typeface="Helvetica"/>
              <a:sym typeface="Simplon BP Regular"/>
            </a:endParaRPr>
          </a:p>
        </p:txBody>
      </p:sp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id="{338FC682-56FD-B144-3BB6-87CD7D71BE8C}"/>
              </a:ext>
            </a:extLst>
          </p:cNvPr>
          <p:cNvCxnSpPr/>
          <p:nvPr/>
        </p:nvCxnSpPr>
        <p:spPr>
          <a:xfrm>
            <a:off x="5252669" y="5884673"/>
            <a:ext cx="6544364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: Elbow 100">
            <a:extLst>
              <a:ext uri="{FF2B5EF4-FFF2-40B4-BE49-F238E27FC236}">
                <a16:creationId xmlns:a16="http://schemas.microsoft.com/office/drawing/2014/main" id="{043C0300-3158-F777-8237-FA496EBAB165}"/>
              </a:ext>
            </a:extLst>
          </p:cNvPr>
          <p:cNvCxnSpPr>
            <a:cxnSpLocks/>
            <a:endCxn id="27" idx="2"/>
          </p:cNvCxnSpPr>
          <p:nvPr/>
        </p:nvCxnSpPr>
        <p:spPr>
          <a:xfrm rot="10800000">
            <a:off x="4341440" y="3915978"/>
            <a:ext cx="2964039" cy="2561027"/>
          </a:xfrm>
          <a:prstGeom prst="bentConnector2">
            <a:avLst/>
          </a:prstGeom>
          <a:ln w="1905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Straight Connector 105">
            <a:extLst>
              <a:ext uri="{FF2B5EF4-FFF2-40B4-BE49-F238E27FC236}">
                <a16:creationId xmlns:a16="http://schemas.microsoft.com/office/drawing/2014/main" id="{6BA94655-36B3-5772-BC3A-65FA93BFA09A}"/>
              </a:ext>
            </a:extLst>
          </p:cNvPr>
          <p:cNvCxnSpPr>
            <a:cxnSpLocks/>
          </p:cNvCxnSpPr>
          <p:nvPr/>
        </p:nvCxnSpPr>
        <p:spPr>
          <a:xfrm flipV="1">
            <a:off x="7295950" y="6314679"/>
            <a:ext cx="0" cy="168036"/>
          </a:xfrm>
          <a:prstGeom prst="line">
            <a:avLst/>
          </a:prstGeom>
          <a:ln w="19050">
            <a:solidFill>
              <a:schemeClr val="accent6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grpSp>
        <p:nvGrpSpPr>
          <p:cNvPr id="46" name="Group 45">
            <a:extLst>
              <a:ext uri="{FF2B5EF4-FFF2-40B4-BE49-F238E27FC236}">
                <a16:creationId xmlns:a16="http://schemas.microsoft.com/office/drawing/2014/main" id="{53054C91-142A-B00A-8865-583EF9009B11}"/>
              </a:ext>
            </a:extLst>
          </p:cNvPr>
          <p:cNvGrpSpPr/>
          <p:nvPr>
            <p:custDataLst>
              <p:tags r:id="rId1"/>
            </p:custDataLst>
          </p:nvPr>
        </p:nvGrpSpPr>
        <p:grpSpPr>
          <a:xfrm>
            <a:off x="10058501" y="271780"/>
            <a:ext cx="983301" cy="258577"/>
            <a:chOff x="10312706" y="259774"/>
            <a:chExt cx="1117294" cy="235070"/>
          </a:xfrm>
        </p:grpSpPr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0D38EC1C-AFF0-86BF-ED71-CAE8402D57A2}"/>
                </a:ext>
              </a:extLst>
            </p:cNvPr>
            <p:cNvSpPr txBox="1"/>
            <p:nvPr/>
          </p:nvSpPr>
          <p:spPr>
            <a:xfrm>
              <a:off x="10312706" y="263794"/>
              <a:ext cx="1117294" cy="195858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ctr" anchorCtr="1">
              <a:spAutoFit/>
            </a:bodyPr>
            <a:lstStyle/>
            <a:p>
              <a:pPr marL="0" marR="0" lvl="0" indent="0" algn="ct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400" b="1" i="1" u="sng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/>
                  <a:sym typeface="Simplon BP Regular"/>
                </a:rPr>
                <a:t>PRELIMINAR</a:t>
              </a:r>
            </a:p>
          </p:txBody>
        </p: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042BB88D-0A7E-34ED-7FFC-3264F7A19685}"/>
                </a:ext>
              </a:extLst>
            </p:cNvPr>
            <p:cNvCxnSpPr>
              <a:cxnSpLocks/>
            </p:cNvCxnSpPr>
            <p:nvPr/>
          </p:nvCxnSpPr>
          <p:spPr>
            <a:xfrm>
              <a:off x="10312706" y="259774"/>
              <a:ext cx="1117294" cy="0"/>
            </a:xfrm>
            <a:prstGeom prst="line">
              <a:avLst/>
            </a:prstGeom>
            <a:ln w="12700" cmpd="sng">
              <a:solidFill>
                <a:srgbClr val="000000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D331CF5D-3F9F-71D9-DC8B-35C676F75D24}"/>
                </a:ext>
              </a:extLst>
            </p:cNvPr>
            <p:cNvCxnSpPr>
              <a:cxnSpLocks/>
            </p:cNvCxnSpPr>
            <p:nvPr/>
          </p:nvCxnSpPr>
          <p:spPr>
            <a:xfrm>
              <a:off x="10312706" y="494844"/>
              <a:ext cx="1117294" cy="0"/>
            </a:xfrm>
            <a:prstGeom prst="line">
              <a:avLst/>
            </a:prstGeom>
            <a:ln w="12700" cmpd="sng">
              <a:solidFill>
                <a:srgbClr val="000000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6" name="Balão de Fala: Retângulo 6">
            <a:extLst>
              <a:ext uri="{FF2B5EF4-FFF2-40B4-BE49-F238E27FC236}">
                <a16:creationId xmlns:a16="http://schemas.microsoft.com/office/drawing/2014/main" id="{0D7D42BE-1608-9163-7FF1-A344C31A0E11}"/>
              </a:ext>
            </a:extLst>
          </p:cNvPr>
          <p:cNvSpPr/>
          <p:nvPr/>
        </p:nvSpPr>
        <p:spPr>
          <a:xfrm>
            <a:off x="10437549" y="1696719"/>
            <a:ext cx="744846" cy="1447801"/>
          </a:xfrm>
          <a:prstGeom prst="wedgeRectCallout">
            <a:avLst>
              <a:gd name="adj1" fmla="val -80794"/>
              <a:gd name="adj2" fmla="val -592"/>
            </a:avLst>
          </a:prstGeom>
          <a:solidFill>
            <a:schemeClr val="bg1"/>
          </a:solidFill>
          <a:ln w="9525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72000" tIns="45710" rIns="72000" bIns="45710" anchor="t" anchorCtr="0">
            <a:noAutofit/>
          </a:bodyPr>
          <a:lstStyle/>
          <a:p>
            <a:r>
              <a:rPr lang="pt-PT" dirty="0">
                <a:solidFill>
                  <a:srgbClr val="000000"/>
                </a:solidFill>
                <a:effectLst/>
                <a:ea typeface="Palatino Linotype" panose="02040502050505030304" pitchFamily="18" charset="0"/>
                <a:cs typeface="Palatino Linotype" panose="02040502050505030304" pitchFamily="18" charset="0"/>
              </a:rPr>
              <a:t>Ex.: CRM/ faturamento (BRM e Arbor</a:t>
            </a:r>
          </a:p>
        </p:txBody>
      </p:sp>
      <p:sp>
        <p:nvSpPr>
          <p:cNvPr id="28" name="Action Button: Go Forward or Next 27">
            <a:hlinkClick r:id="rId9" action="ppaction://hlinksldjump" highlightClick="1"/>
            <a:extLst>
              <a:ext uri="{FF2B5EF4-FFF2-40B4-BE49-F238E27FC236}">
                <a16:creationId xmlns:a16="http://schemas.microsoft.com/office/drawing/2014/main" id="{F8145D79-770A-737D-C26C-C636A0B2A6F3}"/>
              </a:ext>
            </a:extLst>
          </p:cNvPr>
          <p:cNvSpPr/>
          <p:nvPr/>
        </p:nvSpPr>
        <p:spPr>
          <a:xfrm>
            <a:off x="10177581" y="6126384"/>
            <a:ext cx="216000" cy="144000"/>
          </a:xfrm>
          <a:prstGeom prst="actionButtonForwardNext">
            <a:avLst/>
          </a:prstGeom>
          <a:noFill/>
          <a:ln w="25400" cap="flat">
            <a:solidFill>
              <a:schemeClr val="accent1">
                <a:lumMod val="75000"/>
              </a:schemeClr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pt-BR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</p:spTree>
    <p:extLst>
      <p:ext uri="{BB962C8B-B14F-4D97-AF65-F5344CB8AC3E}">
        <p14:creationId xmlns:p14="http://schemas.microsoft.com/office/powerpoint/2010/main" val="338789888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Número de Slide 2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pt-BR" smtClean="0"/>
              <a:t>8</a:t>
            </a:fld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46647EA7-49E8-217D-823A-6CD16C6DE409}"/>
              </a:ext>
            </a:extLst>
          </p:cNvPr>
          <p:cNvSpPr txBox="1"/>
          <p:nvPr/>
        </p:nvSpPr>
        <p:spPr>
          <a:xfrm>
            <a:off x="4611729" y="2921168"/>
            <a:ext cx="2987997" cy="101566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pt-BR" sz="6600" b="1" i="0" u="none" strike="noStrike" cap="none" spc="0" normalizeH="0" baseline="0">
                <a:ln>
                  <a:noFill/>
                </a:ln>
                <a:solidFill>
                  <a:schemeClr val="accent6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ANEXOS</a:t>
            </a:r>
          </a:p>
        </p:txBody>
      </p:sp>
    </p:spTree>
    <p:extLst>
      <p:ext uri="{BB962C8B-B14F-4D97-AF65-F5344CB8AC3E}">
        <p14:creationId xmlns:p14="http://schemas.microsoft.com/office/powerpoint/2010/main" val="1120263395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0758093-705D-EF09-16F1-EB4C8AE2722C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pt-BR" smtClean="0"/>
              <a:t>9</a:t>
            </a:fld>
            <a:endParaRPr lang="pt-BR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5EF4DDB-B0B8-30CE-A9E7-CF88FF31D2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2800">
                <a:solidFill>
                  <a:schemeClr val="accent6"/>
                </a:solidFill>
              </a:rPr>
              <a:t>CANAIS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92E5701B-C339-CA2F-2D77-BF4C822B709D}"/>
              </a:ext>
            </a:extLst>
          </p:cNvPr>
          <p:cNvSpPr/>
          <p:nvPr/>
        </p:nvSpPr>
        <p:spPr>
          <a:xfrm rot="16200000">
            <a:off x="-685319" y="1866578"/>
            <a:ext cx="1910080" cy="209204"/>
          </a:xfrm>
          <a:prstGeom prst="rect">
            <a:avLst/>
          </a:prstGeom>
          <a:noFill/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noAutofit/>
          </a:bodyPr>
          <a:lstStyle/>
          <a:p>
            <a:pPr marL="0" marR="0" indent="0" algn="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pt-BR" sz="1200" b="1" i="0" u="none" strike="noStrike" cap="none" spc="0" normalizeH="0" baseline="0">
                <a:ln>
                  <a:noFill/>
                </a:ln>
                <a:solidFill>
                  <a:schemeClr val="accent3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MANTER OI S.A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6AEA8816-D152-561A-7EE8-A0557732E769}"/>
              </a:ext>
            </a:extLst>
          </p:cNvPr>
          <p:cNvSpPr/>
          <p:nvPr/>
        </p:nvSpPr>
        <p:spPr>
          <a:xfrm rot="16200000">
            <a:off x="2537922" y="1866578"/>
            <a:ext cx="1910080" cy="209204"/>
          </a:xfrm>
          <a:prstGeom prst="rect">
            <a:avLst/>
          </a:prstGeom>
          <a:noFill/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noAutofit/>
          </a:bodyPr>
          <a:lstStyle/>
          <a:p>
            <a:pPr marL="0" marR="0" indent="0" algn="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pt-BR" sz="1200" b="1" i="0" u="none" strike="noStrike" cap="none" spc="0" normalizeH="0" baseline="0">
                <a:ln>
                  <a:noFill/>
                </a:ln>
                <a:solidFill>
                  <a:schemeClr val="accent3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SEPARAR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1AF9A79D-DB4C-8405-4014-4EF63A2633CC}"/>
              </a:ext>
            </a:extLst>
          </p:cNvPr>
          <p:cNvSpPr/>
          <p:nvPr/>
        </p:nvSpPr>
        <p:spPr>
          <a:xfrm rot="16200000">
            <a:off x="8332603" y="1866578"/>
            <a:ext cx="1910080" cy="209204"/>
          </a:xfrm>
          <a:prstGeom prst="rect">
            <a:avLst/>
          </a:prstGeom>
          <a:noFill/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noAutofit/>
          </a:bodyPr>
          <a:lstStyle/>
          <a:p>
            <a:pPr marL="0" marR="0" indent="0" algn="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pt-BR" sz="1200" b="1" i="0" u="none" strike="noStrike" cap="none" spc="0" normalizeH="0" baseline="0">
                <a:ln>
                  <a:noFill/>
                </a:ln>
                <a:solidFill>
                  <a:schemeClr val="accent3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EM VALIDAÇÃO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836C904C-6574-D123-009F-36D85382B0A1}"/>
              </a:ext>
            </a:extLst>
          </p:cNvPr>
          <p:cNvSpPr/>
          <p:nvPr/>
        </p:nvSpPr>
        <p:spPr>
          <a:xfrm rot="16200000">
            <a:off x="5535490" y="1866578"/>
            <a:ext cx="1910080" cy="209204"/>
          </a:xfrm>
          <a:prstGeom prst="rect">
            <a:avLst/>
          </a:prstGeom>
          <a:noFill/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noAutofit/>
          </a:bodyPr>
          <a:lstStyle/>
          <a:p>
            <a:pPr marL="0" marR="0" indent="0" algn="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pt-BR" sz="1200" b="1" i="0" u="none" strike="noStrike" cap="none" spc="0" normalizeH="0" baseline="0" dirty="0">
                <a:ln>
                  <a:noFill/>
                </a:ln>
                <a:solidFill>
                  <a:schemeClr val="accent3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DROP CLIENTCO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83632AA5-1162-87DB-435D-B87181229A38}"/>
              </a:ext>
            </a:extLst>
          </p:cNvPr>
          <p:cNvGrpSpPr/>
          <p:nvPr>
            <p:custDataLst>
              <p:tags r:id="rId1"/>
            </p:custDataLst>
          </p:nvPr>
        </p:nvGrpSpPr>
        <p:grpSpPr>
          <a:xfrm>
            <a:off x="10245436" y="212413"/>
            <a:ext cx="893910" cy="235070"/>
            <a:chOff x="10312706" y="259774"/>
            <a:chExt cx="1117294" cy="235070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28338E12-94BC-2604-C814-8F9130DC6FC0}"/>
                </a:ext>
              </a:extLst>
            </p:cNvPr>
            <p:cNvSpPr txBox="1"/>
            <p:nvPr/>
          </p:nvSpPr>
          <p:spPr>
            <a:xfrm>
              <a:off x="10312706" y="269389"/>
              <a:ext cx="1117294" cy="184666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ctr" anchorCtr="1">
              <a:spAutoFit/>
            </a:bodyPr>
            <a:lstStyle/>
            <a:p>
              <a:pPr marL="0" marR="0" lvl="0" indent="0" algn="ct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200" b="1" i="1" u="sng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/>
                  <a:sym typeface="Simplon BP Regular"/>
                </a:rPr>
                <a:t>PRELIMINAR</a:t>
              </a:r>
            </a:p>
          </p:txBody>
        </p: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77D3F2BB-DC84-2696-2138-CF27E1054F9F}"/>
                </a:ext>
              </a:extLst>
            </p:cNvPr>
            <p:cNvCxnSpPr>
              <a:cxnSpLocks/>
            </p:cNvCxnSpPr>
            <p:nvPr/>
          </p:nvCxnSpPr>
          <p:spPr>
            <a:xfrm>
              <a:off x="10312706" y="259774"/>
              <a:ext cx="1117294" cy="0"/>
            </a:xfrm>
            <a:prstGeom prst="line">
              <a:avLst/>
            </a:prstGeom>
            <a:ln w="12700" cmpd="sng">
              <a:solidFill>
                <a:srgbClr val="000000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51F1B522-4264-772D-08EA-E7C69BAE60D3}"/>
                </a:ext>
              </a:extLst>
            </p:cNvPr>
            <p:cNvCxnSpPr>
              <a:cxnSpLocks/>
            </p:cNvCxnSpPr>
            <p:nvPr/>
          </p:nvCxnSpPr>
          <p:spPr>
            <a:xfrm>
              <a:off x="10312706" y="494844"/>
              <a:ext cx="1117294" cy="0"/>
            </a:xfrm>
            <a:prstGeom prst="line">
              <a:avLst/>
            </a:prstGeom>
            <a:ln w="12700" cmpd="sng">
              <a:solidFill>
                <a:srgbClr val="000000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Action Button: Go Back or Previous 14">
            <a:hlinkClick r:id="rId3" action="ppaction://hlinksldjump" highlightClick="1"/>
            <a:extLst>
              <a:ext uri="{FF2B5EF4-FFF2-40B4-BE49-F238E27FC236}">
                <a16:creationId xmlns:a16="http://schemas.microsoft.com/office/drawing/2014/main" id="{B3B9D6A2-7B52-17CC-C680-AAC358965DD4}"/>
              </a:ext>
            </a:extLst>
          </p:cNvPr>
          <p:cNvSpPr/>
          <p:nvPr/>
        </p:nvSpPr>
        <p:spPr>
          <a:xfrm>
            <a:off x="9819574" y="267483"/>
            <a:ext cx="274320" cy="180000"/>
          </a:xfrm>
          <a:prstGeom prst="actionButtonBackPrevious">
            <a:avLst/>
          </a:prstGeom>
          <a:noFill/>
          <a:ln w="25400" cap="flat">
            <a:solidFill>
              <a:schemeClr val="accent1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pt-BR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grpSp>
        <p:nvGrpSpPr>
          <p:cNvPr id="53" name="Group 52">
            <a:extLst>
              <a:ext uri="{FF2B5EF4-FFF2-40B4-BE49-F238E27FC236}">
                <a16:creationId xmlns:a16="http://schemas.microsoft.com/office/drawing/2014/main" id="{7ADAB557-09CA-8795-A77D-C0AA3839E1AD}"/>
              </a:ext>
            </a:extLst>
          </p:cNvPr>
          <p:cNvGrpSpPr/>
          <p:nvPr/>
        </p:nvGrpSpPr>
        <p:grpSpPr>
          <a:xfrm>
            <a:off x="6716931" y="50028"/>
            <a:ext cx="2951102" cy="397455"/>
            <a:chOff x="8752857" y="3047982"/>
            <a:chExt cx="2951102" cy="397455"/>
          </a:xfrm>
        </p:grpSpPr>
        <p:grpSp>
          <p:nvGrpSpPr>
            <p:cNvPr id="49" name="Group 48">
              <a:extLst>
                <a:ext uri="{FF2B5EF4-FFF2-40B4-BE49-F238E27FC236}">
                  <a16:creationId xmlns:a16="http://schemas.microsoft.com/office/drawing/2014/main" id="{A890AF8B-4207-6D1A-858E-6BC162B83B3E}"/>
                </a:ext>
              </a:extLst>
            </p:cNvPr>
            <p:cNvGrpSpPr/>
            <p:nvPr/>
          </p:nvGrpSpPr>
          <p:grpSpPr>
            <a:xfrm>
              <a:off x="8752857" y="3047982"/>
              <a:ext cx="701368" cy="397455"/>
              <a:chOff x="8752857" y="3047982"/>
              <a:chExt cx="701368" cy="397455"/>
            </a:xfrm>
          </p:grpSpPr>
          <p:sp>
            <p:nvSpPr>
              <p:cNvPr id="30" name="Rettangolo 19">
                <a:extLst>
                  <a:ext uri="{FF2B5EF4-FFF2-40B4-BE49-F238E27FC236}">
                    <a16:creationId xmlns:a16="http://schemas.microsoft.com/office/drawing/2014/main" id="{3E45DE87-BCAD-3B86-BA7C-27E439384D71}"/>
                  </a:ext>
                </a:extLst>
              </p:cNvPr>
              <p:cNvSpPr/>
              <p:nvPr/>
            </p:nvSpPr>
            <p:spPr>
              <a:xfrm>
                <a:off x="8752857" y="3047982"/>
                <a:ext cx="701368" cy="215838"/>
              </a:xfrm>
              <a:prstGeom prst="rect">
                <a:avLst/>
              </a:prstGeom>
              <a:noFill/>
              <a:ln w="19050" cap="flat" cmpd="sng" algn="ctr">
                <a:noFill/>
                <a:prstDash val="solid"/>
                <a:miter lim="800000"/>
              </a:ln>
              <a:effectLst/>
            </p:spPr>
            <p:txBody>
              <a:bodyPr spcFirstLastPara="0" vert="horz" wrap="square" lIns="0" tIns="0" rIns="0" bIns="0" numCol="1" spcCol="1270" rtlCol="0" anchor="ctr" anchorCtr="0">
                <a:noAutofit/>
              </a:bodyPr>
              <a:lstStyle/>
              <a:p>
                <a:pPr marL="0" marR="0" lvl="0" indent="0" algn="ctr" defTabSz="4445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350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GB" sz="600" b="1">
                    <a:solidFill>
                      <a:schemeClr val="accent6"/>
                    </a:solidFill>
                    <a:latin typeface="Graphik" panose="020B0503030202060203" pitchFamily="34" charset="0"/>
                    <a:cs typeface="Helvetica"/>
                    <a:sym typeface="Simplon BP Regular"/>
                  </a:rPr>
                  <a:t>MANTER OI SA</a:t>
                </a:r>
                <a:endParaRPr kumimoji="0" lang="en-GB" sz="900" b="1" u="none" strike="noStrike" kern="1200" cap="none" spc="0" normalizeH="0" baseline="0" noProof="0">
                  <a:ln>
                    <a:noFill/>
                  </a:ln>
                  <a:solidFill>
                    <a:schemeClr val="accent6"/>
                  </a:solidFill>
                  <a:uLnTx/>
                  <a:uFillTx/>
                  <a:latin typeface="Graphik" panose="020B0503030202060203" pitchFamily="34" charset="0"/>
                  <a:cs typeface="Helvetica"/>
                  <a:sym typeface="Simplon BP Regular"/>
                </a:endParaRPr>
              </a:p>
            </p:txBody>
          </p:sp>
          <p:sp>
            <p:nvSpPr>
              <p:cNvPr id="36" name="Rettangolo 19">
                <a:extLst>
                  <a:ext uri="{FF2B5EF4-FFF2-40B4-BE49-F238E27FC236}">
                    <a16:creationId xmlns:a16="http://schemas.microsoft.com/office/drawing/2014/main" id="{AE8C9ADC-C76B-62F3-C77C-0F60F897B7B0}"/>
                  </a:ext>
                </a:extLst>
              </p:cNvPr>
              <p:cNvSpPr/>
              <p:nvPr/>
            </p:nvSpPr>
            <p:spPr>
              <a:xfrm>
                <a:off x="8752857" y="3251519"/>
                <a:ext cx="701368" cy="193918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19050" cap="flat" cmpd="sng" algn="ctr">
                <a:solidFill>
                  <a:srgbClr val="FFFFFF"/>
                </a:solidFill>
                <a:prstDash val="solid"/>
                <a:miter lim="800000"/>
              </a:ln>
              <a:effectLst/>
            </p:spPr>
            <p:txBody>
              <a:bodyPr spcFirstLastPara="0" vert="horz" wrap="square" lIns="45720" tIns="0" rIns="45720" bIns="0" numCol="1" spcCol="1270" rtlCol="0" anchor="ctr" anchorCtr="0">
                <a:noAutofit/>
              </a:bodyPr>
              <a:lstStyle/>
              <a:p>
                <a:pPr marL="0" marR="0" lvl="0" indent="0" algn="ctr" defTabSz="4445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350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800" b="1" u="none" strike="noStrike" kern="1200" cap="none" spc="0" normalizeH="0" baseline="0" noProof="0" dirty="0">
                    <a:ln>
                      <a:noFill/>
                    </a:ln>
                    <a:solidFill>
                      <a:schemeClr val="accent6"/>
                    </a:solidFill>
                    <a:uLnTx/>
                    <a:uFillTx/>
                    <a:latin typeface="Graphik" panose="020B0503030202060203" pitchFamily="34" charset="0"/>
                    <a:cs typeface="Helvetica"/>
                    <a:sym typeface="Simplon BP Regular"/>
                  </a:rPr>
                  <a:t>11</a:t>
                </a:r>
                <a:endParaRPr kumimoji="0" lang="en-GB" sz="1050" b="1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uLnTx/>
                  <a:uFillTx/>
                  <a:latin typeface="Graphik" panose="020B0503030202060203" pitchFamily="34" charset="0"/>
                  <a:cs typeface="Helvetica"/>
                  <a:sym typeface="Simplon BP Regular"/>
                </a:endParaRPr>
              </a:p>
            </p:txBody>
          </p:sp>
        </p:grpSp>
        <p:grpSp>
          <p:nvGrpSpPr>
            <p:cNvPr id="50" name="Group 49">
              <a:extLst>
                <a:ext uri="{FF2B5EF4-FFF2-40B4-BE49-F238E27FC236}">
                  <a16:creationId xmlns:a16="http://schemas.microsoft.com/office/drawing/2014/main" id="{24CF96DC-8DE0-AB46-FD97-058803152A1F}"/>
                </a:ext>
              </a:extLst>
            </p:cNvPr>
            <p:cNvGrpSpPr/>
            <p:nvPr/>
          </p:nvGrpSpPr>
          <p:grpSpPr>
            <a:xfrm>
              <a:off x="9502768" y="3047982"/>
              <a:ext cx="701368" cy="397455"/>
              <a:chOff x="9593093" y="3047982"/>
              <a:chExt cx="701368" cy="397455"/>
            </a:xfrm>
          </p:grpSpPr>
          <p:sp>
            <p:nvSpPr>
              <p:cNvPr id="31" name="Rettangolo 19">
                <a:extLst>
                  <a:ext uri="{FF2B5EF4-FFF2-40B4-BE49-F238E27FC236}">
                    <a16:creationId xmlns:a16="http://schemas.microsoft.com/office/drawing/2014/main" id="{1A1EF6F4-AB8D-2B79-A113-4F433FFE61B3}"/>
                  </a:ext>
                </a:extLst>
              </p:cNvPr>
              <p:cNvSpPr/>
              <p:nvPr/>
            </p:nvSpPr>
            <p:spPr>
              <a:xfrm>
                <a:off x="9593093" y="3047982"/>
                <a:ext cx="701368" cy="215838"/>
              </a:xfrm>
              <a:prstGeom prst="rect">
                <a:avLst/>
              </a:prstGeom>
              <a:noFill/>
              <a:ln w="19050" cap="flat" cmpd="sng" algn="ctr">
                <a:noFill/>
                <a:prstDash val="solid"/>
                <a:miter lim="800000"/>
              </a:ln>
              <a:effectLst/>
            </p:spPr>
            <p:txBody>
              <a:bodyPr spcFirstLastPara="0" vert="horz" wrap="square" lIns="0" tIns="0" rIns="0" bIns="0" numCol="1" spcCol="1270" rtlCol="0" anchor="ctr" anchorCtr="0">
                <a:noAutofit/>
              </a:bodyPr>
              <a:lstStyle/>
              <a:p>
                <a:pPr marL="0" marR="0" lvl="0" indent="0" algn="ctr" defTabSz="4445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350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600" b="1" u="none" strike="noStrike" kern="1200" cap="none" spc="0" normalizeH="0" baseline="0" noProof="0">
                    <a:ln>
                      <a:noFill/>
                    </a:ln>
                    <a:solidFill>
                      <a:schemeClr val="accent6"/>
                    </a:solidFill>
                    <a:uLnTx/>
                    <a:uFillTx/>
                    <a:latin typeface="Graphik" panose="020B0503030202060203" pitchFamily="34" charset="0"/>
                    <a:cs typeface="Helvetica"/>
                    <a:sym typeface="Simplon BP Regular"/>
                  </a:rPr>
                  <a:t>SEPARAR</a:t>
                </a:r>
                <a:endParaRPr kumimoji="0" lang="en-GB" sz="900" b="1" u="none" strike="noStrike" kern="1200" cap="none" spc="0" normalizeH="0" baseline="0" noProof="0">
                  <a:ln>
                    <a:noFill/>
                  </a:ln>
                  <a:solidFill>
                    <a:schemeClr val="accent6"/>
                  </a:solidFill>
                  <a:uLnTx/>
                  <a:uFillTx/>
                  <a:latin typeface="Graphik" panose="020B0503030202060203" pitchFamily="34" charset="0"/>
                  <a:cs typeface="Helvetica"/>
                  <a:sym typeface="Simplon BP Regular"/>
                </a:endParaRPr>
              </a:p>
            </p:txBody>
          </p:sp>
          <p:sp>
            <p:nvSpPr>
              <p:cNvPr id="37" name="Rettangolo 19">
                <a:extLst>
                  <a:ext uri="{FF2B5EF4-FFF2-40B4-BE49-F238E27FC236}">
                    <a16:creationId xmlns:a16="http://schemas.microsoft.com/office/drawing/2014/main" id="{87EE7815-6EC2-FD68-3EC8-D60C80D53CC5}"/>
                  </a:ext>
                </a:extLst>
              </p:cNvPr>
              <p:cNvSpPr/>
              <p:nvPr/>
            </p:nvSpPr>
            <p:spPr>
              <a:xfrm>
                <a:off x="9593093" y="3251519"/>
                <a:ext cx="701368" cy="193918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19050" cap="flat" cmpd="sng" algn="ctr">
                <a:solidFill>
                  <a:srgbClr val="FFFFFF"/>
                </a:solidFill>
                <a:prstDash val="solid"/>
                <a:miter lim="800000"/>
              </a:ln>
              <a:effectLst/>
            </p:spPr>
            <p:txBody>
              <a:bodyPr spcFirstLastPara="0" vert="horz" wrap="square" lIns="45720" tIns="0" rIns="45720" bIns="0" numCol="1" spcCol="1270" rtlCol="0" anchor="ctr" anchorCtr="0">
                <a:noAutofit/>
              </a:bodyPr>
              <a:lstStyle/>
              <a:p>
                <a:pPr marL="0" marR="0" lvl="0" indent="0" algn="ctr" defTabSz="4445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350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800" b="1" u="none" strike="noStrike" kern="1200" cap="none" spc="0" normalizeH="0" baseline="0" noProof="0" dirty="0">
                    <a:ln>
                      <a:noFill/>
                    </a:ln>
                    <a:solidFill>
                      <a:schemeClr val="accent6"/>
                    </a:solidFill>
                    <a:uLnTx/>
                    <a:uFillTx/>
                    <a:latin typeface="Graphik" panose="020B0503030202060203" pitchFamily="34" charset="0"/>
                    <a:cs typeface="Helvetica"/>
                    <a:sym typeface="Simplon BP Regular"/>
                  </a:rPr>
                  <a:t>12</a:t>
                </a:r>
                <a:endParaRPr kumimoji="0" lang="en-GB" sz="1050" b="1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uLnTx/>
                  <a:uFillTx/>
                  <a:latin typeface="Graphik" panose="020B0503030202060203" pitchFamily="34" charset="0"/>
                  <a:cs typeface="Helvetica"/>
                  <a:sym typeface="Simplon BP Regular"/>
                </a:endParaRPr>
              </a:p>
            </p:txBody>
          </p:sp>
        </p:grpSp>
        <p:grpSp>
          <p:nvGrpSpPr>
            <p:cNvPr id="51" name="Group 50">
              <a:extLst>
                <a:ext uri="{FF2B5EF4-FFF2-40B4-BE49-F238E27FC236}">
                  <a16:creationId xmlns:a16="http://schemas.microsoft.com/office/drawing/2014/main" id="{2FCED14D-04B0-ED99-AB10-1B789365FBE4}"/>
                </a:ext>
              </a:extLst>
            </p:cNvPr>
            <p:cNvGrpSpPr/>
            <p:nvPr/>
          </p:nvGrpSpPr>
          <p:grpSpPr>
            <a:xfrm>
              <a:off x="10252679" y="3047982"/>
              <a:ext cx="701368" cy="397455"/>
              <a:chOff x="10433381" y="3047982"/>
              <a:chExt cx="701368" cy="397455"/>
            </a:xfrm>
          </p:grpSpPr>
          <p:sp>
            <p:nvSpPr>
              <p:cNvPr id="32" name="Rettangolo 19">
                <a:extLst>
                  <a:ext uri="{FF2B5EF4-FFF2-40B4-BE49-F238E27FC236}">
                    <a16:creationId xmlns:a16="http://schemas.microsoft.com/office/drawing/2014/main" id="{95A70F53-4638-4A31-BCD9-36F1925E8686}"/>
                  </a:ext>
                </a:extLst>
              </p:cNvPr>
              <p:cNvSpPr/>
              <p:nvPr/>
            </p:nvSpPr>
            <p:spPr>
              <a:xfrm>
                <a:off x="10433381" y="3047982"/>
                <a:ext cx="701368" cy="215838"/>
              </a:xfrm>
              <a:prstGeom prst="rect">
                <a:avLst/>
              </a:prstGeom>
              <a:noFill/>
              <a:ln w="19050" cap="flat" cmpd="sng" algn="ctr">
                <a:noFill/>
                <a:prstDash val="solid"/>
                <a:miter lim="800000"/>
              </a:ln>
              <a:effectLst/>
            </p:spPr>
            <p:txBody>
              <a:bodyPr spcFirstLastPara="0" vert="horz" wrap="square" lIns="0" tIns="0" rIns="0" bIns="0" numCol="1" spcCol="1270" rtlCol="0" anchor="ctr" anchorCtr="0">
                <a:noAutofit/>
              </a:bodyPr>
              <a:lstStyle/>
              <a:p>
                <a:pPr marL="0" marR="0" lvl="0" indent="0" algn="ctr" defTabSz="4445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350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600" b="1" u="none" strike="noStrike" kern="1200" cap="none" spc="0" normalizeH="0" baseline="0" noProof="0">
                    <a:ln>
                      <a:noFill/>
                    </a:ln>
                    <a:solidFill>
                      <a:schemeClr val="accent6"/>
                    </a:solidFill>
                    <a:uLnTx/>
                    <a:uFillTx/>
                    <a:latin typeface="Graphik" panose="020B0503030202060203" pitchFamily="34" charset="0"/>
                    <a:cs typeface="Helvetica"/>
                    <a:sym typeface="Simplon BP Regular"/>
                  </a:rPr>
                  <a:t>DROP CLIENTCO</a:t>
                </a:r>
                <a:endParaRPr kumimoji="0" lang="en-GB" sz="900" b="1" u="none" strike="noStrike" kern="1200" cap="none" spc="0" normalizeH="0" baseline="0" noProof="0">
                  <a:ln>
                    <a:noFill/>
                  </a:ln>
                  <a:solidFill>
                    <a:schemeClr val="accent6"/>
                  </a:solidFill>
                  <a:uLnTx/>
                  <a:uFillTx/>
                  <a:latin typeface="Graphik" panose="020B0503030202060203" pitchFamily="34" charset="0"/>
                  <a:cs typeface="Helvetica"/>
                  <a:sym typeface="Simplon BP Regular"/>
                </a:endParaRPr>
              </a:p>
            </p:txBody>
          </p:sp>
          <p:sp>
            <p:nvSpPr>
              <p:cNvPr id="38" name="Rettangolo 19">
                <a:extLst>
                  <a:ext uri="{FF2B5EF4-FFF2-40B4-BE49-F238E27FC236}">
                    <a16:creationId xmlns:a16="http://schemas.microsoft.com/office/drawing/2014/main" id="{29736CFC-45A4-A2F4-1C33-2EE74F2FC87B}"/>
                  </a:ext>
                </a:extLst>
              </p:cNvPr>
              <p:cNvSpPr/>
              <p:nvPr/>
            </p:nvSpPr>
            <p:spPr>
              <a:xfrm>
                <a:off x="10433381" y="3251519"/>
                <a:ext cx="701368" cy="193918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19050" cap="flat" cmpd="sng" algn="ctr">
                <a:solidFill>
                  <a:srgbClr val="FFFFFF"/>
                </a:solidFill>
                <a:prstDash val="solid"/>
                <a:miter lim="800000"/>
              </a:ln>
              <a:effectLst/>
            </p:spPr>
            <p:txBody>
              <a:bodyPr spcFirstLastPara="0" vert="horz" wrap="square" lIns="45720" tIns="0" rIns="45720" bIns="0" numCol="1" spcCol="1270" rtlCol="0" anchor="ctr" anchorCtr="0">
                <a:noAutofit/>
              </a:bodyPr>
              <a:lstStyle/>
              <a:p>
                <a:pPr marL="0" marR="0" lvl="0" indent="0" algn="ctr" defTabSz="4445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350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GB" sz="800" b="1" dirty="0">
                    <a:solidFill>
                      <a:schemeClr val="accent6"/>
                    </a:solidFill>
                    <a:latin typeface="Graphik" panose="020B0503030202060203" pitchFamily="34" charset="0"/>
                    <a:cs typeface="Helvetica"/>
                    <a:sym typeface="Simplon BP Regular"/>
                  </a:rPr>
                  <a:t>3</a:t>
                </a:r>
                <a:endParaRPr kumimoji="0" lang="en-GB" sz="1050" b="1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uLnTx/>
                  <a:uFillTx/>
                  <a:latin typeface="Graphik" panose="020B0503030202060203" pitchFamily="34" charset="0"/>
                  <a:cs typeface="Helvetica"/>
                  <a:sym typeface="Simplon BP Regular"/>
                </a:endParaRPr>
              </a:p>
            </p:txBody>
          </p:sp>
        </p:grpSp>
        <p:grpSp>
          <p:nvGrpSpPr>
            <p:cNvPr id="52" name="Group 51">
              <a:extLst>
                <a:ext uri="{FF2B5EF4-FFF2-40B4-BE49-F238E27FC236}">
                  <a16:creationId xmlns:a16="http://schemas.microsoft.com/office/drawing/2014/main" id="{307A9E6A-11FA-029B-8D9E-69703DEFE0EF}"/>
                </a:ext>
              </a:extLst>
            </p:cNvPr>
            <p:cNvGrpSpPr/>
            <p:nvPr/>
          </p:nvGrpSpPr>
          <p:grpSpPr>
            <a:xfrm>
              <a:off x="11002591" y="3047982"/>
              <a:ext cx="701368" cy="397455"/>
              <a:chOff x="11236271" y="3047982"/>
              <a:chExt cx="701368" cy="397455"/>
            </a:xfrm>
          </p:grpSpPr>
          <p:sp>
            <p:nvSpPr>
              <p:cNvPr id="33" name="Rettangolo 19">
                <a:extLst>
                  <a:ext uri="{FF2B5EF4-FFF2-40B4-BE49-F238E27FC236}">
                    <a16:creationId xmlns:a16="http://schemas.microsoft.com/office/drawing/2014/main" id="{7405BC40-3BB6-9A47-5EEC-617A29AED335}"/>
                  </a:ext>
                </a:extLst>
              </p:cNvPr>
              <p:cNvSpPr/>
              <p:nvPr/>
            </p:nvSpPr>
            <p:spPr>
              <a:xfrm>
                <a:off x="11236271" y="3047982"/>
                <a:ext cx="701368" cy="215838"/>
              </a:xfrm>
              <a:prstGeom prst="rect">
                <a:avLst/>
              </a:prstGeom>
              <a:noFill/>
              <a:ln w="19050" cap="flat" cmpd="sng" algn="ctr">
                <a:noFill/>
                <a:prstDash val="solid"/>
                <a:miter lim="800000"/>
              </a:ln>
              <a:effectLst/>
            </p:spPr>
            <p:txBody>
              <a:bodyPr spcFirstLastPara="0" vert="horz" wrap="square" lIns="0" tIns="0" rIns="0" bIns="0" numCol="1" spcCol="1270" rtlCol="0" anchor="ctr" anchorCtr="0">
                <a:noAutofit/>
              </a:bodyPr>
              <a:lstStyle/>
              <a:p>
                <a:pPr marL="0" marR="0" lvl="0" indent="0" algn="ctr" defTabSz="4445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350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GB" sz="600" b="1">
                    <a:solidFill>
                      <a:schemeClr val="accent6"/>
                    </a:solidFill>
                    <a:latin typeface="Graphik" panose="020B0503030202060203" pitchFamily="34" charset="0"/>
                    <a:cs typeface="Helvetica"/>
                    <a:sym typeface="Simplon BP Regular"/>
                  </a:rPr>
                  <a:t>EM VALIDAÇÃO</a:t>
                </a:r>
                <a:endParaRPr kumimoji="0" lang="en-GB" sz="900" b="1" u="none" strike="noStrike" kern="1200" cap="none" spc="0" normalizeH="0" baseline="0" noProof="0">
                  <a:ln>
                    <a:noFill/>
                  </a:ln>
                  <a:solidFill>
                    <a:schemeClr val="accent6"/>
                  </a:solidFill>
                  <a:uLnTx/>
                  <a:uFillTx/>
                  <a:latin typeface="Graphik" panose="020B0503030202060203" pitchFamily="34" charset="0"/>
                  <a:cs typeface="Helvetica"/>
                  <a:sym typeface="Simplon BP Regular"/>
                </a:endParaRPr>
              </a:p>
            </p:txBody>
          </p:sp>
          <p:sp>
            <p:nvSpPr>
              <p:cNvPr id="39" name="Rettangolo 19">
                <a:extLst>
                  <a:ext uri="{FF2B5EF4-FFF2-40B4-BE49-F238E27FC236}">
                    <a16:creationId xmlns:a16="http://schemas.microsoft.com/office/drawing/2014/main" id="{E6B42017-CD74-84C1-743C-FA7105B905F7}"/>
                  </a:ext>
                </a:extLst>
              </p:cNvPr>
              <p:cNvSpPr/>
              <p:nvPr/>
            </p:nvSpPr>
            <p:spPr>
              <a:xfrm>
                <a:off x="11236271" y="3251519"/>
                <a:ext cx="701368" cy="193918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19050" cap="flat" cmpd="sng" algn="ctr">
                <a:solidFill>
                  <a:srgbClr val="FFFFFF"/>
                </a:solidFill>
                <a:prstDash val="solid"/>
                <a:miter lim="800000"/>
              </a:ln>
              <a:effectLst/>
            </p:spPr>
            <p:txBody>
              <a:bodyPr spcFirstLastPara="0" vert="horz" wrap="square" lIns="45720" tIns="0" rIns="45720" bIns="0" numCol="1" spcCol="1270" rtlCol="0" anchor="ctr" anchorCtr="0">
                <a:noAutofit/>
              </a:bodyPr>
              <a:lstStyle/>
              <a:p>
                <a:pPr marL="0" marR="0" lvl="0" indent="0" algn="ctr" defTabSz="4445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350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800" b="1" u="none" strike="noStrike" kern="1200" cap="none" spc="0" normalizeH="0" baseline="0" noProof="0" dirty="0">
                    <a:ln>
                      <a:noFill/>
                    </a:ln>
                    <a:solidFill>
                      <a:schemeClr val="accent6"/>
                    </a:solidFill>
                    <a:uLnTx/>
                    <a:uFillTx/>
                    <a:latin typeface="Graphik" panose="020B0503030202060203" pitchFamily="34" charset="0"/>
                    <a:cs typeface="Helvetica"/>
                    <a:sym typeface="Simplon BP Regular"/>
                  </a:rPr>
                  <a:t>27</a:t>
                </a:r>
                <a:endParaRPr kumimoji="0" lang="en-GB" sz="1050" b="1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uLnTx/>
                  <a:uFillTx/>
                  <a:latin typeface="Graphik" panose="020B0503030202060203" pitchFamily="34" charset="0"/>
                  <a:cs typeface="Helvetica"/>
                  <a:sym typeface="Simplon BP Regular"/>
                </a:endParaRPr>
              </a:p>
            </p:txBody>
          </p:sp>
        </p:grpSp>
      </p:grpSp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E255CB76-18E1-F9CB-7BFB-E57BE90F28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3222079"/>
              </p:ext>
            </p:extLst>
          </p:nvPr>
        </p:nvGraphicFramePr>
        <p:xfrm>
          <a:off x="492832" y="1016140"/>
          <a:ext cx="2526279" cy="219456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526279">
                  <a:extLst>
                    <a:ext uri="{9D8B030D-6E8A-4147-A177-3AD203B41FA5}">
                      <a16:colId xmlns:a16="http://schemas.microsoft.com/office/drawing/2014/main" val="302487354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SISTEMA</a:t>
                      </a:r>
                      <a:endParaRPr lang="pt-BR" sz="11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solidFill>
                      <a:srgbClr val="00760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1184988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u="none" strike="noStrike" dirty="0">
                          <a:solidFill>
                            <a:schemeClr val="accent6"/>
                          </a:solidFill>
                          <a:effectLst/>
                        </a:rPr>
                        <a:t>OI ENERGIA</a:t>
                      </a:r>
                      <a:endParaRPr lang="pt-BR" sz="1100" b="0" i="0" u="none" strike="noStrike" dirty="0">
                        <a:solidFill>
                          <a:schemeClr val="accent6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091058175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u="none" strike="noStrike" dirty="0">
                          <a:solidFill>
                            <a:schemeClr val="accent6"/>
                          </a:solidFill>
                          <a:effectLst/>
                        </a:rPr>
                        <a:t>[VTAL]GED360-BR_NOTAS</a:t>
                      </a:r>
                      <a:endParaRPr lang="pt-BR" sz="1100" b="0" i="0" u="none" strike="noStrike" dirty="0">
                        <a:solidFill>
                          <a:schemeClr val="accent6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397048407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u="none" strike="noStrike" dirty="0">
                          <a:solidFill>
                            <a:schemeClr val="accent6"/>
                          </a:solidFill>
                          <a:effectLst/>
                        </a:rPr>
                        <a:t>[VTAL]GED360-BR_GESTOR</a:t>
                      </a:r>
                      <a:endParaRPr lang="pt-BR" sz="1100" b="0" i="0" u="none" strike="noStrike" dirty="0">
                        <a:solidFill>
                          <a:schemeClr val="accent6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07845980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u="none" strike="noStrike" dirty="0">
                          <a:solidFill>
                            <a:schemeClr val="accent6"/>
                          </a:solidFill>
                          <a:effectLst/>
                        </a:rPr>
                        <a:t>[VTAL]GED360-BR_PRONTO</a:t>
                      </a:r>
                      <a:endParaRPr lang="pt-BR" sz="1100" b="0" i="0" u="none" strike="noStrike" dirty="0">
                        <a:solidFill>
                          <a:schemeClr val="accent6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418420561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u="none" strike="noStrike" dirty="0">
                          <a:solidFill>
                            <a:schemeClr val="accent6"/>
                          </a:solidFill>
                          <a:effectLst/>
                        </a:rPr>
                        <a:t>OIPLACE</a:t>
                      </a:r>
                      <a:endParaRPr lang="pt-BR" sz="1100" b="0" i="0" u="none" strike="noStrike" dirty="0">
                        <a:solidFill>
                          <a:schemeClr val="accent6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33415472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u="none" strike="noStrike" dirty="0">
                          <a:solidFill>
                            <a:schemeClr val="accent6"/>
                          </a:solidFill>
                          <a:effectLst/>
                        </a:rPr>
                        <a:t>TRADE UP ONE</a:t>
                      </a:r>
                      <a:endParaRPr lang="pt-BR" sz="1100" b="0" i="0" u="none" strike="noStrike" dirty="0">
                        <a:solidFill>
                          <a:schemeClr val="accent6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4251257796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u="none" strike="noStrike" dirty="0">
                          <a:solidFill>
                            <a:schemeClr val="accent6"/>
                          </a:solidFill>
                          <a:effectLst/>
                        </a:rPr>
                        <a:t>OMNILOGIC</a:t>
                      </a:r>
                      <a:endParaRPr lang="pt-BR" sz="1100" b="0" i="0" u="none" strike="noStrike" dirty="0">
                        <a:solidFill>
                          <a:schemeClr val="accent6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82039154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u="none" strike="noStrike" dirty="0">
                          <a:solidFill>
                            <a:schemeClr val="accent6"/>
                          </a:solidFill>
                          <a:effectLst/>
                        </a:rPr>
                        <a:t>OIGRANDESEM</a:t>
                      </a:r>
                      <a:endParaRPr lang="pt-BR" sz="1100" b="0" i="0" u="none" strike="noStrike" dirty="0">
                        <a:solidFill>
                          <a:schemeClr val="accent6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896924905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u="none" strike="noStrike" dirty="0">
                          <a:solidFill>
                            <a:schemeClr val="accent6"/>
                          </a:solidFill>
                          <a:effectLst/>
                        </a:rPr>
                        <a:t>OI-SOLUÇÕES</a:t>
                      </a:r>
                      <a:endParaRPr lang="pt-BR" sz="1100" b="0" i="0" u="none" strike="noStrike" dirty="0">
                        <a:solidFill>
                          <a:schemeClr val="accent6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983859654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u="none" strike="noStrike" dirty="0">
                          <a:solidFill>
                            <a:schemeClr val="accent6"/>
                          </a:solidFill>
                          <a:effectLst/>
                        </a:rPr>
                        <a:t>PORTALCORP3.0</a:t>
                      </a:r>
                      <a:endParaRPr lang="pt-BR" sz="1100" b="0" i="0" u="none" strike="noStrike" dirty="0">
                        <a:solidFill>
                          <a:schemeClr val="accent6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4152128114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u="none" strike="noStrike" dirty="0">
                          <a:solidFill>
                            <a:schemeClr val="accent6"/>
                          </a:solidFill>
                          <a:effectLst/>
                        </a:rPr>
                        <a:t>(OI_INT)OI EDUCA</a:t>
                      </a:r>
                      <a:endParaRPr lang="pt-BR" sz="1100" b="0" i="0" u="none" strike="noStrike" dirty="0">
                        <a:solidFill>
                          <a:schemeClr val="accent6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936521039"/>
                  </a:ext>
                </a:extLst>
              </a:tr>
            </a:tbl>
          </a:graphicData>
        </a:graphic>
      </p:graphicFrame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07CD2955-F33E-A0AD-529C-459FAB12009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104321"/>
              </p:ext>
            </p:extLst>
          </p:nvPr>
        </p:nvGraphicFramePr>
        <p:xfrm>
          <a:off x="3701029" y="980333"/>
          <a:ext cx="2247891" cy="236220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247891">
                  <a:extLst>
                    <a:ext uri="{9D8B030D-6E8A-4147-A177-3AD203B41FA5}">
                      <a16:colId xmlns:a16="http://schemas.microsoft.com/office/drawing/2014/main" val="258522693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1100" b="1" i="0" u="none" strike="noStrike" cap="none" spc="0" baseline="0" dirty="0">
                          <a:solidFill>
                            <a:schemeClr val="bg1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SISTEMA</a:t>
                      </a:r>
                    </a:p>
                  </a:txBody>
                  <a:tcPr marL="0" marR="0" marT="0" marB="0" anchor="b">
                    <a:solidFill>
                      <a:srgbClr val="00760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645626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1100" b="0" i="0" u="none" strike="noStrike" cap="none" spc="0" baseline="0" dirty="0">
                          <a:solidFill>
                            <a:schemeClr val="accent6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PCOB-VAREJO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3513003217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1100" b="0" i="0" u="none" strike="noStrike" cap="none" spc="0" baseline="0" dirty="0">
                          <a:solidFill>
                            <a:schemeClr val="accent6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MERCADO ELETRONICO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26867570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1100" b="0" i="0" u="none" strike="noStrike" cap="none" spc="0" baseline="0" dirty="0">
                          <a:solidFill>
                            <a:schemeClr val="accent6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CHATBOT NOVA FIBRA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87544601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1100" b="0" i="0" u="none" strike="noStrike" cap="none" spc="0" baseline="0" dirty="0">
                          <a:solidFill>
                            <a:schemeClr val="accent6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BOT ELROY ATENDIMENTO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658979534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1100" b="0" i="0" u="none" strike="noStrike" cap="none" spc="0" baseline="0" dirty="0">
                          <a:solidFill>
                            <a:schemeClr val="accent6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JOICE NOVA FIBRA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611661346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1100" b="0" i="0" u="none" strike="noStrike" cap="none" spc="0" baseline="0" dirty="0">
                          <a:solidFill>
                            <a:schemeClr val="accent6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CMS_LUMIS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412730731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1100" b="0" i="0" u="none" strike="noStrike" cap="none" spc="0" baseline="0" dirty="0">
                          <a:solidFill>
                            <a:schemeClr val="accent6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CHATBOTAV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91731006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1100" b="0" i="0" u="none" strike="noStrike" cap="none" spc="0" baseline="0" dirty="0">
                          <a:solidFill>
                            <a:schemeClr val="accent6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DIG-OITOKEN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092189394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1100" b="0" i="0" u="none" strike="noStrike" cap="none" spc="0" baseline="0" dirty="0">
                          <a:solidFill>
                            <a:schemeClr val="accent6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CO-DIGITAL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229151547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1100" b="0" i="0" u="none" strike="noStrike" cap="none" spc="0" baseline="0" dirty="0">
                          <a:solidFill>
                            <a:schemeClr val="accent6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MEM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9155977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1100" b="0" i="0" u="none" strike="noStrike" cap="none" spc="0" baseline="0" dirty="0">
                          <a:solidFill>
                            <a:schemeClr val="accent6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PORTAL E-BILLING B2B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41768083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1100" b="0" i="0" u="none" strike="noStrike" cap="none" spc="0" baseline="0" dirty="0">
                          <a:solidFill>
                            <a:schemeClr val="accent6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APPMINHAOI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4104532054"/>
                  </a:ext>
                </a:extLst>
              </a:tr>
            </a:tbl>
          </a:graphicData>
        </a:graphic>
      </p:graphicFrame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D06130AC-0E67-1841-8157-0B852E6979E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03881299"/>
              </p:ext>
            </p:extLst>
          </p:nvPr>
        </p:nvGraphicFramePr>
        <p:xfrm>
          <a:off x="6698597" y="980333"/>
          <a:ext cx="2247891" cy="236220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247891">
                  <a:extLst>
                    <a:ext uri="{9D8B030D-6E8A-4147-A177-3AD203B41FA5}">
                      <a16:colId xmlns:a16="http://schemas.microsoft.com/office/drawing/2014/main" val="258522693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1100" b="1" i="0" u="none" strike="noStrike" cap="none" spc="0" baseline="0" dirty="0">
                          <a:solidFill>
                            <a:schemeClr val="bg1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SISTEMA</a:t>
                      </a:r>
                    </a:p>
                  </a:txBody>
                  <a:tcPr marL="0" marR="0" marT="0" marB="0" anchor="b">
                    <a:solidFill>
                      <a:srgbClr val="00760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645626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1100" b="0" i="0" u="none" strike="noStrike" cap="none" spc="0" baseline="0" dirty="0">
                          <a:solidFill>
                            <a:schemeClr val="accent6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BOTV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3513003217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1100" b="0" i="0" u="none" strike="noStrike" cap="none" spc="0" baseline="0" dirty="0">
                          <a:solidFill>
                            <a:schemeClr val="accent6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PAP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26867570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1100" b="0" i="0" u="none" strike="noStrike" cap="none" spc="0" baseline="0" dirty="0">
                          <a:solidFill>
                            <a:schemeClr val="accent6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(OI_FIBRA) APP OIE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87544601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pt-BR" sz="1100" b="0" i="0" u="none" strike="noStrike" cap="none" spc="0" baseline="0" dirty="0">
                        <a:solidFill>
                          <a:schemeClr val="accent6"/>
                        </a:solidFill>
                        <a:effectLst/>
                        <a:uFillTx/>
                        <a:latin typeface="+mn-lt"/>
                        <a:ea typeface="+mn-ea"/>
                        <a:cs typeface="+mn-cs"/>
                        <a:sym typeface="Simplon BP Regular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658979534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pt-BR" sz="1100" b="0" i="0" u="none" strike="noStrike" cap="none" spc="0" baseline="0" dirty="0">
                        <a:solidFill>
                          <a:schemeClr val="accent6"/>
                        </a:solidFill>
                        <a:effectLst/>
                        <a:uFillTx/>
                        <a:latin typeface="+mn-lt"/>
                        <a:ea typeface="+mn-ea"/>
                        <a:cs typeface="+mn-cs"/>
                        <a:sym typeface="Simplon BP Regular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611661346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pt-BR" sz="1100" b="0" i="0" u="none" strike="noStrike" cap="none" spc="0" baseline="0" dirty="0">
                        <a:solidFill>
                          <a:schemeClr val="accent6"/>
                        </a:solidFill>
                        <a:effectLst/>
                        <a:uFillTx/>
                        <a:latin typeface="+mn-lt"/>
                        <a:ea typeface="+mn-ea"/>
                        <a:cs typeface="+mn-cs"/>
                        <a:sym typeface="Simplon BP Regular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412730731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pt-BR" sz="1100" b="0" i="0" u="none" strike="noStrike" cap="none" spc="0" baseline="0" dirty="0">
                        <a:solidFill>
                          <a:schemeClr val="accent6"/>
                        </a:solidFill>
                        <a:effectLst/>
                        <a:uFillTx/>
                        <a:latin typeface="+mn-lt"/>
                        <a:ea typeface="+mn-ea"/>
                        <a:cs typeface="+mn-cs"/>
                        <a:sym typeface="Simplon BP Regular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91731006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pt-BR" sz="1100" b="0" i="0" u="none" strike="noStrike" cap="none" spc="0" baseline="0" dirty="0">
                        <a:solidFill>
                          <a:schemeClr val="accent6"/>
                        </a:solidFill>
                        <a:effectLst/>
                        <a:uFillTx/>
                        <a:latin typeface="+mn-lt"/>
                        <a:ea typeface="+mn-ea"/>
                        <a:cs typeface="+mn-cs"/>
                        <a:sym typeface="Simplon BP Regular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092189394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pt-BR" sz="1100" b="0" i="0" u="none" strike="noStrike" cap="none" spc="0" baseline="0" dirty="0">
                        <a:solidFill>
                          <a:schemeClr val="accent6"/>
                        </a:solidFill>
                        <a:effectLst/>
                        <a:uFillTx/>
                        <a:latin typeface="+mn-lt"/>
                        <a:ea typeface="+mn-ea"/>
                        <a:cs typeface="+mn-cs"/>
                        <a:sym typeface="Simplon BP Regular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229151547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pt-BR" sz="1100" b="0" i="0" u="none" strike="noStrike" cap="none" spc="0" baseline="0" dirty="0">
                        <a:solidFill>
                          <a:schemeClr val="accent6"/>
                        </a:solidFill>
                        <a:effectLst/>
                        <a:uFillTx/>
                        <a:latin typeface="+mn-lt"/>
                        <a:ea typeface="+mn-ea"/>
                        <a:cs typeface="+mn-cs"/>
                        <a:sym typeface="Simplon BP Regular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9155977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pt-BR" sz="1100" b="0" i="0" u="none" strike="noStrike" cap="none" spc="0" baseline="0" dirty="0">
                        <a:solidFill>
                          <a:schemeClr val="accent6"/>
                        </a:solidFill>
                        <a:effectLst/>
                        <a:uFillTx/>
                        <a:latin typeface="+mn-lt"/>
                        <a:ea typeface="+mn-ea"/>
                        <a:cs typeface="+mn-cs"/>
                        <a:sym typeface="Simplon BP Regular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41768083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pt-BR" sz="1100" b="0" i="0" u="none" strike="noStrike" cap="none" spc="0" baseline="0" dirty="0">
                        <a:solidFill>
                          <a:schemeClr val="accent6"/>
                        </a:solidFill>
                        <a:effectLst/>
                        <a:uFillTx/>
                        <a:latin typeface="+mn-lt"/>
                        <a:ea typeface="+mn-ea"/>
                        <a:cs typeface="+mn-cs"/>
                        <a:sym typeface="Simplon BP Regular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4104532054"/>
                  </a:ext>
                </a:extLst>
              </a:tr>
            </a:tbl>
          </a:graphicData>
        </a:graphic>
      </p:graphicFrame>
      <p:graphicFrame>
        <p:nvGraphicFramePr>
          <p:cNvPr id="21" name="Table 20">
            <a:extLst>
              <a:ext uri="{FF2B5EF4-FFF2-40B4-BE49-F238E27FC236}">
                <a16:creationId xmlns:a16="http://schemas.microsoft.com/office/drawing/2014/main" id="{F6C5CA0A-21F1-F431-C07B-E0EF5830973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10637277"/>
              </p:ext>
            </p:extLst>
          </p:nvPr>
        </p:nvGraphicFramePr>
        <p:xfrm>
          <a:off x="9438992" y="980333"/>
          <a:ext cx="2247891" cy="510540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247891">
                  <a:extLst>
                    <a:ext uri="{9D8B030D-6E8A-4147-A177-3AD203B41FA5}">
                      <a16:colId xmlns:a16="http://schemas.microsoft.com/office/drawing/2014/main" val="258522693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1100" b="1" i="0" u="none" strike="noStrike" cap="none" spc="0" baseline="0" dirty="0">
                          <a:solidFill>
                            <a:schemeClr val="bg1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SISTEMA</a:t>
                      </a:r>
                    </a:p>
                  </a:txBody>
                  <a:tcPr marL="0" marR="0" marT="0" marB="0" anchor="b">
                    <a:solidFill>
                      <a:srgbClr val="00760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645626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1100" b="0" i="0" u="none" strike="noStrike" cap="none" spc="0" baseline="0" dirty="0">
                          <a:solidFill>
                            <a:schemeClr val="accent6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URA ATIVA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3513003217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1100" b="0" i="0" u="none" strike="noStrike" cap="none" spc="0" baseline="0" dirty="0">
                          <a:solidFill>
                            <a:schemeClr val="accent6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PA DIGITAL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26867570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1100" b="0" i="0" u="none" strike="noStrike" cap="none" spc="0" baseline="0">
                          <a:solidFill>
                            <a:schemeClr val="accent6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PORTAL OI NOVA FIBRA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87544601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1100" b="0" i="0" u="none" strike="noStrike" cap="none" spc="0" baseline="0" dirty="0">
                          <a:solidFill>
                            <a:schemeClr val="accent6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TURBINA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658979534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1100" b="0" i="0" u="none" strike="noStrike" cap="none" spc="0" baseline="0">
                          <a:solidFill>
                            <a:schemeClr val="accent6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MOTOR DE REGRAS DE URA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611661346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1100" b="0" i="0" u="none" strike="noStrike" cap="none" spc="0" baseline="0">
                          <a:solidFill>
                            <a:schemeClr val="accent6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URA_OUVIDORIA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412730731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1100" b="0" i="0" u="none" strike="noStrike" cap="none" spc="0" baseline="0">
                          <a:solidFill>
                            <a:schemeClr val="accent6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OI ALEGRIA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91731006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1100" b="0" i="0" u="none" strike="noStrike" cap="none" spc="0" baseline="0" dirty="0">
                          <a:solidFill>
                            <a:schemeClr val="accent6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TELA-UNICA-POS PAGO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092189394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1100" b="0" i="0" u="none" strike="noStrike" cap="none" spc="0" baseline="0">
                          <a:solidFill>
                            <a:schemeClr val="accent6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URA MOVEL POS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229151547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1100" b="0" i="0" u="none" strike="noStrike" cap="none" spc="0" baseline="0">
                          <a:solidFill>
                            <a:schemeClr val="accent6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URA OI TOTAL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9155977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1100" b="0" i="0" u="none" strike="noStrike" cap="none" spc="0" baseline="0">
                          <a:solidFill>
                            <a:schemeClr val="accent6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URA FIBRA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41768083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1100" b="0" i="0" u="none" strike="noStrike" cap="none" spc="0" baseline="0" dirty="0">
                          <a:solidFill>
                            <a:schemeClr val="accent6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TELA-UNICA-ACC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4104532054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1100" b="0" i="0" u="none" strike="noStrike" cap="none" spc="0" baseline="0">
                          <a:solidFill>
                            <a:schemeClr val="accent6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NICEENG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516381665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1100" b="0" i="0" u="none" strike="noStrike" cap="none" spc="0" baseline="0">
                          <a:solidFill>
                            <a:schemeClr val="accent6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MAPAV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55134219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1100" b="0" i="0" u="none" strike="noStrike" cap="none" spc="0" baseline="0">
                          <a:solidFill>
                            <a:schemeClr val="accent6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OI PLAY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18010843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1100" b="0" i="0" u="none" strike="noStrike" cap="none" spc="0" baseline="0" dirty="0">
                          <a:solidFill>
                            <a:schemeClr val="accent6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PAINELMAILING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4150812376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1100" b="0" i="0" u="none" strike="noStrike" cap="none" spc="0" baseline="0">
                          <a:solidFill>
                            <a:schemeClr val="accent6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URA_MEDIA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4111158057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1100" b="0" i="0" u="none" strike="noStrike" cap="none" spc="0" baseline="0" dirty="0">
                          <a:solidFill>
                            <a:schemeClr val="accent6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URA_CC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386703694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1100" b="0" i="0" u="none" strike="noStrike" cap="none" spc="0" baseline="0" dirty="0">
                          <a:solidFill>
                            <a:schemeClr val="accent6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URA_APP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4063523567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1100" b="0" i="0" u="none" strike="noStrike" cap="none" spc="0" baseline="0">
                          <a:solidFill>
                            <a:schemeClr val="accent6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URA_PRE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64570847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1100" b="0" i="0" u="none" strike="noStrike" cap="none" spc="0" baseline="0">
                          <a:solidFill>
                            <a:schemeClr val="accent6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URA_OCT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3390056908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1100" b="0" i="0" u="none" strike="noStrike" cap="none" spc="0" baseline="0" dirty="0">
                          <a:solidFill>
                            <a:schemeClr val="accent6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URAHOTLINE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88209661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1100" b="0" i="0" u="none" strike="noStrike" cap="none" spc="0" baseline="0" dirty="0">
                          <a:solidFill>
                            <a:schemeClr val="accent6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URA_PAP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085138578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1100" b="0" i="0" u="none" strike="noStrike" cap="none" spc="0" baseline="0" dirty="0">
                          <a:solidFill>
                            <a:schemeClr val="accent6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CONTROL-CENTER-DRC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881172246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1100" b="0" i="0" u="none" strike="noStrike" cap="none" spc="0" baseline="0" dirty="0">
                          <a:solidFill>
                            <a:schemeClr val="accent6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EDIRMINHAOI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424166008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1100" b="0" i="0" u="none" strike="noStrike" cap="none" spc="0" baseline="0" dirty="0">
                          <a:solidFill>
                            <a:schemeClr val="accent6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COCKPIT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89183685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1100" b="0" i="0" u="none" strike="noStrike" cap="none" spc="0" baseline="0" dirty="0">
                          <a:solidFill>
                            <a:schemeClr val="accent6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PORTAL EMPRESARIAL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82443949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39756033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0758093-705D-EF09-16F1-EB4C8AE2722C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pt-BR" smtClean="0"/>
              <a:t>10</a:t>
            </a:fld>
            <a:endParaRPr lang="pt-BR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5EF4DDB-B0B8-30CE-A9E7-CF88FF31D2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2800" dirty="0">
                <a:solidFill>
                  <a:schemeClr val="accent6"/>
                </a:solidFill>
              </a:rPr>
              <a:t>BSS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92E5701B-C339-CA2F-2D77-BF4C822B709D}"/>
              </a:ext>
            </a:extLst>
          </p:cNvPr>
          <p:cNvSpPr/>
          <p:nvPr/>
        </p:nvSpPr>
        <p:spPr>
          <a:xfrm rot="16200000">
            <a:off x="-685319" y="1866578"/>
            <a:ext cx="1910080" cy="209204"/>
          </a:xfrm>
          <a:prstGeom prst="rect">
            <a:avLst/>
          </a:prstGeom>
          <a:noFill/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noAutofit/>
          </a:bodyPr>
          <a:lstStyle/>
          <a:p>
            <a:pPr marL="0" marR="0" indent="0" algn="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pt-BR" sz="1200" b="1" i="0" u="none" strike="noStrike" cap="none" spc="0" normalizeH="0" baseline="0">
                <a:ln>
                  <a:noFill/>
                </a:ln>
                <a:solidFill>
                  <a:schemeClr val="accent3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MANTER OI S.A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6AEA8816-D152-561A-7EE8-A0557732E769}"/>
              </a:ext>
            </a:extLst>
          </p:cNvPr>
          <p:cNvSpPr/>
          <p:nvPr/>
        </p:nvSpPr>
        <p:spPr>
          <a:xfrm rot="16200000">
            <a:off x="2281971" y="1866578"/>
            <a:ext cx="1910080" cy="209204"/>
          </a:xfrm>
          <a:prstGeom prst="rect">
            <a:avLst/>
          </a:prstGeom>
          <a:noFill/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noAutofit/>
          </a:bodyPr>
          <a:lstStyle/>
          <a:p>
            <a:pPr marL="0" marR="0" indent="0" algn="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pt-BR" sz="1200" b="1" i="0" u="none" strike="noStrike" cap="none" spc="0" normalizeH="0" baseline="0">
                <a:ln>
                  <a:noFill/>
                </a:ln>
                <a:solidFill>
                  <a:schemeClr val="accent3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SEPARAR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1AF9A79D-DB4C-8405-4014-4EF63A2633CC}"/>
              </a:ext>
            </a:extLst>
          </p:cNvPr>
          <p:cNvSpPr/>
          <p:nvPr/>
        </p:nvSpPr>
        <p:spPr>
          <a:xfrm rot="16200000">
            <a:off x="9137631" y="1866578"/>
            <a:ext cx="1910080" cy="209204"/>
          </a:xfrm>
          <a:prstGeom prst="rect">
            <a:avLst/>
          </a:prstGeom>
          <a:noFill/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noAutofit/>
          </a:bodyPr>
          <a:lstStyle/>
          <a:p>
            <a:pPr marL="0" marR="0" indent="0" algn="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pt-BR" sz="1200" b="1" i="0" u="none" strike="noStrike" cap="none" spc="0" normalizeH="0" baseline="0">
                <a:ln>
                  <a:noFill/>
                </a:ln>
                <a:solidFill>
                  <a:schemeClr val="accent3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EM VALIDAÇÃO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836C904C-6574-D123-009F-36D85382B0A1}"/>
              </a:ext>
            </a:extLst>
          </p:cNvPr>
          <p:cNvSpPr/>
          <p:nvPr/>
        </p:nvSpPr>
        <p:spPr>
          <a:xfrm rot="16200000">
            <a:off x="6870469" y="1866578"/>
            <a:ext cx="1910080" cy="209204"/>
          </a:xfrm>
          <a:prstGeom prst="rect">
            <a:avLst/>
          </a:prstGeom>
          <a:noFill/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noAutofit/>
          </a:bodyPr>
          <a:lstStyle/>
          <a:p>
            <a:pPr marL="0" marR="0" indent="0" algn="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pt-BR" sz="1200" b="1" i="0" u="none" strike="noStrike" cap="none" spc="0" normalizeH="0" baseline="0" dirty="0">
                <a:ln>
                  <a:noFill/>
                </a:ln>
                <a:solidFill>
                  <a:schemeClr val="accent3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DROP CLIENTCO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83632AA5-1162-87DB-435D-B87181229A38}"/>
              </a:ext>
            </a:extLst>
          </p:cNvPr>
          <p:cNvGrpSpPr/>
          <p:nvPr>
            <p:custDataLst>
              <p:tags r:id="rId1"/>
            </p:custDataLst>
          </p:nvPr>
        </p:nvGrpSpPr>
        <p:grpSpPr>
          <a:xfrm>
            <a:off x="10245436" y="212413"/>
            <a:ext cx="893910" cy="235070"/>
            <a:chOff x="10312706" y="259774"/>
            <a:chExt cx="1117294" cy="235070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28338E12-94BC-2604-C814-8F9130DC6FC0}"/>
                </a:ext>
              </a:extLst>
            </p:cNvPr>
            <p:cNvSpPr txBox="1"/>
            <p:nvPr/>
          </p:nvSpPr>
          <p:spPr>
            <a:xfrm>
              <a:off x="10312706" y="269389"/>
              <a:ext cx="1117294" cy="184666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ctr" anchorCtr="1">
              <a:spAutoFit/>
            </a:bodyPr>
            <a:lstStyle/>
            <a:p>
              <a:pPr marL="0" marR="0" lvl="0" indent="0" algn="ct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200" b="1" i="1" u="sng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/>
                  <a:sym typeface="Simplon BP Regular"/>
                </a:rPr>
                <a:t>PRELIMINAR</a:t>
              </a:r>
            </a:p>
          </p:txBody>
        </p: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77D3F2BB-DC84-2696-2138-CF27E1054F9F}"/>
                </a:ext>
              </a:extLst>
            </p:cNvPr>
            <p:cNvCxnSpPr>
              <a:cxnSpLocks/>
            </p:cNvCxnSpPr>
            <p:nvPr/>
          </p:nvCxnSpPr>
          <p:spPr>
            <a:xfrm>
              <a:off x="10312706" y="259774"/>
              <a:ext cx="1117294" cy="0"/>
            </a:xfrm>
            <a:prstGeom prst="line">
              <a:avLst/>
            </a:prstGeom>
            <a:ln w="12700" cmpd="sng">
              <a:solidFill>
                <a:srgbClr val="000000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51F1B522-4264-772D-08EA-E7C69BAE60D3}"/>
                </a:ext>
              </a:extLst>
            </p:cNvPr>
            <p:cNvCxnSpPr>
              <a:cxnSpLocks/>
            </p:cNvCxnSpPr>
            <p:nvPr/>
          </p:nvCxnSpPr>
          <p:spPr>
            <a:xfrm>
              <a:off x="10312706" y="494844"/>
              <a:ext cx="1117294" cy="0"/>
            </a:xfrm>
            <a:prstGeom prst="line">
              <a:avLst/>
            </a:prstGeom>
            <a:ln w="12700" cmpd="sng">
              <a:solidFill>
                <a:srgbClr val="000000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7ADAB557-09CA-8795-A77D-C0AA3839E1AD}"/>
              </a:ext>
            </a:extLst>
          </p:cNvPr>
          <p:cNvGrpSpPr/>
          <p:nvPr/>
        </p:nvGrpSpPr>
        <p:grpSpPr>
          <a:xfrm>
            <a:off x="6716931" y="50028"/>
            <a:ext cx="2951102" cy="397455"/>
            <a:chOff x="8752857" y="3047982"/>
            <a:chExt cx="2951102" cy="397455"/>
          </a:xfrm>
        </p:grpSpPr>
        <p:grpSp>
          <p:nvGrpSpPr>
            <p:cNvPr id="49" name="Group 48">
              <a:extLst>
                <a:ext uri="{FF2B5EF4-FFF2-40B4-BE49-F238E27FC236}">
                  <a16:creationId xmlns:a16="http://schemas.microsoft.com/office/drawing/2014/main" id="{A890AF8B-4207-6D1A-858E-6BC162B83B3E}"/>
                </a:ext>
              </a:extLst>
            </p:cNvPr>
            <p:cNvGrpSpPr/>
            <p:nvPr/>
          </p:nvGrpSpPr>
          <p:grpSpPr>
            <a:xfrm>
              <a:off x="8752857" y="3047982"/>
              <a:ext cx="701368" cy="397455"/>
              <a:chOff x="8752857" y="3047982"/>
              <a:chExt cx="701368" cy="397455"/>
            </a:xfrm>
          </p:grpSpPr>
          <p:sp>
            <p:nvSpPr>
              <p:cNvPr id="30" name="Rettangolo 19">
                <a:extLst>
                  <a:ext uri="{FF2B5EF4-FFF2-40B4-BE49-F238E27FC236}">
                    <a16:creationId xmlns:a16="http://schemas.microsoft.com/office/drawing/2014/main" id="{3E45DE87-BCAD-3B86-BA7C-27E439384D71}"/>
                  </a:ext>
                </a:extLst>
              </p:cNvPr>
              <p:cNvSpPr/>
              <p:nvPr/>
            </p:nvSpPr>
            <p:spPr>
              <a:xfrm>
                <a:off x="8752857" y="3047982"/>
                <a:ext cx="701368" cy="215838"/>
              </a:xfrm>
              <a:prstGeom prst="rect">
                <a:avLst/>
              </a:prstGeom>
              <a:noFill/>
              <a:ln w="19050" cap="flat" cmpd="sng" algn="ctr">
                <a:noFill/>
                <a:prstDash val="solid"/>
                <a:miter lim="800000"/>
              </a:ln>
              <a:effectLst/>
            </p:spPr>
            <p:txBody>
              <a:bodyPr spcFirstLastPara="0" vert="horz" wrap="square" lIns="0" tIns="0" rIns="0" bIns="0" numCol="1" spcCol="1270" rtlCol="0" anchor="ctr" anchorCtr="0">
                <a:noAutofit/>
              </a:bodyPr>
              <a:lstStyle/>
              <a:p>
                <a:pPr marL="0" marR="0" lvl="0" indent="0" algn="ctr" defTabSz="4445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350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GB" sz="600" b="1">
                    <a:solidFill>
                      <a:schemeClr val="accent6"/>
                    </a:solidFill>
                    <a:latin typeface="Graphik" panose="020B0503030202060203" pitchFamily="34" charset="0"/>
                    <a:cs typeface="Helvetica"/>
                    <a:sym typeface="Simplon BP Regular"/>
                  </a:rPr>
                  <a:t>MANTER OI SA</a:t>
                </a:r>
                <a:endParaRPr kumimoji="0" lang="en-GB" sz="900" b="1" u="none" strike="noStrike" kern="1200" cap="none" spc="0" normalizeH="0" baseline="0" noProof="0">
                  <a:ln>
                    <a:noFill/>
                  </a:ln>
                  <a:solidFill>
                    <a:schemeClr val="accent6"/>
                  </a:solidFill>
                  <a:uLnTx/>
                  <a:uFillTx/>
                  <a:latin typeface="Graphik" panose="020B0503030202060203" pitchFamily="34" charset="0"/>
                  <a:cs typeface="Helvetica"/>
                  <a:sym typeface="Simplon BP Regular"/>
                </a:endParaRPr>
              </a:p>
            </p:txBody>
          </p:sp>
          <p:sp>
            <p:nvSpPr>
              <p:cNvPr id="36" name="Rettangolo 19">
                <a:extLst>
                  <a:ext uri="{FF2B5EF4-FFF2-40B4-BE49-F238E27FC236}">
                    <a16:creationId xmlns:a16="http://schemas.microsoft.com/office/drawing/2014/main" id="{AE8C9ADC-C76B-62F3-C77C-0F60F897B7B0}"/>
                  </a:ext>
                </a:extLst>
              </p:cNvPr>
              <p:cNvSpPr/>
              <p:nvPr/>
            </p:nvSpPr>
            <p:spPr>
              <a:xfrm>
                <a:off x="8752857" y="3251519"/>
                <a:ext cx="701368" cy="193918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19050" cap="flat" cmpd="sng" algn="ctr">
                <a:solidFill>
                  <a:srgbClr val="FFFFFF"/>
                </a:solidFill>
                <a:prstDash val="solid"/>
                <a:miter lim="800000"/>
              </a:ln>
              <a:effectLst/>
            </p:spPr>
            <p:txBody>
              <a:bodyPr spcFirstLastPara="0" vert="horz" wrap="square" lIns="45720" tIns="0" rIns="45720" bIns="0" numCol="1" spcCol="1270" rtlCol="0" anchor="ctr" anchorCtr="0">
                <a:noAutofit/>
              </a:bodyPr>
              <a:lstStyle/>
              <a:p>
                <a:pPr marL="0" marR="0" lvl="0" indent="0" algn="ctr" defTabSz="4445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350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800" b="1" u="none" strike="noStrike" kern="1200" cap="none" spc="0" normalizeH="0" baseline="0" noProof="0" dirty="0">
                    <a:ln>
                      <a:noFill/>
                    </a:ln>
                    <a:solidFill>
                      <a:schemeClr val="accent6"/>
                    </a:solidFill>
                    <a:uLnTx/>
                    <a:uFillTx/>
                    <a:latin typeface="Graphik" panose="020B0503030202060203" pitchFamily="34" charset="0"/>
                    <a:cs typeface="Helvetica"/>
                    <a:sym typeface="Simplon BP Regular"/>
                  </a:rPr>
                  <a:t>23</a:t>
                </a:r>
                <a:endParaRPr kumimoji="0" lang="en-GB" sz="1050" b="1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uLnTx/>
                  <a:uFillTx/>
                  <a:latin typeface="Graphik" panose="020B0503030202060203" pitchFamily="34" charset="0"/>
                  <a:cs typeface="Helvetica"/>
                  <a:sym typeface="Simplon BP Regular"/>
                </a:endParaRPr>
              </a:p>
            </p:txBody>
          </p:sp>
        </p:grpSp>
        <p:grpSp>
          <p:nvGrpSpPr>
            <p:cNvPr id="50" name="Group 49">
              <a:extLst>
                <a:ext uri="{FF2B5EF4-FFF2-40B4-BE49-F238E27FC236}">
                  <a16:creationId xmlns:a16="http://schemas.microsoft.com/office/drawing/2014/main" id="{24CF96DC-8DE0-AB46-FD97-058803152A1F}"/>
                </a:ext>
              </a:extLst>
            </p:cNvPr>
            <p:cNvGrpSpPr/>
            <p:nvPr/>
          </p:nvGrpSpPr>
          <p:grpSpPr>
            <a:xfrm>
              <a:off x="9502768" y="3047982"/>
              <a:ext cx="701368" cy="397455"/>
              <a:chOff x="9593093" y="3047982"/>
              <a:chExt cx="701368" cy="397455"/>
            </a:xfrm>
          </p:grpSpPr>
          <p:sp>
            <p:nvSpPr>
              <p:cNvPr id="31" name="Rettangolo 19">
                <a:extLst>
                  <a:ext uri="{FF2B5EF4-FFF2-40B4-BE49-F238E27FC236}">
                    <a16:creationId xmlns:a16="http://schemas.microsoft.com/office/drawing/2014/main" id="{1A1EF6F4-AB8D-2B79-A113-4F433FFE61B3}"/>
                  </a:ext>
                </a:extLst>
              </p:cNvPr>
              <p:cNvSpPr/>
              <p:nvPr/>
            </p:nvSpPr>
            <p:spPr>
              <a:xfrm>
                <a:off x="9593093" y="3047982"/>
                <a:ext cx="701368" cy="215838"/>
              </a:xfrm>
              <a:prstGeom prst="rect">
                <a:avLst/>
              </a:prstGeom>
              <a:noFill/>
              <a:ln w="19050" cap="flat" cmpd="sng" algn="ctr">
                <a:noFill/>
                <a:prstDash val="solid"/>
                <a:miter lim="800000"/>
              </a:ln>
              <a:effectLst/>
            </p:spPr>
            <p:txBody>
              <a:bodyPr spcFirstLastPara="0" vert="horz" wrap="square" lIns="0" tIns="0" rIns="0" bIns="0" numCol="1" spcCol="1270" rtlCol="0" anchor="ctr" anchorCtr="0">
                <a:noAutofit/>
              </a:bodyPr>
              <a:lstStyle/>
              <a:p>
                <a:pPr marL="0" marR="0" lvl="0" indent="0" algn="ctr" defTabSz="4445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350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600" b="1" u="none" strike="noStrike" kern="1200" cap="none" spc="0" normalizeH="0" baseline="0" noProof="0">
                    <a:ln>
                      <a:noFill/>
                    </a:ln>
                    <a:solidFill>
                      <a:schemeClr val="accent6"/>
                    </a:solidFill>
                    <a:uLnTx/>
                    <a:uFillTx/>
                    <a:latin typeface="Graphik" panose="020B0503030202060203" pitchFamily="34" charset="0"/>
                    <a:cs typeface="Helvetica"/>
                    <a:sym typeface="Simplon BP Regular"/>
                  </a:rPr>
                  <a:t>SEPARAR</a:t>
                </a:r>
                <a:endParaRPr kumimoji="0" lang="en-GB" sz="900" b="1" u="none" strike="noStrike" kern="1200" cap="none" spc="0" normalizeH="0" baseline="0" noProof="0">
                  <a:ln>
                    <a:noFill/>
                  </a:ln>
                  <a:solidFill>
                    <a:schemeClr val="accent6"/>
                  </a:solidFill>
                  <a:uLnTx/>
                  <a:uFillTx/>
                  <a:latin typeface="Graphik" panose="020B0503030202060203" pitchFamily="34" charset="0"/>
                  <a:cs typeface="Helvetica"/>
                  <a:sym typeface="Simplon BP Regular"/>
                </a:endParaRPr>
              </a:p>
            </p:txBody>
          </p:sp>
          <p:sp>
            <p:nvSpPr>
              <p:cNvPr id="37" name="Rettangolo 19">
                <a:extLst>
                  <a:ext uri="{FF2B5EF4-FFF2-40B4-BE49-F238E27FC236}">
                    <a16:creationId xmlns:a16="http://schemas.microsoft.com/office/drawing/2014/main" id="{87EE7815-6EC2-FD68-3EC8-D60C80D53CC5}"/>
                  </a:ext>
                </a:extLst>
              </p:cNvPr>
              <p:cNvSpPr/>
              <p:nvPr/>
            </p:nvSpPr>
            <p:spPr>
              <a:xfrm>
                <a:off x="9593093" y="3251519"/>
                <a:ext cx="701368" cy="193918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19050" cap="flat" cmpd="sng" algn="ctr">
                <a:solidFill>
                  <a:srgbClr val="FFFFFF"/>
                </a:solidFill>
                <a:prstDash val="solid"/>
                <a:miter lim="800000"/>
              </a:ln>
              <a:effectLst/>
            </p:spPr>
            <p:txBody>
              <a:bodyPr spcFirstLastPara="0" vert="horz" wrap="square" lIns="45720" tIns="0" rIns="45720" bIns="0" numCol="1" spcCol="1270" rtlCol="0" anchor="ctr" anchorCtr="0">
                <a:noAutofit/>
              </a:bodyPr>
              <a:lstStyle/>
              <a:p>
                <a:pPr marL="0" marR="0" lvl="0" indent="0" algn="ctr" defTabSz="4445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350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800" b="1" u="none" strike="noStrike" kern="1200" cap="none" spc="0" normalizeH="0" baseline="0" noProof="0" dirty="0">
                    <a:ln>
                      <a:noFill/>
                    </a:ln>
                    <a:solidFill>
                      <a:schemeClr val="accent6"/>
                    </a:solidFill>
                    <a:uLnTx/>
                    <a:uFillTx/>
                    <a:latin typeface="Graphik" panose="020B0503030202060203" pitchFamily="34" charset="0"/>
                    <a:cs typeface="Helvetica"/>
                    <a:sym typeface="Simplon BP Regular"/>
                  </a:rPr>
                  <a:t>46</a:t>
                </a:r>
                <a:endParaRPr kumimoji="0" lang="en-GB" sz="1050" b="1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uLnTx/>
                  <a:uFillTx/>
                  <a:latin typeface="Graphik" panose="020B0503030202060203" pitchFamily="34" charset="0"/>
                  <a:cs typeface="Helvetica"/>
                  <a:sym typeface="Simplon BP Regular"/>
                </a:endParaRPr>
              </a:p>
            </p:txBody>
          </p:sp>
        </p:grpSp>
        <p:grpSp>
          <p:nvGrpSpPr>
            <p:cNvPr id="51" name="Group 50">
              <a:extLst>
                <a:ext uri="{FF2B5EF4-FFF2-40B4-BE49-F238E27FC236}">
                  <a16:creationId xmlns:a16="http://schemas.microsoft.com/office/drawing/2014/main" id="{2FCED14D-04B0-ED99-AB10-1B789365FBE4}"/>
                </a:ext>
              </a:extLst>
            </p:cNvPr>
            <p:cNvGrpSpPr/>
            <p:nvPr/>
          </p:nvGrpSpPr>
          <p:grpSpPr>
            <a:xfrm>
              <a:off x="10252679" y="3047982"/>
              <a:ext cx="701368" cy="397455"/>
              <a:chOff x="10433381" y="3047982"/>
              <a:chExt cx="701368" cy="397455"/>
            </a:xfrm>
          </p:grpSpPr>
          <p:sp>
            <p:nvSpPr>
              <p:cNvPr id="32" name="Rettangolo 19">
                <a:extLst>
                  <a:ext uri="{FF2B5EF4-FFF2-40B4-BE49-F238E27FC236}">
                    <a16:creationId xmlns:a16="http://schemas.microsoft.com/office/drawing/2014/main" id="{95A70F53-4638-4A31-BCD9-36F1925E8686}"/>
                  </a:ext>
                </a:extLst>
              </p:cNvPr>
              <p:cNvSpPr/>
              <p:nvPr/>
            </p:nvSpPr>
            <p:spPr>
              <a:xfrm>
                <a:off x="10433381" y="3047982"/>
                <a:ext cx="701368" cy="215838"/>
              </a:xfrm>
              <a:prstGeom prst="rect">
                <a:avLst/>
              </a:prstGeom>
              <a:noFill/>
              <a:ln w="19050" cap="flat" cmpd="sng" algn="ctr">
                <a:noFill/>
                <a:prstDash val="solid"/>
                <a:miter lim="800000"/>
              </a:ln>
              <a:effectLst/>
            </p:spPr>
            <p:txBody>
              <a:bodyPr spcFirstLastPara="0" vert="horz" wrap="square" lIns="0" tIns="0" rIns="0" bIns="0" numCol="1" spcCol="1270" rtlCol="0" anchor="ctr" anchorCtr="0">
                <a:noAutofit/>
              </a:bodyPr>
              <a:lstStyle/>
              <a:p>
                <a:pPr marL="0" marR="0" lvl="0" indent="0" algn="ctr" defTabSz="4445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350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600" b="1" u="none" strike="noStrike" kern="1200" cap="none" spc="0" normalizeH="0" baseline="0" noProof="0">
                    <a:ln>
                      <a:noFill/>
                    </a:ln>
                    <a:solidFill>
                      <a:schemeClr val="accent6"/>
                    </a:solidFill>
                    <a:uLnTx/>
                    <a:uFillTx/>
                    <a:latin typeface="Graphik" panose="020B0503030202060203" pitchFamily="34" charset="0"/>
                    <a:cs typeface="Helvetica"/>
                    <a:sym typeface="Simplon BP Regular"/>
                  </a:rPr>
                  <a:t>DROP CLIENTCO</a:t>
                </a:r>
                <a:endParaRPr kumimoji="0" lang="en-GB" sz="900" b="1" u="none" strike="noStrike" kern="1200" cap="none" spc="0" normalizeH="0" baseline="0" noProof="0">
                  <a:ln>
                    <a:noFill/>
                  </a:ln>
                  <a:solidFill>
                    <a:schemeClr val="accent6"/>
                  </a:solidFill>
                  <a:uLnTx/>
                  <a:uFillTx/>
                  <a:latin typeface="Graphik" panose="020B0503030202060203" pitchFamily="34" charset="0"/>
                  <a:cs typeface="Helvetica"/>
                  <a:sym typeface="Simplon BP Regular"/>
                </a:endParaRPr>
              </a:p>
            </p:txBody>
          </p:sp>
          <p:sp>
            <p:nvSpPr>
              <p:cNvPr id="38" name="Rettangolo 19">
                <a:extLst>
                  <a:ext uri="{FF2B5EF4-FFF2-40B4-BE49-F238E27FC236}">
                    <a16:creationId xmlns:a16="http://schemas.microsoft.com/office/drawing/2014/main" id="{29736CFC-45A4-A2F4-1C33-2EE74F2FC87B}"/>
                  </a:ext>
                </a:extLst>
              </p:cNvPr>
              <p:cNvSpPr/>
              <p:nvPr/>
            </p:nvSpPr>
            <p:spPr>
              <a:xfrm>
                <a:off x="10433381" y="3251519"/>
                <a:ext cx="701368" cy="193918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19050" cap="flat" cmpd="sng" algn="ctr">
                <a:solidFill>
                  <a:srgbClr val="FFFFFF"/>
                </a:solidFill>
                <a:prstDash val="solid"/>
                <a:miter lim="800000"/>
              </a:ln>
              <a:effectLst/>
            </p:spPr>
            <p:txBody>
              <a:bodyPr spcFirstLastPara="0" vert="horz" wrap="square" lIns="45720" tIns="0" rIns="45720" bIns="0" numCol="1" spcCol="1270" rtlCol="0" anchor="ctr" anchorCtr="0">
                <a:noAutofit/>
              </a:bodyPr>
              <a:lstStyle/>
              <a:p>
                <a:pPr marL="0" marR="0" lvl="0" indent="0" algn="ctr" defTabSz="4445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350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GB" sz="800" b="1" dirty="0">
                    <a:solidFill>
                      <a:schemeClr val="accent6"/>
                    </a:solidFill>
                    <a:latin typeface="Graphik" panose="020B0503030202060203" pitchFamily="34" charset="0"/>
                    <a:cs typeface="Helvetica"/>
                    <a:sym typeface="Simplon BP Regular"/>
                  </a:rPr>
                  <a:t>13</a:t>
                </a:r>
                <a:endParaRPr kumimoji="0" lang="en-GB" sz="1050" b="1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uLnTx/>
                  <a:uFillTx/>
                  <a:latin typeface="Graphik" panose="020B0503030202060203" pitchFamily="34" charset="0"/>
                  <a:cs typeface="Helvetica"/>
                  <a:sym typeface="Simplon BP Regular"/>
                </a:endParaRPr>
              </a:p>
            </p:txBody>
          </p:sp>
        </p:grpSp>
        <p:grpSp>
          <p:nvGrpSpPr>
            <p:cNvPr id="52" name="Group 51">
              <a:extLst>
                <a:ext uri="{FF2B5EF4-FFF2-40B4-BE49-F238E27FC236}">
                  <a16:creationId xmlns:a16="http://schemas.microsoft.com/office/drawing/2014/main" id="{307A9E6A-11FA-029B-8D9E-69703DEFE0EF}"/>
                </a:ext>
              </a:extLst>
            </p:cNvPr>
            <p:cNvGrpSpPr/>
            <p:nvPr/>
          </p:nvGrpSpPr>
          <p:grpSpPr>
            <a:xfrm>
              <a:off x="11002591" y="3047982"/>
              <a:ext cx="701368" cy="397455"/>
              <a:chOff x="11236271" y="3047982"/>
              <a:chExt cx="701368" cy="397455"/>
            </a:xfrm>
          </p:grpSpPr>
          <p:sp>
            <p:nvSpPr>
              <p:cNvPr id="33" name="Rettangolo 19">
                <a:extLst>
                  <a:ext uri="{FF2B5EF4-FFF2-40B4-BE49-F238E27FC236}">
                    <a16:creationId xmlns:a16="http://schemas.microsoft.com/office/drawing/2014/main" id="{7405BC40-3BB6-9A47-5EEC-617A29AED335}"/>
                  </a:ext>
                </a:extLst>
              </p:cNvPr>
              <p:cNvSpPr/>
              <p:nvPr/>
            </p:nvSpPr>
            <p:spPr>
              <a:xfrm>
                <a:off x="11236271" y="3047982"/>
                <a:ext cx="701368" cy="215838"/>
              </a:xfrm>
              <a:prstGeom prst="rect">
                <a:avLst/>
              </a:prstGeom>
              <a:noFill/>
              <a:ln w="19050" cap="flat" cmpd="sng" algn="ctr">
                <a:noFill/>
                <a:prstDash val="solid"/>
                <a:miter lim="800000"/>
              </a:ln>
              <a:effectLst/>
            </p:spPr>
            <p:txBody>
              <a:bodyPr spcFirstLastPara="0" vert="horz" wrap="square" lIns="0" tIns="0" rIns="0" bIns="0" numCol="1" spcCol="1270" rtlCol="0" anchor="ctr" anchorCtr="0">
                <a:noAutofit/>
              </a:bodyPr>
              <a:lstStyle/>
              <a:p>
                <a:pPr marL="0" marR="0" lvl="0" indent="0" algn="ctr" defTabSz="4445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350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GB" sz="600" b="1">
                    <a:solidFill>
                      <a:schemeClr val="accent6"/>
                    </a:solidFill>
                    <a:latin typeface="Graphik" panose="020B0503030202060203" pitchFamily="34" charset="0"/>
                    <a:cs typeface="Helvetica"/>
                    <a:sym typeface="Simplon BP Regular"/>
                  </a:rPr>
                  <a:t>EM VALIDAÇÃO</a:t>
                </a:r>
                <a:endParaRPr kumimoji="0" lang="en-GB" sz="900" b="1" u="none" strike="noStrike" kern="1200" cap="none" spc="0" normalizeH="0" baseline="0" noProof="0">
                  <a:ln>
                    <a:noFill/>
                  </a:ln>
                  <a:solidFill>
                    <a:schemeClr val="accent6"/>
                  </a:solidFill>
                  <a:uLnTx/>
                  <a:uFillTx/>
                  <a:latin typeface="Graphik" panose="020B0503030202060203" pitchFamily="34" charset="0"/>
                  <a:cs typeface="Helvetica"/>
                  <a:sym typeface="Simplon BP Regular"/>
                </a:endParaRPr>
              </a:p>
            </p:txBody>
          </p:sp>
          <p:sp>
            <p:nvSpPr>
              <p:cNvPr id="39" name="Rettangolo 19">
                <a:extLst>
                  <a:ext uri="{FF2B5EF4-FFF2-40B4-BE49-F238E27FC236}">
                    <a16:creationId xmlns:a16="http://schemas.microsoft.com/office/drawing/2014/main" id="{E6B42017-CD74-84C1-743C-FA7105B905F7}"/>
                  </a:ext>
                </a:extLst>
              </p:cNvPr>
              <p:cNvSpPr/>
              <p:nvPr/>
            </p:nvSpPr>
            <p:spPr>
              <a:xfrm>
                <a:off x="11236271" y="3251519"/>
                <a:ext cx="701368" cy="193918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19050" cap="flat" cmpd="sng" algn="ctr">
                <a:solidFill>
                  <a:srgbClr val="FFFFFF"/>
                </a:solidFill>
                <a:prstDash val="solid"/>
                <a:miter lim="800000"/>
              </a:ln>
              <a:effectLst/>
            </p:spPr>
            <p:txBody>
              <a:bodyPr spcFirstLastPara="0" vert="horz" wrap="square" lIns="45720" tIns="0" rIns="45720" bIns="0" numCol="1" spcCol="1270" rtlCol="0" anchor="ctr" anchorCtr="0">
                <a:noAutofit/>
              </a:bodyPr>
              <a:lstStyle/>
              <a:p>
                <a:pPr marL="0" marR="0" lvl="0" indent="0" algn="ctr" defTabSz="4445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350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800" b="1" u="none" strike="noStrike" kern="1200" cap="none" spc="0" normalizeH="0" baseline="0" noProof="0" dirty="0">
                    <a:ln>
                      <a:noFill/>
                    </a:ln>
                    <a:solidFill>
                      <a:schemeClr val="accent6"/>
                    </a:solidFill>
                    <a:uLnTx/>
                    <a:uFillTx/>
                    <a:latin typeface="Graphik" panose="020B0503030202060203" pitchFamily="34" charset="0"/>
                    <a:cs typeface="Helvetica"/>
                    <a:sym typeface="Simplon BP Regular"/>
                  </a:rPr>
                  <a:t>20</a:t>
                </a:r>
                <a:endParaRPr kumimoji="0" lang="en-GB" sz="1050" b="1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uLnTx/>
                  <a:uFillTx/>
                  <a:latin typeface="Graphik" panose="020B0503030202060203" pitchFamily="34" charset="0"/>
                  <a:cs typeface="Helvetica"/>
                  <a:sym typeface="Simplon BP Regular"/>
                </a:endParaRPr>
              </a:p>
            </p:txBody>
          </p:sp>
        </p:grpSp>
      </p:grpSp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E255CB76-18E1-F9CB-7BFB-E57BE90F28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0238340"/>
              </p:ext>
            </p:extLst>
          </p:nvPr>
        </p:nvGraphicFramePr>
        <p:xfrm>
          <a:off x="492832" y="1016140"/>
          <a:ext cx="2103120" cy="469392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302487354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SISTEMA</a:t>
                      </a:r>
                      <a:endParaRPr lang="pt-BR" sz="11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solidFill>
                      <a:srgbClr val="00760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1184988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1100" b="0" i="0" u="none" strike="noStrike" cap="none" spc="0" baseline="0" dirty="0">
                          <a:solidFill>
                            <a:schemeClr val="accent6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MONEYMAP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091058175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1100" b="0" i="0" u="none" strike="noStrike" cap="none" spc="0" baseline="0" dirty="0">
                          <a:solidFill>
                            <a:schemeClr val="accent6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(OI R2) UNIPRO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397048407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1100" b="0" i="0" u="none" strike="noStrike" cap="none" spc="0" baseline="0" dirty="0">
                          <a:solidFill>
                            <a:schemeClr val="accent6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(OI R2) SIAC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07845980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1100" b="0" i="0" u="none" strike="noStrike" cap="none" spc="0" baseline="0" dirty="0">
                          <a:solidFill>
                            <a:schemeClr val="accent6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SCF1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418420561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1100" b="0" i="0" u="none" strike="noStrike" cap="none" spc="0" baseline="0" dirty="0">
                          <a:solidFill>
                            <a:schemeClr val="accent6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REPASSE DE ARRECADAÇÃO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33415472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1100" b="0" i="0" u="none" strike="noStrike" cap="none" spc="0" baseline="0" dirty="0">
                          <a:solidFill>
                            <a:schemeClr val="accent6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MEDIAÇÃO FIXA DE TERCEIROS (MAINFRAME)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4251257796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1100" b="0" i="0" u="none" strike="noStrike" cap="none" spc="0" baseline="0">
                          <a:solidFill>
                            <a:schemeClr val="accent6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MEDIAÇÃO FIXA DE NEGÓCIOS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82039154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1100" b="0" i="0" u="none" strike="noStrike" cap="none" spc="0" baseline="0" dirty="0">
                          <a:solidFill>
                            <a:schemeClr val="accent6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CBILL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896924905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1100" b="0" i="0" u="none" strike="noStrike" cap="none" spc="0" baseline="0" dirty="0">
                          <a:solidFill>
                            <a:schemeClr val="accent6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SF SELLERS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983859654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1100" b="0" i="0" u="none" strike="noStrike" cap="none" spc="0" baseline="0">
                          <a:solidFill>
                            <a:schemeClr val="accent6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PLUGSYS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4152128114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1100" b="0" i="0" u="none" strike="noStrike" cap="none" spc="0" baseline="0" dirty="0">
                          <a:solidFill>
                            <a:schemeClr val="accent6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HUB PARCEIROS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93652103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1100" b="0" i="0" u="none" strike="noStrike" cap="none" spc="0" baseline="0">
                          <a:solidFill>
                            <a:schemeClr val="accent6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MAP360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44107064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1100" b="0" i="0" u="none" strike="noStrike" cap="none" spc="0" baseline="0" dirty="0">
                          <a:solidFill>
                            <a:schemeClr val="accent6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(OI_INT)OI_SPLITTER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88192461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1100" b="0" i="0" u="none" strike="noStrike" cap="none" spc="0" baseline="0">
                          <a:solidFill>
                            <a:schemeClr val="accent6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(OI_INT)ROBOICFBF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87204208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1100" b="0" i="0" u="none" strike="noStrike" cap="none" spc="0" baseline="0" dirty="0">
                          <a:solidFill>
                            <a:schemeClr val="accent6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(OI_INT)ROBOBFV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627562668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1100" b="0" i="0" u="none" strike="noStrike" cap="none" spc="0" baseline="0" dirty="0">
                          <a:solidFill>
                            <a:schemeClr val="accent6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(OI_INT)ROBOBFO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326902404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1100" b="0" i="0" u="none" strike="noStrike" cap="none" spc="0" baseline="0" dirty="0">
                          <a:solidFill>
                            <a:schemeClr val="accent6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(OI_INT)ROBOBFMPOS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49027302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1100" b="0" i="0" u="none" strike="noStrike" cap="none" spc="0" baseline="0" dirty="0">
                          <a:solidFill>
                            <a:schemeClr val="accent6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(OI_INT)SITEF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72257715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1100" b="0" i="0" u="none" strike="noStrike" cap="none" spc="0" baseline="0" dirty="0">
                          <a:solidFill>
                            <a:schemeClr val="accent6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(OI_INT)PAINELDECONTROLE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371640666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1100" b="0" i="0" u="none" strike="noStrike" cap="none" spc="0" baseline="0" dirty="0">
                          <a:solidFill>
                            <a:schemeClr val="accent6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(OI_INT)INTFIN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328016255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1100" b="0" i="0" u="none" strike="noStrike" cap="none" spc="0" baseline="0" dirty="0">
                          <a:solidFill>
                            <a:schemeClr val="accent6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(OI_INT)ICFBF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08092261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1100" b="0" i="0" u="none" strike="noStrike" cap="none" spc="0" baseline="0" dirty="0">
                          <a:solidFill>
                            <a:schemeClr val="accent6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OSM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26870579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1100" b="0" i="0" u="none" strike="noStrike" cap="none" spc="0" baseline="0" dirty="0">
                          <a:solidFill>
                            <a:schemeClr val="accent6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OM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294466020"/>
                  </a:ext>
                </a:extLst>
              </a:tr>
            </a:tbl>
          </a:graphicData>
        </a:graphic>
      </p:graphicFrame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07CD2955-F33E-A0AD-529C-459FAB12009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25795057"/>
              </p:ext>
            </p:extLst>
          </p:nvPr>
        </p:nvGraphicFramePr>
        <p:xfrm>
          <a:off x="3445079" y="980333"/>
          <a:ext cx="1903517" cy="452628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903517">
                  <a:extLst>
                    <a:ext uri="{9D8B030D-6E8A-4147-A177-3AD203B41FA5}">
                      <a16:colId xmlns:a16="http://schemas.microsoft.com/office/drawing/2014/main" val="258522693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1100" b="1" i="0" u="none" strike="noStrike" cap="none" spc="0" baseline="0" dirty="0">
                          <a:solidFill>
                            <a:schemeClr val="bg1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SISTEMA</a:t>
                      </a:r>
                    </a:p>
                  </a:txBody>
                  <a:tcPr marL="0" marR="0" marT="0" marB="0" anchor="b">
                    <a:solidFill>
                      <a:srgbClr val="00760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645626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1100" b="0" i="0" u="none" strike="noStrike" cap="none" spc="0" baseline="0" dirty="0">
                          <a:solidFill>
                            <a:schemeClr val="accent6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CAR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3513003217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1100" b="0" i="0" u="none" strike="noStrike" cap="none" spc="0" baseline="0" dirty="0">
                          <a:solidFill>
                            <a:schemeClr val="accent6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AUTOARBOR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26867570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1100" b="0" i="0" u="none" strike="noStrike" cap="none" spc="0" baseline="0">
                          <a:solidFill>
                            <a:schemeClr val="accent6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AUTOSIEBEL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87544601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1100" b="0" i="0" u="none" strike="noStrike" cap="none" spc="0" baseline="0" dirty="0">
                          <a:solidFill>
                            <a:schemeClr val="accent6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GED360-OI_DOC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658979534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1100" b="0" i="0" u="none" strike="noStrike" cap="none" spc="0" baseline="0" dirty="0">
                          <a:solidFill>
                            <a:schemeClr val="accent6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GED360-BR_ARQUIVO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611661346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1100" b="0" i="0" u="none" strike="noStrike" cap="none" spc="0" baseline="0" dirty="0">
                          <a:solidFill>
                            <a:schemeClr val="accent6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GED360-EMAILSEGURO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412730731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1100" b="0" i="0" u="none" strike="noStrike" cap="none" spc="0" baseline="0" dirty="0">
                          <a:solidFill>
                            <a:schemeClr val="accent6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MEDIAÇÃO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91731006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1100" b="0" i="0" u="none" strike="noStrike" cap="none" spc="0" baseline="0">
                          <a:solidFill>
                            <a:schemeClr val="accent6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EBILLING3.0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092189394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1100" b="0" i="0" u="none" strike="noStrike" cap="none" spc="0" baseline="0" dirty="0">
                          <a:solidFill>
                            <a:schemeClr val="accent6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RAID-COLLECTIONS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229151547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1100" b="0" i="0" u="none" strike="noStrike" cap="none" spc="0" baseline="0">
                          <a:solidFill>
                            <a:schemeClr val="accent6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GED360-BR_PRONTOPDV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9155977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1100" b="0" i="0" u="none" strike="noStrike" cap="none" spc="0" baseline="0" dirty="0">
                          <a:solidFill>
                            <a:schemeClr val="accent6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GED360-E_CONTAS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41768083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1100" b="0" i="0" u="none" strike="noStrike" cap="none" spc="0" baseline="0" dirty="0">
                          <a:solidFill>
                            <a:schemeClr val="accent6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GED360-BR_PRONTO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4104532054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1100" b="0" i="0" u="none" strike="noStrike" cap="none" spc="0" baseline="0">
                          <a:solidFill>
                            <a:schemeClr val="accent6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GED360-BR_GESTOR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874224866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1100" b="0" i="0" u="none" strike="noStrike" cap="none" spc="0" baseline="0" dirty="0">
                          <a:solidFill>
                            <a:schemeClr val="accent6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GED360-BR_NOTAS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39630065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1100" b="0" i="0" u="none" strike="noStrike" cap="none" spc="0" baseline="0">
                          <a:solidFill>
                            <a:schemeClr val="accent6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ROBOTICS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330853393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1100" b="0" i="0" u="none" strike="noStrike" cap="none" spc="0" baseline="0" dirty="0">
                          <a:solidFill>
                            <a:schemeClr val="accent6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COMPLY_APOIO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86091465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1100" b="0" i="0" u="none" strike="noStrike" cap="none" spc="0" baseline="0" dirty="0">
                          <a:solidFill>
                            <a:schemeClr val="accent6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POWERCURVE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71923430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1100" b="0" i="0" u="none" strike="noStrike" cap="none" spc="0" baseline="0" dirty="0">
                          <a:solidFill>
                            <a:schemeClr val="accent6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COMPLY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664852965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1100" b="0" i="0" u="none" strike="noStrike" cap="none" spc="0" baseline="0" dirty="0">
                          <a:solidFill>
                            <a:schemeClr val="accent6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RAID-FMS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39324816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1100" b="0" i="0" u="none" strike="noStrike" cap="none" spc="0" baseline="0" dirty="0">
                          <a:solidFill>
                            <a:schemeClr val="accent6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OI360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3986177167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1100" b="0" i="0" u="none" strike="noStrike" cap="none" spc="0" baseline="0" dirty="0">
                          <a:solidFill>
                            <a:schemeClr val="accent6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RAID-PI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842267996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1100" b="0" i="0" u="none" strike="noStrike" cap="none" spc="0" baseline="0" dirty="0">
                          <a:solidFill>
                            <a:schemeClr val="accent6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FERRAMENTA DE RECUPERAÇÃO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4032643434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1100" b="0" i="0" u="none" strike="noStrike" cap="none" spc="0" baseline="0" dirty="0">
                          <a:solidFill>
                            <a:schemeClr val="accent6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GIM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821889164"/>
                  </a:ext>
                </a:extLst>
              </a:tr>
            </a:tbl>
          </a:graphicData>
        </a:graphic>
      </p:graphicFrame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D06130AC-0E67-1841-8157-0B852E6979E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17053"/>
              </p:ext>
            </p:extLst>
          </p:nvPr>
        </p:nvGraphicFramePr>
        <p:xfrm>
          <a:off x="8033576" y="980333"/>
          <a:ext cx="1463040" cy="394716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463040">
                  <a:extLst>
                    <a:ext uri="{9D8B030D-6E8A-4147-A177-3AD203B41FA5}">
                      <a16:colId xmlns:a16="http://schemas.microsoft.com/office/drawing/2014/main" val="258522693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1100" b="1" i="0" u="none" strike="noStrike" cap="none" spc="0" baseline="0" dirty="0">
                          <a:solidFill>
                            <a:schemeClr val="bg1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SISTEMA</a:t>
                      </a:r>
                    </a:p>
                  </a:txBody>
                  <a:tcPr marL="0" marR="0" marT="0" marB="0" anchor="b">
                    <a:solidFill>
                      <a:srgbClr val="00760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645626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1100" b="0" i="0" u="none" strike="noStrike" cap="none" spc="0" baseline="0" dirty="0">
                          <a:solidFill>
                            <a:schemeClr val="accent6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SALESFORCE_SALES_CLOUD_VENDAS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3513003217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1100" b="0" i="0" u="none" strike="noStrike" cap="none" spc="0" baseline="0" dirty="0">
                          <a:solidFill>
                            <a:schemeClr val="accent6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(OI_FIBRA) BRM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26867570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1100" b="0" i="0" u="none" strike="noStrike" cap="none" spc="0" baseline="0" dirty="0">
                          <a:solidFill>
                            <a:schemeClr val="accent6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SALESFORCE MARKETING CLOUD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87544601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1100" b="0" i="0" u="none" strike="noStrike" cap="none" spc="0" baseline="0">
                          <a:solidFill>
                            <a:schemeClr val="accent6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SALESFORCE CDP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658979534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1100" b="0" i="0" u="none" strike="noStrike" cap="none" spc="0" baseline="0" dirty="0">
                          <a:solidFill>
                            <a:schemeClr val="accent6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CLIENTE 360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611661346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1100" b="0" i="0" u="none" strike="noStrike" cap="none" spc="0" baseline="0" dirty="0">
                          <a:solidFill>
                            <a:schemeClr val="accent6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CRM SALESFORCE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412730731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1100" b="0" i="0" u="none" strike="noStrike" cap="none" spc="0" baseline="0" dirty="0">
                          <a:solidFill>
                            <a:schemeClr val="accent6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VLOCITY_EPC_CATALOGO_PRODUTOS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91731006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1100" b="0" i="0" u="none" strike="noStrike" cap="none" spc="0" baseline="0">
                          <a:solidFill>
                            <a:schemeClr val="accent6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VLOCITY_CPQ_ORDER_ENTRIE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092189394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1100" b="0" i="0" u="none" strike="noStrike" cap="none" spc="0" baseline="0" dirty="0">
                          <a:solidFill>
                            <a:schemeClr val="accent6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SALESFORCE_SERVICE_CLOUD_ATENDIMENTO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229151547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1100" b="0" i="0" u="none" strike="noStrike" cap="none" spc="0" baseline="0" dirty="0">
                          <a:solidFill>
                            <a:schemeClr val="accent6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SALESFORCE_COMMUNITIES_FRONT END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9155977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1100" b="0" i="0" u="none" strike="noStrike" cap="none" spc="0" baseline="0" dirty="0">
                          <a:solidFill>
                            <a:schemeClr val="accent6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OSM_COMMERCIAL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41768083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1100" b="0" i="0" u="none" strike="noStrike" cap="none" spc="0" baseline="0" dirty="0">
                          <a:solidFill>
                            <a:schemeClr val="accent6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OMR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4104532054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1100" b="0" i="0" u="none" strike="noStrike" cap="none" spc="0" baseline="0" dirty="0">
                          <a:solidFill>
                            <a:schemeClr val="accent6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SOM - SERVICE ORDER MANAGEMENT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693143776"/>
                  </a:ext>
                </a:extLst>
              </a:tr>
            </a:tbl>
          </a:graphicData>
        </a:graphic>
      </p:graphicFrame>
      <p:graphicFrame>
        <p:nvGraphicFramePr>
          <p:cNvPr id="21" name="Table 20">
            <a:extLst>
              <a:ext uri="{FF2B5EF4-FFF2-40B4-BE49-F238E27FC236}">
                <a16:creationId xmlns:a16="http://schemas.microsoft.com/office/drawing/2014/main" id="{F6C5CA0A-21F1-F431-C07B-E0EF5830973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46453225"/>
              </p:ext>
            </p:extLst>
          </p:nvPr>
        </p:nvGraphicFramePr>
        <p:xfrm>
          <a:off x="10244020" y="980333"/>
          <a:ext cx="1463040" cy="443484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463040">
                  <a:extLst>
                    <a:ext uri="{9D8B030D-6E8A-4147-A177-3AD203B41FA5}">
                      <a16:colId xmlns:a16="http://schemas.microsoft.com/office/drawing/2014/main" val="258522693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1100" b="1" i="0" u="none" strike="noStrike" cap="none" spc="0" baseline="0" dirty="0">
                          <a:solidFill>
                            <a:schemeClr val="bg1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SISTEMA</a:t>
                      </a:r>
                    </a:p>
                  </a:txBody>
                  <a:tcPr marL="0" marR="0" marT="0" marB="0" anchor="b">
                    <a:solidFill>
                      <a:srgbClr val="00760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645626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1100" b="0" i="0" u="none" strike="noStrike" cap="none" spc="0" baseline="0" dirty="0">
                          <a:solidFill>
                            <a:schemeClr val="accent6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GEOSITE SURVEY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3513003217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1100" b="0" i="0" u="none" strike="noStrike" cap="none" spc="0" baseline="0" dirty="0">
                          <a:solidFill>
                            <a:schemeClr val="accent6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ESOC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26867570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1100" b="0" i="0" u="none" strike="noStrike" cap="none" spc="0" baseline="0" dirty="0">
                          <a:solidFill>
                            <a:schemeClr val="accent6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CLEARSALE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87544601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1100" b="0" i="0" u="none" strike="noStrike" cap="none" spc="0" baseline="0">
                          <a:solidFill>
                            <a:schemeClr val="accent6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DMA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658979534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1100" b="0" i="0" u="none" strike="noStrike" cap="none" spc="0" baseline="0" dirty="0">
                          <a:solidFill>
                            <a:schemeClr val="accent6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BDATA-DA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611661346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1100" b="0" i="0" u="none" strike="noStrike" cap="none" spc="0" baseline="0">
                          <a:solidFill>
                            <a:schemeClr val="accent6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A5_EXTRATOR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412730731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1100" b="0" i="0" u="none" strike="noStrike" cap="none" spc="0" baseline="0">
                          <a:solidFill>
                            <a:schemeClr val="accent6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AUTOLOG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91731006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1100" b="0" i="0" u="none" strike="noStrike" cap="none" spc="0" baseline="0" dirty="0">
                          <a:solidFill>
                            <a:schemeClr val="accent6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GEDIG-AT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092189394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1100" b="0" i="0" u="none" strike="noStrike" cap="none" spc="0" baseline="0" dirty="0">
                          <a:solidFill>
                            <a:schemeClr val="accent6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AUTOMACOES_CRV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229151547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1100" b="0" i="0" u="none" strike="noStrike" cap="none" spc="0" baseline="0" dirty="0">
                          <a:solidFill>
                            <a:schemeClr val="accent6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GEFI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9155977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1100" b="0" i="0" u="none" strike="noStrike" cap="none" spc="0" baseline="0">
                          <a:solidFill>
                            <a:schemeClr val="accent6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GESTAO DA SAFRA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41768083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1100" b="0" i="0" u="none" strike="noStrike" cap="none" spc="0" baseline="0" dirty="0">
                          <a:solidFill>
                            <a:schemeClr val="accent6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CONSULTA CEP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4104532054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1100" b="0" i="0" u="none" strike="noStrike" cap="none" spc="0" baseline="0" dirty="0">
                          <a:solidFill>
                            <a:schemeClr val="accent6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GENESYS OUTBOUND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516381665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1100" b="0" i="0" u="none" strike="noStrike" cap="none" spc="0" baseline="0" dirty="0">
                          <a:solidFill>
                            <a:schemeClr val="accent6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GENESYS FRAMEWORK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55134219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1100" b="0" i="0" u="none" strike="noStrike" cap="none" spc="0" baseline="0" dirty="0">
                          <a:solidFill>
                            <a:schemeClr val="accent6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GENESYS BANCO DE DADOS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18010843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1100" b="0" i="0" u="none" strike="noStrike" cap="none" spc="0" baseline="0" dirty="0">
                          <a:solidFill>
                            <a:schemeClr val="accent6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GENESYS ACTIVE RECORDING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4150812376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1100" b="0" i="0" u="none" strike="noStrike" cap="none" spc="0" baseline="0" dirty="0">
                          <a:solidFill>
                            <a:schemeClr val="accent6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GESTORVIRTUAL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4111158057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1100" b="0" i="0" u="none" strike="noStrike" cap="none" spc="0" baseline="0" dirty="0">
                          <a:solidFill>
                            <a:schemeClr val="accent6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NGRMONITOR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386703694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1100" b="0" i="0" u="none" strike="noStrike" cap="none" spc="0" baseline="0" dirty="0">
                          <a:solidFill>
                            <a:schemeClr val="accent6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PORTAL COB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4063523567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1100" b="0" i="0" u="none" strike="noStrike" cap="none" spc="0" baseline="0" dirty="0">
                          <a:solidFill>
                            <a:schemeClr val="accent6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IQV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645708470"/>
                  </a:ext>
                </a:extLst>
              </a:tr>
            </a:tbl>
          </a:graphicData>
        </a:graphic>
      </p:graphicFrame>
      <p:sp>
        <p:nvSpPr>
          <p:cNvPr id="4" name="Action Button: Go Back or Previous 3">
            <a:hlinkClick r:id="rId3" action="ppaction://hlinksldjump" highlightClick="1"/>
            <a:extLst>
              <a:ext uri="{FF2B5EF4-FFF2-40B4-BE49-F238E27FC236}">
                <a16:creationId xmlns:a16="http://schemas.microsoft.com/office/drawing/2014/main" id="{B3B9D6A2-7B52-17CC-C680-AAC358965DD4}"/>
              </a:ext>
            </a:extLst>
          </p:cNvPr>
          <p:cNvSpPr/>
          <p:nvPr/>
        </p:nvSpPr>
        <p:spPr>
          <a:xfrm>
            <a:off x="9819574" y="267483"/>
            <a:ext cx="274320" cy="180000"/>
          </a:xfrm>
          <a:prstGeom prst="actionButtonBackPrevious">
            <a:avLst/>
          </a:prstGeom>
          <a:noFill/>
          <a:ln w="25400" cap="flat">
            <a:solidFill>
              <a:schemeClr val="accent1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pt-BR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BC61910C-891D-023B-CA61-C4563207C29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15053695"/>
              </p:ext>
            </p:extLst>
          </p:nvPr>
        </p:nvGraphicFramePr>
        <p:xfrm>
          <a:off x="5452060" y="980333"/>
          <a:ext cx="1834112" cy="452628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834112">
                  <a:extLst>
                    <a:ext uri="{9D8B030D-6E8A-4147-A177-3AD203B41FA5}">
                      <a16:colId xmlns:a16="http://schemas.microsoft.com/office/drawing/2014/main" val="258522693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1100" b="1" i="0" u="none" strike="noStrike" cap="none" spc="0" baseline="0" dirty="0">
                          <a:solidFill>
                            <a:schemeClr val="bg1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SISTEMA</a:t>
                      </a:r>
                    </a:p>
                  </a:txBody>
                  <a:tcPr marL="0" marR="0" marT="0" marB="0" anchor="b">
                    <a:solidFill>
                      <a:srgbClr val="00760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645626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1100" b="0" i="0" u="none" strike="noStrike" cap="none" spc="0" baseline="0" dirty="0">
                          <a:solidFill>
                            <a:schemeClr val="accent6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TVAS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3513003217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1100" b="0" i="0" u="none" strike="noStrike" cap="none" spc="0" baseline="0" dirty="0">
                          <a:solidFill>
                            <a:schemeClr val="accent6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SIEBEL MARKETING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26867570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1100" b="0" i="0" u="none" strike="noStrike" cap="none" spc="0" baseline="0" dirty="0">
                          <a:solidFill>
                            <a:schemeClr val="accent6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SIEBEL 8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87544601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1100" b="0" i="0" u="none" strike="noStrike" cap="none" spc="0" baseline="0" dirty="0">
                          <a:solidFill>
                            <a:schemeClr val="accent6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SIEBEL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658979534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1100" b="0" i="0" u="none" strike="noStrike" cap="none" spc="0" baseline="0" dirty="0">
                          <a:solidFill>
                            <a:schemeClr val="accent6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GCOB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611661346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1100" b="0" i="0" u="none" strike="noStrike" cap="none" spc="0" baseline="0" dirty="0">
                          <a:solidFill>
                            <a:schemeClr val="accent6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ARBOR - CUSTOMER CENTER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412730731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1100" b="0" i="0" u="none" strike="noStrike" cap="none" spc="0" baseline="0">
                          <a:solidFill>
                            <a:schemeClr val="accent6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CDI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91731006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1100" b="0" i="0" u="none" strike="noStrike" cap="none" spc="0" baseline="0">
                          <a:solidFill>
                            <a:schemeClr val="accent6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BASE FATURAS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092189394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1100" b="0" i="0" u="none" strike="noStrike" cap="none" spc="0" baseline="0">
                          <a:solidFill>
                            <a:schemeClr val="accent6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ARBOR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229151547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1100" b="0" i="0" u="none" strike="noStrike" cap="none" spc="0" baseline="0" dirty="0">
                          <a:solidFill>
                            <a:schemeClr val="accent6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WHATSAPP_CAMPANHA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9155977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1100" b="0" i="0" u="none" strike="noStrike" cap="none" spc="0" baseline="0">
                          <a:solidFill>
                            <a:schemeClr val="accent6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CONECTA OI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41768083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1100" b="0" i="0" u="none" strike="noStrike" cap="none" spc="0" baseline="0" dirty="0">
                          <a:solidFill>
                            <a:schemeClr val="accent6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DB-CLI-CRED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4104532054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1100" b="0" i="0" u="none" strike="noStrike" cap="none" spc="0" baseline="0">
                          <a:solidFill>
                            <a:schemeClr val="accent6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NBA7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874224866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1100" b="0" i="0" u="none" strike="noStrike" cap="none" spc="0" baseline="0">
                          <a:solidFill>
                            <a:schemeClr val="accent6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MINHAOI3.0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39630065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1100" b="0" i="0" u="none" strike="noStrike" cap="none" spc="0" baseline="0" dirty="0">
                          <a:solidFill>
                            <a:schemeClr val="accent6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(OI_INT)ROBONFS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330853393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1100" b="0" i="0" u="none" strike="noStrike" cap="none" spc="0" baseline="0">
                          <a:solidFill>
                            <a:schemeClr val="accent6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(OI_INT)ROBOICF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86091465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1100" b="0" i="0" u="none" strike="noStrike" cap="none" spc="0" baseline="0">
                          <a:solidFill>
                            <a:schemeClr val="accent6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(OI_INT)ROBOBFF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71923430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1100" b="0" i="0" u="none" strike="noStrike" cap="none" spc="0" baseline="0" dirty="0">
                          <a:solidFill>
                            <a:schemeClr val="accent6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(OI_INT)ICF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664852965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1100" b="0" i="0" u="none" strike="noStrike" cap="none" spc="0" baseline="0">
                          <a:solidFill>
                            <a:schemeClr val="accent6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(OI_INT)BILLINGSVA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39324816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1100" b="0" i="0" u="none" strike="noStrike" cap="none" spc="0" baseline="0" dirty="0">
                          <a:solidFill>
                            <a:schemeClr val="accent6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(OI_INT)SGA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3986177167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1100" b="0" i="0" u="none" strike="noStrike" cap="none" spc="0" baseline="0">
                          <a:solidFill>
                            <a:schemeClr val="accent6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(OI_INT)FLUXO-AV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842267996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1100" b="0" i="0" u="none" strike="noStrike" cap="none" spc="0" baseline="0" dirty="0">
                          <a:solidFill>
                            <a:schemeClr val="accent6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(OI_INT)BRM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4032643434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1100" b="0" i="0" u="none" strike="noStrike" cap="none" spc="0" baseline="0" dirty="0">
                          <a:solidFill>
                            <a:schemeClr val="accent6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NBA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82188916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15646363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0758093-705D-EF09-16F1-EB4C8AE2722C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pt-BR" smtClean="0"/>
              <a:t>11</a:t>
            </a:fld>
            <a:endParaRPr lang="pt-BR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5EF4DDB-B0B8-30CE-A9E7-CF88FF31D2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>
                <a:solidFill>
                  <a:schemeClr val="accent6"/>
                </a:solidFill>
              </a:rPr>
              <a:t>O</a:t>
            </a:r>
            <a:r>
              <a:rPr lang="pt-BR" sz="2800" dirty="0">
                <a:solidFill>
                  <a:schemeClr val="accent6"/>
                </a:solidFill>
              </a:rPr>
              <a:t>SS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92E5701B-C339-CA2F-2D77-BF4C822B709D}"/>
              </a:ext>
            </a:extLst>
          </p:cNvPr>
          <p:cNvSpPr/>
          <p:nvPr/>
        </p:nvSpPr>
        <p:spPr>
          <a:xfrm rot="16200000">
            <a:off x="-685319" y="1866578"/>
            <a:ext cx="1910080" cy="209204"/>
          </a:xfrm>
          <a:prstGeom prst="rect">
            <a:avLst/>
          </a:prstGeom>
          <a:noFill/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noAutofit/>
          </a:bodyPr>
          <a:lstStyle/>
          <a:p>
            <a:pPr marL="0" marR="0" indent="0" algn="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pt-BR" sz="1200" b="1" i="0" u="none" strike="noStrike" cap="none" spc="0" normalizeH="0" baseline="0">
                <a:ln>
                  <a:noFill/>
                </a:ln>
                <a:solidFill>
                  <a:schemeClr val="accent3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MANTER OI S.A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6AEA8816-D152-561A-7EE8-A0557732E769}"/>
              </a:ext>
            </a:extLst>
          </p:cNvPr>
          <p:cNvSpPr/>
          <p:nvPr/>
        </p:nvSpPr>
        <p:spPr>
          <a:xfrm rot="16200000">
            <a:off x="2537922" y="1866578"/>
            <a:ext cx="1910080" cy="209204"/>
          </a:xfrm>
          <a:prstGeom prst="rect">
            <a:avLst/>
          </a:prstGeom>
          <a:noFill/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noAutofit/>
          </a:bodyPr>
          <a:lstStyle/>
          <a:p>
            <a:pPr marL="0" marR="0" indent="0" algn="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pt-BR" sz="1200" b="1" i="0" u="none" strike="noStrike" cap="none" spc="0" normalizeH="0" baseline="0">
                <a:ln>
                  <a:noFill/>
                </a:ln>
                <a:solidFill>
                  <a:schemeClr val="accent3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SEPARAR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1AF9A79D-DB4C-8405-4014-4EF63A2633CC}"/>
              </a:ext>
            </a:extLst>
          </p:cNvPr>
          <p:cNvSpPr/>
          <p:nvPr/>
        </p:nvSpPr>
        <p:spPr>
          <a:xfrm rot="16200000">
            <a:off x="8332603" y="1866578"/>
            <a:ext cx="1910080" cy="209204"/>
          </a:xfrm>
          <a:prstGeom prst="rect">
            <a:avLst/>
          </a:prstGeom>
          <a:noFill/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noAutofit/>
          </a:bodyPr>
          <a:lstStyle/>
          <a:p>
            <a:pPr marL="0" marR="0" indent="0" algn="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pt-BR" sz="1200" b="1" i="0" u="none" strike="noStrike" cap="none" spc="0" normalizeH="0" baseline="0">
                <a:ln>
                  <a:noFill/>
                </a:ln>
                <a:solidFill>
                  <a:schemeClr val="accent3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EM VALIDAÇÃO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836C904C-6574-D123-009F-36D85382B0A1}"/>
              </a:ext>
            </a:extLst>
          </p:cNvPr>
          <p:cNvSpPr/>
          <p:nvPr/>
        </p:nvSpPr>
        <p:spPr>
          <a:xfrm rot="16200000">
            <a:off x="5535490" y="1866578"/>
            <a:ext cx="1910080" cy="209204"/>
          </a:xfrm>
          <a:prstGeom prst="rect">
            <a:avLst/>
          </a:prstGeom>
          <a:noFill/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noAutofit/>
          </a:bodyPr>
          <a:lstStyle/>
          <a:p>
            <a:pPr marL="0" marR="0" indent="0" algn="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pt-BR" sz="1200" b="1" i="0" u="none" strike="noStrike" cap="none" spc="0" normalizeH="0" baseline="0" dirty="0">
                <a:ln>
                  <a:noFill/>
                </a:ln>
                <a:solidFill>
                  <a:schemeClr val="accent3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DROP CLIENTCO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83632AA5-1162-87DB-435D-B87181229A38}"/>
              </a:ext>
            </a:extLst>
          </p:cNvPr>
          <p:cNvGrpSpPr/>
          <p:nvPr>
            <p:custDataLst>
              <p:tags r:id="rId1"/>
            </p:custDataLst>
          </p:nvPr>
        </p:nvGrpSpPr>
        <p:grpSpPr>
          <a:xfrm>
            <a:off x="10245436" y="212413"/>
            <a:ext cx="893910" cy="235070"/>
            <a:chOff x="10312706" y="259774"/>
            <a:chExt cx="1117294" cy="235070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28338E12-94BC-2604-C814-8F9130DC6FC0}"/>
                </a:ext>
              </a:extLst>
            </p:cNvPr>
            <p:cNvSpPr txBox="1"/>
            <p:nvPr/>
          </p:nvSpPr>
          <p:spPr>
            <a:xfrm>
              <a:off x="10312706" y="269389"/>
              <a:ext cx="1117294" cy="184666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ctr" anchorCtr="1">
              <a:spAutoFit/>
            </a:bodyPr>
            <a:lstStyle/>
            <a:p>
              <a:pPr marL="0" marR="0" lvl="0" indent="0" algn="ct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200" b="1" i="1" u="sng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/>
                  <a:sym typeface="Simplon BP Regular"/>
                </a:rPr>
                <a:t>PRELIMINAR</a:t>
              </a:r>
            </a:p>
          </p:txBody>
        </p: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77D3F2BB-DC84-2696-2138-CF27E1054F9F}"/>
                </a:ext>
              </a:extLst>
            </p:cNvPr>
            <p:cNvCxnSpPr>
              <a:cxnSpLocks/>
            </p:cNvCxnSpPr>
            <p:nvPr/>
          </p:nvCxnSpPr>
          <p:spPr>
            <a:xfrm>
              <a:off x="10312706" y="259774"/>
              <a:ext cx="1117294" cy="0"/>
            </a:xfrm>
            <a:prstGeom prst="line">
              <a:avLst/>
            </a:prstGeom>
            <a:ln w="12700" cmpd="sng">
              <a:solidFill>
                <a:srgbClr val="000000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51F1B522-4264-772D-08EA-E7C69BAE60D3}"/>
                </a:ext>
              </a:extLst>
            </p:cNvPr>
            <p:cNvCxnSpPr>
              <a:cxnSpLocks/>
            </p:cNvCxnSpPr>
            <p:nvPr/>
          </p:nvCxnSpPr>
          <p:spPr>
            <a:xfrm>
              <a:off x="10312706" y="494844"/>
              <a:ext cx="1117294" cy="0"/>
            </a:xfrm>
            <a:prstGeom prst="line">
              <a:avLst/>
            </a:prstGeom>
            <a:ln w="12700" cmpd="sng">
              <a:solidFill>
                <a:srgbClr val="000000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7ADAB557-09CA-8795-A77D-C0AA3839E1AD}"/>
              </a:ext>
            </a:extLst>
          </p:cNvPr>
          <p:cNvGrpSpPr/>
          <p:nvPr/>
        </p:nvGrpSpPr>
        <p:grpSpPr>
          <a:xfrm>
            <a:off x="6716931" y="50028"/>
            <a:ext cx="2951102" cy="397455"/>
            <a:chOff x="8752857" y="3047982"/>
            <a:chExt cx="2951102" cy="397455"/>
          </a:xfrm>
        </p:grpSpPr>
        <p:grpSp>
          <p:nvGrpSpPr>
            <p:cNvPr id="49" name="Group 48">
              <a:extLst>
                <a:ext uri="{FF2B5EF4-FFF2-40B4-BE49-F238E27FC236}">
                  <a16:creationId xmlns:a16="http://schemas.microsoft.com/office/drawing/2014/main" id="{A890AF8B-4207-6D1A-858E-6BC162B83B3E}"/>
                </a:ext>
              </a:extLst>
            </p:cNvPr>
            <p:cNvGrpSpPr/>
            <p:nvPr/>
          </p:nvGrpSpPr>
          <p:grpSpPr>
            <a:xfrm>
              <a:off x="8752857" y="3047982"/>
              <a:ext cx="701368" cy="397455"/>
              <a:chOff x="8752857" y="3047982"/>
              <a:chExt cx="701368" cy="397455"/>
            </a:xfrm>
          </p:grpSpPr>
          <p:sp>
            <p:nvSpPr>
              <p:cNvPr id="30" name="Rettangolo 19">
                <a:extLst>
                  <a:ext uri="{FF2B5EF4-FFF2-40B4-BE49-F238E27FC236}">
                    <a16:creationId xmlns:a16="http://schemas.microsoft.com/office/drawing/2014/main" id="{3E45DE87-BCAD-3B86-BA7C-27E439384D71}"/>
                  </a:ext>
                </a:extLst>
              </p:cNvPr>
              <p:cNvSpPr/>
              <p:nvPr/>
            </p:nvSpPr>
            <p:spPr>
              <a:xfrm>
                <a:off x="8752857" y="3047982"/>
                <a:ext cx="701368" cy="215838"/>
              </a:xfrm>
              <a:prstGeom prst="rect">
                <a:avLst/>
              </a:prstGeom>
              <a:noFill/>
              <a:ln w="19050" cap="flat" cmpd="sng" algn="ctr">
                <a:noFill/>
                <a:prstDash val="solid"/>
                <a:miter lim="800000"/>
              </a:ln>
              <a:effectLst/>
            </p:spPr>
            <p:txBody>
              <a:bodyPr spcFirstLastPara="0" vert="horz" wrap="square" lIns="0" tIns="0" rIns="0" bIns="0" numCol="1" spcCol="1270" rtlCol="0" anchor="ctr" anchorCtr="0">
                <a:noAutofit/>
              </a:bodyPr>
              <a:lstStyle/>
              <a:p>
                <a:pPr marL="0" marR="0" lvl="0" indent="0" algn="ctr" defTabSz="4445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350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GB" sz="600" b="1">
                    <a:solidFill>
                      <a:schemeClr val="accent6"/>
                    </a:solidFill>
                    <a:latin typeface="Graphik" panose="020B0503030202060203" pitchFamily="34" charset="0"/>
                    <a:cs typeface="Helvetica"/>
                    <a:sym typeface="Simplon BP Regular"/>
                  </a:rPr>
                  <a:t>MANTER OI SA</a:t>
                </a:r>
                <a:endParaRPr kumimoji="0" lang="en-GB" sz="900" b="1" u="none" strike="noStrike" kern="1200" cap="none" spc="0" normalizeH="0" baseline="0" noProof="0">
                  <a:ln>
                    <a:noFill/>
                  </a:ln>
                  <a:solidFill>
                    <a:schemeClr val="accent6"/>
                  </a:solidFill>
                  <a:uLnTx/>
                  <a:uFillTx/>
                  <a:latin typeface="Graphik" panose="020B0503030202060203" pitchFamily="34" charset="0"/>
                  <a:cs typeface="Helvetica"/>
                  <a:sym typeface="Simplon BP Regular"/>
                </a:endParaRPr>
              </a:p>
            </p:txBody>
          </p:sp>
          <p:sp>
            <p:nvSpPr>
              <p:cNvPr id="36" name="Rettangolo 19">
                <a:extLst>
                  <a:ext uri="{FF2B5EF4-FFF2-40B4-BE49-F238E27FC236}">
                    <a16:creationId xmlns:a16="http://schemas.microsoft.com/office/drawing/2014/main" id="{AE8C9ADC-C76B-62F3-C77C-0F60F897B7B0}"/>
                  </a:ext>
                </a:extLst>
              </p:cNvPr>
              <p:cNvSpPr/>
              <p:nvPr/>
            </p:nvSpPr>
            <p:spPr>
              <a:xfrm>
                <a:off x="8752857" y="3251519"/>
                <a:ext cx="701368" cy="193918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19050" cap="flat" cmpd="sng" algn="ctr">
                <a:solidFill>
                  <a:srgbClr val="FFFFFF"/>
                </a:solidFill>
                <a:prstDash val="solid"/>
                <a:miter lim="800000"/>
              </a:ln>
              <a:effectLst/>
            </p:spPr>
            <p:txBody>
              <a:bodyPr spcFirstLastPara="0" vert="horz" wrap="square" lIns="45720" tIns="0" rIns="45720" bIns="0" numCol="1" spcCol="1270" rtlCol="0" anchor="ctr" anchorCtr="0">
                <a:noAutofit/>
              </a:bodyPr>
              <a:lstStyle/>
              <a:p>
                <a:pPr marL="0" marR="0" lvl="0" indent="0" algn="ctr" defTabSz="4445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350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800" b="1" u="none" strike="noStrike" kern="1200" cap="none" spc="0" normalizeH="0" baseline="0" noProof="0" dirty="0">
                    <a:ln>
                      <a:noFill/>
                    </a:ln>
                    <a:solidFill>
                      <a:schemeClr val="accent6"/>
                    </a:solidFill>
                    <a:uLnTx/>
                    <a:uFillTx/>
                    <a:latin typeface="Graphik" panose="020B0503030202060203" pitchFamily="34" charset="0"/>
                    <a:cs typeface="Helvetica"/>
                    <a:sym typeface="Simplon BP Regular"/>
                  </a:rPr>
                  <a:t>23</a:t>
                </a:r>
                <a:endParaRPr kumimoji="0" lang="en-GB" sz="1050" b="1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uLnTx/>
                  <a:uFillTx/>
                  <a:latin typeface="Graphik" panose="020B0503030202060203" pitchFamily="34" charset="0"/>
                  <a:cs typeface="Helvetica"/>
                  <a:sym typeface="Simplon BP Regular"/>
                </a:endParaRPr>
              </a:p>
            </p:txBody>
          </p:sp>
        </p:grpSp>
        <p:grpSp>
          <p:nvGrpSpPr>
            <p:cNvPr id="50" name="Group 49">
              <a:extLst>
                <a:ext uri="{FF2B5EF4-FFF2-40B4-BE49-F238E27FC236}">
                  <a16:creationId xmlns:a16="http://schemas.microsoft.com/office/drawing/2014/main" id="{24CF96DC-8DE0-AB46-FD97-058803152A1F}"/>
                </a:ext>
              </a:extLst>
            </p:cNvPr>
            <p:cNvGrpSpPr/>
            <p:nvPr/>
          </p:nvGrpSpPr>
          <p:grpSpPr>
            <a:xfrm>
              <a:off x="9502768" y="3047982"/>
              <a:ext cx="701368" cy="397455"/>
              <a:chOff x="9593093" y="3047982"/>
              <a:chExt cx="701368" cy="397455"/>
            </a:xfrm>
          </p:grpSpPr>
          <p:sp>
            <p:nvSpPr>
              <p:cNvPr id="31" name="Rettangolo 19">
                <a:extLst>
                  <a:ext uri="{FF2B5EF4-FFF2-40B4-BE49-F238E27FC236}">
                    <a16:creationId xmlns:a16="http://schemas.microsoft.com/office/drawing/2014/main" id="{1A1EF6F4-AB8D-2B79-A113-4F433FFE61B3}"/>
                  </a:ext>
                </a:extLst>
              </p:cNvPr>
              <p:cNvSpPr/>
              <p:nvPr/>
            </p:nvSpPr>
            <p:spPr>
              <a:xfrm>
                <a:off x="9593093" y="3047982"/>
                <a:ext cx="701368" cy="215838"/>
              </a:xfrm>
              <a:prstGeom prst="rect">
                <a:avLst/>
              </a:prstGeom>
              <a:noFill/>
              <a:ln w="19050" cap="flat" cmpd="sng" algn="ctr">
                <a:noFill/>
                <a:prstDash val="solid"/>
                <a:miter lim="800000"/>
              </a:ln>
              <a:effectLst/>
            </p:spPr>
            <p:txBody>
              <a:bodyPr spcFirstLastPara="0" vert="horz" wrap="square" lIns="0" tIns="0" rIns="0" bIns="0" numCol="1" spcCol="1270" rtlCol="0" anchor="ctr" anchorCtr="0">
                <a:noAutofit/>
              </a:bodyPr>
              <a:lstStyle/>
              <a:p>
                <a:pPr marL="0" marR="0" lvl="0" indent="0" algn="ctr" defTabSz="4445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350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600" b="1" u="none" strike="noStrike" kern="1200" cap="none" spc="0" normalizeH="0" baseline="0" noProof="0">
                    <a:ln>
                      <a:noFill/>
                    </a:ln>
                    <a:solidFill>
                      <a:schemeClr val="accent6"/>
                    </a:solidFill>
                    <a:uLnTx/>
                    <a:uFillTx/>
                    <a:latin typeface="Graphik" panose="020B0503030202060203" pitchFamily="34" charset="0"/>
                    <a:cs typeface="Helvetica"/>
                    <a:sym typeface="Simplon BP Regular"/>
                  </a:rPr>
                  <a:t>SEPARAR</a:t>
                </a:r>
                <a:endParaRPr kumimoji="0" lang="en-GB" sz="900" b="1" u="none" strike="noStrike" kern="1200" cap="none" spc="0" normalizeH="0" baseline="0" noProof="0">
                  <a:ln>
                    <a:noFill/>
                  </a:ln>
                  <a:solidFill>
                    <a:schemeClr val="accent6"/>
                  </a:solidFill>
                  <a:uLnTx/>
                  <a:uFillTx/>
                  <a:latin typeface="Graphik" panose="020B0503030202060203" pitchFamily="34" charset="0"/>
                  <a:cs typeface="Helvetica"/>
                  <a:sym typeface="Simplon BP Regular"/>
                </a:endParaRPr>
              </a:p>
            </p:txBody>
          </p:sp>
          <p:sp>
            <p:nvSpPr>
              <p:cNvPr id="37" name="Rettangolo 19">
                <a:extLst>
                  <a:ext uri="{FF2B5EF4-FFF2-40B4-BE49-F238E27FC236}">
                    <a16:creationId xmlns:a16="http://schemas.microsoft.com/office/drawing/2014/main" id="{87EE7815-6EC2-FD68-3EC8-D60C80D53CC5}"/>
                  </a:ext>
                </a:extLst>
              </p:cNvPr>
              <p:cNvSpPr/>
              <p:nvPr/>
            </p:nvSpPr>
            <p:spPr>
              <a:xfrm>
                <a:off x="9593093" y="3251519"/>
                <a:ext cx="701368" cy="193918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19050" cap="flat" cmpd="sng" algn="ctr">
                <a:solidFill>
                  <a:srgbClr val="FFFFFF"/>
                </a:solidFill>
                <a:prstDash val="solid"/>
                <a:miter lim="800000"/>
              </a:ln>
              <a:effectLst/>
            </p:spPr>
            <p:txBody>
              <a:bodyPr spcFirstLastPara="0" vert="horz" wrap="square" lIns="45720" tIns="0" rIns="45720" bIns="0" numCol="1" spcCol="1270" rtlCol="0" anchor="ctr" anchorCtr="0">
                <a:noAutofit/>
              </a:bodyPr>
              <a:lstStyle/>
              <a:p>
                <a:pPr marL="0" marR="0" lvl="0" indent="0" algn="ctr" defTabSz="4445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350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800" b="1" u="none" strike="noStrike" kern="1200" cap="none" spc="0" normalizeH="0" baseline="0" noProof="0" dirty="0">
                    <a:ln>
                      <a:noFill/>
                    </a:ln>
                    <a:solidFill>
                      <a:schemeClr val="accent6"/>
                    </a:solidFill>
                    <a:uLnTx/>
                    <a:uFillTx/>
                    <a:latin typeface="Graphik" panose="020B0503030202060203" pitchFamily="34" charset="0"/>
                    <a:cs typeface="Helvetica"/>
                    <a:sym typeface="Simplon BP Regular"/>
                  </a:rPr>
                  <a:t>15</a:t>
                </a:r>
                <a:endParaRPr kumimoji="0" lang="en-GB" sz="1050" b="1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uLnTx/>
                  <a:uFillTx/>
                  <a:latin typeface="Graphik" panose="020B0503030202060203" pitchFamily="34" charset="0"/>
                  <a:cs typeface="Helvetica"/>
                  <a:sym typeface="Simplon BP Regular"/>
                </a:endParaRPr>
              </a:p>
            </p:txBody>
          </p:sp>
        </p:grpSp>
        <p:grpSp>
          <p:nvGrpSpPr>
            <p:cNvPr id="51" name="Group 50">
              <a:extLst>
                <a:ext uri="{FF2B5EF4-FFF2-40B4-BE49-F238E27FC236}">
                  <a16:creationId xmlns:a16="http://schemas.microsoft.com/office/drawing/2014/main" id="{2FCED14D-04B0-ED99-AB10-1B789365FBE4}"/>
                </a:ext>
              </a:extLst>
            </p:cNvPr>
            <p:cNvGrpSpPr/>
            <p:nvPr/>
          </p:nvGrpSpPr>
          <p:grpSpPr>
            <a:xfrm>
              <a:off x="10252679" y="3047982"/>
              <a:ext cx="701368" cy="397455"/>
              <a:chOff x="10433381" y="3047982"/>
              <a:chExt cx="701368" cy="397455"/>
            </a:xfrm>
          </p:grpSpPr>
          <p:sp>
            <p:nvSpPr>
              <p:cNvPr id="32" name="Rettangolo 19">
                <a:extLst>
                  <a:ext uri="{FF2B5EF4-FFF2-40B4-BE49-F238E27FC236}">
                    <a16:creationId xmlns:a16="http://schemas.microsoft.com/office/drawing/2014/main" id="{95A70F53-4638-4A31-BCD9-36F1925E8686}"/>
                  </a:ext>
                </a:extLst>
              </p:cNvPr>
              <p:cNvSpPr/>
              <p:nvPr/>
            </p:nvSpPr>
            <p:spPr>
              <a:xfrm>
                <a:off x="10433381" y="3047982"/>
                <a:ext cx="701368" cy="215838"/>
              </a:xfrm>
              <a:prstGeom prst="rect">
                <a:avLst/>
              </a:prstGeom>
              <a:noFill/>
              <a:ln w="19050" cap="flat" cmpd="sng" algn="ctr">
                <a:noFill/>
                <a:prstDash val="solid"/>
                <a:miter lim="800000"/>
              </a:ln>
              <a:effectLst/>
            </p:spPr>
            <p:txBody>
              <a:bodyPr spcFirstLastPara="0" vert="horz" wrap="square" lIns="0" tIns="0" rIns="0" bIns="0" numCol="1" spcCol="1270" rtlCol="0" anchor="ctr" anchorCtr="0">
                <a:noAutofit/>
              </a:bodyPr>
              <a:lstStyle/>
              <a:p>
                <a:pPr marL="0" marR="0" lvl="0" indent="0" algn="ctr" defTabSz="4445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350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600" b="1" u="none" strike="noStrike" kern="1200" cap="none" spc="0" normalizeH="0" baseline="0" noProof="0">
                    <a:ln>
                      <a:noFill/>
                    </a:ln>
                    <a:solidFill>
                      <a:schemeClr val="accent6"/>
                    </a:solidFill>
                    <a:uLnTx/>
                    <a:uFillTx/>
                    <a:latin typeface="Graphik" panose="020B0503030202060203" pitchFamily="34" charset="0"/>
                    <a:cs typeface="Helvetica"/>
                    <a:sym typeface="Simplon BP Regular"/>
                  </a:rPr>
                  <a:t>DROP CLIENTCO</a:t>
                </a:r>
                <a:endParaRPr kumimoji="0" lang="en-GB" sz="900" b="1" u="none" strike="noStrike" kern="1200" cap="none" spc="0" normalizeH="0" baseline="0" noProof="0">
                  <a:ln>
                    <a:noFill/>
                  </a:ln>
                  <a:solidFill>
                    <a:schemeClr val="accent6"/>
                  </a:solidFill>
                  <a:uLnTx/>
                  <a:uFillTx/>
                  <a:latin typeface="Graphik" panose="020B0503030202060203" pitchFamily="34" charset="0"/>
                  <a:cs typeface="Helvetica"/>
                  <a:sym typeface="Simplon BP Regular"/>
                </a:endParaRPr>
              </a:p>
            </p:txBody>
          </p:sp>
          <p:sp>
            <p:nvSpPr>
              <p:cNvPr id="38" name="Rettangolo 19">
                <a:extLst>
                  <a:ext uri="{FF2B5EF4-FFF2-40B4-BE49-F238E27FC236}">
                    <a16:creationId xmlns:a16="http://schemas.microsoft.com/office/drawing/2014/main" id="{29736CFC-45A4-A2F4-1C33-2EE74F2FC87B}"/>
                  </a:ext>
                </a:extLst>
              </p:cNvPr>
              <p:cNvSpPr/>
              <p:nvPr/>
            </p:nvSpPr>
            <p:spPr>
              <a:xfrm>
                <a:off x="10433381" y="3251519"/>
                <a:ext cx="701368" cy="193918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19050" cap="flat" cmpd="sng" algn="ctr">
                <a:solidFill>
                  <a:srgbClr val="FFFFFF"/>
                </a:solidFill>
                <a:prstDash val="solid"/>
                <a:miter lim="800000"/>
              </a:ln>
              <a:effectLst/>
            </p:spPr>
            <p:txBody>
              <a:bodyPr spcFirstLastPara="0" vert="horz" wrap="square" lIns="45720" tIns="0" rIns="45720" bIns="0" numCol="1" spcCol="1270" rtlCol="0" anchor="ctr" anchorCtr="0">
                <a:noAutofit/>
              </a:bodyPr>
              <a:lstStyle/>
              <a:p>
                <a:pPr marL="0" marR="0" lvl="0" indent="0" algn="ctr" defTabSz="4445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350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GB" sz="800" b="1" dirty="0">
                    <a:solidFill>
                      <a:schemeClr val="accent6"/>
                    </a:solidFill>
                    <a:latin typeface="Graphik" panose="020B0503030202060203" pitchFamily="34" charset="0"/>
                    <a:cs typeface="Helvetica"/>
                    <a:sym typeface="Simplon BP Regular"/>
                  </a:rPr>
                  <a:t>3</a:t>
                </a:r>
                <a:endParaRPr kumimoji="0" lang="en-GB" sz="1050" b="1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uLnTx/>
                  <a:uFillTx/>
                  <a:latin typeface="Graphik" panose="020B0503030202060203" pitchFamily="34" charset="0"/>
                  <a:cs typeface="Helvetica"/>
                  <a:sym typeface="Simplon BP Regular"/>
                </a:endParaRPr>
              </a:p>
            </p:txBody>
          </p:sp>
        </p:grpSp>
        <p:grpSp>
          <p:nvGrpSpPr>
            <p:cNvPr id="52" name="Group 51">
              <a:extLst>
                <a:ext uri="{FF2B5EF4-FFF2-40B4-BE49-F238E27FC236}">
                  <a16:creationId xmlns:a16="http://schemas.microsoft.com/office/drawing/2014/main" id="{307A9E6A-11FA-029B-8D9E-69703DEFE0EF}"/>
                </a:ext>
              </a:extLst>
            </p:cNvPr>
            <p:cNvGrpSpPr/>
            <p:nvPr/>
          </p:nvGrpSpPr>
          <p:grpSpPr>
            <a:xfrm>
              <a:off x="11002591" y="3047982"/>
              <a:ext cx="701368" cy="397455"/>
              <a:chOff x="11236271" y="3047982"/>
              <a:chExt cx="701368" cy="397455"/>
            </a:xfrm>
          </p:grpSpPr>
          <p:sp>
            <p:nvSpPr>
              <p:cNvPr id="33" name="Rettangolo 19">
                <a:extLst>
                  <a:ext uri="{FF2B5EF4-FFF2-40B4-BE49-F238E27FC236}">
                    <a16:creationId xmlns:a16="http://schemas.microsoft.com/office/drawing/2014/main" id="{7405BC40-3BB6-9A47-5EEC-617A29AED335}"/>
                  </a:ext>
                </a:extLst>
              </p:cNvPr>
              <p:cNvSpPr/>
              <p:nvPr/>
            </p:nvSpPr>
            <p:spPr>
              <a:xfrm>
                <a:off x="11236271" y="3047982"/>
                <a:ext cx="701368" cy="215838"/>
              </a:xfrm>
              <a:prstGeom prst="rect">
                <a:avLst/>
              </a:prstGeom>
              <a:noFill/>
              <a:ln w="19050" cap="flat" cmpd="sng" algn="ctr">
                <a:noFill/>
                <a:prstDash val="solid"/>
                <a:miter lim="800000"/>
              </a:ln>
              <a:effectLst/>
            </p:spPr>
            <p:txBody>
              <a:bodyPr spcFirstLastPara="0" vert="horz" wrap="square" lIns="0" tIns="0" rIns="0" bIns="0" numCol="1" spcCol="1270" rtlCol="0" anchor="ctr" anchorCtr="0">
                <a:noAutofit/>
              </a:bodyPr>
              <a:lstStyle/>
              <a:p>
                <a:pPr marL="0" marR="0" lvl="0" indent="0" algn="ctr" defTabSz="4445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350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GB" sz="600" b="1">
                    <a:solidFill>
                      <a:schemeClr val="accent6"/>
                    </a:solidFill>
                    <a:latin typeface="Graphik" panose="020B0503030202060203" pitchFamily="34" charset="0"/>
                    <a:cs typeface="Helvetica"/>
                    <a:sym typeface="Simplon BP Regular"/>
                  </a:rPr>
                  <a:t>EM VALIDAÇÃO</a:t>
                </a:r>
                <a:endParaRPr kumimoji="0" lang="en-GB" sz="900" b="1" u="none" strike="noStrike" kern="1200" cap="none" spc="0" normalizeH="0" baseline="0" noProof="0">
                  <a:ln>
                    <a:noFill/>
                  </a:ln>
                  <a:solidFill>
                    <a:schemeClr val="accent6"/>
                  </a:solidFill>
                  <a:uLnTx/>
                  <a:uFillTx/>
                  <a:latin typeface="Graphik" panose="020B0503030202060203" pitchFamily="34" charset="0"/>
                  <a:cs typeface="Helvetica"/>
                  <a:sym typeface="Simplon BP Regular"/>
                </a:endParaRPr>
              </a:p>
            </p:txBody>
          </p:sp>
          <p:sp>
            <p:nvSpPr>
              <p:cNvPr id="39" name="Rettangolo 19">
                <a:extLst>
                  <a:ext uri="{FF2B5EF4-FFF2-40B4-BE49-F238E27FC236}">
                    <a16:creationId xmlns:a16="http://schemas.microsoft.com/office/drawing/2014/main" id="{E6B42017-CD74-84C1-743C-FA7105B905F7}"/>
                  </a:ext>
                </a:extLst>
              </p:cNvPr>
              <p:cNvSpPr/>
              <p:nvPr/>
            </p:nvSpPr>
            <p:spPr>
              <a:xfrm>
                <a:off x="11236271" y="3251519"/>
                <a:ext cx="701368" cy="193918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19050" cap="flat" cmpd="sng" algn="ctr">
                <a:solidFill>
                  <a:srgbClr val="FFFFFF"/>
                </a:solidFill>
                <a:prstDash val="solid"/>
                <a:miter lim="800000"/>
              </a:ln>
              <a:effectLst/>
            </p:spPr>
            <p:txBody>
              <a:bodyPr spcFirstLastPara="0" vert="horz" wrap="square" lIns="45720" tIns="0" rIns="45720" bIns="0" numCol="1" spcCol="1270" rtlCol="0" anchor="ctr" anchorCtr="0">
                <a:noAutofit/>
              </a:bodyPr>
              <a:lstStyle/>
              <a:p>
                <a:pPr marL="0" marR="0" lvl="0" indent="0" algn="ctr" defTabSz="4445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350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800" b="1" u="none" strike="noStrike" kern="1200" cap="none" spc="0" normalizeH="0" baseline="0" noProof="0" dirty="0">
                    <a:ln>
                      <a:noFill/>
                    </a:ln>
                    <a:solidFill>
                      <a:schemeClr val="accent6"/>
                    </a:solidFill>
                    <a:uLnTx/>
                    <a:uFillTx/>
                    <a:latin typeface="Graphik" panose="020B0503030202060203" pitchFamily="34" charset="0"/>
                    <a:cs typeface="Helvetica"/>
                    <a:sym typeface="Simplon BP Regular"/>
                  </a:rPr>
                  <a:t>22</a:t>
                </a:r>
                <a:endParaRPr kumimoji="0" lang="en-GB" sz="1050" b="1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uLnTx/>
                  <a:uFillTx/>
                  <a:latin typeface="Graphik" panose="020B0503030202060203" pitchFamily="34" charset="0"/>
                  <a:cs typeface="Helvetica"/>
                  <a:sym typeface="Simplon BP Regular"/>
                </a:endParaRPr>
              </a:p>
            </p:txBody>
          </p:sp>
        </p:grpSp>
      </p:grpSp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E255CB76-18E1-F9CB-7BFB-E57BE90F28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9747236"/>
              </p:ext>
            </p:extLst>
          </p:nvPr>
        </p:nvGraphicFramePr>
        <p:xfrm>
          <a:off x="492832" y="1016140"/>
          <a:ext cx="2526279" cy="438912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526279">
                  <a:extLst>
                    <a:ext uri="{9D8B030D-6E8A-4147-A177-3AD203B41FA5}">
                      <a16:colId xmlns:a16="http://schemas.microsoft.com/office/drawing/2014/main" val="302487354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SISTEMA</a:t>
                      </a:r>
                      <a:endParaRPr lang="pt-BR" sz="11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solidFill>
                      <a:srgbClr val="00760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1184988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1100" b="0" i="0" u="none" strike="noStrike" cap="none" spc="0" baseline="0" dirty="0">
                          <a:solidFill>
                            <a:schemeClr val="accent6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SVOI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091058175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1100" b="0" i="0" u="none" strike="noStrike" cap="none" spc="0" baseline="0" dirty="0">
                          <a:solidFill>
                            <a:schemeClr val="accent6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SIGNS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397048407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1100" b="0" i="0" u="none" strike="noStrike" cap="none" spc="0" baseline="0">
                          <a:solidFill>
                            <a:schemeClr val="accent6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SEFE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07845980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1100" b="0" i="0" u="none" strike="noStrike" cap="none" spc="0" baseline="0" dirty="0">
                          <a:solidFill>
                            <a:schemeClr val="accent6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SAF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418420561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1100" b="0" i="0" u="none" strike="noStrike" cap="none" spc="0" baseline="0">
                          <a:solidFill>
                            <a:schemeClr val="accent6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MERIDIAN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33415472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1100" b="0" i="0" u="none" strike="noStrike" cap="none" spc="0" baseline="0">
                          <a:solidFill>
                            <a:schemeClr val="accent6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OBJECTEL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4251257796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1100" b="0" i="0" u="none" strike="noStrike" cap="none" spc="0" baseline="0" dirty="0">
                          <a:solidFill>
                            <a:schemeClr val="accent6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(OI R2) CRE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82039154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1100" b="0" i="0" u="none" strike="noStrike" cap="none" spc="0" baseline="0">
                          <a:solidFill>
                            <a:schemeClr val="accent6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GRANITE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896924905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1100" b="0" i="0" u="none" strike="noStrike" cap="none" spc="0" baseline="0" dirty="0">
                          <a:solidFill>
                            <a:schemeClr val="accent6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(OI R2) GDBO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983859654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1100" b="0" i="0" u="none" strike="noStrike" cap="none" spc="0" baseline="0" dirty="0">
                          <a:solidFill>
                            <a:schemeClr val="accent6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ARS CGR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4152128114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1100" b="0" i="0" u="none" strike="noStrike" cap="none" spc="0" baseline="0" dirty="0">
                          <a:solidFill>
                            <a:schemeClr val="accent6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GEOPLEX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93652103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1100" b="0" i="0" u="none" strike="noStrike" cap="none" spc="0" baseline="0" dirty="0">
                          <a:solidFill>
                            <a:schemeClr val="accent6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GEOSITE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86716251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1100" b="0" i="0" u="none" strike="noStrike" cap="none" spc="0" baseline="0">
                          <a:solidFill>
                            <a:schemeClr val="accent6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FIX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14394960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1100" b="0" i="0" u="none" strike="noStrike" cap="none" spc="0" baseline="0" dirty="0">
                          <a:solidFill>
                            <a:schemeClr val="accent6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INTELIPOST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353000910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1100" b="0" i="0" u="none" strike="noStrike" cap="none" spc="0" baseline="0">
                          <a:solidFill>
                            <a:schemeClr val="accent6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NETWIN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392105648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1100" b="0" i="0" u="none" strike="noStrike" cap="none" spc="0" baseline="0" dirty="0">
                          <a:solidFill>
                            <a:schemeClr val="accent6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SIS FALHAS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086774625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1100" b="0" i="0" u="none" strike="noStrike" cap="none" spc="0" baseline="0" dirty="0">
                          <a:solidFill>
                            <a:schemeClr val="accent6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SGTA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661912174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1100" b="0" i="0" u="none" strike="noStrike" cap="none" spc="0" baseline="0">
                          <a:solidFill>
                            <a:schemeClr val="accent6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CACTI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30832314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1100" b="0" i="0" u="none" strike="noStrike" cap="none" spc="0" baseline="0" dirty="0">
                          <a:solidFill>
                            <a:schemeClr val="accent6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GEOMEDIA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322363270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1100" b="0" i="0" u="none" strike="noStrike" cap="none" spc="0" baseline="0" dirty="0">
                          <a:solidFill>
                            <a:schemeClr val="accent6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(OI R2) PLANWEB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387219667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1100" b="0" i="0" u="none" strike="noStrike" cap="none" spc="0" baseline="0" dirty="0">
                          <a:solidFill>
                            <a:schemeClr val="accent6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BV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496759728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1100" b="0" i="0" u="none" strike="noStrike" cap="none" spc="0" baseline="0" dirty="0">
                          <a:solidFill>
                            <a:schemeClr val="accent6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GEONET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3469295067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1100" b="0" i="0" u="none" strike="noStrike" cap="none" spc="0" baseline="0" dirty="0">
                          <a:solidFill>
                            <a:schemeClr val="accent6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(OI R2) SPART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754442346"/>
                  </a:ext>
                </a:extLst>
              </a:tr>
            </a:tbl>
          </a:graphicData>
        </a:graphic>
      </p:graphicFrame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07CD2955-F33E-A0AD-529C-459FAB12009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10169667"/>
              </p:ext>
            </p:extLst>
          </p:nvPr>
        </p:nvGraphicFramePr>
        <p:xfrm>
          <a:off x="3701029" y="980333"/>
          <a:ext cx="2247891" cy="291084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247891">
                  <a:extLst>
                    <a:ext uri="{9D8B030D-6E8A-4147-A177-3AD203B41FA5}">
                      <a16:colId xmlns:a16="http://schemas.microsoft.com/office/drawing/2014/main" val="258522693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1100" b="1" i="0" u="none" strike="noStrike" cap="none" spc="0" baseline="0" dirty="0">
                          <a:solidFill>
                            <a:schemeClr val="bg1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SISTEMA</a:t>
                      </a:r>
                    </a:p>
                  </a:txBody>
                  <a:tcPr marL="0" marR="0" marT="0" marB="0" anchor="b">
                    <a:solidFill>
                      <a:srgbClr val="00760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645626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1100" b="0" i="0" u="none" strike="noStrike" cap="none" spc="0" baseline="0" dirty="0">
                          <a:solidFill>
                            <a:schemeClr val="accent6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LOADER BLACKLIST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3513003217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1100" b="0" i="0" u="none" strike="noStrike" cap="none" spc="0" baseline="0" dirty="0">
                          <a:solidFill>
                            <a:schemeClr val="accent6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GEA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26867570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1100" b="0" i="0" u="none" strike="noStrike" cap="none" spc="0" baseline="0">
                          <a:solidFill>
                            <a:schemeClr val="accent6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GDE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87544601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1100" b="0" i="0" u="none" strike="noStrike" cap="none" spc="0" baseline="0" dirty="0">
                          <a:solidFill>
                            <a:schemeClr val="accent6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VISÃO OM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658979534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1100" b="0" i="0" u="none" strike="noStrike" cap="none" spc="0" baseline="0">
                          <a:solidFill>
                            <a:schemeClr val="accent6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OPERACAOMOBILE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611661346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1100" b="0" i="0" u="none" strike="noStrike" cap="none" spc="0" baseline="0" dirty="0">
                          <a:solidFill>
                            <a:schemeClr val="accent6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GESTECH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412730731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1100" b="0" i="0" u="none" strike="noStrike" cap="none" spc="0" baseline="0">
                          <a:solidFill>
                            <a:schemeClr val="accent6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NETQ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91731006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1100" b="0" i="0" u="none" strike="noStrike" cap="none" spc="0" baseline="0">
                          <a:solidFill>
                            <a:schemeClr val="accent6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PGOI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092189394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1100" b="0" i="0" u="none" strike="noStrike" cap="none" spc="0" baseline="0" dirty="0">
                          <a:solidFill>
                            <a:schemeClr val="accent6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VOZ OSS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229151547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1100" b="0" i="0" u="none" strike="noStrike" cap="none" spc="0" baseline="0" dirty="0">
                          <a:solidFill>
                            <a:schemeClr val="accent6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CLICK - MUA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9155977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1100" b="0" i="0" u="none" strike="noStrike" cap="none" spc="0" baseline="0">
                          <a:solidFill>
                            <a:schemeClr val="accent6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CLICK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41768083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1100" b="0" i="0" u="none" strike="noStrike" cap="none" spc="0" baseline="0" dirty="0">
                          <a:solidFill>
                            <a:schemeClr val="accent6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SGCRI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4104532054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1100" b="0" i="0" u="none" strike="noStrike" cap="none" spc="0" baseline="0" dirty="0">
                          <a:solidFill>
                            <a:schemeClr val="accent6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SIS ATIVACAO FIXA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7860772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1100" b="0" i="0" u="none" strike="noStrike" cap="none" spc="0" baseline="0" dirty="0">
                          <a:solidFill>
                            <a:schemeClr val="accent6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(OI R2) SGRO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23637462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1100" b="0" i="0" u="none" strike="noStrike" cap="none" spc="0" baseline="0" dirty="0">
                          <a:solidFill>
                            <a:schemeClr val="accent6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SGFT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4103778532"/>
                  </a:ext>
                </a:extLst>
              </a:tr>
            </a:tbl>
          </a:graphicData>
        </a:graphic>
      </p:graphicFrame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D06130AC-0E67-1841-8157-0B852E6979E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3939316"/>
              </p:ext>
            </p:extLst>
          </p:nvPr>
        </p:nvGraphicFramePr>
        <p:xfrm>
          <a:off x="6698597" y="980333"/>
          <a:ext cx="2247891" cy="86868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247891">
                  <a:extLst>
                    <a:ext uri="{9D8B030D-6E8A-4147-A177-3AD203B41FA5}">
                      <a16:colId xmlns:a16="http://schemas.microsoft.com/office/drawing/2014/main" val="258522693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1100" b="1" i="0" u="none" strike="noStrike" cap="none" spc="0" baseline="0" dirty="0">
                          <a:solidFill>
                            <a:schemeClr val="bg1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SISTEMA</a:t>
                      </a:r>
                    </a:p>
                  </a:txBody>
                  <a:tcPr marL="0" marR="0" marT="0" marB="0" anchor="b">
                    <a:solidFill>
                      <a:srgbClr val="00760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645626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1100" b="0" i="0" u="none" strike="noStrike" cap="none" spc="0" baseline="0" dirty="0">
                          <a:solidFill>
                            <a:schemeClr val="accent6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GIL - GESTÃO DE INVENTÁRIO LÓGICO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3513003217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1100" b="0" i="0" u="none" strike="noStrike" cap="none" spc="0" baseline="0" dirty="0">
                          <a:solidFill>
                            <a:schemeClr val="accent6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OSM_SERVICE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26867570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1100" b="0" i="0" u="none" strike="noStrike" cap="none" spc="0" baseline="0" dirty="0">
                          <a:solidFill>
                            <a:schemeClr val="accent6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GEOSITE LOGRADOURO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875446019"/>
                  </a:ext>
                </a:extLst>
              </a:tr>
            </a:tbl>
          </a:graphicData>
        </a:graphic>
      </p:graphicFrame>
      <p:graphicFrame>
        <p:nvGraphicFramePr>
          <p:cNvPr id="21" name="Table 20">
            <a:extLst>
              <a:ext uri="{FF2B5EF4-FFF2-40B4-BE49-F238E27FC236}">
                <a16:creationId xmlns:a16="http://schemas.microsoft.com/office/drawing/2014/main" id="{F6C5CA0A-21F1-F431-C07B-E0EF5830973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54584562"/>
              </p:ext>
            </p:extLst>
          </p:nvPr>
        </p:nvGraphicFramePr>
        <p:xfrm>
          <a:off x="9438992" y="980333"/>
          <a:ext cx="2247891" cy="464820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247891">
                  <a:extLst>
                    <a:ext uri="{9D8B030D-6E8A-4147-A177-3AD203B41FA5}">
                      <a16:colId xmlns:a16="http://schemas.microsoft.com/office/drawing/2014/main" val="258522693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1100" b="1" i="0" u="none" strike="noStrike" cap="none" spc="0" baseline="0" dirty="0">
                          <a:solidFill>
                            <a:schemeClr val="bg1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SISTEMA</a:t>
                      </a:r>
                    </a:p>
                  </a:txBody>
                  <a:tcPr marL="0" marR="0" marT="0" marB="0" anchor="b">
                    <a:solidFill>
                      <a:srgbClr val="00760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645626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1100" b="0" i="0" u="none" strike="noStrike" cap="none" spc="0" baseline="0" dirty="0">
                          <a:solidFill>
                            <a:schemeClr val="accent6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SMARTWIFI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3513003217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1100" b="0" i="0" u="none" strike="noStrike" cap="none" spc="0" baseline="0" dirty="0">
                          <a:solidFill>
                            <a:schemeClr val="accent6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NWCC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26867570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1100" b="0" i="0" u="none" strike="noStrike" cap="none" spc="0" baseline="0" dirty="0">
                          <a:solidFill>
                            <a:schemeClr val="accent6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VPA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87544601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1100" b="0" i="0" u="none" strike="noStrike" cap="none" spc="0" baseline="0">
                          <a:solidFill>
                            <a:schemeClr val="accent6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VPP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658979534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1100" b="0" i="0" u="none" strike="noStrike" cap="none" spc="0" baseline="0">
                          <a:solidFill>
                            <a:schemeClr val="accent6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CAP-CGR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611661346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1100" b="0" i="0" u="none" strike="noStrike" cap="none" spc="0" baseline="0">
                          <a:solidFill>
                            <a:schemeClr val="accent6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OIPORTALENG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412730731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1100" b="0" i="0" u="none" strike="noStrike" cap="none" spc="0" baseline="0" dirty="0">
                          <a:solidFill>
                            <a:schemeClr val="accent6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PORTAL MONITORACAO DE COMUNICADOS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91731006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1100" b="0" i="0" u="none" strike="noStrike" cap="none" spc="0" baseline="0">
                          <a:solidFill>
                            <a:schemeClr val="accent6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PORTAL GAM CUSTOMER CARE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092189394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1100" b="0" i="0" u="none" strike="noStrike" cap="none" spc="0" baseline="0" dirty="0">
                          <a:solidFill>
                            <a:schemeClr val="accent6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SAM POOL E SESSÃO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229151547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1100" b="0" i="0" u="none" strike="noStrike" cap="none" spc="0" baseline="0" dirty="0">
                          <a:solidFill>
                            <a:schemeClr val="accent6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VMP_APROVISIONAMENTO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9155977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1100" b="0" i="0" u="none" strike="noStrike" cap="none" spc="0" baseline="0" dirty="0">
                          <a:solidFill>
                            <a:schemeClr val="accent6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FLOWONE_APROVISIONAMENTO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41768083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1100" b="0" i="0" u="none" strike="noStrike" cap="none" spc="0" baseline="0">
                          <a:solidFill>
                            <a:schemeClr val="accent6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1360VCOM_APROVISIONAMENTO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4104532054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1100" b="0" i="0" u="none" strike="noStrike" cap="none" spc="0" baseline="0" dirty="0">
                          <a:solidFill>
                            <a:schemeClr val="accent6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AVALIAÇÃO DO TÉCNICO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516381665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1100" b="0" i="0" u="none" strike="noStrike" cap="none" spc="0" baseline="0">
                          <a:solidFill>
                            <a:schemeClr val="accent6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DESLOCAMENTO DE TÉCNICO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55134219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1100" b="0" i="0" u="none" strike="noStrike" cap="none" spc="0" baseline="0" dirty="0">
                          <a:solidFill>
                            <a:schemeClr val="accent6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SMP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18010843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1100" b="0" i="0" u="none" strike="noStrike" cap="none" spc="0" baseline="0" dirty="0">
                          <a:solidFill>
                            <a:schemeClr val="accent6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(OI_INT)PROVISIONADOR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4150812376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1100" b="0" i="0" u="none" strike="noStrike" cap="none" spc="0" baseline="0" dirty="0">
                          <a:solidFill>
                            <a:schemeClr val="accent6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(OI_INT)BFP-INTEGRATOR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4111158057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1100" b="0" i="0" u="none" strike="noStrike" cap="none" spc="0" baseline="0" dirty="0">
                          <a:solidFill>
                            <a:schemeClr val="accent6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(OI_INT)OIPROVISIONING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386703694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1100" b="0" i="0" u="none" strike="noStrike" cap="none" spc="0" baseline="0" dirty="0">
                          <a:solidFill>
                            <a:schemeClr val="accent6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SDP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4063523567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1100" b="0" i="0" u="none" strike="noStrike" cap="none" spc="0" baseline="0">
                          <a:solidFill>
                            <a:schemeClr val="accent6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PORTAL OPERACAO GMG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64570847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1100" b="0" i="0" u="none" strike="noStrike" cap="none" spc="0" baseline="0" dirty="0">
                          <a:solidFill>
                            <a:schemeClr val="accent6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SDH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3390056908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1100" b="0" i="0" u="none" strike="noStrike" cap="none" spc="0" baseline="0" dirty="0">
                          <a:solidFill>
                            <a:schemeClr val="accent6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VITAL QIP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882096611"/>
                  </a:ext>
                </a:extLst>
              </a:tr>
            </a:tbl>
          </a:graphicData>
        </a:graphic>
      </p:graphicFrame>
      <p:sp>
        <p:nvSpPr>
          <p:cNvPr id="4" name="Action Button: Go Back or Previous 3">
            <a:hlinkClick r:id="rId3" action="ppaction://hlinksldjump" highlightClick="1"/>
            <a:extLst>
              <a:ext uri="{FF2B5EF4-FFF2-40B4-BE49-F238E27FC236}">
                <a16:creationId xmlns:a16="http://schemas.microsoft.com/office/drawing/2014/main" id="{0C45FEC6-8E86-CECC-366B-9D1BBE3A6F3D}"/>
              </a:ext>
            </a:extLst>
          </p:cNvPr>
          <p:cNvSpPr/>
          <p:nvPr/>
        </p:nvSpPr>
        <p:spPr>
          <a:xfrm>
            <a:off x="9819574" y="267483"/>
            <a:ext cx="274320" cy="180000"/>
          </a:xfrm>
          <a:prstGeom prst="actionButtonBackPrevious">
            <a:avLst/>
          </a:prstGeom>
          <a:noFill/>
          <a:ln w="25400" cap="flat">
            <a:solidFill>
              <a:schemeClr val="accent1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pt-BR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</p:spTree>
    <p:extLst>
      <p:ext uri="{BB962C8B-B14F-4D97-AF65-F5344CB8AC3E}">
        <p14:creationId xmlns:p14="http://schemas.microsoft.com/office/powerpoint/2010/main" val="4099941081"/>
      </p:ext>
    </p:extLst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0758093-705D-EF09-16F1-EB4C8AE2722C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pt-BR" smtClean="0"/>
              <a:t>12</a:t>
            </a:fld>
            <a:endParaRPr lang="pt-BR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5EF4DDB-B0B8-30CE-A9E7-CF88FF31D2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>
                <a:solidFill>
                  <a:schemeClr val="accent6"/>
                </a:solidFill>
              </a:rPr>
              <a:t>INTEGRAÇÃO</a:t>
            </a:r>
            <a:endParaRPr lang="pt-BR" sz="2800" dirty="0">
              <a:solidFill>
                <a:schemeClr val="accent6"/>
              </a:solidFill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92E5701B-C339-CA2F-2D77-BF4C822B709D}"/>
              </a:ext>
            </a:extLst>
          </p:cNvPr>
          <p:cNvSpPr/>
          <p:nvPr/>
        </p:nvSpPr>
        <p:spPr>
          <a:xfrm rot="16200000">
            <a:off x="-685319" y="1866578"/>
            <a:ext cx="1910080" cy="209204"/>
          </a:xfrm>
          <a:prstGeom prst="rect">
            <a:avLst/>
          </a:prstGeom>
          <a:noFill/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noAutofit/>
          </a:bodyPr>
          <a:lstStyle/>
          <a:p>
            <a:pPr marL="0" marR="0" indent="0" algn="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pt-BR" sz="1200" b="1" i="0" u="none" strike="noStrike" cap="none" spc="0" normalizeH="0" baseline="0">
                <a:ln>
                  <a:noFill/>
                </a:ln>
                <a:solidFill>
                  <a:schemeClr val="accent3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MANTER OI S.A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6AEA8816-D152-561A-7EE8-A0557732E769}"/>
              </a:ext>
            </a:extLst>
          </p:cNvPr>
          <p:cNvSpPr/>
          <p:nvPr/>
        </p:nvSpPr>
        <p:spPr>
          <a:xfrm rot="16200000">
            <a:off x="2537922" y="1866578"/>
            <a:ext cx="1910080" cy="209204"/>
          </a:xfrm>
          <a:prstGeom prst="rect">
            <a:avLst/>
          </a:prstGeom>
          <a:noFill/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noAutofit/>
          </a:bodyPr>
          <a:lstStyle/>
          <a:p>
            <a:pPr marL="0" marR="0" indent="0" algn="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pt-BR" sz="1200" b="1" i="0" u="none" strike="noStrike" cap="none" spc="0" normalizeH="0" baseline="0">
                <a:ln>
                  <a:noFill/>
                </a:ln>
                <a:solidFill>
                  <a:schemeClr val="accent3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SEPARAR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1AF9A79D-DB4C-8405-4014-4EF63A2633CC}"/>
              </a:ext>
            </a:extLst>
          </p:cNvPr>
          <p:cNvSpPr/>
          <p:nvPr/>
        </p:nvSpPr>
        <p:spPr>
          <a:xfrm rot="16200000">
            <a:off x="8332603" y="1866578"/>
            <a:ext cx="1910080" cy="209204"/>
          </a:xfrm>
          <a:prstGeom prst="rect">
            <a:avLst/>
          </a:prstGeom>
          <a:noFill/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noAutofit/>
          </a:bodyPr>
          <a:lstStyle/>
          <a:p>
            <a:pPr marL="0" marR="0" indent="0" algn="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pt-BR" sz="1200" b="1" i="0" u="none" strike="noStrike" cap="none" spc="0" normalizeH="0" baseline="0">
                <a:ln>
                  <a:noFill/>
                </a:ln>
                <a:solidFill>
                  <a:schemeClr val="accent3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EM VALIDAÇÃO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836C904C-6574-D123-009F-36D85382B0A1}"/>
              </a:ext>
            </a:extLst>
          </p:cNvPr>
          <p:cNvSpPr/>
          <p:nvPr/>
        </p:nvSpPr>
        <p:spPr>
          <a:xfrm rot="16200000">
            <a:off x="5535490" y="1866578"/>
            <a:ext cx="1910080" cy="209204"/>
          </a:xfrm>
          <a:prstGeom prst="rect">
            <a:avLst/>
          </a:prstGeom>
          <a:noFill/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noAutofit/>
          </a:bodyPr>
          <a:lstStyle/>
          <a:p>
            <a:pPr marL="0" marR="0" indent="0" algn="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pt-BR" sz="1200" b="1" i="0" u="none" strike="noStrike" cap="none" spc="0" normalizeH="0" baseline="0" dirty="0">
                <a:ln>
                  <a:noFill/>
                </a:ln>
                <a:solidFill>
                  <a:schemeClr val="accent3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DROP CLIENTCO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83632AA5-1162-87DB-435D-B87181229A38}"/>
              </a:ext>
            </a:extLst>
          </p:cNvPr>
          <p:cNvGrpSpPr/>
          <p:nvPr>
            <p:custDataLst>
              <p:tags r:id="rId1"/>
            </p:custDataLst>
          </p:nvPr>
        </p:nvGrpSpPr>
        <p:grpSpPr>
          <a:xfrm>
            <a:off x="10245436" y="212413"/>
            <a:ext cx="893910" cy="235070"/>
            <a:chOff x="10312706" y="259774"/>
            <a:chExt cx="1117294" cy="235070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28338E12-94BC-2604-C814-8F9130DC6FC0}"/>
                </a:ext>
              </a:extLst>
            </p:cNvPr>
            <p:cNvSpPr txBox="1"/>
            <p:nvPr/>
          </p:nvSpPr>
          <p:spPr>
            <a:xfrm>
              <a:off x="10312706" y="269389"/>
              <a:ext cx="1117294" cy="184666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ctr" anchorCtr="1">
              <a:spAutoFit/>
            </a:bodyPr>
            <a:lstStyle/>
            <a:p>
              <a:pPr marL="0" marR="0" lvl="0" indent="0" algn="ct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200" b="1" i="1" u="sng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/>
                  <a:sym typeface="Simplon BP Regular"/>
                </a:rPr>
                <a:t>PRELIMINAR</a:t>
              </a:r>
            </a:p>
          </p:txBody>
        </p: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77D3F2BB-DC84-2696-2138-CF27E1054F9F}"/>
                </a:ext>
              </a:extLst>
            </p:cNvPr>
            <p:cNvCxnSpPr>
              <a:cxnSpLocks/>
            </p:cNvCxnSpPr>
            <p:nvPr/>
          </p:nvCxnSpPr>
          <p:spPr>
            <a:xfrm>
              <a:off x="10312706" y="259774"/>
              <a:ext cx="1117294" cy="0"/>
            </a:xfrm>
            <a:prstGeom prst="line">
              <a:avLst/>
            </a:prstGeom>
            <a:ln w="12700" cmpd="sng">
              <a:solidFill>
                <a:srgbClr val="000000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51F1B522-4264-772D-08EA-E7C69BAE60D3}"/>
                </a:ext>
              </a:extLst>
            </p:cNvPr>
            <p:cNvCxnSpPr>
              <a:cxnSpLocks/>
            </p:cNvCxnSpPr>
            <p:nvPr/>
          </p:nvCxnSpPr>
          <p:spPr>
            <a:xfrm>
              <a:off x="10312706" y="494844"/>
              <a:ext cx="1117294" cy="0"/>
            </a:xfrm>
            <a:prstGeom prst="line">
              <a:avLst/>
            </a:prstGeom>
            <a:ln w="12700" cmpd="sng">
              <a:solidFill>
                <a:srgbClr val="000000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7ADAB557-09CA-8795-A77D-C0AA3839E1AD}"/>
              </a:ext>
            </a:extLst>
          </p:cNvPr>
          <p:cNvGrpSpPr/>
          <p:nvPr/>
        </p:nvGrpSpPr>
        <p:grpSpPr>
          <a:xfrm>
            <a:off x="6716931" y="50028"/>
            <a:ext cx="2951102" cy="397455"/>
            <a:chOff x="8752857" y="3047982"/>
            <a:chExt cx="2951102" cy="397455"/>
          </a:xfrm>
        </p:grpSpPr>
        <p:grpSp>
          <p:nvGrpSpPr>
            <p:cNvPr id="49" name="Group 48">
              <a:extLst>
                <a:ext uri="{FF2B5EF4-FFF2-40B4-BE49-F238E27FC236}">
                  <a16:creationId xmlns:a16="http://schemas.microsoft.com/office/drawing/2014/main" id="{A890AF8B-4207-6D1A-858E-6BC162B83B3E}"/>
                </a:ext>
              </a:extLst>
            </p:cNvPr>
            <p:cNvGrpSpPr/>
            <p:nvPr/>
          </p:nvGrpSpPr>
          <p:grpSpPr>
            <a:xfrm>
              <a:off x="8752857" y="3047982"/>
              <a:ext cx="701368" cy="397455"/>
              <a:chOff x="8752857" y="3047982"/>
              <a:chExt cx="701368" cy="397455"/>
            </a:xfrm>
          </p:grpSpPr>
          <p:sp>
            <p:nvSpPr>
              <p:cNvPr id="30" name="Rettangolo 19">
                <a:extLst>
                  <a:ext uri="{FF2B5EF4-FFF2-40B4-BE49-F238E27FC236}">
                    <a16:creationId xmlns:a16="http://schemas.microsoft.com/office/drawing/2014/main" id="{3E45DE87-BCAD-3B86-BA7C-27E439384D71}"/>
                  </a:ext>
                </a:extLst>
              </p:cNvPr>
              <p:cNvSpPr/>
              <p:nvPr/>
            </p:nvSpPr>
            <p:spPr>
              <a:xfrm>
                <a:off x="8752857" y="3047982"/>
                <a:ext cx="701368" cy="215838"/>
              </a:xfrm>
              <a:prstGeom prst="rect">
                <a:avLst/>
              </a:prstGeom>
              <a:noFill/>
              <a:ln w="19050" cap="flat" cmpd="sng" algn="ctr">
                <a:noFill/>
                <a:prstDash val="solid"/>
                <a:miter lim="800000"/>
              </a:ln>
              <a:effectLst/>
            </p:spPr>
            <p:txBody>
              <a:bodyPr spcFirstLastPara="0" vert="horz" wrap="square" lIns="0" tIns="0" rIns="0" bIns="0" numCol="1" spcCol="1270" rtlCol="0" anchor="ctr" anchorCtr="0">
                <a:noAutofit/>
              </a:bodyPr>
              <a:lstStyle/>
              <a:p>
                <a:pPr marL="0" marR="0" lvl="0" indent="0" algn="ctr" defTabSz="4445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350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GB" sz="600" b="1">
                    <a:solidFill>
                      <a:schemeClr val="accent6"/>
                    </a:solidFill>
                    <a:latin typeface="Graphik" panose="020B0503030202060203" pitchFamily="34" charset="0"/>
                    <a:cs typeface="Helvetica"/>
                    <a:sym typeface="Simplon BP Regular"/>
                  </a:rPr>
                  <a:t>MANTER OI SA</a:t>
                </a:r>
                <a:endParaRPr kumimoji="0" lang="en-GB" sz="900" b="1" u="none" strike="noStrike" kern="1200" cap="none" spc="0" normalizeH="0" baseline="0" noProof="0">
                  <a:ln>
                    <a:noFill/>
                  </a:ln>
                  <a:solidFill>
                    <a:schemeClr val="accent6"/>
                  </a:solidFill>
                  <a:uLnTx/>
                  <a:uFillTx/>
                  <a:latin typeface="Graphik" panose="020B0503030202060203" pitchFamily="34" charset="0"/>
                  <a:cs typeface="Helvetica"/>
                  <a:sym typeface="Simplon BP Regular"/>
                </a:endParaRPr>
              </a:p>
            </p:txBody>
          </p:sp>
          <p:sp>
            <p:nvSpPr>
              <p:cNvPr id="36" name="Rettangolo 19">
                <a:extLst>
                  <a:ext uri="{FF2B5EF4-FFF2-40B4-BE49-F238E27FC236}">
                    <a16:creationId xmlns:a16="http://schemas.microsoft.com/office/drawing/2014/main" id="{AE8C9ADC-C76B-62F3-C77C-0F60F897B7B0}"/>
                  </a:ext>
                </a:extLst>
              </p:cNvPr>
              <p:cNvSpPr/>
              <p:nvPr/>
            </p:nvSpPr>
            <p:spPr>
              <a:xfrm>
                <a:off x="8752857" y="3251519"/>
                <a:ext cx="701368" cy="193918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19050" cap="flat" cmpd="sng" algn="ctr">
                <a:solidFill>
                  <a:srgbClr val="FFFFFF"/>
                </a:solidFill>
                <a:prstDash val="solid"/>
                <a:miter lim="800000"/>
              </a:ln>
              <a:effectLst/>
            </p:spPr>
            <p:txBody>
              <a:bodyPr spcFirstLastPara="0" vert="horz" wrap="square" lIns="45720" tIns="0" rIns="45720" bIns="0" numCol="1" spcCol="1270" rtlCol="0" anchor="ctr" anchorCtr="0">
                <a:noAutofit/>
              </a:bodyPr>
              <a:lstStyle/>
              <a:p>
                <a:pPr marL="0" marR="0" lvl="0" indent="0" algn="ctr" defTabSz="4445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350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800" b="1" u="none" strike="noStrike" kern="1200" cap="none" spc="0" normalizeH="0" baseline="0" noProof="0" dirty="0">
                    <a:ln>
                      <a:noFill/>
                    </a:ln>
                    <a:solidFill>
                      <a:schemeClr val="accent6"/>
                    </a:solidFill>
                    <a:uLnTx/>
                    <a:uFillTx/>
                    <a:latin typeface="Graphik" panose="020B0503030202060203" pitchFamily="34" charset="0"/>
                    <a:cs typeface="Helvetica"/>
                    <a:sym typeface="Simplon BP Regular"/>
                  </a:rPr>
                  <a:t>5</a:t>
                </a:r>
                <a:endParaRPr kumimoji="0" lang="en-GB" sz="1050" b="1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uLnTx/>
                  <a:uFillTx/>
                  <a:latin typeface="Graphik" panose="020B0503030202060203" pitchFamily="34" charset="0"/>
                  <a:cs typeface="Helvetica"/>
                  <a:sym typeface="Simplon BP Regular"/>
                </a:endParaRPr>
              </a:p>
            </p:txBody>
          </p:sp>
        </p:grpSp>
        <p:grpSp>
          <p:nvGrpSpPr>
            <p:cNvPr id="50" name="Group 49">
              <a:extLst>
                <a:ext uri="{FF2B5EF4-FFF2-40B4-BE49-F238E27FC236}">
                  <a16:creationId xmlns:a16="http://schemas.microsoft.com/office/drawing/2014/main" id="{24CF96DC-8DE0-AB46-FD97-058803152A1F}"/>
                </a:ext>
              </a:extLst>
            </p:cNvPr>
            <p:cNvGrpSpPr/>
            <p:nvPr/>
          </p:nvGrpSpPr>
          <p:grpSpPr>
            <a:xfrm>
              <a:off x="9502768" y="3047982"/>
              <a:ext cx="701368" cy="397455"/>
              <a:chOff x="9593093" y="3047982"/>
              <a:chExt cx="701368" cy="397455"/>
            </a:xfrm>
          </p:grpSpPr>
          <p:sp>
            <p:nvSpPr>
              <p:cNvPr id="31" name="Rettangolo 19">
                <a:extLst>
                  <a:ext uri="{FF2B5EF4-FFF2-40B4-BE49-F238E27FC236}">
                    <a16:creationId xmlns:a16="http://schemas.microsoft.com/office/drawing/2014/main" id="{1A1EF6F4-AB8D-2B79-A113-4F433FFE61B3}"/>
                  </a:ext>
                </a:extLst>
              </p:cNvPr>
              <p:cNvSpPr/>
              <p:nvPr/>
            </p:nvSpPr>
            <p:spPr>
              <a:xfrm>
                <a:off x="9593093" y="3047982"/>
                <a:ext cx="701368" cy="215838"/>
              </a:xfrm>
              <a:prstGeom prst="rect">
                <a:avLst/>
              </a:prstGeom>
              <a:noFill/>
              <a:ln w="19050" cap="flat" cmpd="sng" algn="ctr">
                <a:noFill/>
                <a:prstDash val="solid"/>
                <a:miter lim="800000"/>
              </a:ln>
              <a:effectLst/>
            </p:spPr>
            <p:txBody>
              <a:bodyPr spcFirstLastPara="0" vert="horz" wrap="square" lIns="0" tIns="0" rIns="0" bIns="0" numCol="1" spcCol="1270" rtlCol="0" anchor="ctr" anchorCtr="0">
                <a:noAutofit/>
              </a:bodyPr>
              <a:lstStyle/>
              <a:p>
                <a:pPr marL="0" marR="0" lvl="0" indent="0" algn="ctr" defTabSz="4445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350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600" b="1" u="none" strike="noStrike" kern="1200" cap="none" spc="0" normalizeH="0" baseline="0" noProof="0">
                    <a:ln>
                      <a:noFill/>
                    </a:ln>
                    <a:solidFill>
                      <a:schemeClr val="accent6"/>
                    </a:solidFill>
                    <a:uLnTx/>
                    <a:uFillTx/>
                    <a:latin typeface="Graphik" panose="020B0503030202060203" pitchFamily="34" charset="0"/>
                    <a:cs typeface="Helvetica"/>
                    <a:sym typeface="Simplon BP Regular"/>
                  </a:rPr>
                  <a:t>SEPARAR</a:t>
                </a:r>
                <a:endParaRPr kumimoji="0" lang="en-GB" sz="900" b="1" u="none" strike="noStrike" kern="1200" cap="none" spc="0" normalizeH="0" baseline="0" noProof="0">
                  <a:ln>
                    <a:noFill/>
                  </a:ln>
                  <a:solidFill>
                    <a:schemeClr val="accent6"/>
                  </a:solidFill>
                  <a:uLnTx/>
                  <a:uFillTx/>
                  <a:latin typeface="Graphik" panose="020B0503030202060203" pitchFamily="34" charset="0"/>
                  <a:cs typeface="Helvetica"/>
                  <a:sym typeface="Simplon BP Regular"/>
                </a:endParaRPr>
              </a:p>
            </p:txBody>
          </p:sp>
          <p:sp>
            <p:nvSpPr>
              <p:cNvPr id="37" name="Rettangolo 19">
                <a:extLst>
                  <a:ext uri="{FF2B5EF4-FFF2-40B4-BE49-F238E27FC236}">
                    <a16:creationId xmlns:a16="http://schemas.microsoft.com/office/drawing/2014/main" id="{87EE7815-6EC2-FD68-3EC8-D60C80D53CC5}"/>
                  </a:ext>
                </a:extLst>
              </p:cNvPr>
              <p:cNvSpPr/>
              <p:nvPr/>
            </p:nvSpPr>
            <p:spPr>
              <a:xfrm>
                <a:off x="9593093" y="3251519"/>
                <a:ext cx="701368" cy="193918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19050" cap="flat" cmpd="sng" algn="ctr">
                <a:solidFill>
                  <a:srgbClr val="FFFFFF"/>
                </a:solidFill>
                <a:prstDash val="solid"/>
                <a:miter lim="800000"/>
              </a:ln>
              <a:effectLst/>
            </p:spPr>
            <p:txBody>
              <a:bodyPr spcFirstLastPara="0" vert="horz" wrap="square" lIns="45720" tIns="0" rIns="45720" bIns="0" numCol="1" spcCol="1270" rtlCol="0" anchor="ctr" anchorCtr="0">
                <a:noAutofit/>
              </a:bodyPr>
              <a:lstStyle/>
              <a:p>
                <a:pPr marL="0" marR="0" lvl="0" indent="0" algn="ctr" defTabSz="4445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350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800" b="1" u="none" strike="noStrike" kern="1200" cap="none" spc="0" normalizeH="0" baseline="0" noProof="0" dirty="0">
                    <a:ln>
                      <a:noFill/>
                    </a:ln>
                    <a:solidFill>
                      <a:schemeClr val="accent6"/>
                    </a:solidFill>
                    <a:uLnTx/>
                    <a:uFillTx/>
                    <a:latin typeface="Graphik" panose="020B0503030202060203" pitchFamily="34" charset="0"/>
                    <a:cs typeface="Helvetica"/>
                    <a:sym typeface="Simplon BP Regular"/>
                  </a:rPr>
                  <a:t>22</a:t>
                </a:r>
                <a:endParaRPr kumimoji="0" lang="en-GB" sz="1050" b="1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uLnTx/>
                  <a:uFillTx/>
                  <a:latin typeface="Graphik" panose="020B0503030202060203" pitchFamily="34" charset="0"/>
                  <a:cs typeface="Helvetica"/>
                  <a:sym typeface="Simplon BP Regular"/>
                </a:endParaRPr>
              </a:p>
            </p:txBody>
          </p:sp>
        </p:grpSp>
        <p:grpSp>
          <p:nvGrpSpPr>
            <p:cNvPr id="51" name="Group 50">
              <a:extLst>
                <a:ext uri="{FF2B5EF4-FFF2-40B4-BE49-F238E27FC236}">
                  <a16:creationId xmlns:a16="http://schemas.microsoft.com/office/drawing/2014/main" id="{2FCED14D-04B0-ED99-AB10-1B789365FBE4}"/>
                </a:ext>
              </a:extLst>
            </p:cNvPr>
            <p:cNvGrpSpPr/>
            <p:nvPr/>
          </p:nvGrpSpPr>
          <p:grpSpPr>
            <a:xfrm>
              <a:off x="10252679" y="3047982"/>
              <a:ext cx="701368" cy="397455"/>
              <a:chOff x="10433381" y="3047982"/>
              <a:chExt cx="701368" cy="397455"/>
            </a:xfrm>
          </p:grpSpPr>
          <p:sp>
            <p:nvSpPr>
              <p:cNvPr id="32" name="Rettangolo 19">
                <a:extLst>
                  <a:ext uri="{FF2B5EF4-FFF2-40B4-BE49-F238E27FC236}">
                    <a16:creationId xmlns:a16="http://schemas.microsoft.com/office/drawing/2014/main" id="{95A70F53-4638-4A31-BCD9-36F1925E8686}"/>
                  </a:ext>
                </a:extLst>
              </p:cNvPr>
              <p:cNvSpPr/>
              <p:nvPr/>
            </p:nvSpPr>
            <p:spPr>
              <a:xfrm>
                <a:off x="10433381" y="3047982"/>
                <a:ext cx="701368" cy="215838"/>
              </a:xfrm>
              <a:prstGeom prst="rect">
                <a:avLst/>
              </a:prstGeom>
              <a:noFill/>
              <a:ln w="19050" cap="flat" cmpd="sng" algn="ctr">
                <a:noFill/>
                <a:prstDash val="solid"/>
                <a:miter lim="800000"/>
              </a:ln>
              <a:effectLst/>
            </p:spPr>
            <p:txBody>
              <a:bodyPr spcFirstLastPara="0" vert="horz" wrap="square" lIns="0" tIns="0" rIns="0" bIns="0" numCol="1" spcCol="1270" rtlCol="0" anchor="ctr" anchorCtr="0">
                <a:noAutofit/>
              </a:bodyPr>
              <a:lstStyle/>
              <a:p>
                <a:pPr marL="0" marR="0" lvl="0" indent="0" algn="ctr" defTabSz="4445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350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600" b="1" u="none" strike="noStrike" kern="1200" cap="none" spc="0" normalizeH="0" baseline="0" noProof="0">
                    <a:ln>
                      <a:noFill/>
                    </a:ln>
                    <a:solidFill>
                      <a:schemeClr val="accent6"/>
                    </a:solidFill>
                    <a:uLnTx/>
                    <a:uFillTx/>
                    <a:latin typeface="Graphik" panose="020B0503030202060203" pitchFamily="34" charset="0"/>
                    <a:cs typeface="Helvetica"/>
                    <a:sym typeface="Simplon BP Regular"/>
                  </a:rPr>
                  <a:t>DROP CLIENTCO</a:t>
                </a:r>
                <a:endParaRPr kumimoji="0" lang="en-GB" sz="900" b="1" u="none" strike="noStrike" kern="1200" cap="none" spc="0" normalizeH="0" baseline="0" noProof="0">
                  <a:ln>
                    <a:noFill/>
                  </a:ln>
                  <a:solidFill>
                    <a:schemeClr val="accent6"/>
                  </a:solidFill>
                  <a:uLnTx/>
                  <a:uFillTx/>
                  <a:latin typeface="Graphik" panose="020B0503030202060203" pitchFamily="34" charset="0"/>
                  <a:cs typeface="Helvetica"/>
                  <a:sym typeface="Simplon BP Regular"/>
                </a:endParaRPr>
              </a:p>
            </p:txBody>
          </p:sp>
          <p:sp>
            <p:nvSpPr>
              <p:cNvPr id="38" name="Rettangolo 19">
                <a:extLst>
                  <a:ext uri="{FF2B5EF4-FFF2-40B4-BE49-F238E27FC236}">
                    <a16:creationId xmlns:a16="http://schemas.microsoft.com/office/drawing/2014/main" id="{29736CFC-45A4-A2F4-1C33-2EE74F2FC87B}"/>
                  </a:ext>
                </a:extLst>
              </p:cNvPr>
              <p:cNvSpPr/>
              <p:nvPr/>
            </p:nvSpPr>
            <p:spPr>
              <a:xfrm>
                <a:off x="10433381" y="3251519"/>
                <a:ext cx="701368" cy="193918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19050" cap="flat" cmpd="sng" algn="ctr">
                <a:solidFill>
                  <a:srgbClr val="FFFFFF"/>
                </a:solidFill>
                <a:prstDash val="solid"/>
                <a:miter lim="800000"/>
              </a:ln>
              <a:effectLst/>
            </p:spPr>
            <p:txBody>
              <a:bodyPr spcFirstLastPara="0" vert="horz" wrap="square" lIns="45720" tIns="0" rIns="45720" bIns="0" numCol="1" spcCol="1270" rtlCol="0" anchor="ctr" anchorCtr="0">
                <a:noAutofit/>
              </a:bodyPr>
              <a:lstStyle/>
              <a:p>
                <a:pPr marL="0" marR="0" lvl="0" indent="0" algn="ctr" defTabSz="4445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350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GB" sz="800" b="1" dirty="0">
                    <a:solidFill>
                      <a:schemeClr val="accent6"/>
                    </a:solidFill>
                    <a:latin typeface="Graphik" panose="020B0503030202060203" pitchFamily="34" charset="0"/>
                    <a:cs typeface="Helvetica"/>
                    <a:sym typeface="Simplon BP Regular"/>
                  </a:rPr>
                  <a:t>3</a:t>
                </a:r>
                <a:endParaRPr kumimoji="0" lang="en-GB" sz="1050" b="1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uLnTx/>
                  <a:uFillTx/>
                  <a:latin typeface="Graphik" panose="020B0503030202060203" pitchFamily="34" charset="0"/>
                  <a:cs typeface="Helvetica"/>
                  <a:sym typeface="Simplon BP Regular"/>
                </a:endParaRPr>
              </a:p>
            </p:txBody>
          </p:sp>
        </p:grpSp>
        <p:grpSp>
          <p:nvGrpSpPr>
            <p:cNvPr id="52" name="Group 51">
              <a:extLst>
                <a:ext uri="{FF2B5EF4-FFF2-40B4-BE49-F238E27FC236}">
                  <a16:creationId xmlns:a16="http://schemas.microsoft.com/office/drawing/2014/main" id="{307A9E6A-11FA-029B-8D9E-69703DEFE0EF}"/>
                </a:ext>
              </a:extLst>
            </p:cNvPr>
            <p:cNvGrpSpPr/>
            <p:nvPr/>
          </p:nvGrpSpPr>
          <p:grpSpPr>
            <a:xfrm>
              <a:off x="11002591" y="3047982"/>
              <a:ext cx="701368" cy="397455"/>
              <a:chOff x="11236271" y="3047982"/>
              <a:chExt cx="701368" cy="397455"/>
            </a:xfrm>
          </p:grpSpPr>
          <p:sp>
            <p:nvSpPr>
              <p:cNvPr id="33" name="Rettangolo 19">
                <a:extLst>
                  <a:ext uri="{FF2B5EF4-FFF2-40B4-BE49-F238E27FC236}">
                    <a16:creationId xmlns:a16="http://schemas.microsoft.com/office/drawing/2014/main" id="{7405BC40-3BB6-9A47-5EEC-617A29AED335}"/>
                  </a:ext>
                </a:extLst>
              </p:cNvPr>
              <p:cNvSpPr/>
              <p:nvPr/>
            </p:nvSpPr>
            <p:spPr>
              <a:xfrm>
                <a:off x="11236271" y="3047982"/>
                <a:ext cx="701368" cy="215838"/>
              </a:xfrm>
              <a:prstGeom prst="rect">
                <a:avLst/>
              </a:prstGeom>
              <a:noFill/>
              <a:ln w="19050" cap="flat" cmpd="sng" algn="ctr">
                <a:noFill/>
                <a:prstDash val="solid"/>
                <a:miter lim="800000"/>
              </a:ln>
              <a:effectLst/>
            </p:spPr>
            <p:txBody>
              <a:bodyPr spcFirstLastPara="0" vert="horz" wrap="square" lIns="0" tIns="0" rIns="0" bIns="0" numCol="1" spcCol="1270" rtlCol="0" anchor="ctr" anchorCtr="0">
                <a:noAutofit/>
              </a:bodyPr>
              <a:lstStyle/>
              <a:p>
                <a:pPr marL="0" marR="0" lvl="0" indent="0" algn="ctr" defTabSz="4445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350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GB" sz="600" b="1">
                    <a:solidFill>
                      <a:schemeClr val="accent6"/>
                    </a:solidFill>
                    <a:latin typeface="Graphik" panose="020B0503030202060203" pitchFamily="34" charset="0"/>
                    <a:cs typeface="Helvetica"/>
                    <a:sym typeface="Simplon BP Regular"/>
                  </a:rPr>
                  <a:t>EM VALIDAÇÃO</a:t>
                </a:r>
                <a:endParaRPr kumimoji="0" lang="en-GB" sz="900" b="1" u="none" strike="noStrike" kern="1200" cap="none" spc="0" normalizeH="0" baseline="0" noProof="0">
                  <a:ln>
                    <a:noFill/>
                  </a:ln>
                  <a:solidFill>
                    <a:schemeClr val="accent6"/>
                  </a:solidFill>
                  <a:uLnTx/>
                  <a:uFillTx/>
                  <a:latin typeface="Graphik" panose="020B0503030202060203" pitchFamily="34" charset="0"/>
                  <a:cs typeface="Helvetica"/>
                  <a:sym typeface="Simplon BP Regular"/>
                </a:endParaRPr>
              </a:p>
            </p:txBody>
          </p:sp>
          <p:sp>
            <p:nvSpPr>
              <p:cNvPr id="39" name="Rettangolo 19">
                <a:extLst>
                  <a:ext uri="{FF2B5EF4-FFF2-40B4-BE49-F238E27FC236}">
                    <a16:creationId xmlns:a16="http://schemas.microsoft.com/office/drawing/2014/main" id="{E6B42017-CD74-84C1-743C-FA7105B905F7}"/>
                  </a:ext>
                </a:extLst>
              </p:cNvPr>
              <p:cNvSpPr/>
              <p:nvPr/>
            </p:nvSpPr>
            <p:spPr>
              <a:xfrm>
                <a:off x="11236271" y="3251519"/>
                <a:ext cx="701368" cy="193918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19050" cap="flat" cmpd="sng" algn="ctr">
                <a:solidFill>
                  <a:srgbClr val="FFFFFF"/>
                </a:solidFill>
                <a:prstDash val="solid"/>
                <a:miter lim="800000"/>
              </a:ln>
              <a:effectLst/>
            </p:spPr>
            <p:txBody>
              <a:bodyPr spcFirstLastPara="0" vert="horz" wrap="square" lIns="45720" tIns="0" rIns="45720" bIns="0" numCol="1" spcCol="1270" rtlCol="0" anchor="ctr" anchorCtr="0">
                <a:noAutofit/>
              </a:bodyPr>
              <a:lstStyle/>
              <a:p>
                <a:pPr marL="0" marR="0" lvl="0" indent="0" algn="ctr" defTabSz="4445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350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800" b="1" u="none" strike="noStrike" kern="1200" cap="none" spc="0" normalizeH="0" baseline="0" noProof="0" dirty="0">
                    <a:ln>
                      <a:noFill/>
                    </a:ln>
                    <a:solidFill>
                      <a:schemeClr val="accent6"/>
                    </a:solidFill>
                    <a:uLnTx/>
                    <a:uFillTx/>
                    <a:latin typeface="Graphik" panose="020B0503030202060203" pitchFamily="34" charset="0"/>
                    <a:cs typeface="Helvetica"/>
                    <a:sym typeface="Simplon BP Regular"/>
                  </a:rPr>
                  <a:t>2</a:t>
                </a:r>
                <a:endParaRPr kumimoji="0" lang="en-GB" sz="1050" b="1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uLnTx/>
                  <a:uFillTx/>
                  <a:latin typeface="Graphik" panose="020B0503030202060203" pitchFamily="34" charset="0"/>
                  <a:cs typeface="Helvetica"/>
                  <a:sym typeface="Simplon BP Regular"/>
                </a:endParaRPr>
              </a:p>
            </p:txBody>
          </p:sp>
        </p:grpSp>
      </p:grpSp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E255CB76-18E1-F9CB-7BFB-E57BE90F28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098584"/>
              </p:ext>
            </p:extLst>
          </p:nvPr>
        </p:nvGraphicFramePr>
        <p:xfrm>
          <a:off x="492832" y="1016140"/>
          <a:ext cx="2526279" cy="109728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526279">
                  <a:extLst>
                    <a:ext uri="{9D8B030D-6E8A-4147-A177-3AD203B41FA5}">
                      <a16:colId xmlns:a16="http://schemas.microsoft.com/office/drawing/2014/main" val="302487354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SISTEMA</a:t>
                      </a:r>
                      <a:endParaRPr lang="pt-BR" sz="11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solidFill>
                      <a:srgbClr val="00760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1184988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1100" b="0" i="0" u="none" strike="noStrike" cap="none" spc="0" baseline="0" dirty="0">
                          <a:solidFill>
                            <a:schemeClr val="accent6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PAGAR_ME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091058175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1100" b="0" i="0" u="none" strike="noStrike" cap="none" spc="0" baseline="0" dirty="0">
                          <a:solidFill>
                            <a:schemeClr val="accent6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MULE_SOFT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397048407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1100" b="0" i="0" u="none" strike="noStrike" cap="none" spc="0" baseline="0" dirty="0">
                          <a:solidFill>
                            <a:schemeClr val="accent6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PLAT_API_DIG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07845980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1100" b="0" i="0" u="none" strike="noStrike" cap="none" spc="0" baseline="0" dirty="0">
                          <a:solidFill>
                            <a:schemeClr val="accent6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DIG-ZUUL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418420561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1100" b="0" i="0" u="none" strike="noStrike" cap="none" spc="0" baseline="0" dirty="0">
                          <a:solidFill>
                            <a:schemeClr val="accent6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(OI_INT)SDB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334154720"/>
                  </a:ext>
                </a:extLst>
              </a:tr>
            </a:tbl>
          </a:graphicData>
        </a:graphic>
      </p:graphicFrame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07CD2955-F33E-A0AD-529C-459FAB12009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80468204"/>
              </p:ext>
            </p:extLst>
          </p:nvPr>
        </p:nvGraphicFramePr>
        <p:xfrm>
          <a:off x="3701029" y="980333"/>
          <a:ext cx="2247891" cy="434340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247891">
                  <a:extLst>
                    <a:ext uri="{9D8B030D-6E8A-4147-A177-3AD203B41FA5}">
                      <a16:colId xmlns:a16="http://schemas.microsoft.com/office/drawing/2014/main" val="258522693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1100" b="1" i="0" u="none" strike="noStrike" cap="none" spc="0" baseline="0" dirty="0">
                          <a:solidFill>
                            <a:schemeClr val="bg1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SISTEMA</a:t>
                      </a:r>
                    </a:p>
                  </a:txBody>
                  <a:tcPr marL="0" marR="0" marT="0" marB="0" anchor="b">
                    <a:solidFill>
                      <a:srgbClr val="00760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645626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1100" b="0" i="0" u="none" strike="noStrike" cap="none" spc="0" baseline="0" dirty="0">
                          <a:solidFill>
                            <a:schemeClr val="accent6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MENSAGERIA OOBJ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3513003217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1100" b="0" i="0" u="none" strike="noStrike" cap="none" spc="0" baseline="0" dirty="0">
                          <a:solidFill>
                            <a:schemeClr val="accent6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CLOUD MIDDLEWARE SERVICE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26867570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1100" b="0" i="0" u="none" strike="noStrike" cap="none" spc="0" baseline="0" dirty="0">
                          <a:solidFill>
                            <a:schemeClr val="accent6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SENDGRID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87544601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1100" b="0" i="0" u="none" strike="noStrike" cap="none" spc="0" baseline="0">
                          <a:solidFill>
                            <a:schemeClr val="accent6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GATEWAY DE PAGAMENTO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658979534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it-IT" sz="1100" b="0" i="0" u="none" strike="noStrike" cap="none" spc="0" baseline="0" dirty="0">
                          <a:solidFill>
                            <a:schemeClr val="accent6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(OI_INT)OI_PARTNER_API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611661346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1100" b="0" i="0" u="none" strike="noStrike" cap="none" spc="0" baseline="0">
                          <a:solidFill>
                            <a:schemeClr val="accent6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(OI_INT)ENTIREX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412730731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1100" b="0" i="0" u="none" strike="noStrike" cap="none" spc="0" baseline="0" dirty="0">
                          <a:solidFill>
                            <a:schemeClr val="accent6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Microserviços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91731006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1100" b="0" i="0" u="none" strike="noStrike" cap="none" spc="0" baseline="0">
                          <a:solidFill>
                            <a:schemeClr val="accent6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WCL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092189394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1100" b="0" i="0" u="none" strike="noStrike" cap="none" spc="0" baseline="0" dirty="0">
                          <a:solidFill>
                            <a:schemeClr val="accent6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(OI_INT)SVOD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229151547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1100" b="0" i="0" u="none" strike="noStrike" cap="none" spc="0" baseline="0" dirty="0">
                          <a:solidFill>
                            <a:schemeClr val="accent6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(OI_INT)OI GATEWAY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9155977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1100" b="0" i="0" u="none" strike="noStrike" cap="none" spc="0" baseline="0" dirty="0">
                          <a:solidFill>
                            <a:schemeClr val="accent6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(OI_INT)MINHA OI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41768083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1100" b="0" i="0" u="none" strike="noStrike" cap="none" spc="0" baseline="0" dirty="0">
                          <a:solidFill>
                            <a:schemeClr val="accent6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(OI_INT)OI_AUTH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4104532054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1100" b="0" i="0" u="none" strike="noStrike" cap="none" spc="0" baseline="0" dirty="0">
                          <a:solidFill>
                            <a:schemeClr val="accent6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(OI_INT)ONLINE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3300447637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1100" b="0" i="0" u="none" strike="noStrike" cap="none" spc="0" baseline="0">
                          <a:solidFill>
                            <a:schemeClr val="accent6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(OI_INT)OIAPI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3785665197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1100" b="0" i="0" u="none" strike="noStrike" cap="none" spc="0" baseline="0" dirty="0">
                          <a:solidFill>
                            <a:schemeClr val="accent6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API-GATEWAY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969925928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1100" b="0" i="0" u="none" strike="noStrike" cap="none" spc="0" baseline="0" dirty="0">
                          <a:solidFill>
                            <a:schemeClr val="accent6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VAS - PROXY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90987222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1100" b="0" i="0" u="none" strike="noStrike" cap="none" spc="0" baseline="0" dirty="0">
                          <a:solidFill>
                            <a:schemeClr val="accent6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SPG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806695815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1100" b="0" i="0" u="none" strike="noStrike" cap="none" spc="0" baseline="0" dirty="0">
                          <a:solidFill>
                            <a:schemeClr val="accent6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PWX - INFORMATICA POWER EXCHANGE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3195504776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1100" b="0" i="0" u="none" strike="noStrike" cap="none" spc="0" baseline="0" dirty="0">
                          <a:solidFill>
                            <a:schemeClr val="accent6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INFORMÁTICA - INTEGRAÇÃO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336374703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1100" b="0" i="0" u="none" strike="noStrike" cap="none" spc="0" baseline="0" dirty="0">
                          <a:solidFill>
                            <a:schemeClr val="accent6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GATEWAY DE PORTABILIDADE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979352008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1100" b="0" i="0" u="none" strike="noStrike" cap="none" spc="0" baseline="0" dirty="0">
                          <a:solidFill>
                            <a:schemeClr val="accent6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ENTIREX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177286785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1100" b="0" i="0" u="none" strike="noStrike" cap="none" spc="0" baseline="0" dirty="0">
                          <a:solidFill>
                            <a:schemeClr val="accent6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BARRAMENTO SOA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456341115"/>
                  </a:ext>
                </a:extLst>
              </a:tr>
            </a:tbl>
          </a:graphicData>
        </a:graphic>
      </p:graphicFrame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D06130AC-0E67-1841-8157-0B852E6979E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92731323"/>
              </p:ext>
            </p:extLst>
          </p:nvPr>
        </p:nvGraphicFramePr>
        <p:xfrm>
          <a:off x="6698597" y="980333"/>
          <a:ext cx="2247891" cy="86868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247891">
                  <a:extLst>
                    <a:ext uri="{9D8B030D-6E8A-4147-A177-3AD203B41FA5}">
                      <a16:colId xmlns:a16="http://schemas.microsoft.com/office/drawing/2014/main" val="258522693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1100" b="1" i="0" u="none" strike="noStrike" cap="none" spc="0" baseline="0" dirty="0">
                          <a:solidFill>
                            <a:schemeClr val="bg1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SISTEMA</a:t>
                      </a:r>
                    </a:p>
                  </a:txBody>
                  <a:tcPr marL="0" marR="0" marT="0" marB="0" anchor="b">
                    <a:solidFill>
                      <a:srgbClr val="00760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645626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1100" b="0" i="0" u="none" strike="noStrike" cap="none" spc="0" baseline="0" dirty="0">
                          <a:solidFill>
                            <a:schemeClr val="accent6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API ELEGIBILIDADE PARCERIAS EMPRESARIAL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3513003217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1100" b="0" i="0" u="none" strike="noStrike" cap="none" spc="0" baseline="0" dirty="0">
                          <a:solidFill>
                            <a:schemeClr val="accent6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HUB DE PAGAMENTOS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26867570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1100" b="0" i="0" u="none" strike="noStrike" cap="none" spc="0" baseline="0" dirty="0">
                          <a:solidFill>
                            <a:schemeClr val="accent6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MICROSERVIÇOS DIGITAIS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875446019"/>
                  </a:ext>
                </a:extLst>
              </a:tr>
            </a:tbl>
          </a:graphicData>
        </a:graphic>
      </p:graphicFrame>
      <p:graphicFrame>
        <p:nvGraphicFramePr>
          <p:cNvPr id="21" name="Table 20">
            <a:extLst>
              <a:ext uri="{FF2B5EF4-FFF2-40B4-BE49-F238E27FC236}">
                <a16:creationId xmlns:a16="http://schemas.microsoft.com/office/drawing/2014/main" id="{F6C5CA0A-21F1-F431-C07B-E0EF5830973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62848939"/>
              </p:ext>
            </p:extLst>
          </p:nvPr>
        </p:nvGraphicFramePr>
        <p:xfrm>
          <a:off x="9438992" y="980333"/>
          <a:ext cx="2247891" cy="53340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247891">
                  <a:extLst>
                    <a:ext uri="{9D8B030D-6E8A-4147-A177-3AD203B41FA5}">
                      <a16:colId xmlns:a16="http://schemas.microsoft.com/office/drawing/2014/main" val="258522693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1100" b="1" i="0" u="none" strike="noStrike" cap="none" spc="0" baseline="0" dirty="0">
                          <a:solidFill>
                            <a:schemeClr val="bg1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SISTEMA</a:t>
                      </a:r>
                    </a:p>
                  </a:txBody>
                  <a:tcPr marL="0" marR="0" marT="0" marB="0" anchor="b">
                    <a:solidFill>
                      <a:srgbClr val="00760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645626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1100" b="0" i="0" u="none" strike="noStrike" cap="none" spc="0" baseline="0" dirty="0">
                          <a:solidFill>
                            <a:schemeClr val="accent6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FME SERVER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3513003217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1100" b="0" i="0" u="none" strike="noStrike" cap="none" spc="0" baseline="0" dirty="0">
                          <a:solidFill>
                            <a:schemeClr val="accent6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CONECTOR PORTABILIDADE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268675701"/>
                  </a:ext>
                </a:extLst>
              </a:tr>
            </a:tbl>
          </a:graphicData>
        </a:graphic>
      </p:graphicFrame>
      <p:sp>
        <p:nvSpPr>
          <p:cNvPr id="4" name="Action Button: Go Back or Previous 3">
            <a:hlinkClick r:id="rId3" action="ppaction://hlinksldjump" highlightClick="1"/>
            <a:extLst>
              <a:ext uri="{FF2B5EF4-FFF2-40B4-BE49-F238E27FC236}">
                <a16:creationId xmlns:a16="http://schemas.microsoft.com/office/drawing/2014/main" id="{DCC7119F-D969-59A0-2691-0D72EBD3CAD7}"/>
              </a:ext>
            </a:extLst>
          </p:cNvPr>
          <p:cNvSpPr/>
          <p:nvPr/>
        </p:nvSpPr>
        <p:spPr>
          <a:xfrm>
            <a:off x="9819574" y="267483"/>
            <a:ext cx="274320" cy="180000"/>
          </a:xfrm>
          <a:prstGeom prst="actionButtonBackPrevious">
            <a:avLst/>
          </a:prstGeom>
          <a:noFill/>
          <a:ln w="25400" cap="flat">
            <a:solidFill>
              <a:schemeClr val="accent1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pt-BR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</p:spTree>
    <p:extLst>
      <p:ext uri="{BB962C8B-B14F-4D97-AF65-F5344CB8AC3E}">
        <p14:creationId xmlns:p14="http://schemas.microsoft.com/office/powerpoint/2010/main" val="61890262"/>
      </p:ext>
    </p:extLst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0758093-705D-EF09-16F1-EB4C8AE2722C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pt-BR" smtClean="0"/>
              <a:t>13</a:t>
            </a:fld>
            <a:endParaRPr lang="pt-BR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5EF4DDB-B0B8-30CE-A9E7-CF88FF31D2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>
                <a:solidFill>
                  <a:schemeClr val="accent6"/>
                </a:solidFill>
              </a:rPr>
              <a:t>CORPORATIVO &amp; DA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92E5701B-C339-CA2F-2D77-BF4C822B709D}"/>
              </a:ext>
            </a:extLst>
          </p:cNvPr>
          <p:cNvSpPr/>
          <p:nvPr/>
        </p:nvSpPr>
        <p:spPr>
          <a:xfrm rot="16200000">
            <a:off x="-685319" y="1866578"/>
            <a:ext cx="1910080" cy="209204"/>
          </a:xfrm>
          <a:prstGeom prst="rect">
            <a:avLst/>
          </a:prstGeom>
          <a:noFill/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noAutofit/>
          </a:bodyPr>
          <a:lstStyle/>
          <a:p>
            <a:pPr marL="0" marR="0" indent="0" algn="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pt-BR" sz="1200" b="1" i="0" u="none" strike="noStrike" cap="none" spc="0" normalizeH="0" baseline="0">
                <a:ln>
                  <a:noFill/>
                </a:ln>
                <a:solidFill>
                  <a:schemeClr val="accent3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MANTER OI S.A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6AEA8816-D152-561A-7EE8-A0557732E769}"/>
              </a:ext>
            </a:extLst>
          </p:cNvPr>
          <p:cNvSpPr/>
          <p:nvPr/>
        </p:nvSpPr>
        <p:spPr>
          <a:xfrm rot="16200000">
            <a:off x="2140091" y="1866578"/>
            <a:ext cx="1910080" cy="209204"/>
          </a:xfrm>
          <a:prstGeom prst="rect">
            <a:avLst/>
          </a:prstGeom>
          <a:noFill/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noAutofit/>
          </a:bodyPr>
          <a:lstStyle/>
          <a:p>
            <a:pPr marL="0" marR="0" indent="0" algn="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pt-BR" sz="1200" b="1" i="0" u="none" strike="noStrike" cap="none" spc="0" normalizeH="0" baseline="0" dirty="0">
                <a:ln>
                  <a:noFill/>
                </a:ln>
                <a:solidFill>
                  <a:schemeClr val="accent3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SEPARAR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1AF9A79D-DB4C-8405-4014-4EF63A2633CC}"/>
              </a:ext>
            </a:extLst>
          </p:cNvPr>
          <p:cNvSpPr/>
          <p:nvPr/>
        </p:nvSpPr>
        <p:spPr>
          <a:xfrm rot="16200000">
            <a:off x="8332603" y="1866578"/>
            <a:ext cx="1910080" cy="209204"/>
          </a:xfrm>
          <a:prstGeom prst="rect">
            <a:avLst/>
          </a:prstGeom>
          <a:noFill/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noAutofit/>
          </a:bodyPr>
          <a:lstStyle/>
          <a:p>
            <a:pPr marL="0" marR="0" indent="0" algn="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pt-BR" sz="1200" b="1" i="0" u="none" strike="noStrike" cap="none" spc="0" normalizeH="0" baseline="0">
                <a:ln>
                  <a:noFill/>
                </a:ln>
                <a:solidFill>
                  <a:schemeClr val="accent3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EM VALIDAÇÃO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836C904C-6574-D123-009F-36D85382B0A1}"/>
              </a:ext>
            </a:extLst>
          </p:cNvPr>
          <p:cNvSpPr/>
          <p:nvPr/>
        </p:nvSpPr>
        <p:spPr>
          <a:xfrm rot="16200000">
            <a:off x="5535490" y="1866578"/>
            <a:ext cx="1910080" cy="209204"/>
          </a:xfrm>
          <a:prstGeom prst="rect">
            <a:avLst/>
          </a:prstGeom>
          <a:noFill/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noAutofit/>
          </a:bodyPr>
          <a:lstStyle/>
          <a:p>
            <a:pPr marL="0" marR="0" indent="0" algn="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pt-BR" sz="1200" b="1" i="0" u="none" strike="noStrike" cap="none" spc="0" normalizeH="0" baseline="0" dirty="0">
                <a:ln>
                  <a:noFill/>
                </a:ln>
                <a:solidFill>
                  <a:schemeClr val="accent3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DROP CLIENTCO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83632AA5-1162-87DB-435D-B87181229A38}"/>
              </a:ext>
            </a:extLst>
          </p:cNvPr>
          <p:cNvGrpSpPr/>
          <p:nvPr>
            <p:custDataLst>
              <p:tags r:id="rId1"/>
            </p:custDataLst>
          </p:nvPr>
        </p:nvGrpSpPr>
        <p:grpSpPr>
          <a:xfrm>
            <a:off x="10245436" y="212413"/>
            <a:ext cx="893910" cy="235070"/>
            <a:chOff x="10312706" y="259774"/>
            <a:chExt cx="1117294" cy="235070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28338E12-94BC-2604-C814-8F9130DC6FC0}"/>
                </a:ext>
              </a:extLst>
            </p:cNvPr>
            <p:cNvSpPr txBox="1"/>
            <p:nvPr/>
          </p:nvSpPr>
          <p:spPr>
            <a:xfrm>
              <a:off x="10312706" y="269389"/>
              <a:ext cx="1117294" cy="184666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ctr" anchorCtr="1">
              <a:spAutoFit/>
            </a:bodyPr>
            <a:lstStyle/>
            <a:p>
              <a:pPr marL="0" marR="0" lvl="0" indent="0" algn="ct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200" b="1" i="1" u="sng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/>
                  <a:sym typeface="Simplon BP Regular"/>
                </a:rPr>
                <a:t>PRELIMINAR</a:t>
              </a:r>
            </a:p>
          </p:txBody>
        </p: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77D3F2BB-DC84-2696-2138-CF27E1054F9F}"/>
                </a:ext>
              </a:extLst>
            </p:cNvPr>
            <p:cNvCxnSpPr>
              <a:cxnSpLocks/>
            </p:cNvCxnSpPr>
            <p:nvPr/>
          </p:nvCxnSpPr>
          <p:spPr>
            <a:xfrm>
              <a:off x="10312706" y="259774"/>
              <a:ext cx="1117294" cy="0"/>
            </a:xfrm>
            <a:prstGeom prst="line">
              <a:avLst/>
            </a:prstGeom>
            <a:ln w="12700" cmpd="sng">
              <a:solidFill>
                <a:srgbClr val="000000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51F1B522-4264-772D-08EA-E7C69BAE60D3}"/>
                </a:ext>
              </a:extLst>
            </p:cNvPr>
            <p:cNvCxnSpPr>
              <a:cxnSpLocks/>
            </p:cNvCxnSpPr>
            <p:nvPr/>
          </p:nvCxnSpPr>
          <p:spPr>
            <a:xfrm>
              <a:off x="10312706" y="494844"/>
              <a:ext cx="1117294" cy="0"/>
            </a:xfrm>
            <a:prstGeom prst="line">
              <a:avLst/>
            </a:prstGeom>
            <a:ln w="12700" cmpd="sng">
              <a:solidFill>
                <a:srgbClr val="000000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7ADAB557-09CA-8795-A77D-C0AA3839E1AD}"/>
              </a:ext>
            </a:extLst>
          </p:cNvPr>
          <p:cNvGrpSpPr/>
          <p:nvPr/>
        </p:nvGrpSpPr>
        <p:grpSpPr>
          <a:xfrm>
            <a:off x="6716931" y="50028"/>
            <a:ext cx="2951102" cy="397455"/>
            <a:chOff x="8752857" y="3047982"/>
            <a:chExt cx="2951102" cy="397455"/>
          </a:xfrm>
        </p:grpSpPr>
        <p:grpSp>
          <p:nvGrpSpPr>
            <p:cNvPr id="49" name="Group 48">
              <a:extLst>
                <a:ext uri="{FF2B5EF4-FFF2-40B4-BE49-F238E27FC236}">
                  <a16:creationId xmlns:a16="http://schemas.microsoft.com/office/drawing/2014/main" id="{A890AF8B-4207-6D1A-858E-6BC162B83B3E}"/>
                </a:ext>
              </a:extLst>
            </p:cNvPr>
            <p:cNvGrpSpPr/>
            <p:nvPr/>
          </p:nvGrpSpPr>
          <p:grpSpPr>
            <a:xfrm>
              <a:off x="8752857" y="3047982"/>
              <a:ext cx="701368" cy="397455"/>
              <a:chOff x="8752857" y="3047982"/>
              <a:chExt cx="701368" cy="397455"/>
            </a:xfrm>
          </p:grpSpPr>
          <p:sp>
            <p:nvSpPr>
              <p:cNvPr id="30" name="Rettangolo 19">
                <a:extLst>
                  <a:ext uri="{FF2B5EF4-FFF2-40B4-BE49-F238E27FC236}">
                    <a16:creationId xmlns:a16="http://schemas.microsoft.com/office/drawing/2014/main" id="{3E45DE87-BCAD-3B86-BA7C-27E439384D71}"/>
                  </a:ext>
                </a:extLst>
              </p:cNvPr>
              <p:cNvSpPr/>
              <p:nvPr/>
            </p:nvSpPr>
            <p:spPr>
              <a:xfrm>
                <a:off x="8752857" y="3047982"/>
                <a:ext cx="701368" cy="215838"/>
              </a:xfrm>
              <a:prstGeom prst="rect">
                <a:avLst/>
              </a:prstGeom>
              <a:noFill/>
              <a:ln w="19050" cap="flat" cmpd="sng" algn="ctr">
                <a:noFill/>
                <a:prstDash val="solid"/>
                <a:miter lim="800000"/>
              </a:ln>
              <a:effectLst/>
            </p:spPr>
            <p:txBody>
              <a:bodyPr spcFirstLastPara="0" vert="horz" wrap="square" lIns="0" tIns="0" rIns="0" bIns="0" numCol="1" spcCol="1270" rtlCol="0" anchor="ctr" anchorCtr="0">
                <a:noAutofit/>
              </a:bodyPr>
              <a:lstStyle/>
              <a:p>
                <a:pPr marL="0" marR="0" lvl="0" indent="0" algn="ctr" defTabSz="4445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350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GB" sz="600" b="1">
                    <a:solidFill>
                      <a:schemeClr val="accent6"/>
                    </a:solidFill>
                    <a:latin typeface="Graphik" panose="020B0503030202060203" pitchFamily="34" charset="0"/>
                    <a:cs typeface="Helvetica"/>
                    <a:sym typeface="Simplon BP Regular"/>
                  </a:rPr>
                  <a:t>MANTER OI SA</a:t>
                </a:r>
                <a:endParaRPr kumimoji="0" lang="en-GB" sz="900" b="1" u="none" strike="noStrike" kern="1200" cap="none" spc="0" normalizeH="0" baseline="0" noProof="0">
                  <a:ln>
                    <a:noFill/>
                  </a:ln>
                  <a:solidFill>
                    <a:schemeClr val="accent6"/>
                  </a:solidFill>
                  <a:uLnTx/>
                  <a:uFillTx/>
                  <a:latin typeface="Graphik" panose="020B0503030202060203" pitchFamily="34" charset="0"/>
                  <a:cs typeface="Helvetica"/>
                  <a:sym typeface="Simplon BP Regular"/>
                </a:endParaRPr>
              </a:p>
            </p:txBody>
          </p:sp>
          <p:sp>
            <p:nvSpPr>
              <p:cNvPr id="36" name="Rettangolo 19">
                <a:extLst>
                  <a:ext uri="{FF2B5EF4-FFF2-40B4-BE49-F238E27FC236}">
                    <a16:creationId xmlns:a16="http://schemas.microsoft.com/office/drawing/2014/main" id="{AE8C9ADC-C76B-62F3-C77C-0F60F897B7B0}"/>
                  </a:ext>
                </a:extLst>
              </p:cNvPr>
              <p:cNvSpPr/>
              <p:nvPr/>
            </p:nvSpPr>
            <p:spPr>
              <a:xfrm>
                <a:off x="8752857" y="3251519"/>
                <a:ext cx="701368" cy="193918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19050" cap="flat" cmpd="sng" algn="ctr">
                <a:solidFill>
                  <a:srgbClr val="FFFFFF"/>
                </a:solidFill>
                <a:prstDash val="solid"/>
                <a:miter lim="800000"/>
              </a:ln>
              <a:effectLst/>
            </p:spPr>
            <p:txBody>
              <a:bodyPr spcFirstLastPara="0" vert="horz" wrap="square" lIns="45720" tIns="0" rIns="45720" bIns="0" numCol="1" spcCol="1270" rtlCol="0" anchor="ctr" anchorCtr="0">
                <a:noAutofit/>
              </a:bodyPr>
              <a:lstStyle/>
              <a:p>
                <a:pPr marL="0" marR="0" lvl="0" indent="0" algn="ctr" defTabSz="4445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350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800" b="1" u="none" strike="noStrike" kern="1200" cap="none" spc="0" normalizeH="0" baseline="0" noProof="0" dirty="0">
                    <a:ln>
                      <a:noFill/>
                    </a:ln>
                    <a:solidFill>
                      <a:schemeClr val="accent6"/>
                    </a:solidFill>
                    <a:uLnTx/>
                    <a:uFillTx/>
                    <a:latin typeface="Graphik" panose="020B0503030202060203" pitchFamily="34" charset="0"/>
                    <a:cs typeface="Helvetica"/>
                    <a:sym typeface="Simplon BP Regular"/>
                  </a:rPr>
                  <a:t>16</a:t>
                </a:r>
                <a:endParaRPr kumimoji="0" lang="en-GB" sz="1050" b="1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uLnTx/>
                  <a:uFillTx/>
                  <a:latin typeface="Graphik" panose="020B0503030202060203" pitchFamily="34" charset="0"/>
                  <a:cs typeface="Helvetica"/>
                  <a:sym typeface="Simplon BP Regular"/>
                </a:endParaRPr>
              </a:p>
            </p:txBody>
          </p:sp>
        </p:grpSp>
        <p:grpSp>
          <p:nvGrpSpPr>
            <p:cNvPr id="50" name="Group 49">
              <a:extLst>
                <a:ext uri="{FF2B5EF4-FFF2-40B4-BE49-F238E27FC236}">
                  <a16:creationId xmlns:a16="http://schemas.microsoft.com/office/drawing/2014/main" id="{24CF96DC-8DE0-AB46-FD97-058803152A1F}"/>
                </a:ext>
              </a:extLst>
            </p:cNvPr>
            <p:cNvGrpSpPr/>
            <p:nvPr/>
          </p:nvGrpSpPr>
          <p:grpSpPr>
            <a:xfrm>
              <a:off x="9502768" y="3047982"/>
              <a:ext cx="701368" cy="397455"/>
              <a:chOff x="9593093" y="3047982"/>
              <a:chExt cx="701368" cy="397455"/>
            </a:xfrm>
          </p:grpSpPr>
          <p:sp>
            <p:nvSpPr>
              <p:cNvPr id="31" name="Rettangolo 19">
                <a:extLst>
                  <a:ext uri="{FF2B5EF4-FFF2-40B4-BE49-F238E27FC236}">
                    <a16:creationId xmlns:a16="http://schemas.microsoft.com/office/drawing/2014/main" id="{1A1EF6F4-AB8D-2B79-A113-4F433FFE61B3}"/>
                  </a:ext>
                </a:extLst>
              </p:cNvPr>
              <p:cNvSpPr/>
              <p:nvPr/>
            </p:nvSpPr>
            <p:spPr>
              <a:xfrm>
                <a:off x="9593093" y="3047982"/>
                <a:ext cx="701368" cy="215838"/>
              </a:xfrm>
              <a:prstGeom prst="rect">
                <a:avLst/>
              </a:prstGeom>
              <a:noFill/>
              <a:ln w="19050" cap="flat" cmpd="sng" algn="ctr">
                <a:noFill/>
                <a:prstDash val="solid"/>
                <a:miter lim="800000"/>
              </a:ln>
              <a:effectLst/>
            </p:spPr>
            <p:txBody>
              <a:bodyPr spcFirstLastPara="0" vert="horz" wrap="square" lIns="0" tIns="0" rIns="0" bIns="0" numCol="1" spcCol="1270" rtlCol="0" anchor="ctr" anchorCtr="0">
                <a:noAutofit/>
              </a:bodyPr>
              <a:lstStyle/>
              <a:p>
                <a:pPr marL="0" marR="0" lvl="0" indent="0" algn="ctr" defTabSz="4445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350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600" b="1" u="none" strike="noStrike" kern="1200" cap="none" spc="0" normalizeH="0" baseline="0" noProof="0">
                    <a:ln>
                      <a:noFill/>
                    </a:ln>
                    <a:solidFill>
                      <a:schemeClr val="accent6"/>
                    </a:solidFill>
                    <a:uLnTx/>
                    <a:uFillTx/>
                    <a:latin typeface="Graphik" panose="020B0503030202060203" pitchFamily="34" charset="0"/>
                    <a:cs typeface="Helvetica"/>
                    <a:sym typeface="Simplon BP Regular"/>
                  </a:rPr>
                  <a:t>SEPARAR</a:t>
                </a:r>
                <a:endParaRPr kumimoji="0" lang="en-GB" sz="900" b="1" u="none" strike="noStrike" kern="1200" cap="none" spc="0" normalizeH="0" baseline="0" noProof="0">
                  <a:ln>
                    <a:noFill/>
                  </a:ln>
                  <a:solidFill>
                    <a:schemeClr val="accent6"/>
                  </a:solidFill>
                  <a:uLnTx/>
                  <a:uFillTx/>
                  <a:latin typeface="Graphik" panose="020B0503030202060203" pitchFamily="34" charset="0"/>
                  <a:cs typeface="Helvetica"/>
                  <a:sym typeface="Simplon BP Regular"/>
                </a:endParaRPr>
              </a:p>
            </p:txBody>
          </p:sp>
          <p:sp>
            <p:nvSpPr>
              <p:cNvPr id="37" name="Rettangolo 19">
                <a:extLst>
                  <a:ext uri="{FF2B5EF4-FFF2-40B4-BE49-F238E27FC236}">
                    <a16:creationId xmlns:a16="http://schemas.microsoft.com/office/drawing/2014/main" id="{87EE7815-6EC2-FD68-3EC8-D60C80D53CC5}"/>
                  </a:ext>
                </a:extLst>
              </p:cNvPr>
              <p:cNvSpPr/>
              <p:nvPr/>
            </p:nvSpPr>
            <p:spPr>
              <a:xfrm>
                <a:off x="9593093" y="3251519"/>
                <a:ext cx="701368" cy="193918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19050" cap="flat" cmpd="sng" algn="ctr">
                <a:solidFill>
                  <a:srgbClr val="FFFFFF"/>
                </a:solidFill>
                <a:prstDash val="solid"/>
                <a:miter lim="800000"/>
              </a:ln>
              <a:effectLst/>
            </p:spPr>
            <p:txBody>
              <a:bodyPr spcFirstLastPara="0" vert="horz" wrap="square" lIns="45720" tIns="0" rIns="45720" bIns="0" numCol="1" spcCol="1270" rtlCol="0" anchor="ctr" anchorCtr="0">
                <a:noAutofit/>
              </a:bodyPr>
              <a:lstStyle/>
              <a:p>
                <a:pPr marL="0" marR="0" lvl="0" indent="0" algn="ctr" defTabSz="4445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350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800" b="1" u="none" strike="noStrike" kern="1200" cap="none" spc="0" normalizeH="0" baseline="0" noProof="0" dirty="0">
                    <a:ln>
                      <a:noFill/>
                    </a:ln>
                    <a:solidFill>
                      <a:schemeClr val="accent6"/>
                    </a:solidFill>
                    <a:uLnTx/>
                    <a:uFillTx/>
                    <a:latin typeface="Graphik" panose="020B0503030202060203" pitchFamily="34" charset="0"/>
                    <a:cs typeface="Helvetica"/>
                    <a:sym typeface="Simplon BP Regular"/>
                  </a:rPr>
                  <a:t>75</a:t>
                </a:r>
                <a:endParaRPr kumimoji="0" lang="en-GB" sz="1050" b="1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uLnTx/>
                  <a:uFillTx/>
                  <a:latin typeface="Graphik" panose="020B0503030202060203" pitchFamily="34" charset="0"/>
                  <a:cs typeface="Helvetica"/>
                  <a:sym typeface="Simplon BP Regular"/>
                </a:endParaRPr>
              </a:p>
            </p:txBody>
          </p:sp>
        </p:grpSp>
        <p:grpSp>
          <p:nvGrpSpPr>
            <p:cNvPr id="51" name="Group 50">
              <a:extLst>
                <a:ext uri="{FF2B5EF4-FFF2-40B4-BE49-F238E27FC236}">
                  <a16:creationId xmlns:a16="http://schemas.microsoft.com/office/drawing/2014/main" id="{2FCED14D-04B0-ED99-AB10-1B789365FBE4}"/>
                </a:ext>
              </a:extLst>
            </p:cNvPr>
            <p:cNvGrpSpPr/>
            <p:nvPr/>
          </p:nvGrpSpPr>
          <p:grpSpPr>
            <a:xfrm>
              <a:off x="10252679" y="3047982"/>
              <a:ext cx="701368" cy="397455"/>
              <a:chOff x="10433381" y="3047982"/>
              <a:chExt cx="701368" cy="397455"/>
            </a:xfrm>
          </p:grpSpPr>
          <p:sp>
            <p:nvSpPr>
              <p:cNvPr id="32" name="Rettangolo 19">
                <a:extLst>
                  <a:ext uri="{FF2B5EF4-FFF2-40B4-BE49-F238E27FC236}">
                    <a16:creationId xmlns:a16="http://schemas.microsoft.com/office/drawing/2014/main" id="{95A70F53-4638-4A31-BCD9-36F1925E8686}"/>
                  </a:ext>
                </a:extLst>
              </p:cNvPr>
              <p:cNvSpPr/>
              <p:nvPr/>
            </p:nvSpPr>
            <p:spPr>
              <a:xfrm>
                <a:off x="10433381" y="3047982"/>
                <a:ext cx="701368" cy="215838"/>
              </a:xfrm>
              <a:prstGeom prst="rect">
                <a:avLst/>
              </a:prstGeom>
              <a:noFill/>
              <a:ln w="19050" cap="flat" cmpd="sng" algn="ctr">
                <a:noFill/>
                <a:prstDash val="solid"/>
                <a:miter lim="800000"/>
              </a:ln>
              <a:effectLst/>
            </p:spPr>
            <p:txBody>
              <a:bodyPr spcFirstLastPara="0" vert="horz" wrap="square" lIns="0" tIns="0" rIns="0" bIns="0" numCol="1" spcCol="1270" rtlCol="0" anchor="ctr" anchorCtr="0">
                <a:noAutofit/>
              </a:bodyPr>
              <a:lstStyle/>
              <a:p>
                <a:pPr marL="0" marR="0" lvl="0" indent="0" algn="ctr" defTabSz="4445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350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600" b="1" u="none" strike="noStrike" kern="1200" cap="none" spc="0" normalizeH="0" baseline="0" noProof="0">
                    <a:ln>
                      <a:noFill/>
                    </a:ln>
                    <a:solidFill>
                      <a:schemeClr val="accent6"/>
                    </a:solidFill>
                    <a:uLnTx/>
                    <a:uFillTx/>
                    <a:latin typeface="Graphik" panose="020B0503030202060203" pitchFamily="34" charset="0"/>
                    <a:cs typeface="Helvetica"/>
                    <a:sym typeface="Simplon BP Regular"/>
                  </a:rPr>
                  <a:t>DROP CLIENTCO</a:t>
                </a:r>
                <a:endParaRPr kumimoji="0" lang="en-GB" sz="900" b="1" u="none" strike="noStrike" kern="1200" cap="none" spc="0" normalizeH="0" baseline="0" noProof="0">
                  <a:ln>
                    <a:noFill/>
                  </a:ln>
                  <a:solidFill>
                    <a:schemeClr val="accent6"/>
                  </a:solidFill>
                  <a:uLnTx/>
                  <a:uFillTx/>
                  <a:latin typeface="Graphik" panose="020B0503030202060203" pitchFamily="34" charset="0"/>
                  <a:cs typeface="Helvetica"/>
                  <a:sym typeface="Simplon BP Regular"/>
                </a:endParaRPr>
              </a:p>
            </p:txBody>
          </p:sp>
          <p:sp>
            <p:nvSpPr>
              <p:cNvPr id="38" name="Rettangolo 19">
                <a:extLst>
                  <a:ext uri="{FF2B5EF4-FFF2-40B4-BE49-F238E27FC236}">
                    <a16:creationId xmlns:a16="http://schemas.microsoft.com/office/drawing/2014/main" id="{29736CFC-45A4-A2F4-1C33-2EE74F2FC87B}"/>
                  </a:ext>
                </a:extLst>
              </p:cNvPr>
              <p:cNvSpPr/>
              <p:nvPr/>
            </p:nvSpPr>
            <p:spPr>
              <a:xfrm>
                <a:off x="10433381" y="3251519"/>
                <a:ext cx="701368" cy="193918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19050" cap="flat" cmpd="sng" algn="ctr">
                <a:solidFill>
                  <a:srgbClr val="FFFFFF"/>
                </a:solidFill>
                <a:prstDash val="solid"/>
                <a:miter lim="800000"/>
              </a:ln>
              <a:effectLst/>
            </p:spPr>
            <p:txBody>
              <a:bodyPr spcFirstLastPara="0" vert="horz" wrap="square" lIns="45720" tIns="0" rIns="45720" bIns="0" numCol="1" spcCol="1270" rtlCol="0" anchor="ctr" anchorCtr="0">
                <a:noAutofit/>
              </a:bodyPr>
              <a:lstStyle/>
              <a:p>
                <a:pPr marL="0" marR="0" lvl="0" indent="0" algn="ctr" defTabSz="4445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350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GB" sz="800" b="1" dirty="0">
                    <a:solidFill>
                      <a:schemeClr val="accent6"/>
                    </a:solidFill>
                    <a:latin typeface="Graphik" panose="020B0503030202060203" pitchFamily="34" charset="0"/>
                    <a:cs typeface="Helvetica"/>
                    <a:sym typeface="Simplon BP Regular"/>
                  </a:rPr>
                  <a:t>2</a:t>
                </a:r>
                <a:endParaRPr kumimoji="0" lang="en-GB" sz="1050" b="1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uLnTx/>
                  <a:uFillTx/>
                  <a:latin typeface="Graphik" panose="020B0503030202060203" pitchFamily="34" charset="0"/>
                  <a:cs typeface="Helvetica"/>
                  <a:sym typeface="Simplon BP Regular"/>
                </a:endParaRPr>
              </a:p>
            </p:txBody>
          </p:sp>
        </p:grpSp>
        <p:grpSp>
          <p:nvGrpSpPr>
            <p:cNvPr id="52" name="Group 51">
              <a:extLst>
                <a:ext uri="{FF2B5EF4-FFF2-40B4-BE49-F238E27FC236}">
                  <a16:creationId xmlns:a16="http://schemas.microsoft.com/office/drawing/2014/main" id="{307A9E6A-11FA-029B-8D9E-69703DEFE0EF}"/>
                </a:ext>
              </a:extLst>
            </p:cNvPr>
            <p:cNvGrpSpPr/>
            <p:nvPr/>
          </p:nvGrpSpPr>
          <p:grpSpPr>
            <a:xfrm>
              <a:off x="11002591" y="3047982"/>
              <a:ext cx="701368" cy="397455"/>
              <a:chOff x="11236271" y="3047982"/>
              <a:chExt cx="701368" cy="397455"/>
            </a:xfrm>
          </p:grpSpPr>
          <p:sp>
            <p:nvSpPr>
              <p:cNvPr id="33" name="Rettangolo 19">
                <a:extLst>
                  <a:ext uri="{FF2B5EF4-FFF2-40B4-BE49-F238E27FC236}">
                    <a16:creationId xmlns:a16="http://schemas.microsoft.com/office/drawing/2014/main" id="{7405BC40-3BB6-9A47-5EEC-617A29AED335}"/>
                  </a:ext>
                </a:extLst>
              </p:cNvPr>
              <p:cNvSpPr/>
              <p:nvPr/>
            </p:nvSpPr>
            <p:spPr>
              <a:xfrm>
                <a:off x="11236271" y="3047982"/>
                <a:ext cx="701368" cy="215838"/>
              </a:xfrm>
              <a:prstGeom prst="rect">
                <a:avLst/>
              </a:prstGeom>
              <a:noFill/>
              <a:ln w="19050" cap="flat" cmpd="sng" algn="ctr">
                <a:noFill/>
                <a:prstDash val="solid"/>
                <a:miter lim="800000"/>
              </a:ln>
              <a:effectLst/>
            </p:spPr>
            <p:txBody>
              <a:bodyPr spcFirstLastPara="0" vert="horz" wrap="square" lIns="0" tIns="0" rIns="0" bIns="0" numCol="1" spcCol="1270" rtlCol="0" anchor="ctr" anchorCtr="0">
                <a:noAutofit/>
              </a:bodyPr>
              <a:lstStyle/>
              <a:p>
                <a:pPr marL="0" marR="0" lvl="0" indent="0" algn="ctr" defTabSz="4445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350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GB" sz="600" b="1">
                    <a:solidFill>
                      <a:schemeClr val="accent6"/>
                    </a:solidFill>
                    <a:latin typeface="Graphik" panose="020B0503030202060203" pitchFamily="34" charset="0"/>
                    <a:cs typeface="Helvetica"/>
                    <a:sym typeface="Simplon BP Regular"/>
                  </a:rPr>
                  <a:t>EM VALIDAÇÃO</a:t>
                </a:r>
                <a:endParaRPr kumimoji="0" lang="en-GB" sz="900" b="1" u="none" strike="noStrike" kern="1200" cap="none" spc="0" normalizeH="0" baseline="0" noProof="0">
                  <a:ln>
                    <a:noFill/>
                  </a:ln>
                  <a:solidFill>
                    <a:schemeClr val="accent6"/>
                  </a:solidFill>
                  <a:uLnTx/>
                  <a:uFillTx/>
                  <a:latin typeface="Graphik" panose="020B0503030202060203" pitchFamily="34" charset="0"/>
                  <a:cs typeface="Helvetica"/>
                  <a:sym typeface="Simplon BP Regular"/>
                </a:endParaRPr>
              </a:p>
            </p:txBody>
          </p:sp>
          <p:sp>
            <p:nvSpPr>
              <p:cNvPr id="39" name="Rettangolo 19">
                <a:extLst>
                  <a:ext uri="{FF2B5EF4-FFF2-40B4-BE49-F238E27FC236}">
                    <a16:creationId xmlns:a16="http://schemas.microsoft.com/office/drawing/2014/main" id="{E6B42017-CD74-84C1-743C-FA7105B905F7}"/>
                  </a:ext>
                </a:extLst>
              </p:cNvPr>
              <p:cNvSpPr/>
              <p:nvPr/>
            </p:nvSpPr>
            <p:spPr>
              <a:xfrm>
                <a:off x="11236271" y="3251519"/>
                <a:ext cx="701368" cy="193918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19050" cap="flat" cmpd="sng" algn="ctr">
                <a:solidFill>
                  <a:srgbClr val="FFFFFF"/>
                </a:solidFill>
                <a:prstDash val="solid"/>
                <a:miter lim="800000"/>
              </a:ln>
              <a:effectLst/>
            </p:spPr>
            <p:txBody>
              <a:bodyPr spcFirstLastPara="0" vert="horz" wrap="square" lIns="45720" tIns="0" rIns="45720" bIns="0" numCol="1" spcCol="1270" rtlCol="0" anchor="ctr" anchorCtr="0">
                <a:noAutofit/>
              </a:bodyPr>
              <a:lstStyle/>
              <a:p>
                <a:pPr marL="0" marR="0" lvl="0" indent="0" algn="ctr" defTabSz="4445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350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GB" sz="800" b="1" kern="1200" dirty="0">
                    <a:solidFill>
                      <a:schemeClr val="accent6"/>
                    </a:solidFill>
                    <a:latin typeface="Graphik" panose="020B0503030202060203" pitchFamily="34" charset="0"/>
                    <a:cs typeface="Helvetica"/>
                  </a:rPr>
                  <a:t>18</a:t>
                </a:r>
                <a:endParaRPr kumimoji="0" lang="en-GB" sz="1050" b="1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uLnTx/>
                  <a:uFillTx/>
                  <a:latin typeface="Graphik" panose="020B0503030202060203" pitchFamily="34" charset="0"/>
                  <a:cs typeface="Helvetica"/>
                  <a:sym typeface="Simplon BP Regular"/>
                </a:endParaRPr>
              </a:p>
            </p:txBody>
          </p:sp>
        </p:grpSp>
      </p:grpSp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E255CB76-18E1-F9CB-7BFB-E57BE90F28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0702893"/>
              </p:ext>
            </p:extLst>
          </p:nvPr>
        </p:nvGraphicFramePr>
        <p:xfrm>
          <a:off x="492832" y="1016140"/>
          <a:ext cx="2103120" cy="310896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302487354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SISTEMA</a:t>
                      </a:r>
                      <a:endParaRPr lang="pt-BR" sz="11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solidFill>
                      <a:srgbClr val="00760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1184988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1100" b="0" i="0" u="none" strike="noStrike" cap="none" spc="0" baseline="0" dirty="0">
                          <a:solidFill>
                            <a:schemeClr val="accent6"/>
                          </a:solidFill>
                          <a:effectLst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  <a:sym typeface="Simplon BP Regular"/>
                        </a:rPr>
                        <a:t>GAD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091058175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1100" b="0" i="0" u="none" strike="noStrike" cap="none" spc="0" baseline="0" dirty="0">
                          <a:solidFill>
                            <a:schemeClr val="accent6"/>
                          </a:solidFill>
                          <a:effectLst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  <a:sym typeface="Simplon BP Regular"/>
                        </a:rPr>
                        <a:t>CIREX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397048407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1100" b="0" i="0" u="none" strike="noStrike" cap="none" spc="0" baseline="0">
                          <a:solidFill>
                            <a:schemeClr val="accent6"/>
                          </a:solidFill>
                          <a:effectLst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  <a:sym typeface="Simplon BP Regular"/>
                        </a:rPr>
                        <a:t>FCCS - FINANCIAL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07845980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1100" b="0" i="0" u="none" strike="noStrike" cap="none" spc="0" baseline="0" dirty="0">
                          <a:solidFill>
                            <a:schemeClr val="accent6"/>
                          </a:solidFill>
                          <a:effectLst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  <a:sym typeface="Simplon BP Regular"/>
                        </a:rPr>
                        <a:t>BO-DW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418420561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1100" b="0" i="0" u="none" strike="noStrike" cap="none" spc="0" baseline="0">
                          <a:solidFill>
                            <a:schemeClr val="accent6"/>
                          </a:solidFill>
                          <a:effectLst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  <a:sym typeface="Simplon BP Regular"/>
                        </a:rPr>
                        <a:t>GED360-BRE_PAUTA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33415472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1100" b="0" i="0" u="none" strike="noStrike" cap="none" spc="0" baseline="0" dirty="0">
                          <a:solidFill>
                            <a:schemeClr val="accent6"/>
                          </a:solidFill>
                          <a:effectLst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  <a:sym typeface="Simplon BP Regular"/>
                        </a:rPr>
                        <a:t>GED360-SISGED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4251257796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1100" b="0" i="0" u="none" strike="noStrike" cap="none" spc="0" baseline="0">
                          <a:solidFill>
                            <a:schemeClr val="accent6"/>
                          </a:solidFill>
                          <a:effectLst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  <a:sym typeface="Simplon BP Regular"/>
                        </a:rPr>
                        <a:t>DMEXPRESS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82039154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1100" b="0" i="0" u="none" strike="noStrike" cap="none" spc="0" baseline="0" dirty="0">
                          <a:solidFill>
                            <a:schemeClr val="accent6"/>
                          </a:solidFill>
                          <a:effectLst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  <a:sym typeface="Simplon BP Regular"/>
                        </a:rPr>
                        <a:t>(OI R2) BI - DW - FATURAMENTO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896924905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1100" b="0" i="0" u="none" strike="noStrike" cap="none" spc="0" baseline="0" dirty="0">
                          <a:solidFill>
                            <a:schemeClr val="accent6"/>
                          </a:solidFill>
                          <a:effectLst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  <a:sym typeface="Simplon BP Regular"/>
                        </a:rPr>
                        <a:t>(OI R2) BI - DW - CORPORATIVO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983859654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1100" b="0" i="0" u="none" strike="noStrike" cap="none" spc="0" baseline="0" dirty="0">
                          <a:solidFill>
                            <a:schemeClr val="accent6"/>
                          </a:solidFill>
                          <a:effectLst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  <a:sym typeface="Simplon BP Regular"/>
                        </a:rPr>
                        <a:t>CORPMAIL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4152128114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1100" b="0" i="0" u="none" strike="noStrike" cap="none" spc="0" baseline="0" dirty="0">
                          <a:solidFill>
                            <a:schemeClr val="accent6"/>
                          </a:solidFill>
                          <a:effectLst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  <a:sym typeface="Simplon BP Regular"/>
                        </a:rPr>
                        <a:t>SALADEIMPRENSA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93652103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1100" b="0" i="0" u="none" strike="noStrike" cap="none" spc="0" baseline="0" dirty="0">
                          <a:solidFill>
                            <a:schemeClr val="accent6"/>
                          </a:solidFill>
                          <a:effectLst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  <a:sym typeface="Simplon BP Regular"/>
                        </a:rPr>
                        <a:t>SDBR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3610287857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1100" b="0" i="0" u="none" strike="noStrike" cap="none" spc="0" baseline="0" dirty="0">
                          <a:solidFill>
                            <a:schemeClr val="accent6"/>
                          </a:solidFill>
                          <a:effectLst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  <a:sym typeface="Simplon BP Regular"/>
                        </a:rPr>
                        <a:t>BO-CORP-LEGADO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873331027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1100" b="0" i="0" u="none" strike="noStrike" cap="none" spc="0" baseline="0" dirty="0">
                          <a:solidFill>
                            <a:schemeClr val="accent6"/>
                          </a:solidFill>
                          <a:effectLst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  <a:sym typeface="Simplon BP Regular"/>
                        </a:rPr>
                        <a:t>BDATA-TRIB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731178604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1100" b="0" i="0" u="none" strike="noStrike" cap="none" spc="0" baseline="0" dirty="0">
                          <a:solidFill>
                            <a:schemeClr val="accent6"/>
                          </a:solidFill>
                          <a:effectLst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  <a:sym typeface="Simplon BP Regular"/>
                        </a:rPr>
                        <a:t>DW PRE PAGO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09330637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1100" b="0" i="0" u="none" strike="noStrike" cap="none" spc="0" baseline="0" dirty="0">
                          <a:solidFill>
                            <a:schemeClr val="accent6"/>
                          </a:solidFill>
                          <a:effectLst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  <a:sym typeface="Simplon BP Regular"/>
                        </a:rPr>
                        <a:t>(OI R2) SID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3920507373"/>
                  </a:ext>
                </a:extLst>
              </a:tr>
            </a:tbl>
          </a:graphicData>
        </a:graphic>
      </p:graphicFrame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07CD2955-F33E-A0AD-529C-459FAB12009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28434341"/>
              </p:ext>
            </p:extLst>
          </p:nvPr>
        </p:nvGraphicFramePr>
        <p:xfrm>
          <a:off x="3254544" y="980333"/>
          <a:ext cx="1371600" cy="524256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58522693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1100" b="1" i="0" u="none" strike="noStrike" cap="none" spc="0" baseline="0" dirty="0">
                          <a:solidFill>
                            <a:schemeClr val="bg1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SISTEMA</a:t>
                      </a:r>
                    </a:p>
                  </a:txBody>
                  <a:tcPr marL="0" marR="0" marT="0" marB="0" anchor="b">
                    <a:solidFill>
                      <a:srgbClr val="00760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6456262"/>
                  </a:ext>
                </a:extLst>
              </a:tr>
              <a:tr h="9144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900" b="0" i="0" u="none" strike="noStrike" cap="none" spc="0" baseline="0" dirty="0">
                          <a:solidFill>
                            <a:schemeClr val="accent6"/>
                          </a:solidFill>
                          <a:effectLst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  <a:sym typeface="Simplon BP Regular"/>
                        </a:rPr>
                        <a:t>Hub de Contatos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3513003217"/>
                  </a:ext>
                </a:extLst>
              </a:tr>
              <a:tr h="9144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900" b="0" i="0" u="none" strike="noStrike" cap="none" spc="0" baseline="0" dirty="0">
                          <a:solidFill>
                            <a:schemeClr val="accent6"/>
                          </a:solidFill>
                          <a:effectLst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  <a:sym typeface="Simplon BP Regular"/>
                        </a:rPr>
                        <a:t>BDOP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268675701"/>
                  </a:ext>
                </a:extLst>
              </a:tr>
              <a:tr h="9144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900" b="0" i="0" u="none" strike="noStrike" cap="none" spc="0" baseline="0" dirty="0">
                          <a:solidFill>
                            <a:schemeClr val="accent6"/>
                          </a:solidFill>
                          <a:effectLst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  <a:sym typeface="Simplon BP Regular"/>
                        </a:rPr>
                        <a:t>BOV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875446019"/>
                  </a:ext>
                </a:extLst>
              </a:tr>
              <a:tr h="9144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900" b="0" i="0" u="none" strike="noStrike" cap="none" spc="0" baseline="0" dirty="0">
                          <a:solidFill>
                            <a:schemeClr val="accent6"/>
                          </a:solidFill>
                          <a:effectLst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  <a:sym typeface="Simplon BP Regular"/>
                        </a:rPr>
                        <a:t>BIADHOC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658979534"/>
                  </a:ext>
                </a:extLst>
              </a:tr>
              <a:tr h="9144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900" b="0" i="0" u="none" strike="noStrike" cap="none" spc="0" baseline="0" dirty="0">
                          <a:solidFill>
                            <a:schemeClr val="accent6"/>
                          </a:solidFill>
                          <a:effectLst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  <a:sym typeface="Simplon BP Regular"/>
                        </a:rPr>
                        <a:t>BIWEB (BIO)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611661346"/>
                  </a:ext>
                </a:extLst>
              </a:tr>
              <a:tr h="9144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900" b="0" i="0" u="none" strike="noStrike" cap="none" spc="0" baseline="0" dirty="0">
                          <a:solidFill>
                            <a:schemeClr val="accent6"/>
                          </a:solidFill>
                          <a:effectLst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  <a:sym typeface="Simplon BP Regular"/>
                        </a:rPr>
                        <a:t>INFORMÁTICA - DW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4127307312"/>
                  </a:ext>
                </a:extLst>
              </a:tr>
              <a:tr h="9144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900" b="0" i="0" u="none" strike="noStrike" cap="none" spc="0" baseline="0" dirty="0">
                          <a:solidFill>
                            <a:schemeClr val="accent6"/>
                          </a:solidFill>
                          <a:effectLst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  <a:sym typeface="Simplon BP Regular"/>
                        </a:rPr>
                        <a:t>GRC DIGITAL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917310060"/>
                  </a:ext>
                </a:extLst>
              </a:tr>
              <a:tr h="9144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900" b="0" i="0" u="none" strike="noStrike" cap="none" spc="0" baseline="0" dirty="0">
                          <a:solidFill>
                            <a:schemeClr val="accent6"/>
                          </a:solidFill>
                          <a:effectLst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  <a:sym typeface="Simplon BP Regular"/>
                        </a:rPr>
                        <a:t>DW FINANCEIRO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092189394"/>
                  </a:ext>
                </a:extLst>
              </a:tr>
              <a:tr h="9144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900" b="0" i="0" u="none" strike="noStrike" cap="none" spc="0" baseline="0" dirty="0">
                          <a:solidFill>
                            <a:schemeClr val="accent6"/>
                          </a:solidFill>
                          <a:effectLst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  <a:sym typeface="Simplon BP Regular"/>
                        </a:rPr>
                        <a:t>GERA BOLETO RH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229151547"/>
                  </a:ext>
                </a:extLst>
              </a:tr>
              <a:tr h="9144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900" b="0" i="0" u="none" strike="noStrike" cap="none" spc="0" baseline="0" dirty="0">
                          <a:solidFill>
                            <a:schemeClr val="accent6"/>
                          </a:solidFill>
                          <a:effectLst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  <a:sym typeface="Simplon BP Regular"/>
                        </a:rPr>
                        <a:t>EPROCUREMENT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9155977"/>
                  </a:ext>
                </a:extLst>
              </a:tr>
              <a:tr h="9144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900" b="0" i="0" u="none" strike="noStrike" cap="none" spc="0" baseline="0" dirty="0">
                          <a:solidFill>
                            <a:schemeClr val="accent6"/>
                          </a:solidFill>
                          <a:effectLst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  <a:sym typeface="Simplon BP Regular"/>
                        </a:rPr>
                        <a:t>PREPOSTO_DIGITAL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417680839"/>
                  </a:ext>
                </a:extLst>
              </a:tr>
              <a:tr h="9144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900" b="0" i="0" u="none" strike="noStrike" cap="none" spc="0" baseline="0" dirty="0">
                          <a:solidFill>
                            <a:schemeClr val="accent6"/>
                          </a:solidFill>
                          <a:effectLst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  <a:sym typeface="Simplon BP Regular"/>
                        </a:rPr>
                        <a:t>AFIN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4104532054"/>
                  </a:ext>
                </a:extLst>
              </a:tr>
              <a:tr h="9144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900" b="0" i="0" u="none" strike="noStrike" cap="none" spc="0" baseline="0" dirty="0">
                          <a:solidFill>
                            <a:schemeClr val="accent6"/>
                          </a:solidFill>
                          <a:effectLst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  <a:sym typeface="Simplon BP Regular"/>
                        </a:rPr>
                        <a:t>SAP-PO/PI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3269995901"/>
                  </a:ext>
                </a:extLst>
              </a:tr>
              <a:tr h="9144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900" b="0" i="0" u="none" strike="noStrike" cap="none" spc="0" baseline="0" dirty="0">
                          <a:solidFill>
                            <a:schemeClr val="accent6"/>
                          </a:solidFill>
                          <a:effectLst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  <a:sym typeface="Simplon BP Regular"/>
                        </a:rPr>
                        <a:t>OICOLABORADOR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997561529"/>
                  </a:ext>
                </a:extLst>
              </a:tr>
              <a:tr h="9144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900" b="0" i="0" u="none" strike="noStrike" cap="none" spc="0" baseline="0" dirty="0">
                          <a:solidFill>
                            <a:schemeClr val="accent6"/>
                          </a:solidFill>
                          <a:effectLst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  <a:sym typeface="Simplon BP Regular"/>
                        </a:rPr>
                        <a:t>SPEDREINF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3742010815"/>
                  </a:ext>
                </a:extLst>
              </a:tr>
              <a:tr h="9144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900" b="0" i="0" u="none" strike="noStrike" cap="none" spc="0" baseline="0" dirty="0">
                          <a:solidFill>
                            <a:schemeClr val="accent6"/>
                          </a:solidFill>
                          <a:effectLst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  <a:sym typeface="Simplon BP Regular"/>
                        </a:rPr>
                        <a:t>SZARC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40169261"/>
                  </a:ext>
                </a:extLst>
              </a:tr>
              <a:tr h="9144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900" b="0" i="0" u="none" strike="noStrike" cap="none" spc="0" baseline="0" dirty="0">
                          <a:solidFill>
                            <a:schemeClr val="accent6"/>
                          </a:solidFill>
                          <a:effectLst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  <a:sym typeface="Simplon BP Regular"/>
                        </a:rPr>
                        <a:t>SOC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901417840"/>
                  </a:ext>
                </a:extLst>
              </a:tr>
              <a:tr h="91440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900" b="0" i="0" u="none" strike="noStrike" cap="none" spc="0" baseline="0" dirty="0">
                          <a:solidFill>
                            <a:schemeClr val="accent6"/>
                          </a:solidFill>
                          <a:effectLst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  <a:sym typeface="Simplon BP Regular"/>
                        </a:rPr>
                        <a:t>SAP-MDM / SAP-BPC / SAP-BW / SAP-ECC / SAS-BI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426171668"/>
                  </a:ext>
                </a:extLst>
              </a:tr>
              <a:tr h="9144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900" b="0" i="0" u="none" strike="noStrike" cap="none" spc="0" baseline="0" dirty="0">
                          <a:solidFill>
                            <a:schemeClr val="accent6"/>
                          </a:solidFill>
                          <a:effectLst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  <a:sym typeface="Simplon BP Regular"/>
                        </a:rPr>
                        <a:t>SAP-PORTAL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3684270198"/>
                  </a:ext>
                </a:extLst>
              </a:tr>
              <a:tr h="9144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900" b="0" i="0" u="none" strike="noStrike" cap="none" spc="0" baseline="0" dirty="0">
                          <a:solidFill>
                            <a:schemeClr val="accent6"/>
                          </a:solidFill>
                          <a:effectLst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  <a:sym typeface="Simplon BP Regular"/>
                        </a:rPr>
                        <a:t>SRT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456418185"/>
                  </a:ext>
                </a:extLst>
              </a:tr>
              <a:tr h="9144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900" b="0" i="0" u="none" strike="noStrike" cap="none" spc="0" baseline="0" dirty="0">
                          <a:solidFill>
                            <a:schemeClr val="accent6"/>
                          </a:solidFill>
                          <a:effectLst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  <a:sym typeface="Simplon BP Regular"/>
                        </a:rPr>
                        <a:t>SISJUR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3285176998"/>
                  </a:ext>
                </a:extLst>
              </a:tr>
              <a:tr h="9144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900" b="0" i="0" u="none" strike="noStrike" cap="none" spc="0" baseline="0" dirty="0">
                          <a:solidFill>
                            <a:schemeClr val="accent6"/>
                          </a:solidFill>
                          <a:effectLst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  <a:sym typeface="Simplon BP Regular"/>
                        </a:rPr>
                        <a:t>PORTAL DE GENTE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000537154"/>
                  </a:ext>
                </a:extLst>
              </a:tr>
              <a:tr h="9144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900" b="0" i="0" u="none" strike="noStrike" cap="none" spc="0" baseline="0" dirty="0">
                          <a:solidFill>
                            <a:schemeClr val="accent6"/>
                          </a:solidFill>
                          <a:effectLst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  <a:sym typeface="Simplon BP Regular"/>
                        </a:rPr>
                        <a:t>NEOGRID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593480996"/>
                  </a:ext>
                </a:extLst>
              </a:tr>
              <a:tr h="9144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900" b="0" i="0" u="none" strike="noStrike" cap="none" spc="0" baseline="0" dirty="0">
                          <a:solidFill>
                            <a:schemeClr val="accent6"/>
                          </a:solidFill>
                          <a:effectLst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  <a:sym typeface="Simplon BP Regular"/>
                        </a:rPr>
                        <a:t>SHAREPOINT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506810358"/>
                  </a:ext>
                </a:extLst>
              </a:tr>
              <a:tr h="9144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900" b="0" i="0" u="none" strike="noStrike" cap="none" spc="0" baseline="0" dirty="0">
                          <a:solidFill>
                            <a:schemeClr val="accent6"/>
                          </a:solidFill>
                          <a:effectLst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  <a:sym typeface="Simplon BP Regular"/>
                        </a:rPr>
                        <a:t>FPW PONTO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320987399"/>
                  </a:ext>
                </a:extLst>
              </a:tr>
              <a:tr h="9144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900" b="0" i="0" u="none" strike="noStrike" cap="none" spc="0" baseline="0" dirty="0">
                          <a:solidFill>
                            <a:schemeClr val="accent6"/>
                          </a:solidFill>
                          <a:effectLst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  <a:sym typeface="Simplon BP Regular"/>
                        </a:rPr>
                        <a:t>SIDARA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958256132"/>
                  </a:ext>
                </a:extLst>
              </a:tr>
              <a:tr h="9144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900" b="0" i="0" u="none" strike="noStrike" cap="none" spc="0" baseline="0" dirty="0">
                          <a:solidFill>
                            <a:schemeClr val="accent6"/>
                          </a:solidFill>
                          <a:effectLst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  <a:sym typeface="Simplon BP Regular"/>
                        </a:rPr>
                        <a:t>FPW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3287535014"/>
                  </a:ext>
                </a:extLst>
              </a:tr>
              <a:tr h="9144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900" b="0" i="0" u="none" strike="noStrike" cap="none" spc="0" baseline="0" dirty="0">
                          <a:solidFill>
                            <a:schemeClr val="accent6"/>
                          </a:solidFill>
                          <a:effectLst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  <a:sym typeface="Simplon BP Regular"/>
                        </a:rPr>
                        <a:t>BDC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529298443"/>
                  </a:ext>
                </a:extLst>
              </a:tr>
              <a:tr h="9144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900" b="0" i="0" u="none" strike="noStrike" cap="none" spc="0" baseline="0" dirty="0">
                          <a:solidFill>
                            <a:schemeClr val="accent6"/>
                          </a:solidFill>
                          <a:effectLst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  <a:sym typeface="Simplon BP Regular"/>
                        </a:rPr>
                        <a:t>COGNOS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230741925"/>
                  </a:ext>
                </a:extLst>
              </a:tr>
              <a:tr h="9144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900" b="0" i="0" u="none" strike="noStrike" cap="none" spc="0" baseline="0" dirty="0">
                          <a:solidFill>
                            <a:schemeClr val="accent6"/>
                          </a:solidFill>
                          <a:effectLst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  <a:sym typeface="Simplon BP Regular"/>
                        </a:rPr>
                        <a:t>TERADATA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493661688"/>
                  </a:ext>
                </a:extLst>
              </a:tr>
              <a:tr h="9144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900" b="0" i="0" u="none" strike="noStrike" cap="none" spc="0" baseline="0" dirty="0">
                          <a:solidFill>
                            <a:schemeClr val="accent6"/>
                          </a:solidFill>
                          <a:effectLst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  <a:sym typeface="Simplon BP Regular"/>
                        </a:rPr>
                        <a:t>TERADATA INTERCONEXÃO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687180954"/>
                  </a:ext>
                </a:extLst>
              </a:tr>
              <a:tr h="9144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900" b="0" i="0" u="none" strike="noStrike" cap="none" spc="0" baseline="0" dirty="0">
                          <a:solidFill>
                            <a:schemeClr val="accent6"/>
                          </a:solidFill>
                          <a:effectLst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  <a:sym typeface="Simplon BP Regular"/>
                        </a:rPr>
                        <a:t>JETL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442939470"/>
                  </a:ext>
                </a:extLst>
              </a:tr>
              <a:tr h="9144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900" b="0" i="0" u="none" strike="noStrike" cap="none" spc="0" baseline="0" dirty="0">
                          <a:solidFill>
                            <a:schemeClr val="accent6"/>
                          </a:solidFill>
                          <a:effectLst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  <a:sym typeface="Simplon BP Regular"/>
                        </a:rPr>
                        <a:t>DW_DATACARE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662453999"/>
                  </a:ext>
                </a:extLst>
              </a:tr>
              <a:tr h="9144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900" b="0" i="0" u="none" strike="noStrike" cap="none" spc="0" baseline="0" dirty="0">
                          <a:solidFill>
                            <a:schemeClr val="accent6"/>
                          </a:solidFill>
                          <a:effectLst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  <a:sym typeface="Simplon BP Regular"/>
                        </a:rPr>
                        <a:t>STORAGE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968500674"/>
                  </a:ext>
                </a:extLst>
              </a:tr>
              <a:tr h="9144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900" b="0" i="0" u="none" strike="noStrike" cap="none" spc="0" baseline="0" dirty="0">
                          <a:solidFill>
                            <a:schemeClr val="accent6"/>
                          </a:solidFill>
                          <a:effectLst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  <a:sym typeface="Simplon BP Regular"/>
                        </a:rPr>
                        <a:t>GUPY_RECRUTAMENTO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3418925509"/>
                  </a:ext>
                </a:extLst>
              </a:tr>
              <a:tr h="9144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900" b="0" i="0" u="none" strike="noStrike" cap="none" spc="0" baseline="0" dirty="0">
                          <a:solidFill>
                            <a:schemeClr val="accent6"/>
                          </a:solidFill>
                          <a:effectLst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  <a:sym typeface="Simplon BP Regular"/>
                        </a:rPr>
                        <a:t>ACESSO_RH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580421657"/>
                  </a:ext>
                </a:extLst>
              </a:tr>
            </a:tbl>
          </a:graphicData>
        </a:graphic>
      </p:graphicFrame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D06130AC-0E67-1841-8157-0B852E6979E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28926321"/>
              </p:ext>
            </p:extLst>
          </p:nvPr>
        </p:nvGraphicFramePr>
        <p:xfrm>
          <a:off x="6698597" y="980333"/>
          <a:ext cx="2247891" cy="53340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247891">
                  <a:extLst>
                    <a:ext uri="{9D8B030D-6E8A-4147-A177-3AD203B41FA5}">
                      <a16:colId xmlns:a16="http://schemas.microsoft.com/office/drawing/2014/main" val="258522693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1100" b="1" i="0" u="none" strike="noStrike" cap="none" spc="0" baseline="0" dirty="0">
                          <a:solidFill>
                            <a:schemeClr val="bg1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SISTEMA</a:t>
                      </a:r>
                    </a:p>
                  </a:txBody>
                  <a:tcPr marL="0" marR="0" marT="0" marB="0" anchor="b">
                    <a:solidFill>
                      <a:srgbClr val="00760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645626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1100" b="0" i="0" u="none" strike="noStrike" cap="none" spc="0" baseline="0" dirty="0">
                          <a:solidFill>
                            <a:schemeClr val="accent6"/>
                          </a:solidFill>
                          <a:effectLst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  <a:sym typeface="Simplon BP Regular"/>
                        </a:rPr>
                        <a:t>MDM – Master Data Management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3513003217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1100" b="0" i="0" u="none" strike="noStrike" cap="none" spc="0" baseline="0" dirty="0">
                          <a:solidFill>
                            <a:schemeClr val="accent6"/>
                          </a:solidFill>
                          <a:effectLst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  <a:sym typeface="Simplon BP Regular"/>
                        </a:rPr>
                        <a:t>BDATA-PAPD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268675701"/>
                  </a:ext>
                </a:extLst>
              </a:tr>
            </a:tbl>
          </a:graphicData>
        </a:graphic>
      </p:graphicFrame>
      <p:graphicFrame>
        <p:nvGraphicFramePr>
          <p:cNvPr id="21" name="Table 20">
            <a:extLst>
              <a:ext uri="{FF2B5EF4-FFF2-40B4-BE49-F238E27FC236}">
                <a16:creationId xmlns:a16="http://schemas.microsoft.com/office/drawing/2014/main" id="{F6C5CA0A-21F1-F431-C07B-E0EF5830973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74750836"/>
              </p:ext>
            </p:extLst>
          </p:nvPr>
        </p:nvGraphicFramePr>
        <p:xfrm>
          <a:off x="9438992" y="980333"/>
          <a:ext cx="2247891" cy="345948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247891">
                  <a:extLst>
                    <a:ext uri="{9D8B030D-6E8A-4147-A177-3AD203B41FA5}">
                      <a16:colId xmlns:a16="http://schemas.microsoft.com/office/drawing/2014/main" val="258522693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1100" b="1" i="0" u="none" strike="noStrike" cap="none" spc="0" baseline="0" dirty="0">
                          <a:solidFill>
                            <a:schemeClr val="bg1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SISTEMA</a:t>
                      </a:r>
                    </a:p>
                  </a:txBody>
                  <a:tcPr marL="0" marR="0" marT="0" marB="0" anchor="b">
                    <a:solidFill>
                      <a:srgbClr val="00760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645626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1100" b="0" i="0" u="none" strike="noStrike" cap="none" spc="0" baseline="0" dirty="0">
                          <a:solidFill>
                            <a:schemeClr val="accent6"/>
                          </a:solidFill>
                          <a:effectLst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  <a:sym typeface="Simplon BP Regular"/>
                        </a:rPr>
                        <a:t>AXIOM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3513003217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1100" b="0" i="0" u="none" strike="noStrike" cap="none" spc="0" baseline="0" dirty="0">
                          <a:solidFill>
                            <a:schemeClr val="accent6"/>
                          </a:solidFill>
                          <a:effectLst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  <a:sym typeface="Simplon BP Regular"/>
                        </a:rPr>
                        <a:t>PORTALCO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26867570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1100" b="0" i="0" u="none" strike="noStrike" cap="none" spc="0" baseline="0">
                          <a:solidFill>
                            <a:schemeClr val="accent6"/>
                          </a:solidFill>
                          <a:effectLst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  <a:sym typeface="Simplon BP Regular"/>
                        </a:rPr>
                        <a:t>PORTAL STU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87544601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1100" b="0" i="0" u="none" strike="noStrike" cap="none" spc="0" baseline="0" dirty="0">
                          <a:solidFill>
                            <a:schemeClr val="accent6"/>
                          </a:solidFill>
                          <a:effectLst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  <a:sym typeface="Simplon BP Regular"/>
                        </a:rPr>
                        <a:t>JETL DESEMP OPER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658979534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1100" b="0" i="0" u="none" strike="noStrike" cap="none" spc="0" baseline="0">
                          <a:solidFill>
                            <a:schemeClr val="accent6"/>
                          </a:solidFill>
                          <a:effectLst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  <a:sym typeface="Simplon BP Regular"/>
                        </a:rPr>
                        <a:t>PAINEL_DE_COMANDO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611661346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1100" b="0" i="0" u="none" strike="noStrike" cap="none" spc="0" baseline="0" dirty="0">
                          <a:solidFill>
                            <a:schemeClr val="accent6"/>
                          </a:solidFill>
                          <a:effectLst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  <a:sym typeface="Simplon BP Regular"/>
                        </a:rPr>
                        <a:t>RAID8-BA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412730731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1100" b="0" i="0" u="none" strike="noStrike" cap="none" spc="0" baseline="0">
                          <a:solidFill>
                            <a:schemeClr val="accent6"/>
                          </a:solidFill>
                          <a:effectLst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  <a:sym typeface="Simplon BP Regular"/>
                        </a:rPr>
                        <a:t>DATA MONETIZATION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91731006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1100" b="0" i="0" u="none" strike="noStrike" cap="none" spc="0" baseline="0">
                          <a:solidFill>
                            <a:schemeClr val="accent6"/>
                          </a:solidFill>
                          <a:effectLst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  <a:sym typeface="Simplon BP Regular"/>
                        </a:rPr>
                        <a:t>INFORMACIONAL PEGA 7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092189394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1100" b="0" i="0" u="none" strike="noStrike" cap="none" spc="0" baseline="0" dirty="0">
                          <a:solidFill>
                            <a:schemeClr val="accent6"/>
                          </a:solidFill>
                          <a:effectLst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  <a:sym typeface="Simplon BP Regular"/>
                        </a:rPr>
                        <a:t>FPWSRDRC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229151547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1100" b="0" i="0" u="none" strike="noStrike" cap="none" spc="0" baseline="0">
                          <a:solidFill>
                            <a:schemeClr val="accent6"/>
                          </a:solidFill>
                          <a:effectLst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  <a:sym typeface="Simplon BP Regular"/>
                        </a:rPr>
                        <a:t>CONECTORPREROUTING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9155977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1100" b="0" i="0" u="none" strike="noStrike" cap="none" spc="0" baseline="0" dirty="0">
                          <a:solidFill>
                            <a:schemeClr val="accent6"/>
                          </a:solidFill>
                          <a:effectLst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  <a:sym typeface="Simplon BP Regular"/>
                        </a:rPr>
                        <a:t>PULSE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41768083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1100" b="0" i="0" u="none" strike="noStrike" cap="none" spc="0" baseline="0">
                          <a:solidFill>
                            <a:schemeClr val="accent6"/>
                          </a:solidFill>
                          <a:effectLst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  <a:sym typeface="Simplon BP Regular"/>
                        </a:rPr>
                        <a:t>BIC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4104532054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1100" b="0" i="0" u="none" strike="noStrike" cap="none" spc="0" baseline="0" dirty="0">
                          <a:solidFill>
                            <a:schemeClr val="accent6"/>
                          </a:solidFill>
                          <a:effectLst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  <a:sym typeface="Simplon BP Regular"/>
                        </a:rPr>
                        <a:t>GIP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516381665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1100" b="0" i="0" u="none" strike="noStrike" cap="none" spc="0" baseline="0" dirty="0">
                          <a:solidFill>
                            <a:schemeClr val="accent6"/>
                          </a:solidFill>
                          <a:effectLst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  <a:sym typeface="Simplon BP Regular"/>
                        </a:rPr>
                        <a:t>WCC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55134219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1100" b="0" i="0" u="none" strike="noStrike" cap="none" spc="0" baseline="0" dirty="0">
                          <a:solidFill>
                            <a:schemeClr val="accent6"/>
                          </a:solidFill>
                          <a:effectLst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  <a:sym typeface="Simplon BP Regular"/>
                        </a:rPr>
                        <a:t>JIRA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18010843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1100" b="0" i="0" u="none" strike="noStrike" cap="none" spc="0" baseline="0" dirty="0">
                          <a:solidFill>
                            <a:schemeClr val="accent6"/>
                          </a:solidFill>
                          <a:effectLst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  <a:sym typeface="Simplon BP Regular"/>
                        </a:rPr>
                        <a:t>OI BLOQUEIOS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4150812376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1100" b="0" i="0" u="none" strike="noStrike" cap="none" spc="0" baseline="0" dirty="0">
                          <a:solidFill>
                            <a:schemeClr val="accent6"/>
                          </a:solidFill>
                          <a:effectLst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  <a:sym typeface="Simplon BP Regular"/>
                        </a:rPr>
                        <a:t>PCCO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4111158057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1100" b="0" i="0" u="none" strike="noStrike" cap="none" spc="0" baseline="0" dirty="0">
                          <a:solidFill>
                            <a:schemeClr val="accent6"/>
                          </a:solidFill>
                          <a:effectLst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  <a:sym typeface="Simplon BP Regular"/>
                        </a:rPr>
                        <a:t>PEX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3867036940"/>
                  </a:ext>
                </a:extLst>
              </a:tr>
            </a:tbl>
          </a:graphicData>
        </a:graphic>
      </p:graphicFrame>
      <p:sp>
        <p:nvSpPr>
          <p:cNvPr id="4" name="Action Button: Go Back or Previous 3">
            <a:hlinkClick r:id="rId3" action="ppaction://hlinksldjump" highlightClick="1"/>
            <a:extLst>
              <a:ext uri="{FF2B5EF4-FFF2-40B4-BE49-F238E27FC236}">
                <a16:creationId xmlns:a16="http://schemas.microsoft.com/office/drawing/2014/main" id="{BE690701-9215-37FF-1F18-02C34AD24FD7}"/>
              </a:ext>
            </a:extLst>
          </p:cNvPr>
          <p:cNvSpPr/>
          <p:nvPr/>
        </p:nvSpPr>
        <p:spPr>
          <a:xfrm>
            <a:off x="9819574" y="267483"/>
            <a:ext cx="274320" cy="180000"/>
          </a:xfrm>
          <a:prstGeom prst="actionButtonBackPrevious">
            <a:avLst/>
          </a:prstGeom>
          <a:noFill/>
          <a:ln w="25400" cap="flat">
            <a:solidFill>
              <a:schemeClr val="accent1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pt-BR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350FB5CC-49D2-D217-9473-C6B95FA741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18066227"/>
              </p:ext>
            </p:extLst>
          </p:nvPr>
        </p:nvGraphicFramePr>
        <p:xfrm>
          <a:off x="4777775" y="980333"/>
          <a:ext cx="1371600" cy="510540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58522693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1100" b="1" i="0" u="none" strike="noStrike" cap="none" spc="0" baseline="0" dirty="0">
                          <a:solidFill>
                            <a:schemeClr val="bg1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SISTEMA</a:t>
                      </a:r>
                    </a:p>
                  </a:txBody>
                  <a:tcPr marL="0" marR="0" marT="0" marB="0" anchor="b">
                    <a:solidFill>
                      <a:srgbClr val="00760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64562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900" b="0" i="0" u="none" strike="noStrike" cap="none" spc="0" baseline="0" dirty="0">
                          <a:solidFill>
                            <a:schemeClr val="accent6"/>
                          </a:solidFill>
                          <a:effectLst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  <a:sym typeface="Simplon BP Regular"/>
                        </a:rPr>
                        <a:t>BDADOS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35130032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900" b="0" i="0" u="none" strike="noStrike" cap="none" spc="0" baseline="0" dirty="0">
                          <a:solidFill>
                            <a:schemeClr val="accent6"/>
                          </a:solidFill>
                          <a:effectLst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  <a:sym typeface="Simplon BP Regular"/>
                        </a:rPr>
                        <a:t>(OI_INT)DATA_WAREHOUSE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2686757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900" b="0" i="0" u="none" strike="noStrike" cap="none" spc="0" baseline="0" dirty="0">
                          <a:solidFill>
                            <a:schemeClr val="accent6"/>
                          </a:solidFill>
                          <a:effectLst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  <a:sym typeface="Simplon BP Regular"/>
                        </a:rPr>
                        <a:t>PORTAL_CORP_DW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8754460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900" b="0" i="0" u="none" strike="noStrike" cap="none" spc="0" baseline="0" dirty="0">
                          <a:solidFill>
                            <a:schemeClr val="accent6"/>
                          </a:solidFill>
                          <a:effectLst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  <a:sym typeface="Simplon BP Regular"/>
                        </a:rPr>
                        <a:t>(OI_INT)DATACARE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65897953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900" b="0" i="0" u="none" strike="noStrike" cap="none" spc="0" baseline="0" dirty="0">
                          <a:solidFill>
                            <a:schemeClr val="accent6"/>
                          </a:solidFill>
                          <a:effectLst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  <a:sym typeface="Simplon BP Regular"/>
                        </a:rPr>
                        <a:t>POWER_BI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6116613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900" b="0" i="0" u="none" strike="noStrike" cap="none" spc="0" baseline="0" dirty="0">
                          <a:solidFill>
                            <a:schemeClr val="accent6"/>
                          </a:solidFill>
                          <a:effectLst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  <a:sym typeface="Simplon BP Regular"/>
                        </a:rPr>
                        <a:t>BDATA-COD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41273073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900" b="0" i="0" u="none" strike="noStrike" cap="none" spc="0" baseline="0">
                          <a:solidFill>
                            <a:schemeClr val="accent6"/>
                          </a:solidFill>
                          <a:effectLst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  <a:sym typeface="Simplon BP Regular"/>
                        </a:rPr>
                        <a:t>INTEGRACAO SITTEL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91731006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900" b="0" i="0" u="none" strike="noStrike" cap="none" spc="0" baseline="0">
                          <a:solidFill>
                            <a:schemeClr val="accent6"/>
                          </a:solidFill>
                          <a:effectLst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  <a:sym typeface="Simplon BP Regular"/>
                        </a:rPr>
                        <a:t>BDATA-HUB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09218939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900" b="0" i="0" u="none" strike="noStrike" cap="none" spc="0" baseline="0" dirty="0">
                          <a:solidFill>
                            <a:schemeClr val="accent6"/>
                          </a:solidFill>
                          <a:effectLst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  <a:sym typeface="Simplon BP Regular"/>
                        </a:rPr>
                        <a:t>BDATA-DIG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22915154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900" b="0" i="0" u="none" strike="noStrike" cap="none" spc="0" baseline="0" dirty="0">
                          <a:solidFill>
                            <a:schemeClr val="accent6"/>
                          </a:solidFill>
                          <a:effectLst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  <a:sym typeface="Simplon BP Regular"/>
                        </a:rPr>
                        <a:t>PORTAL-BI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91559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900" b="0" i="0" u="none" strike="noStrike" cap="none" spc="0" baseline="0" dirty="0">
                          <a:solidFill>
                            <a:schemeClr val="accent6"/>
                          </a:solidFill>
                          <a:effectLst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  <a:sym typeface="Simplon BP Regular"/>
                        </a:rPr>
                        <a:t>DW TATICO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4176808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900" b="0" i="0" u="none" strike="noStrike" cap="none" spc="0" baseline="0">
                          <a:solidFill>
                            <a:schemeClr val="accent6"/>
                          </a:solidFill>
                          <a:effectLst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  <a:sym typeface="Simplon BP Regular"/>
                        </a:rPr>
                        <a:t>DW CONTROLE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41045320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900" b="0" i="0" u="none" strike="noStrike" cap="none" spc="0" baseline="0" dirty="0">
                          <a:solidFill>
                            <a:schemeClr val="accent6"/>
                          </a:solidFill>
                          <a:effectLst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  <a:sym typeface="Simplon BP Regular"/>
                        </a:rPr>
                        <a:t>SAS-CUSTOMER-LINK-ANALYTICS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32699959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900" b="0" i="0" u="none" strike="noStrike" cap="none" spc="0" baseline="0" dirty="0">
                          <a:solidFill>
                            <a:schemeClr val="accent6"/>
                          </a:solidFill>
                          <a:effectLst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  <a:sym typeface="Simplon BP Regular"/>
                        </a:rPr>
                        <a:t>SAS-FORECAST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9975615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900" b="0" i="0" u="none" strike="noStrike" cap="none" spc="0" baseline="0" dirty="0">
                          <a:solidFill>
                            <a:schemeClr val="accent6"/>
                          </a:solidFill>
                          <a:effectLst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  <a:sym typeface="Simplon BP Regular"/>
                        </a:rPr>
                        <a:t>SAS-MINER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37420108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900" b="0" i="0" u="none" strike="noStrike" cap="none" spc="0" baseline="0" dirty="0">
                          <a:solidFill>
                            <a:schemeClr val="accent6"/>
                          </a:solidFill>
                          <a:effectLst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  <a:sym typeface="Simplon BP Regular"/>
                        </a:rPr>
                        <a:t>SAS-OFFICE-ANALYTICS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4016926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900" b="0" i="0" u="none" strike="noStrike" cap="none" spc="0" baseline="0">
                          <a:solidFill>
                            <a:schemeClr val="accent6"/>
                          </a:solidFill>
                          <a:effectLst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  <a:sym typeface="Simplon BP Regular"/>
                        </a:rPr>
                        <a:t>SAS-VISUAL-ANALYTICS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9014178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900" b="0" i="0" u="none" strike="noStrike" cap="none" spc="0" baseline="0" dirty="0">
                          <a:solidFill>
                            <a:schemeClr val="accent6"/>
                          </a:solidFill>
                          <a:effectLst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  <a:sym typeface="Simplon BP Regular"/>
                        </a:rPr>
                        <a:t>BO-CORPORATIVO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42617166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900" b="0" i="0" u="none" strike="noStrike" cap="none" spc="0" baseline="0">
                          <a:solidFill>
                            <a:schemeClr val="accent6"/>
                          </a:solidFill>
                          <a:effectLst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  <a:sym typeface="Simplon BP Regular"/>
                        </a:rPr>
                        <a:t>BDATA-LAKE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5547248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900" b="0" i="0" u="none" strike="noStrike" cap="none" spc="0" baseline="0">
                          <a:solidFill>
                            <a:schemeClr val="accent6"/>
                          </a:solidFill>
                          <a:effectLst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  <a:sym typeface="Simplon BP Regular"/>
                        </a:rPr>
                        <a:t>DW CANC MAILING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33521292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900" b="0" i="0" u="none" strike="noStrike" cap="none" spc="0" baseline="0">
                          <a:solidFill>
                            <a:schemeClr val="accent6"/>
                          </a:solidFill>
                          <a:effectLst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  <a:sym typeface="Simplon BP Regular"/>
                        </a:rPr>
                        <a:t>DW JURIDICO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9338050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900" b="0" i="0" u="none" strike="noStrike" cap="none" spc="0" baseline="0">
                          <a:solidFill>
                            <a:schemeClr val="accent6"/>
                          </a:solidFill>
                          <a:effectLst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  <a:sym typeface="Simplon BP Regular"/>
                        </a:rPr>
                        <a:t>DW CAMPANHAS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36842701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900" b="0" i="0" u="none" strike="noStrike" cap="none" spc="0" baseline="0" dirty="0">
                          <a:solidFill>
                            <a:schemeClr val="accent6"/>
                          </a:solidFill>
                          <a:effectLst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  <a:sym typeface="Simplon BP Regular"/>
                        </a:rPr>
                        <a:t>BI-FINANCEIRO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405946559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900" b="0" i="0" u="none" strike="noStrike" cap="none" spc="0" baseline="0" dirty="0">
                          <a:solidFill>
                            <a:schemeClr val="accent6"/>
                          </a:solidFill>
                          <a:effectLst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  <a:sym typeface="Simplon BP Regular"/>
                        </a:rPr>
                        <a:t>PAINEL-VA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4564181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900" b="0" i="0" u="none" strike="noStrike" cap="none" spc="0" baseline="0">
                          <a:solidFill>
                            <a:schemeClr val="accent6"/>
                          </a:solidFill>
                          <a:effectLst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  <a:sym typeface="Simplon BP Regular"/>
                        </a:rPr>
                        <a:t>ODS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32851769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900" b="0" i="0" u="none" strike="noStrike" cap="none" spc="0" baseline="0" dirty="0">
                          <a:solidFill>
                            <a:schemeClr val="accent6"/>
                          </a:solidFill>
                          <a:effectLst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  <a:sym typeface="Simplon BP Regular"/>
                        </a:rPr>
                        <a:t>SASCAMPAIGN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0005371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900" b="0" i="0" u="none" strike="noStrike" cap="none" spc="0" baseline="0">
                          <a:solidFill>
                            <a:schemeClr val="accent6"/>
                          </a:solidFill>
                          <a:effectLst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  <a:sym typeface="Simplon BP Regular"/>
                        </a:rPr>
                        <a:t>TABLEAU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5934809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900" b="0" i="0" u="none" strike="noStrike" cap="none" spc="0" baseline="0" dirty="0">
                          <a:solidFill>
                            <a:schemeClr val="accent6"/>
                          </a:solidFill>
                          <a:effectLst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  <a:sym typeface="Simplon BP Regular"/>
                        </a:rPr>
                        <a:t>DW-LISTAS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5068103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900" b="0" i="0" u="none" strike="noStrike" cap="none" spc="0" baseline="0">
                          <a:solidFill>
                            <a:schemeClr val="accent6"/>
                          </a:solidFill>
                          <a:effectLst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  <a:sym typeface="Simplon BP Regular"/>
                        </a:rPr>
                        <a:t>BICLEARTECH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3209873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900" b="0" i="0" u="none" strike="noStrike" cap="none" spc="0" baseline="0">
                          <a:solidFill>
                            <a:schemeClr val="accent6"/>
                          </a:solidFill>
                          <a:effectLst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  <a:sym typeface="Simplon BP Regular"/>
                        </a:rPr>
                        <a:t>XDREXPLORER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95825613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900" b="0" i="0" u="none" strike="noStrike" cap="none" spc="0" baseline="0" dirty="0">
                          <a:solidFill>
                            <a:schemeClr val="accent6"/>
                          </a:solidFill>
                          <a:effectLst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  <a:sym typeface="Simplon BP Regular"/>
                        </a:rPr>
                        <a:t>DATACARE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32875350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900" b="0" i="0" u="none" strike="noStrike" cap="none" spc="0" baseline="0">
                          <a:solidFill>
                            <a:schemeClr val="accent6"/>
                          </a:solidFill>
                          <a:effectLst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  <a:sym typeface="Simplon BP Regular"/>
                        </a:rPr>
                        <a:t>BD INTELIGENCIA CANAIS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5292984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900" b="0" i="0" u="none" strike="noStrike" cap="none" spc="0" baseline="0" dirty="0">
                          <a:solidFill>
                            <a:schemeClr val="accent6"/>
                          </a:solidFill>
                          <a:effectLst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  <a:sym typeface="Simplon BP Regular"/>
                        </a:rPr>
                        <a:t>BD QUALIDADE VENDAS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8315751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900" b="0" i="0" u="none" strike="noStrike" cap="none" spc="0" baseline="0" dirty="0">
                          <a:solidFill>
                            <a:schemeClr val="accent6"/>
                          </a:solidFill>
                          <a:effectLst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  <a:sym typeface="Simplon BP Regular"/>
                        </a:rPr>
                        <a:t>DW TRÁFEGO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346471798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900" b="0" i="0" u="none" strike="noStrike" cap="none" spc="0" baseline="0" dirty="0">
                          <a:solidFill>
                            <a:schemeClr val="accent6"/>
                          </a:solidFill>
                          <a:effectLst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  <a:sym typeface="Simplon BP Regular"/>
                        </a:rPr>
                        <a:t>DW CADASTRO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313319957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37033692"/>
      </p:ext>
    </p:extLst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0758093-705D-EF09-16F1-EB4C8AE2722C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pt-BR" smtClean="0"/>
              <a:t>14</a:t>
            </a:fld>
            <a:endParaRPr lang="pt-BR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5EF4DDB-B0B8-30CE-A9E7-CF88FF31D2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>
                <a:solidFill>
                  <a:schemeClr val="accent6"/>
                </a:solidFill>
              </a:rPr>
              <a:t>OPERAÇÃO &amp; SI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92E5701B-C339-CA2F-2D77-BF4C822B709D}"/>
              </a:ext>
            </a:extLst>
          </p:cNvPr>
          <p:cNvSpPr/>
          <p:nvPr/>
        </p:nvSpPr>
        <p:spPr>
          <a:xfrm rot="16200000">
            <a:off x="-685319" y="1866578"/>
            <a:ext cx="1910080" cy="209204"/>
          </a:xfrm>
          <a:prstGeom prst="rect">
            <a:avLst/>
          </a:prstGeom>
          <a:noFill/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noAutofit/>
          </a:bodyPr>
          <a:lstStyle/>
          <a:p>
            <a:pPr marL="0" marR="0" indent="0" algn="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pt-BR" sz="1200" b="1" i="0" u="none" strike="noStrike" cap="none" spc="0" normalizeH="0" baseline="0">
                <a:ln>
                  <a:noFill/>
                </a:ln>
                <a:solidFill>
                  <a:schemeClr val="accent3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MANTER OI S.A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6AEA8816-D152-561A-7EE8-A0557732E769}"/>
              </a:ext>
            </a:extLst>
          </p:cNvPr>
          <p:cNvSpPr/>
          <p:nvPr/>
        </p:nvSpPr>
        <p:spPr>
          <a:xfrm rot="16200000">
            <a:off x="1739212" y="1866578"/>
            <a:ext cx="1910080" cy="209204"/>
          </a:xfrm>
          <a:prstGeom prst="rect">
            <a:avLst/>
          </a:prstGeom>
          <a:noFill/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noAutofit/>
          </a:bodyPr>
          <a:lstStyle/>
          <a:p>
            <a:pPr marL="0" marR="0" indent="0" algn="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pt-BR" sz="1200" b="1" i="0" u="none" strike="noStrike" cap="none" spc="0" normalizeH="0" baseline="0" dirty="0">
                <a:ln>
                  <a:noFill/>
                </a:ln>
                <a:solidFill>
                  <a:schemeClr val="accent3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SEPARAR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1AF9A79D-DB4C-8405-4014-4EF63A2633CC}"/>
              </a:ext>
            </a:extLst>
          </p:cNvPr>
          <p:cNvSpPr/>
          <p:nvPr/>
        </p:nvSpPr>
        <p:spPr>
          <a:xfrm rot="16200000">
            <a:off x="9142167" y="1866578"/>
            <a:ext cx="1910080" cy="209204"/>
          </a:xfrm>
          <a:prstGeom prst="rect">
            <a:avLst/>
          </a:prstGeom>
          <a:noFill/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noAutofit/>
          </a:bodyPr>
          <a:lstStyle/>
          <a:p>
            <a:pPr marL="0" marR="0" indent="0" algn="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pt-BR" sz="1200" b="1" i="0" u="none" strike="noStrike" cap="none" spc="0" normalizeH="0" baseline="0">
                <a:ln>
                  <a:noFill/>
                </a:ln>
                <a:solidFill>
                  <a:schemeClr val="accent3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EM VALIDAÇÃO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83632AA5-1162-87DB-435D-B87181229A38}"/>
              </a:ext>
            </a:extLst>
          </p:cNvPr>
          <p:cNvGrpSpPr/>
          <p:nvPr>
            <p:custDataLst>
              <p:tags r:id="rId1"/>
            </p:custDataLst>
          </p:nvPr>
        </p:nvGrpSpPr>
        <p:grpSpPr>
          <a:xfrm>
            <a:off x="10245436" y="212413"/>
            <a:ext cx="893910" cy="235070"/>
            <a:chOff x="10312706" y="259774"/>
            <a:chExt cx="1117294" cy="235070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28338E12-94BC-2604-C814-8F9130DC6FC0}"/>
                </a:ext>
              </a:extLst>
            </p:cNvPr>
            <p:cNvSpPr txBox="1"/>
            <p:nvPr/>
          </p:nvSpPr>
          <p:spPr>
            <a:xfrm>
              <a:off x="10312706" y="269389"/>
              <a:ext cx="1117294" cy="184666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ctr" anchorCtr="1">
              <a:spAutoFit/>
            </a:bodyPr>
            <a:lstStyle/>
            <a:p>
              <a:pPr marL="0" marR="0" lvl="0" indent="0" algn="ct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200" b="1" i="1" u="sng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/>
                  <a:sym typeface="Simplon BP Regular"/>
                </a:rPr>
                <a:t>PRELIMINAR</a:t>
              </a:r>
            </a:p>
          </p:txBody>
        </p: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77D3F2BB-DC84-2696-2138-CF27E1054F9F}"/>
                </a:ext>
              </a:extLst>
            </p:cNvPr>
            <p:cNvCxnSpPr>
              <a:cxnSpLocks/>
            </p:cNvCxnSpPr>
            <p:nvPr/>
          </p:nvCxnSpPr>
          <p:spPr>
            <a:xfrm>
              <a:off x="10312706" y="259774"/>
              <a:ext cx="1117294" cy="0"/>
            </a:xfrm>
            <a:prstGeom prst="line">
              <a:avLst/>
            </a:prstGeom>
            <a:ln w="12700" cmpd="sng">
              <a:solidFill>
                <a:srgbClr val="000000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51F1B522-4264-772D-08EA-E7C69BAE60D3}"/>
                </a:ext>
              </a:extLst>
            </p:cNvPr>
            <p:cNvCxnSpPr>
              <a:cxnSpLocks/>
            </p:cNvCxnSpPr>
            <p:nvPr/>
          </p:nvCxnSpPr>
          <p:spPr>
            <a:xfrm>
              <a:off x="10312706" y="494844"/>
              <a:ext cx="1117294" cy="0"/>
            </a:xfrm>
            <a:prstGeom prst="line">
              <a:avLst/>
            </a:prstGeom>
            <a:ln w="12700" cmpd="sng">
              <a:solidFill>
                <a:srgbClr val="000000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7ADAB557-09CA-8795-A77D-C0AA3839E1AD}"/>
              </a:ext>
            </a:extLst>
          </p:cNvPr>
          <p:cNvGrpSpPr/>
          <p:nvPr/>
        </p:nvGrpSpPr>
        <p:grpSpPr>
          <a:xfrm>
            <a:off x="6716931" y="50028"/>
            <a:ext cx="2951102" cy="397455"/>
            <a:chOff x="8752857" y="3047982"/>
            <a:chExt cx="2951102" cy="397455"/>
          </a:xfrm>
        </p:grpSpPr>
        <p:grpSp>
          <p:nvGrpSpPr>
            <p:cNvPr id="49" name="Group 48">
              <a:extLst>
                <a:ext uri="{FF2B5EF4-FFF2-40B4-BE49-F238E27FC236}">
                  <a16:creationId xmlns:a16="http://schemas.microsoft.com/office/drawing/2014/main" id="{A890AF8B-4207-6D1A-858E-6BC162B83B3E}"/>
                </a:ext>
              </a:extLst>
            </p:cNvPr>
            <p:cNvGrpSpPr/>
            <p:nvPr/>
          </p:nvGrpSpPr>
          <p:grpSpPr>
            <a:xfrm>
              <a:off x="8752857" y="3047982"/>
              <a:ext cx="701368" cy="397455"/>
              <a:chOff x="8752857" y="3047982"/>
              <a:chExt cx="701368" cy="397455"/>
            </a:xfrm>
          </p:grpSpPr>
          <p:sp>
            <p:nvSpPr>
              <p:cNvPr id="30" name="Rettangolo 19">
                <a:extLst>
                  <a:ext uri="{FF2B5EF4-FFF2-40B4-BE49-F238E27FC236}">
                    <a16:creationId xmlns:a16="http://schemas.microsoft.com/office/drawing/2014/main" id="{3E45DE87-BCAD-3B86-BA7C-27E439384D71}"/>
                  </a:ext>
                </a:extLst>
              </p:cNvPr>
              <p:cNvSpPr/>
              <p:nvPr/>
            </p:nvSpPr>
            <p:spPr>
              <a:xfrm>
                <a:off x="8752857" y="3047982"/>
                <a:ext cx="701368" cy="215838"/>
              </a:xfrm>
              <a:prstGeom prst="rect">
                <a:avLst/>
              </a:prstGeom>
              <a:noFill/>
              <a:ln w="19050" cap="flat" cmpd="sng" algn="ctr">
                <a:noFill/>
                <a:prstDash val="solid"/>
                <a:miter lim="800000"/>
              </a:ln>
              <a:effectLst/>
            </p:spPr>
            <p:txBody>
              <a:bodyPr spcFirstLastPara="0" vert="horz" wrap="square" lIns="0" tIns="0" rIns="0" bIns="0" numCol="1" spcCol="1270" rtlCol="0" anchor="ctr" anchorCtr="0">
                <a:noAutofit/>
              </a:bodyPr>
              <a:lstStyle/>
              <a:p>
                <a:pPr marL="0" marR="0" lvl="0" indent="0" algn="ctr" defTabSz="4445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350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GB" sz="600" b="1">
                    <a:solidFill>
                      <a:schemeClr val="accent6"/>
                    </a:solidFill>
                    <a:latin typeface="Graphik" panose="020B0503030202060203" pitchFamily="34" charset="0"/>
                    <a:cs typeface="Helvetica"/>
                    <a:sym typeface="Simplon BP Regular"/>
                  </a:rPr>
                  <a:t>MANTER OI SA</a:t>
                </a:r>
                <a:endParaRPr kumimoji="0" lang="en-GB" sz="900" b="1" u="none" strike="noStrike" kern="1200" cap="none" spc="0" normalizeH="0" baseline="0" noProof="0">
                  <a:ln>
                    <a:noFill/>
                  </a:ln>
                  <a:solidFill>
                    <a:schemeClr val="accent6"/>
                  </a:solidFill>
                  <a:uLnTx/>
                  <a:uFillTx/>
                  <a:latin typeface="Graphik" panose="020B0503030202060203" pitchFamily="34" charset="0"/>
                  <a:cs typeface="Helvetica"/>
                  <a:sym typeface="Simplon BP Regular"/>
                </a:endParaRPr>
              </a:p>
            </p:txBody>
          </p:sp>
          <p:sp>
            <p:nvSpPr>
              <p:cNvPr id="36" name="Rettangolo 19">
                <a:extLst>
                  <a:ext uri="{FF2B5EF4-FFF2-40B4-BE49-F238E27FC236}">
                    <a16:creationId xmlns:a16="http://schemas.microsoft.com/office/drawing/2014/main" id="{AE8C9ADC-C76B-62F3-C77C-0F60F897B7B0}"/>
                  </a:ext>
                </a:extLst>
              </p:cNvPr>
              <p:cNvSpPr/>
              <p:nvPr/>
            </p:nvSpPr>
            <p:spPr>
              <a:xfrm>
                <a:off x="8752857" y="3251519"/>
                <a:ext cx="701368" cy="193918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19050" cap="flat" cmpd="sng" algn="ctr">
                <a:solidFill>
                  <a:srgbClr val="FFFFFF"/>
                </a:solidFill>
                <a:prstDash val="solid"/>
                <a:miter lim="800000"/>
              </a:ln>
              <a:effectLst/>
            </p:spPr>
            <p:txBody>
              <a:bodyPr spcFirstLastPara="0" vert="horz" wrap="square" lIns="45720" tIns="0" rIns="45720" bIns="0" numCol="1" spcCol="1270" rtlCol="0" anchor="ctr" anchorCtr="0">
                <a:noAutofit/>
              </a:bodyPr>
              <a:lstStyle/>
              <a:p>
                <a:pPr marL="0" marR="0" lvl="0" indent="0" algn="ctr" defTabSz="4445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350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800" b="1" u="none" strike="noStrike" kern="1200" cap="none" spc="0" normalizeH="0" baseline="0" noProof="0" dirty="0">
                    <a:ln>
                      <a:noFill/>
                    </a:ln>
                    <a:solidFill>
                      <a:schemeClr val="accent6"/>
                    </a:solidFill>
                    <a:uLnTx/>
                    <a:uFillTx/>
                    <a:latin typeface="Graphik" panose="020B0503030202060203" pitchFamily="34" charset="0"/>
                    <a:cs typeface="Helvetica"/>
                    <a:sym typeface="Simplon BP Regular"/>
                  </a:rPr>
                  <a:t>16</a:t>
                </a:r>
                <a:endParaRPr kumimoji="0" lang="en-GB" sz="1050" b="1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uLnTx/>
                  <a:uFillTx/>
                  <a:latin typeface="Graphik" panose="020B0503030202060203" pitchFamily="34" charset="0"/>
                  <a:cs typeface="Helvetica"/>
                  <a:sym typeface="Simplon BP Regular"/>
                </a:endParaRPr>
              </a:p>
            </p:txBody>
          </p:sp>
        </p:grpSp>
        <p:grpSp>
          <p:nvGrpSpPr>
            <p:cNvPr id="50" name="Group 49">
              <a:extLst>
                <a:ext uri="{FF2B5EF4-FFF2-40B4-BE49-F238E27FC236}">
                  <a16:creationId xmlns:a16="http://schemas.microsoft.com/office/drawing/2014/main" id="{24CF96DC-8DE0-AB46-FD97-058803152A1F}"/>
                </a:ext>
              </a:extLst>
            </p:cNvPr>
            <p:cNvGrpSpPr/>
            <p:nvPr/>
          </p:nvGrpSpPr>
          <p:grpSpPr>
            <a:xfrm>
              <a:off x="9502768" y="3047982"/>
              <a:ext cx="701368" cy="397455"/>
              <a:chOff x="9593093" y="3047982"/>
              <a:chExt cx="701368" cy="397455"/>
            </a:xfrm>
          </p:grpSpPr>
          <p:sp>
            <p:nvSpPr>
              <p:cNvPr id="31" name="Rettangolo 19">
                <a:extLst>
                  <a:ext uri="{FF2B5EF4-FFF2-40B4-BE49-F238E27FC236}">
                    <a16:creationId xmlns:a16="http://schemas.microsoft.com/office/drawing/2014/main" id="{1A1EF6F4-AB8D-2B79-A113-4F433FFE61B3}"/>
                  </a:ext>
                </a:extLst>
              </p:cNvPr>
              <p:cNvSpPr/>
              <p:nvPr/>
            </p:nvSpPr>
            <p:spPr>
              <a:xfrm>
                <a:off x="9593093" y="3047982"/>
                <a:ext cx="701368" cy="215838"/>
              </a:xfrm>
              <a:prstGeom prst="rect">
                <a:avLst/>
              </a:prstGeom>
              <a:noFill/>
              <a:ln w="19050" cap="flat" cmpd="sng" algn="ctr">
                <a:noFill/>
                <a:prstDash val="solid"/>
                <a:miter lim="800000"/>
              </a:ln>
              <a:effectLst/>
            </p:spPr>
            <p:txBody>
              <a:bodyPr spcFirstLastPara="0" vert="horz" wrap="square" lIns="0" tIns="0" rIns="0" bIns="0" numCol="1" spcCol="1270" rtlCol="0" anchor="ctr" anchorCtr="0">
                <a:noAutofit/>
              </a:bodyPr>
              <a:lstStyle/>
              <a:p>
                <a:pPr marL="0" marR="0" lvl="0" indent="0" algn="ctr" defTabSz="4445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350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600" b="1" u="none" strike="noStrike" kern="1200" cap="none" spc="0" normalizeH="0" baseline="0" noProof="0">
                    <a:ln>
                      <a:noFill/>
                    </a:ln>
                    <a:solidFill>
                      <a:schemeClr val="accent6"/>
                    </a:solidFill>
                    <a:uLnTx/>
                    <a:uFillTx/>
                    <a:latin typeface="Graphik" panose="020B0503030202060203" pitchFamily="34" charset="0"/>
                    <a:cs typeface="Helvetica"/>
                    <a:sym typeface="Simplon BP Regular"/>
                  </a:rPr>
                  <a:t>SEPARAR</a:t>
                </a:r>
                <a:endParaRPr kumimoji="0" lang="en-GB" sz="900" b="1" u="none" strike="noStrike" kern="1200" cap="none" spc="0" normalizeH="0" baseline="0" noProof="0">
                  <a:ln>
                    <a:noFill/>
                  </a:ln>
                  <a:solidFill>
                    <a:schemeClr val="accent6"/>
                  </a:solidFill>
                  <a:uLnTx/>
                  <a:uFillTx/>
                  <a:latin typeface="Graphik" panose="020B0503030202060203" pitchFamily="34" charset="0"/>
                  <a:cs typeface="Helvetica"/>
                  <a:sym typeface="Simplon BP Regular"/>
                </a:endParaRPr>
              </a:p>
            </p:txBody>
          </p:sp>
          <p:sp>
            <p:nvSpPr>
              <p:cNvPr id="37" name="Rettangolo 19">
                <a:extLst>
                  <a:ext uri="{FF2B5EF4-FFF2-40B4-BE49-F238E27FC236}">
                    <a16:creationId xmlns:a16="http://schemas.microsoft.com/office/drawing/2014/main" id="{87EE7815-6EC2-FD68-3EC8-D60C80D53CC5}"/>
                  </a:ext>
                </a:extLst>
              </p:cNvPr>
              <p:cNvSpPr/>
              <p:nvPr/>
            </p:nvSpPr>
            <p:spPr>
              <a:xfrm>
                <a:off x="9593093" y="3251519"/>
                <a:ext cx="701368" cy="193918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19050" cap="flat" cmpd="sng" algn="ctr">
                <a:solidFill>
                  <a:srgbClr val="FFFFFF"/>
                </a:solidFill>
                <a:prstDash val="solid"/>
                <a:miter lim="800000"/>
              </a:ln>
              <a:effectLst/>
            </p:spPr>
            <p:txBody>
              <a:bodyPr spcFirstLastPara="0" vert="horz" wrap="square" lIns="45720" tIns="0" rIns="45720" bIns="0" numCol="1" spcCol="1270" rtlCol="0" anchor="ctr" anchorCtr="0">
                <a:noAutofit/>
              </a:bodyPr>
              <a:lstStyle/>
              <a:p>
                <a:pPr marL="0" marR="0" lvl="0" indent="0" algn="ctr" defTabSz="4445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350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800" b="1" u="none" strike="noStrike" kern="1200" cap="none" spc="0" normalizeH="0" baseline="0" noProof="0" dirty="0">
                    <a:ln>
                      <a:noFill/>
                    </a:ln>
                    <a:solidFill>
                      <a:schemeClr val="accent6"/>
                    </a:solidFill>
                    <a:uLnTx/>
                    <a:uFillTx/>
                    <a:latin typeface="Graphik" panose="020B0503030202060203" pitchFamily="34" charset="0"/>
                    <a:cs typeface="Helvetica"/>
                    <a:sym typeface="Simplon BP Regular"/>
                  </a:rPr>
                  <a:t>75</a:t>
                </a:r>
                <a:endParaRPr kumimoji="0" lang="en-GB" sz="1050" b="1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uLnTx/>
                  <a:uFillTx/>
                  <a:latin typeface="Graphik" panose="020B0503030202060203" pitchFamily="34" charset="0"/>
                  <a:cs typeface="Helvetica"/>
                  <a:sym typeface="Simplon BP Regular"/>
                </a:endParaRPr>
              </a:p>
            </p:txBody>
          </p:sp>
        </p:grpSp>
        <p:grpSp>
          <p:nvGrpSpPr>
            <p:cNvPr id="51" name="Group 50">
              <a:extLst>
                <a:ext uri="{FF2B5EF4-FFF2-40B4-BE49-F238E27FC236}">
                  <a16:creationId xmlns:a16="http://schemas.microsoft.com/office/drawing/2014/main" id="{2FCED14D-04B0-ED99-AB10-1B789365FBE4}"/>
                </a:ext>
              </a:extLst>
            </p:cNvPr>
            <p:cNvGrpSpPr/>
            <p:nvPr/>
          </p:nvGrpSpPr>
          <p:grpSpPr>
            <a:xfrm>
              <a:off x="10252679" y="3047982"/>
              <a:ext cx="701368" cy="397455"/>
              <a:chOff x="10433381" y="3047982"/>
              <a:chExt cx="701368" cy="397455"/>
            </a:xfrm>
          </p:grpSpPr>
          <p:sp>
            <p:nvSpPr>
              <p:cNvPr id="32" name="Rettangolo 19">
                <a:extLst>
                  <a:ext uri="{FF2B5EF4-FFF2-40B4-BE49-F238E27FC236}">
                    <a16:creationId xmlns:a16="http://schemas.microsoft.com/office/drawing/2014/main" id="{95A70F53-4638-4A31-BCD9-36F1925E8686}"/>
                  </a:ext>
                </a:extLst>
              </p:cNvPr>
              <p:cNvSpPr/>
              <p:nvPr/>
            </p:nvSpPr>
            <p:spPr>
              <a:xfrm>
                <a:off x="10433381" y="3047982"/>
                <a:ext cx="701368" cy="215838"/>
              </a:xfrm>
              <a:prstGeom prst="rect">
                <a:avLst/>
              </a:prstGeom>
              <a:noFill/>
              <a:ln w="19050" cap="flat" cmpd="sng" algn="ctr">
                <a:noFill/>
                <a:prstDash val="solid"/>
                <a:miter lim="800000"/>
              </a:ln>
              <a:effectLst/>
            </p:spPr>
            <p:txBody>
              <a:bodyPr spcFirstLastPara="0" vert="horz" wrap="square" lIns="0" tIns="0" rIns="0" bIns="0" numCol="1" spcCol="1270" rtlCol="0" anchor="ctr" anchorCtr="0">
                <a:noAutofit/>
              </a:bodyPr>
              <a:lstStyle/>
              <a:p>
                <a:pPr marL="0" marR="0" lvl="0" indent="0" algn="ctr" defTabSz="4445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350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600" b="1" u="none" strike="noStrike" kern="1200" cap="none" spc="0" normalizeH="0" baseline="0" noProof="0">
                    <a:ln>
                      <a:noFill/>
                    </a:ln>
                    <a:solidFill>
                      <a:schemeClr val="accent6"/>
                    </a:solidFill>
                    <a:uLnTx/>
                    <a:uFillTx/>
                    <a:latin typeface="Graphik" panose="020B0503030202060203" pitchFamily="34" charset="0"/>
                    <a:cs typeface="Helvetica"/>
                    <a:sym typeface="Simplon BP Regular"/>
                  </a:rPr>
                  <a:t>DROP CLIENTCO</a:t>
                </a:r>
                <a:endParaRPr kumimoji="0" lang="en-GB" sz="900" b="1" u="none" strike="noStrike" kern="1200" cap="none" spc="0" normalizeH="0" baseline="0" noProof="0">
                  <a:ln>
                    <a:noFill/>
                  </a:ln>
                  <a:solidFill>
                    <a:schemeClr val="accent6"/>
                  </a:solidFill>
                  <a:uLnTx/>
                  <a:uFillTx/>
                  <a:latin typeface="Graphik" panose="020B0503030202060203" pitchFamily="34" charset="0"/>
                  <a:cs typeface="Helvetica"/>
                  <a:sym typeface="Simplon BP Regular"/>
                </a:endParaRPr>
              </a:p>
            </p:txBody>
          </p:sp>
          <p:sp>
            <p:nvSpPr>
              <p:cNvPr id="38" name="Rettangolo 19">
                <a:extLst>
                  <a:ext uri="{FF2B5EF4-FFF2-40B4-BE49-F238E27FC236}">
                    <a16:creationId xmlns:a16="http://schemas.microsoft.com/office/drawing/2014/main" id="{29736CFC-45A4-A2F4-1C33-2EE74F2FC87B}"/>
                  </a:ext>
                </a:extLst>
              </p:cNvPr>
              <p:cNvSpPr/>
              <p:nvPr/>
            </p:nvSpPr>
            <p:spPr>
              <a:xfrm>
                <a:off x="10433381" y="3251519"/>
                <a:ext cx="701368" cy="193918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19050" cap="flat" cmpd="sng" algn="ctr">
                <a:solidFill>
                  <a:srgbClr val="FFFFFF"/>
                </a:solidFill>
                <a:prstDash val="solid"/>
                <a:miter lim="800000"/>
              </a:ln>
              <a:effectLst/>
            </p:spPr>
            <p:txBody>
              <a:bodyPr spcFirstLastPara="0" vert="horz" wrap="square" lIns="45720" tIns="0" rIns="45720" bIns="0" numCol="1" spcCol="1270" rtlCol="0" anchor="ctr" anchorCtr="0">
                <a:noAutofit/>
              </a:bodyPr>
              <a:lstStyle/>
              <a:p>
                <a:pPr marL="0" marR="0" lvl="0" indent="0" algn="ctr" defTabSz="4445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350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GB" sz="800" b="1" dirty="0">
                    <a:solidFill>
                      <a:schemeClr val="accent6"/>
                    </a:solidFill>
                    <a:latin typeface="Graphik" panose="020B0503030202060203" pitchFamily="34" charset="0"/>
                    <a:cs typeface="Helvetica"/>
                    <a:sym typeface="Simplon BP Regular"/>
                  </a:rPr>
                  <a:t>2</a:t>
                </a:r>
                <a:endParaRPr kumimoji="0" lang="en-GB" sz="1050" b="1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uLnTx/>
                  <a:uFillTx/>
                  <a:latin typeface="Graphik" panose="020B0503030202060203" pitchFamily="34" charset="0"/>
                  <a:cs typeface="Helvetica"/>
                  <a:sym typeface="Simplon BP Regular"/>
                </a:endParaRPr>
              </a:p>
            </p:txBody>
          </p:sp>
        </p:grpSp>
        <p:grpSp>
          <p:nvGrpSpPr>
            <p:cNvPr id="52" name="Group 51">
              <a:extLst>
                <a:ext uri="{FF2B5EF4-FFF2-40B4-BE49-F238E27FC236}">
                  <a16:creationId xmlns:a16="http://schemas.microsoft.com/office/drawing/2014/main" id="{307A9E6A-11FA-029B-8D9E-69703DEFE0EF}"/>
                </a:ext>
              </a:extLst>
            </p:cNvPr>
            <p:cNvGrpSpPr/>
            <p:nvPr/>
          </p:nvGrpSpPr>
          <p:grpSpPr>
            <a:xfrm>
              <a:off x="11002591" y="3047982"/>
              <a:ext cx="701368" cy="397455"/>
              <a:chOff x="11236271" y="3047982"/>
              <a:chExt cx="701368" cy="397455"/>
            </a:xfrm>
          </p:grpSpPr>
          <p:sp>
            <p:nvSpPr>
              <p:cNvPr id="33" name="Rettangolo 19">
                <a:extLst>
                  <a:ext uri="{FF2B5EF4-FFF2-40B4-BE49-F238E27FC236}">
                    <a16:creationId xmlns:a16="http://schemas.microsoft.com/office/drawing/2014/main" id="{7405BC40-3BB6-9A47-5EEC-617A29AED335}"/>
                  </a:ext>
                </a:extLst>
              </p:cNvPr>
              <p:cNvSpPr/>
              <p:nvPr/>
            </p:nvSpPr>
            <p:spPr>
              <a:xfrm>
                <a:off x="11236271" y="3047982"/>
                <a:ext cx="701368" cy="215838"/>
              </a:xfrm>
              <a:prstGeom prst="rect">
                <a:avLst/>
              </a:prstGeom>
              <a:noFill/>
              <a:ln w="19050" cap="flat" cmpd="sng" algn="ctr">
                <a:noFill/>
                <a:prstDash val="solid"/>
                <a:miter lim="800000"/>
              </a:ln>
              <a:effectLst/>
            </p:spPr>
            <p:txBody>
              <a:bodyPr spcFirstLastPara="0" vert="horz" wrap="square" lIns="0" tIns="0" rIns="0" bIns="0" numCol="1" spcCol="1270" rtlCol="0" anchor="ctr" anchorCtr="0">
                <a:noAutofit/>
              </a:bodyPr>
              <a:lstStyle/>
              <a:p>
                <a:pPr marL="0" marR="0" lvl="0" indent="0" algn="ctr" defTabSz="4445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350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GB" sz="600" b="1">
                    <a:solidFill>
                      <a:schemeClr val="accent6"/>
                    </a:solidFill>
                    <a:latin typeface="Graphik" panose="020B0503030202060203" pitchFamily="34" charset="0"/>
                    <a:cs typeface="Helvetica"/>
                    <a:sym typeface="Simplon BP Regular"/>
                  </a:rPr>
                  <a:t>EM VALIDAÇÃO</a:t>
                </a:r>
                <a:endParaRPr kumimoji="0" lang="en-GB" sz="900" b="1" u="none" strike="noStrike" kern="1200" cap="none" spc="0" normalizeH="0" baseline="0" noProof="0">
                  <a:ln>
                    <a:noFill/>
                  </a:ln>
                  <a:solidFill>
                    <a:schemeClr val="accent6"/>
                  </a:solidFill>
                  <a:uLnTx/>
                  <a:uFillTx/>
                  <a:latin typeface="Graphik" panose="020B0503030202060203" pitchFamily="34" charset="0"/>
                  <a:cs typeface="Helvetica"/>
                  <a:sym typeface="Simplon BP Regular"/>
                </a:endParaRPr>
              </a:p>
            </p:txBody>
          </p:sp>
          <p:sp>
            <p:nvSpPr>
              <p:cNvPr id="39" name="Rettangolo 19">
                <a:extLst>
                  <a:ext uri="{FF2B5EF4-FFF2-40B4-BE49-F238E27FC236}">
                    <a16:creationId xmlns:a16="http://schemas.microsoft.com/office/drawing/2014/main" id="{E6B42017-CD74-84C1-743C-FA7105B905F7}"/>
                  </a:ext>
                </a:extLst>
              </p:cNvPr>
              <p:cNvSpPr/>
              <p:nvPr/>
            </p:nvSpPr>
            <p:spPr>
              <a:xfrm>
                <a:off x="11236271" y="3251519"/>
                <a:ext cx="701368" cy="193918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19050" cap="flat" cmpd="sng" algn="ctr">
                <a:solidFill>
                  <a:srgbClr val="FFFFFF"/>
                </a:solidFill>
                <a:prstDash val="solid"/>
                <a:miter lim="800000"/>
              </a:ln>
              <a:effectLst/>
            </p:spPr>
            <p:txBody>
              <a:bodyPr spcFirstLastPara="0" vert="horz" wrap="square" lIns="45720" tIns="0" rIns="45720" bIns="0" numCol="1" spcCol="1270" rtlCol="0" anchor="ctr" anchorCtr="0">
                <a:noAutofit/>
              </a:bodyPr>
              <a:lstStyle/>
              <a:p>
                <a:pPr marL="0" marR="0" lvl="0" indent="0" algn="ctr" defTabSz="4445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350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GB" sz="800" b="1" kern="1200" dirty="0">
                    <a:solidFill>
                      <a:schemeClr val="accent6"/>
                    </a:solidFill>
                    <a:latin typeface="Graphik" panose="020B0503030202060203" pitchFamily="34" charset="0"/>
                    <a:cs typeface="Helvetica"/>
                  </a:rPr>
                  <a:t>18</a:t>
                </a:r>
                <a:endParaRPr kumimoji="0" lang="en-GB" sz="1050" b="1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uLnTx/>
                  <a:uFillTx/>
                  <a:latin typeface="Graphik" panose="020B0503030202060203" pitchFamily="34" charset="0"/>
                  <a:cs typeface="Helvetica"/>
                  <a:sym typeface="Simplon BP Regular"/>
                </a:endParaRPr>
              </a:p>
            </p:txBody>
          </p:sp>
        </p:grpSp>
      </p:grpSp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E255CB76-18E1-F9CB-7BFB-E57BE90F28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21450653"/>
              </p:ext>
            </p:extLst>
          </p:nvPr>
        </p:nvGraphicFramePr>
        <p:xfrm>
          <a:off x="492832" y="1016140"/>
          <a:ext cx="1737360" cy="562356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737360">
                  <a:extLst>
                    <a:ext uri="{9D8B030D-6E8A-4147-A177-3AD203B41FA5}">
                      <a16:colId xmlns:a16="http://schemas.microsoft.com/office/drawing/2014/main" val="302487354"/>
                    </a:ext>
                  </a:extLst>
                </a:gridCol>
              </a:tblGrid>
              <a:tr h="91440">
                <a:tc>
                  <a:txBody>
                    <a:bodyPr/>
                    <a:lstStyle/>
                    <a:p>
                      <a:pPr algn="l" fontAlgn="b"/>
                      <a:r>
                        <a:rPr lang="pt-BR" sz="9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SISTEMA</a:t>
                      </a:r>
                      <a:endParaRPr lang="pt-BR" sz="9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solidFill>
                      <a:srgbClr val="00760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11849881"/>
                  </a:ext>
                </a:extLst>
              </a:tr>
              <a:tr h="9144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900" b="0" i="0" u="none" strike="noStrike" cap="none" spc="0" baseline="0" dirty="0">
                          <a:solidFill>
                            <a:schemeClr val="accent6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ATMP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091058175"/>
                  </a:ext>
                </a:extLst>
              </a:tr>
              <a:tr h="9144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900" b="0" i="0" u="none" strike="noStrike" cap="none" spc="0" baseline="0" dirty="0">
                          <a:solidFill>
                            <a:schemeClr val="accent6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ZABBIX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3970484079"/>
                  </a:ext>
                </a:extLst>
              </a:tr>
              <a:tr h="9144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900" b="0" i="0" u="none" strike="noStrike" cap="none" spc="0" baseline="0" dirty="0">
                          <a:solidFill>
                            <a:schemeClr val="accent6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PAINEL DE ALARMES DE SEGURANÇA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078459803"/>
                  </a:ext>
                </a:extLst>
              </a:tr>
              <a:tr h="9144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900" b="0" i="0" u="none" strike="noStrike" cap="none" spc="0" baseline="0" dirty="0">
                          <a:solidFill>
                            <a:schemeClr val="accent6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EDIRPA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4184205610"/>
                  </a:ext>
                </a:extLst>
              </a:tr>
              <a:tr h="9144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900" b="0" i="0" u="none" strike="noStrike" cap="none" spc="0" baseline="0" dirty="0">
                          <a:solidFill>
                            <a:schemeClr val="accent6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AWX ORCHESTRATOR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334154720"/>
                  </a:ext>
                </a:extLst>
              </a:tr>
              <a:tr h="9144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900" b="0" i="0" u="none" strike="noStrike" cap="none" spc="0" baseline="0" dirty="0">
                          <a:solidFill>
                            <a:schemeClr val="accent6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WAZUH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4251257796"/>
                  </a:ext>
                </a:extLst>
              </a:tr>
              <a:tr h="9144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900" b="0" i="0" u="none" strike="noStrike" cap="none" spc="0" baseline="0">
                          <a:solidFill>
                            <a:schemeClr val="accent6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PORTAL DSS OI FIBRA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820391549"/>
                  </a:ext>
                </a:extLst>
              </a:tr>
              <a:tr h="9144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900" b="0" i="0" u="none" strike="noStrike" cap="none" spc="0" baseline="0">
                          <a:solidFill>
                            <a:schemeClr val="accent6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REDMINE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896924905"/>
                  </a:ext>
                </a:extLst>
              </a:tr>
              <a:tr h="9144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900" b="0" i="0" u="none" strike="noStrike" cap="none" spc="0" baseline="0" dirty="0">
                          <a:solidFill>
                            <a:schemeClr val="accent6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CENTREON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983859654"/>
                  </a:ext>
                </a:extLst>
              </a:tr>
              <a:tr h="9144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900" b="0" i="0" u="none" strike="noStrike" cap="none" spc="0" baseline="0">
                          <a:solidFill>
                            <a:schemeClr val="accent6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BLOCK ANALYSER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4152128114"/>
                  </a:ext>
                </a:extLst>
              </a:tr>
              <a:tr h="9144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900" b="0" i="0" u="none" strike="noStrike" cap="none" spc="0" baseline="0" dirty="0">
                          <a:solidFill>
                            <a:schemeClr val="accent6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BLOCKBIT MANAGER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936521039"/>
                  </a:ext>
                </a:extLst>
              </a:tr>
              <a:tr h="9144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900" b="0" i="0" u="none" strike="noStrike" cap="none" spc="0" baseline="0">
                          <a:solidFill>
                            <a:schemeClr val="accent6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MERAKI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261729671"/>
                  </a:ext>
                </a:extLst>
              </a:tr>
              <a:tr h="9144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900" b="0" i="0" u="none" strike="noStrike" cap="none" spc="0" baseline="0" dirty="0">
                          <a:solidFill>
                            <a:schemeClr val="accent6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AKER MONITORING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012188771"/>
                  </a:ext>
                </a:extLst>
              </a:tr>
              <a:tr h="9144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900" b="0" i="0" u="none" strike="noStrike" cap="none" spc="0" baseline="0">
                          <a:solidFill>
                            <a:schemeClr val="accent6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FORTINET ANALYZER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694428427"/>
                  </a:ext>
                </a:extLst>
              </a:tr>
              <a:tr h="9144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900" b="0" i="0" u="none" strike="noStrike" cap="none" spc="0" baseline="0" dirty="0">
                          <a:solidFill>
                            <a:schemeClr val="accent6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FORTINET MANAGER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3265982194"/>
                  </a:ext>
                </a:extLst>
              </a:tr>
              <a:tr h="9144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900" b="0" i="0" u="none" strike="noStrike" cap="none" spc="0" baseline="0">
                          <a:solidFill>
                            <a:schemeClr val="accent6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PRTG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317642825"/>
                  </a:ext>
                </a:extLst>
              </a:tr>
              <a:tr h="9144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900" b="0" i="0" u="none" strike="noStrike" cap="none" spc="0" baseline="0">
                          <a:solidFill>
                            <a:schemeClr val="accent6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(OI R2) TSM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3463895288"/>
                  </a:ext>
                </a:extLst>
              </a:tr>
              <a:tr h="9144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900" b="0" i="0" u="none" strike="noStrike" cap="none" spc="0" baseline="0" dirty="0">
                          <a:solidFill>
                            <a:schemeClr val="accent6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CARBON BLACK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889494956"/>
                  </a:ext>
                </a:extLst>
              </a:tr>
              <a:tr h="9144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900" b="0" i="0" u="none" strike="noStrike" cap="none" spc="0" baseline="0">
                          <a:solidFill>
                            <a:schemeClr val="accent6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BOTGMIC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3252153215"/>
                  </a:ext>
                </a:extLst>
              </a:tr>
              <a:tr h="9144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900" b="0" i="0" u="none" strike="noStrike" cap="none" spc="0" baseline="0" dirty="0">
                          <a:solidFill>
                            <a:schemeClr val="accent6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SIEM ELK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3731983420"/>
                  </a:ext>
                </a:extLst>
              </a:tr>
              <a:tr h="9144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900" b="0" i="0" u="none" strike="noStrike" cap="none" spc="0" baseline="0">
                          <a:solidFill>
                            <a:schemeClr val="accent6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SCOPS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3504372431"/>
                  </a:ext>
                </a:extLst>
              </a:tr>
              <a:tr h="9144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900" b="0" i="0" u="none" strike="noStrike" cap="none" spc="0" baseline="0">
                          <a:solidFill>
                            <a:schemeClr val="accent6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NESSUS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4181654476"/>
                  </a:ext>
                </a:extLst>
              </a:tr>
              <a:tr h="9144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900" b="0" i="0" u="none" strike="noStrike" cap="none" spc="0" baseline="0" dirty="0">
                          <a:solidFill>
                            <a:schemeClr val="accent6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ARCHER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536717029"/>
                  </a:ext>
                </a:extLst>
              </a:tr>
              <a:tr h="9144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900" b="0" i="0" u="none" strike="noStrike" cap="none" spc="0" baseline="0">
                          <a:solidFill>
                            <a:schemeClr val="accent6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VAS - SENHA ÚNICA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3426506351"/>
                  </a:ext>
                </a:extLst>
              </a:tr>
              <a:tr h="9144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900" b="0" i="0" u="none" strike="noStrike" cap="none" spc="0" baseline="0">
                          <a:solidFill>
                            <a:schemeClr val="accent6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SOC360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252902714"/>
                  </a:ext>
                </a:extLst>
              </a:tr>
              <a:tr h="9144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900" b="0" i="0" u="none" strike="noStrike" cap="none" spc="0" baseline="0" dirty="0">
                          <a:solidFill>
                            <a:schemeClr val="accent6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TNCDSIC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329042763"/>
                  </a:ext>
                </a:extLst>
              </a:tr>
              <a:tr h="9144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900" b="0" i="0" u="none" strike="noStrike" cap="none" spc="0" baseline="0">
                          <a:solidFill>
                            <a:schemeClr val="accent6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PORTALDSIC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468236530"/>
                  </a:ext>
                </a:extLst>
              </a:tr>
              <a:tr h="9144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900" b="0" i="0" u="none" strike="noStrike" cap="none" spc="0" baseline="0">
                          <a:solidFill>
                            <a:schemeClr val="accent6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PORTAL DE AUTENTICACAO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4264856220"/>
                  </a:ext>
                </a:extLst>
              </a:tr>
              <a:tr h="9144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900" b="0" i="0" u="none" strike="noStrike" cap="none" spc="0" baseline="0">
                          <a:solidFill>
                            <a:schemeClr val="accent6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XRY-SOLO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605119175"/>
                  </a:ext>
                </a:extLst>
              </a:tr>
              <a:tr h="9144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900" b="0" i="0" u="none" strike="noStrike" cap="none" spc="0" baseline="0" dirty="0">
                          <a:solidFill>
                            <a:schemeClr val="accent6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TUFIN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596160224"/>
                  </a:ext>
                </a:extLst>
              </a:tr>
              <a:tr h="9144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900" b="0" i="0" u="none" strike="noStrike" cap="none" spc="0" baseline="0">
                          <a:solidFill>
                            <a:schemeClr val="accent6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DLP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913318020"/>
                  </a:ext>
                </a:extLst>
              </a:tr>
              <a:tr h="9144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900" b="0" i="0" u="none" strike="noStrike" cap="none" spc="0" baseline="0">
                          <a:solidFill>
                            <a:schemeClr val="accent6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CA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988614808"/>
                  </a:ext>
                </a:extLst>
              </a:tr>
              <a:tr h="9144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900" b="0" i="0" u="none" strike="noStrike" cap="none" spc="0" baseline="0" dirty="0">
                          <a:solidFill>
                            <a:schemeClr val="accent6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CONTROL-D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330249926"/>
                  </a:ext>
                </a:extLst>
              </a:tr>
              <a:tr h="9144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900" b="0" i="0" u="none" strike="noStrike" cap="none" spc="0" baseline="0">
                          <a:solidFill>
                            <a:schemeClr val="accent6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PGP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672347416"/>
                  </a:ext>
                </a:extLst>
              </a:tr>
              <a:tr h="9144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900" b="0" i="0" u="none" strike="noStrike" cap="none" spc="0" baseline="0">
                          <a:solidFill>
                            <a:schemeClr val="accent6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SBD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3436057989"/>
                  </a:ext>
                </a:extLst>
              </a:tr>
              <a:tr h="9144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900" b="0" i="0" u="none" strike="noStrike" cap="none" spc="0" baseline="0">
                          <a:solidFill>
                            <a:schemeClr val="accent6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PORTAL POOL DE DISCO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682652187"/>
                  </a:ext>
                </a:extLst>
              </a:tr>
              <a:tr h="9144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900" b="0" i="0" u="none" strike="noStrike" cap="none" spc="0" baseline="0" dirty="0">
                          <a:solidFill>
                            <a:schemeClr val="accent6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CONTROLEPROD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3399935336"/>
                  </a:ext>
                </a:extLst>
              </a:tr>
              <a:tr h="9144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900" b="0" i="0" u="none" strike="noStrike" cap="none" spc="0" baseline="0" dirty="0">
                          <a:solidFill>
                            <a:schemeClr val="accent6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CONTROLADORA REGATTAS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3839193942"/>
                  </a:ext>
                </a:extLst>
              </a:tr>
              <a:tr h="9144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900" b="0" i="0" u="none" strike="noStrike" cap="none" spc="0" baseline="0" dirty="0">
                          <a:solidFill>
                            <a:schemeClr val="accent6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PREDICT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399086800"/>
                  </a:ext>
                </a:extLst>
              </a:tr>
            </a:tbl>
          </a:graphicData>
        </a:graphic>
      </p:graphicFrame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07CD2955-F33E-A0AD-529C-459FAB12009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25987690"/>
              </p:ext>
            </p:extLst>
          </p:nvPr>
        </p:nvGraphicFramePr>
        <p:xfrm>
          <a:off x="2902319" y="980333"/>
          <a:ext cx="1645920" cy="547116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645920">
                  <a:extLst>
                    <a:ext uri="{9D8B030D-6E8A-4147-A177-3AD203B41FA5}">
                      <a16:colId xmlns:a16="http://schemas.microsoft.com/office/drawing/2014/main" val="258522693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1100" b="1" i="0" u="none" strike="noStrike" cap="none" spc="0" baseline="0" dirty="0">
                          <a:solidFill>
                            <a:schemeClr val="bg1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SISTEMA</a:t>
                      </a:r>
                    </a:p>
                  </a:txBody>
                  <a:tcPr marL="0" marR="0" marT="0" marB="0" anchor="b">
                    <a:solidFill>
                      <a:srgbClr val="00760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645626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/>
                      <a:r>
                        <a:rPr lang="pt-BR" sz="900" b="0" i="0" u="none" strike="noStrike" cap="none" spc="0" baseline="0" dirty="0">
                          <a:solidFill>
                            <a:schemeClr val="accent6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NAM</a:t>
                      </a:r>
                    </a:p>
                  </a:txBody>
                  <a:tcPr marL="0" marR="0" marT="0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3003217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/>
                      <a:r>
                        <a:rPr lang="pt-BR" sz="900" b="0" i="0" u="none" strike="noStrike" cap="none" spc="0" baseline="0" dirty="0">
                          <a:solidFill>
                            <a:schemeClr val="accent6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AUTORIZADOS</a:t>
                      </a:r>
                    </a:p>
                  </a:txBody>
                  <a:tcPr marL="0" marR="0" marT="0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867570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/>
                      <a:r>
                        <a:rPr lang="pt-BR" sz="900" b="0" i="0" u="none" strike="noStrike" cap="none" spc="0" baseline="0" dirty="0">
                          <a:solidFill>
                            <a:schemeClr val="accent6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VERIATO CEREBRAL IN CLOUD</a:t>
                      </a:r>
                    </a:p>
                  </a:txBody>
                  <a:tcPr marL="0" marR="0" marT="0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544601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/>
                      <a:r>
                        <a:rPr lang="pt-BR" sz="900" b="0" i="0" u="none" strike="noStrike" cap="none" spc="0" baseline="0" dirty="0">
                          <a:solidFill>
                            <a:schemeClr val="accent6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Microsoft Win Enterprise E3</a:t>
                      </a:r>
                    </a:p>
                  </a:txBody>
                  <a:tcPr marL="0" marR="0" marT="0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8979534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/>
                      <a:r>
                        <a:rPr lang="pt-BR" sz="900" b="0" i="0" u="none" strike="noStrike" cap="none" spc="0" baseline="0" dirty="0">
                          <a:solidFill>
                            <a:schemeClr val="accent6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CITRIX</a:t>
                      </a:r>
                    </a:p>
                  </a:txBody>
                  <a:tcPr marL="0" marR="0" marT="0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1661346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/>
                      <a:r>
                        <a:rPr lang="pt-BR" sz="900" b="0" i="0" u="none" strike="noStrike" cap="none" spc="0" baseline="0" dirty="0">
                          <a:solidFill>
                            <a:schemeClr val="accent6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CONNECT DIRECT</a:t>
                      </a:r>
                    </a:p>
                  </a:txBody>
                  <a:tcPr marL="0" marR="0" marT="0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730731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/>
                      <a:r>
                        <a:rPr lang="pt-BR" sz="900" b="0" i="0" u="none" strike="noStrike" cap="none" spc="0" baseline="0" dirty="0">
                          <a:solidFill>
                            <a:schemeClr val="accent6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Microsoft Mobility  +  Security E3</a:t>
                      </a:r>
                    </a:p>
                  </a:txBody>
                  <a:tcPr marL="0" marR="0" marT="0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731006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/>
                      <a:r>
                        <a:rPr lang="pt-BR" sz="900" b="0" i="0" u="none" strike="noStrike" cap="none" spc="0" baseline="0" dirty="0">
                          <a:solidFill>
                            <a:schemeClr val="accent6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IPS - INTRUSION PREVENTION SYSTEM</a:t>
                      </a:r>
                    </a:p>
                  </a:txBody>
                  <a:tcPr marL="0" marR="0" marT="0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2189394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/>
                      <a:r>
                        <a:rPr lang="pt-BR" sz="900" b="0" i="0" u="none" strike="noStrike" cap="none" spc="0" baseline="0" dirty="0">
                          <a:solidFill>
                            <a:schemeClr val="accent6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QRADAR</a:t>
                      </a:r>
                    </a:p>
                  </a:txBody>
                  <a:tcPr marL="0" marR="0" marT="0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9151547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/>
                      <a:r>
                        <a:rPr lang="pt-BR" sz="900" b="0" i="0" u="none" strike="noStrike" cap="none" spc="0" baseline="0" dirty="0">
                          <a:solidFill>
                            <a:schemeClr val="accent6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E-MAIL SECURITY APPLIANCE (ESA)</a:t>
                      </a:r>
                    </a:p>
                  </a:txBody>
                  <a:tcPr marL="0" marR="0" marT="0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55977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/>
                      <a:r>
                        <a:rPr lang="pt-BR" sz="900" b="0" i="0" u="none" strike="noStrike" cap="none" spc="0" baseline="0" dirty="0">
                          <a:solidFill>
                            <a:schemeClr val="accent6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GESTÃO DE SENHAS - DELINEA</a:t>
                      </a:r>
                    </a:p>
                  </a:txBody>
                  <a:tcPr marL="0" marR="0" marT="0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768083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/>
                      <a:r>
                        <a:rPr lang="pt-BR" sz="900" b="0" i="0" u="none" strike="noStrike" cap="none" spc="0" baseline="0" dirty="0">
                          <a:solidFill>
                            <a:schemeClr val="accent6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GESTÃO DE VULNERABILIDADE TENABLE</a:t>
                      </a:r>
                    </a:p>
                  </a:txBody>
                  <a:tcPr marL="0" marR="0" marT="0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4532054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/>
                      <a:r>
                        <a:rPr lang="pt-BR" sz="900" b="0" i="0" u="none" strike="noStrike" cap="none" spc="0" baseline="0" dirty="0">
                          <a:solidFill>
                            <a:schemeClr val="accent6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GESTÃO DE ACESSOS</a:t>
                      </a:r>
                    </a:p>
                  </a:txBody>
                  <a:tcPr marL="0" marR="0" marT="0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97484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/>
                      <a:r>
                        <a:rPr lang="pt-BR" sz="900" b="0" i="0" u="none" strike="noStrike" cap="none" spc="0" baseline="0" dirty="0">
                          <a:solidFill>
                            <a:schemeClr val="accent6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LOGWATCH</a:t>
                      </a:r>
                    </a:p>
                  </a:txBody>
                  <a:tcPr marL="0" marR="0" marT="0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217494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/>
                      <a:r>
                        <a:rPr lang="pt-BR" sz="900" b="0" i="0" u="none" strike="noStrike" cap="none" spc="0" baseline="0" dirty="0">
                          <a:solidFill>
                            <a:schemeClr val="accent6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EDIR</a:t>
                      </a:r>
                    </a:p>
                  </a:txBody>
                  <a:tcPr marL="0" marR="0" marT="0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4982446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/>
                      <a:r>
                        <a:rPr lang="pt-BR" sz="900" b="0" i="0" u="none" strike="noStrike" cap="none" spc="0" baseline="0" dirty="0">
                          <a:solidFill>
                            <a:schemeClr val="accent6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OI LEGAL</a:t>
                      </a:r>
                    </a:p>
                  </a:txBody>
                  <a:tcPr marL="0" marR="0" marT="0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0244355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/>
                      <a:r>
                        <a:rPr lang="pt-BR" sz="900" b="0" i="0" u="none" strike="noStrike" cap="none" spc="0" baseline="0" dirty="0">
                          <a:solidFill>
                            <a:schemeClr val="accent6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EDR- FALCON CROWDSTRIKE</a:t>
                      </a:r>
                    </a:p>
                  </a:txBody>
                  <a:tcPr marL="0" marR="0" marT="0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1291618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/>
                      <a:r>
                        <a:rPr lang="pt-BR" sz="900" b="0" i="0" u="none" strike="noStrike" cap="none" spc="0" baseline="0" dirty="0">
                          <a:solidFill>
                            <a:schemeClr val="accent6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PELICAN</a:t>
                      </a:r>
                    </a:p>
                  </a:txBody>
                  <a:tcPr marL="0" marR="0" marT="0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250263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/>
                      <a:r>
                        <a:rPr lang="pt-BR" sz="900" b="0" i="0" u="none" strike="noStrike" cap="none" spc="0" baseline="0" dirty="0">
                          <a:solidFill>
                            <a:schemeClr val="accent6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MONITORACAO JENKINS SRE</a:t>
                      </a:r>
                    </a:p>
                  </a:txBody>
                  <a:tcPr marL="0" marR="0" marT="0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639011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/>
                      <a:r>
                        <a:rPr lang="pt-BR" sz="900" b="0" i="0" u="none" strike="noStrike" cap="none" spc="0" baseline="0" dirty="0">
                          <a:solidFill>
                            <a:schemeClr val="accent6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MONITORACAO RANCHER</a:t>
                      </a:r>
                    </a:p>
                  </a:txBody>
                  <a:tcPr marL="0" marR="0" marT="0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023222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/>
                      <a:r>
                        <a:rPr lang="pt-BR" sz="900" b="0" i="0" u="none" strike="noStrike" cap="none" spc="0" baseline="0" dirty="0">
                          <a:solidFill>
                            <a:schemeClr val="accent6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REVACESS</a:t>
                      </a:r>
                    </a:p>
                  </a:txBody>
                  <a:tcPr marL="0" marR="0" marT="0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9190496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/>
                      <a:r>
                        <a:rPr lang="pt-BR" sz="900" b="0" i="0" u="none" strike="noStrike" cap="none" spc="0" baseline="0" dirty="0">
                          <a:solidFill>
                            <a:schemeClr val="accent6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PASSAPORTE OI</a:t>
                      </a:r>
                    </a:p>
                  </a:txBody>
                  <a:tcPr marL="0" marR="0" marT="0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072185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/>
                      <a:r>
                        <a:rPr lang="pt-BR" sz="900" b="0" i="0" u="none" strike="noStrike" cap="none" spc="0" baseline="0" dirty="0">
                          <a:solidFill>
                            <a:schemeClr val="accent6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WSUS</a:t>
                      </a:r>
                    </a:p>
                  </a:txBody>
                  <a:tcPr marL="0" marR="0" marT="0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307588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/>
                      <a:r>
                        <a:rPr lang="pt-BR" sz="900" b="0" i="0" u="none" strike="noStrike" cap="none" spc="0" baseline="0" dirty="0">
                          <a:solidFill>
                            <a:schemeClr val="accent6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EPIMETEU</a:t>
                      </a:r>
                    </a:p>
                  </a:txBody>
                  <a:tcPr marL="0" marR="0" marT="0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510607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/>
                      <a:r>
                        <a:rPr lang="pt-BR" sz="900" b="0" i="0" u="none" strike="noStrike" cap="none" spc="0" baseline="0" dirty="0">
                          <a:solidFill>
                            <a:schemeClr val="accent6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GESTAO DE IDENTIDADE DIGITAL</a:t>
                      </a:r>
                    </a:p>
                  </a:txBody>
                  <a:tcPr marL="0" marR="0" marT="0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5741221"/>
                  </a:ext>
                </a:extLst>
              </a:tr>
            </a:tbl>
          </a:graphicData>
        </a:graphic>
      </p:graphicFrame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D06130AC-0E67-1841-8157-0B852E6979E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20996458"/>
              </p:ext>
            </p:extLst>
          </p:nvPr>
        </p:nvGraphicFramePr>
        <p:xfrm>
          <a:off x="4636156" y="980333"/>
          <a:ext cx="1645920" cy="547116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645920">
                  <a:extLst>
                    <a:ext uri="{9D8B030D-6E8A-4147-A177-3AD203B41FA5}">
                      <a16:colId xmlns:a16="http://schemas.microsoft.com/office/drawing/2014/main" val="258522693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1100" b="1" i="0" u="none" strike="noStrike" cap="none" spc="0" baseline="0" dirty="0">
                          <a:solidFill>
                            <a:schemeClr val="bg1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SISTEMA</a:t>
                      </a:r>
                    </a:p>
                  </a:txBody>
                  <a:tcPr marL="0" marR="0" marT="0" marB="0" anchor="b">
                    <a:solidFill>
                      <a:srgbClr val="00760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645626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900" b="0" i="0" u="none" strike="noStrike" cap="none" spc="0" baseline="0" dirty="0">
                          <a:solidFill>
                            <a:schemeClr val="accent6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ELK - MONITORACAO</a:t>
                      </a:r>
                    </a:p>
                  </a:txBody>
                  <a:tcPr marL="0" marR="0" marT="0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3003217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900" b="0" i="0" u="none" strike="noStrike" cap="none" spc="0" baseline="0" dirty="0">
                          <a:solidFill>
                            <a:schemeClr val="accent6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CMDB</a:t>
                      </a:r>
                    </a:p>
                  </a:txBody>
                  <a:tcPr marL="0" marR="0" marT="0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867570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900" b="0" i="0" u="none" strike="noStrike" cap="none" spc="0" baseline="0" dirty="0">
                          <a:solidFill>
                            <a:schemeClr val="accent6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TRANSFER_CFT</a:t>
                      </a:r>
                    </a:p>
                  </a:txBody>
                  <a:tcPr marL="0" marR="0" marT="0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544601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900" b="0" i="0" u="none" strike="noStrike" cap="none" spc="0" baseline="0" dirty="0">
                          <a:solidFill>
                            <a:schemeClr val="accent6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CONTROLE DE CONTEUDO</a:t>
                      </a:r>
                    </a:p>
                  </a:txBody>
                  <a:tcPr marL="0" marR="0" marT="0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8979534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900" b="0" i="0" u="none" strike="noStrike" cap="none" spc="0" baseline="0" dirty="0">
                          <a:solidFill>
                            <a:schemeClr val="accent6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CONTROL-M</a:t>
                      </a:r>
                    </a:p>
                  </a:txBody>
                  <a:tcPr marL="0" marR="0" marT="0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1661346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900" b="0" i="0" u="none" strike="noStrike" cap="none" spc="0" baseline="0" dirty="0">
                          <a:solidFill>
                            <a:schemeClr val="accent6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DNS</a:t>
                      </a:r>
                    </a:p>
                  </a:txBody>
                  <a:tcPr marL="0" marR="0" marT="0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730731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900" b="0" i="0" u="none" strike="noStrike" cap="none" spc="0" baseline="0" dirty="0">
                          <a:solidFill>
                            <a:schemeClr val="accent6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EXCHANGE CORPORATIVO</a:t>
                      </a:r>
                    </a:p>
                  </a:txBody>
                  <a:tcPr marL="0" marR="0" marT="0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731006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900" b="0" i="0" u="none" strike="noStrike" cap="none" spc="0" baseline="0" dirty="0">
                          <a:solidFill>
                            <a:schemeClr val="accent6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FILE SERVER</a:t>
                      </a:r>
                    </a:p>
                  </a:txBody>
                  <a:tcPr marL="0" marR="0" marT="0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2189394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900" b="0" i="0" u="none" strike="noStrike" cap="none" spc="0" baseline="0" dirty="0">
                          <a:solidFill>
                            <a:schemeClr val="accent6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FTP</a:t>
                      </a:r>
                    </a:p>
                  </a:txBody>
                  <a:tcPr marL="0" marR="0" marT="0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9151547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900" b="0" i="0" u="none" strike="noStrike" cap="none" spc="0" baseline="0" dirty="0">
                          <a:solidFill>
                            <a:schemeClr val="accent6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NETBACKUP</a:t>
                      </a:r>
                    </a:p>
                  </a:txBody>
                  <a:tcPr marL="0" marR="0" marT="0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55977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900" b="0" i="0" u="none" strike="noStrike" cap="none" spc="0" baseline="0" dirty="0">
                          <a:solidFill>
                            <a:schemeClr val="accent6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REDE CORPORATIVA</a:t>
                      </a:r>
                    </a:p>
                  </a:txBody>
                  <a:tcPr marL="0" marR="0" marT="0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768083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900" b="0" i="0" u="none" strike="noStrike" cap="none" spc="0" baseline="0" dirty="0">
                          <a:solidFill>
                            <a:schemeClr val="accent6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SERVIDOR NTP</a:t>
                      </a:r>
                    </a:p>
                  </a:txBody>
                  <a:tcPr marL="0" marR="0" marT="0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4532054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900" b="0" i="0" u="none" strike="noStrike" cap="none" spc="0" baseline="0" dirty="0">
                          <a:solidFill>
                            <a:schemeClr val="accent6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VPN</a:t>
                      </a:r>
                    </a:p>
                  </a:txBody>
                  <a:tcPr marL="0" marR="0" marT="0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8773838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900" b="0" i="0" u="none" strike="noStrike" cap="none" spc="0" baseline="0" dirty="0">
                          <a:solidFill>
                            <a:schemeClr val="accent6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WIFI</a:t>
                      </a:r>
                    </a:p>
                  </a:txBody>
                  <a:tcPr marL="0" marR="0" marT="0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825357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900" b="0" i="0" u="none" strike="noStrike" cap="none" spc="0" baseline="0" dirty="0">
                          <a:solidFill>
                            <a:schemeClr val="accent6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MICROSOFT SYSTEM CENTER</a:t>
                      </a:r>
                    </a:p>
                  </a:txBody>
                  <a:tcPr marL="0" marR="0" marT="0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5384008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900" b="0" i="0" u="none" strike="noStrike" cap="none" spc="0" baseline="0" dirty="0">
                          <a:solidFill>
                            <a:schemeClr val="accent6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SERVIDOR DE IMPRESSÃO</a:t>
                      </a:r>
                    </a:p>
                  </a:txBody>
                  <a:tcPr marL="0" marR="0" marT="0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936287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900" b="0" i="0" u="none" strike="noStrike" cap="none" spc="0" baseline="0" dirty="0">
                          <a:solidFill>
                            <a:schemeClr val="accent6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UNIX WEB</a:t>
                      </a:r>
                    </a:p>
                  </a:txBody>
                  <a:tcPr marL="0" marR="0" marT="0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3525205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900" b="0" i="0" u="none" strike="noStrike" cap="none" spc="0" baseline="0" dirty="0">
                          <a:solidFill>
                            <a:schemeClr val="accent6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VIO-P5</a:t>
                      </a:r>
                    </a:p>
                  </a:txBody>
                  <a:tcPr marL="0" marR="0" marT="0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175195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900" b="0" i="0" u="none" strike="noStrike" cap="none" spc="0" baseline="0" dirty="0">
                          <a:solidFill>
                            <a:schemeClr val="accent6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VIRTUALIZADOR VMWARE</a:t>
                      </a:r>
                    </a:p>
                  </a:txBody>
                  <a:tcPr marL="0" marR="0" marT="0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9935045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900" b="0" i="0" u="none" strike="noStrike" cap="none" spc="0" baseline="0" dirty="0">
                          <a:solidFill>
                            <a:schemeClr val="accent6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SCCM - ESTACÕES</a:t>
                      </a:r>
                    </a:p>
                  </a:txBody>
                  <a:tcPr marL="0" marR="0" marT="0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686680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900" b="0" i="0" u="none" strike="noStrike" cap="none" spc="0" baseline="0" dirty="0">
                          <a:solidFill>
                            <a:schemeClr val="accent6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7IP</a:t>
                      </a:r>
                    </a:p>
                  </a:txBody>
                  <a:tcPr marL="0" marR="0" marT="0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562354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900" b="0" i="0" u="none" strike="noStrike" cap="none" spc="0" baseline="0" dirty="0">
                          <a:solidFill>
                            <a:schemeClr val="accent6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MICROSOFT TEAMS</a:t>
                      </a:r>
                    </a:p>
                  </a:txBody>
                  <a:tcPr marL="0" marR="0" marT="0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903398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900" b="0" i="0" u="none" strike="noStrike" cap="none" spc="0" baseline="0" dirty="0">
                          <a:solidFill>
                            <a:schemeClr val="accent6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CALL HOME</a:t>
                      </a:r>
                    </a:p>
                  </a:txBody>
                  <a:tcPr marL="0" marR="0" marT="0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678599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900" b="0" i="0" u="none" strike="noStrike" cap="none" spc="0" baseline="0" dirty="0">
                          <a:solidFill>
                            <a:schemeClr val="accent6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PORTAL DE TRATAMENTO DE ERROS</a:t>
                      </a:r>
                    </a:p>
                  </a:txBody>
                  <a:tcPr marL="0" marR="0" marT="0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292996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900" b="0" i="0" u="none" strike="noStrike" cap="none" spc="0" baseline="0" dirty="0">
                          <a:solidFill>
                            <a:schemeClr val="accent6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OSS-ELK</a:t>
                      </a:r>
                    </a:p>
                  </a:txBody>
                  <a:tcPr marL="0" marR="0" marT="0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8067118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900" b="0" i="0" u="none" strike="noStrike" cap="none" spc="0" baseline="0" dirty="0">
                          <a:solidFill>
                            <a:schemeClr val="accent6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AZURE IT CORE</a:t>
                      </a:r>
                    </a:p>
                  </a:txBody>
                  <a:tcPr marL="0" marR="0" marT="0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2166006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900" b="0" i="0" u="none" strike="noStrike" cap="none" spc="0" baseline="0" dirty="0">
                          <a:solidFill>
                            <a:schemeClr val="accent6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DCFM</a:t>
                      </a:r>
                    </a:p>
                  </a:txBody>
                  <a:tcPr marL="0" marR="0" marT="0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486464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900" b="0" i="0" u="none" strike="noStrike" cap="none" spc="0" baseline="0" dirty="0">
                          <a:solidFill>
                            <a:schemeClr val="accent6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SEGURANÇA PREVENÇÃO</a:t>
                      </a:r>
                    </a:p>
                  </a:txBody>
                  <a:tcPr marL="0" marR="0" marT="0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9891383"/>
                  </a:ext>
                </a:extLst>
              </a:tr>
            </a:tbl>
          </a:graphicData>
        </a:graphic>
      </p:graphicFrame>
      <p:graphicFrame>
        <p:nvGraphicFramePr>
          <p:cNvPr id="21" name="Table 20">
            <a:extLst>
              <a:ext uri="{FF2B5EF4-FFF2-40B4-BE49-F238E27FC236}">
                <a16:creationId xmlns:a16="http://schemas.microsoft.com/office/drawing/2014/main" id="{F6C5CA0A-21F1-F431-C07B-E0EF5830973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54246007"/>
              </p:ext>
            </p:extLst>
          </p:nvPr>
        </p:nvGraphicFramePr>
        <p:xfrm>
          <a:off x="10248556" y="980333"/>
          <a:ext cx="1737360" cy="565404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737360">
                  <a:extLst>
                    <a:ext uri="{9D8B030D-6E8A-4147-A177-3AD203B41FA5}">
                      <a16:colId xmlns:a16="http://schemas.microsoft.com/office/drawing/2014/main" val="258522693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1100" b="1" i="0" u="none" strike="noStrike" cap="none" spc="0" baseline="0" dirty="0">
                          <a:solidFill>
                            <a:schemeClr val="bg1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SISTEMA</a:t>
                      </a:r>
                    </a:p>
                  </a:txBody>
                  <a:tcPr marL="0" marR="0" marT="0" marB="0" anchor="b">
                    <a:solidFill>
                      <a:srgbClr val="00760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645626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900" b="0" i="0" u="none" strike="noStrike" cap="none" spc="0" baseline="0" dirty="0">
                          <a:solidFill>
                            <a:schemeClr val="accent6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CLOUDERA-CDP</a:t>
                      </a:r>
                    </a:p>
                  </a:txBody>
                  <a:tcPr marL="0" marR="0" marT="0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3003217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900" b="0" i="0" u="none" strike="noStrike" cap="none" spc="0" baseline="0" dirty="0">
                          <a:solidFill>
                            <a:schemeClr val="accent6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VONIX</a:t>
                      </a:r>
                    </a:p>
                  </a:txBody>
                  <a:tcPr marL="0" marR="0" marT="0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867570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900" b="0" i="0" u="none" strike="noStrike" cap="none" spc="0" baseline="0" dirty="0">
                          <a:solidFill>
                            <a:schemeClr val="accent6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SOLVER OTIMIZACAO</a:t>
                      </a:r>
                    </a:p>
                  </a:txBody>
                  <a:tcPr marL="0" marR="0" marT="0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544601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900" b="0" i="0" u="none" strike="noStrike" cap="none" spc="0" baseline="0" dirty="0">
                          <a:solidFill>
                            <a:schemeClr val="accent6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CONSOLE AZURE</a:t>
                      </a:r>
                    </a:p>
                  </a:txBody>
                  <a:tcPr marL="0" marR="0" marT="0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8979534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900" b="0" i="0" u="none" strike="noStrike" cap="none" spc="0" baseline="0">
                          <a:solidFill>
                            <a:schemeClr val="accent6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ARTIFACTORY</a:t>
                      </a:r>
                    </a:p>
                  </a:txBody>
                  <a:tcPr marL="0" marR="0" marT="0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1661346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900" b="0" i="0" u="none" strike="noStrike" cap="none" spc="0" baseline="0" dirty="0">
                          <a:solidFill>
                            <a:schemeClr val="accent6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SHIELD</a:t>
                      </a:r>
                    </a:p>
                  </a:txBody>
                  <a:tcPr marL="0" marR="0" marT="0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730731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900" b="0" i="0" u="none" strike="noStrike" cap="none" spc="0" baseline="0">
                          <a:solidFill>
                            <a:schemeClr val="accent6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SGAP</a:t>
                      </a:r>
                    </a:p>
                  </a:txBody>
                  <a:tcPr marL="0" marR="0" marT="0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731006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900" b="0" i="0" u="none" strike="noStrike" cap="none" spc="0" baseline="0">
                          <a:solidFill>
                            <a:schemeClr val="accent6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DIGITAHTO</a:t>
                      </a:r>
                    </a:p>
                  </a:txBody>
                  <a:tcPr marL="0" marR="0" marT="0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2189394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900" b="0" i="0" u="none" strike="noStrike" cap="none" spc="0" baseline="0" dirty="0">
                          <a:solidFill>
                            <a:schemeClr val="accent6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TOOLBOX</a:t>
                      </a:r>
                    </a:p>
                  </a:txBody>
                  <a:tcPr marL="0" marR="0" marT="0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9151547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900" b="0" i="0" u="none" strike="noStrike" cap="none" spc="0" baseline="0">
                          <a:solidFill>
                            <a:schemeClr val="accent6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PREDATOR</a:t>
                      </a:r>
                    </a:p>
                  </a:txBody>
                  <a:tcPr marL="0" marR="0" marT="0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55977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900" b="0" i="0" u="none" strike="noStrike" cap="none" spc="0" baseline="0" dirty="0">
                          <a:solidFill>
                            <a:schemeClr val="accent6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AUTOMAÇÃO CRM</a:t>
                      </a:r>
                    </a:p>
                  </a:txBody>
                  <a:tcPr marL="0" marR="0" marT="0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768083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900" b="0" i="0" u="none" strike="noStrike" cap="none" spc="0" baseline="0">
                          <a:solidFill>
                            <a:schemeClr val="accent6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STK_TAKEUP_FIBRA</a:t>
                      </a:r>
                    </a:p>
                  </a:txBody>
                  <a:tcPr marL="0" marR="0" marT="0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4532054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900" b="0" i="0" u="none" strike="noStrike" cap="none" spc="0" baseline="0" dirty="0">
                          <a:solidFill>
                            <a:schemeClr val="accent6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SGI</a:t>
                      </a:r>
                    </a:p>
                  </a:txBody>
                  <a:tcPr marL="0" marR="0" marT="0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6381665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900" b="0" i="0" u="none" strike="noStrike" cap="none" spc="0" baseline="0" dirty="0">
                          <a:solidFill>
                            <a:schemeClr val="accent6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OPERPLATDIG</a:t>
                      </a:r>
                    </a:p>
                  </a:txBody>
                  <a:tcPr marL="0" marR="0" marT="0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134219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900" b="0" i="0" u="none" strike="noStrike" cap="none" spc="0" baseline="0">
                          <a:solidFill>
                            <a:schemeClr val="accent6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MCMSAVAYA</a:t>
                      </a:r>
                    </a:p>
                  </a:txBody>
                  <a:tcPr marL="0" marR="0" marT="0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010843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900" b="0" i="0" u="none" strike="noStrike" cap="none" spc="0" baseline="0" dirty="0">
                          <a:solidFill>
                            <a:schemeClr val="accent6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POSROUT</a:t>
                      </a:r>
                    </a:p>
                  </a:txBody>
                  <a:tcPr marL="0" marR="0" marT="0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0812376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900" b="0" i="0" u="none" strike="noStrike" cap="none" spc="0" baseline="0">
                          <a:solidFill>
                            <a:schemeClr val="accent6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(OI_INT)CA</a:t>
                      </a:r>
                    </a:p>
                  </a:txBody>
                  <a:tcPr marL="0" marR="0" marT="0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1158057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900" b="0" i="0" u="none" strike="noStrike" cap="none" spc="0" baseline="0" dirty="0">
                          <a:solidFill>
                            <a:schemeClr val="accent6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CCD</a:t>
                      </a:r>
                    </a:p>
                  </a:txBody>
                  <a:tcPr marL="0" marR="0" marT="0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703694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900" b="0" i="0" u="none" strike="noStrike" cap="none" spc="0" baseline="0">
                          <a:solidFill>
                            <a:schemeClr val="accent6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CDH</a:t>
                      </a:r>
                    </a:p>
                  </a:txBody>
                  <a:tcPr marL="0" marR="0" marT="0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3523567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900" b="0" i="0" u="none" strike="noStrike" cap="none" spc="0" baseline="0" dirty="0">
                          <a:solidFill>
                            <a:schemeClr val="accent6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PREV-FRAUDE</a:t>
                      </a:r>
                    </a:p>
                  </a:txBody>
                  <a:tcPr marL="0" marR="0" marT="0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570847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900" b="0" i="0" u="none" strike="noStrike" cap="none" spc="0" baseline="0" dirty="0">
                          <a:solidFill>
                            <a:schemeClr val="accent6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BPA</a:t>
                      </a:r>
                    </a:p>
                  </a:txBody>
                  <a:tcPr marL="0" marR="0" marT="0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0056908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900" b="0" i="0" u="none" strike="noStrike" cap="none" spc="0" baseline="0">
                          <a:solidFill>
                            <a:schemeClr val="accent6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CISCOPRIME</a:t>
                      </a:r>
                    </a:p>
                  </a:txBody>
                  <a:tcPr marL="0" marR="0" marT="0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209661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900" b="0" i="0" u="none" strike="noStrike" cap="none" spc="0" baseline="0">
                          <a:solidFill>
                            <a:schemeClr val="accent6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SALCOM-II</a:t>
                      </a:r>
                    </a:p>
                  </a:txBody>
                  <a:tcPr marL="0" marR="0" marT="0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5138578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900" b="0" i="0" u="none" strike="noStrike" cap="none" spc="0" baseline="0" dirty="0">
                          <a:solidFill>
                            <a:schemeClr val="accent6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PRE ROUTING</a:t>
                      </a:r>
                    </a:p>
                  </a:txBody>
                  <a:tcPr marL="0" marR="0" marT="0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1172246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900" b="0" i="0" u="none" strike="noStrike" cap="none" spc="0" baseline="0" dirty="0">
                          <a:solidFill>
                            <a:schemeClr val="accent6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BCO</a:t>
                      </a:r>
                    </a:p>
                  </a:txBody>
                  <a:tcPr marL="0" marR="0" marT="0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166008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900" b="0" i="0" u="none" strike="noStrike" cap="none" spc="0" baseline="0">
                          <a:solidFill>
                            <a:schemeClr val="accent6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PROTOCOLO</a:t>
                      </a:r>
                    </a:p>
                  </a:txBody>
                  <a:tcPr marL="0" marR="0" marT="0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183685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900" b="0" i="0" u="none" strike="noStrike" cap="none" spc="0" baseline="0" dirty="0">
                          <a:solidFill>
                            <a:schemeClr val="accent6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PORTAL SGS</a:t>
                      </a:r>
                    </a:p>
                  </a:txBody>
                  <a:tcPr marL="0" marR="0" marT="0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443949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900" b="0" i="0" u="none" strike="noStrike" cap="none" spc="0" baseline="0" dirty="0">
                          <a:solidFill>
                            <a:schemeClr val="accent6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ADF</a:t>
                      </a:r>
                    </a:p>
                  </a:txBody>
                  <a:tcPr marL="0" marR="0" marT="0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175321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900" b="0" i="0" u="none" strike="noStrike" cap="none" spc="0" baseline="0" dirty="0">
                          <a:solidFill>
                            <a:schemeClr val="accent6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FIREWALL_CORP_RJ</a:t>
                      </a:r>
                    </a:p>
                  </a:txBody>
                  <a:tcPr marL="0" marR="0" marT="0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4100125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900" b="0" i="0" u="none" strike="noStrike" cap="none" spc="0" baseline="0" dirty="0">
                          <a:solidFill>
                            <a:schemeClr val="accent6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(OI R2) FIREWALL</a:t>
                      </a:r>
                    </a:p>
                  </a:txBody>
                  <a:tcPr marL="0" marR="0" marT="0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9842083"/>
                  </a:ext>
                </a:extLst>
              </a:tr>
            </a:tbl>
          </a:graphicData>
        </a:graphic>
      </p:graphicFrame>
      <p:sp>
        <p:nvSpPr>
          <p:cNvPr id="4" name="Action Button: Go Back or Previous 3">
            <a:hlinkClick r:id="rId3" action="ppaction://hlinksldjump" highlightClick="1"/>
            <a:extLst>
              <a:ext uri="{FF2B5EF4-FFF2-40B4-BE49-F238E27FC236}">
                <a16:creationId xmlns:a16="http://schemas.microsoft.com/office/drawing/2014/main" id="{CDB11CEC-8E57-8468-7A72-0CD2C668B768}"/>
              </a:ext>
            </a:extLst>
          </p:cNvPr>
          <p:cNvSpPr/>
          <p:nvPr/>
        </p:nvSpPr>
        <p:spPr>
          <a:xfrm>
            <a:off x="9819574" y="267483"/>
            <a:ext cx="274320" cy="180000"/>
          </a:xfrm>
          <a:prstGeom prst="actionButtonBackPrevious">
            <a:avLst/>
          </a:prstGeom>
          <a:noFill/>
          <a:ln w="25400" cap="flat">
            <a:solidFill>
              <a:schemeClr val="accent1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pt-BR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A27AF31D-6393-D079-B56C-B57F8922D87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37065900"/>
              </p:ext>
            </p:extLst>
          </p:nvPr>
        </p:nvGraphicFramePr>
        <p:xfrm>
          <a:off x="6356460" y="980333"/>
          <a:ext cx="1645920" cy="537972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645920">
                  <a:extLst>
                    <a:ext uri="{9D8B030D-6E8A-4147-A177-3AD203B41FA5}">
                      <a16:colId xmlns:a16="http://schemas.microsoft.com/office/drawing/2014/main" val="258522693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1100" b="1" i="0" u="none" strike="noStrike" cap="none" spc="0" baseline="0" dirty="0">
                          <a:solidFill>
                            <a:schemeClr val="bg1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SISTEMA</a:t>
                      </a:r>
                    </a:p>
                  </a:txBody>
                  <a:tcPr marL="0" marR="0" marT="0" marB="0" anchor="b">
                    <a:solidFill>
                      <a:srgbClr val="00760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645626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900" b="0" i="0" u="none" strike="noStrike" cap="none" spc="0" baseline="0" dirty="0">
                          <a:solidFill>
                            <a:schemeClr val="accent6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IDENTIDADEOI</a:t>
                      </a:r>
                    </a:p>
                  </a:txBody>
                  <a:tcPr marL="0" marR="0" marT="0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3003217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900" b="0" i="0" u="none" strike="noStrike" cap="none" spc="0" baseline="0" dirty="0">
                          <a:solidFill>
                            <a:schemeClr val="accent6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MASTERDATA</a:t>
                      </a:r>
                    </a:p>
                  </a:txBody>
                  <a:tcPr marL="0" marR="0" marT="0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867570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900" b="0" i="0" u="none" strike="noStrike" cap="none" spc="0" baseline="0" dirty="0">
                          <a:solidFill>
                            <a:schemeClr val="accent6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openshift</a:t>
                      </a:r>
                    </a:p>
                  </a:txBody>
                  <a:tcPr marL="0" marR="0" marT="0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544601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900" b="0" i="0" u="none" strike="noStrike" cap="none" spc="0" baseline="0" dirty="0">
                          <a:solidFill>
                            <a:schemeClr val="accent6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FERRAMENTAS DE APOIO AO SUPORTE WINDOWS</a:t>
                      </a:r>
                    </a:p>
                  </a:txBody>
                  <a:tcPr marL="0" marR="0" marT="0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8979534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900" b="0" i="0" u="none" strike="noStrike" cap="none" spc="0" baseline="0" dirty="0">
                          <a:solidFill>
                            <a:schemeClr val="accent6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CISCOUMBRELLA</a:t>
                      </a:r>
                    </a:p>
                  </a:txBody>
                  <a:tcPr marL="0" marR="0" marT="0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1661346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900" b="0" i="0" u="none" strike="noStrike" cap="none" spc="0" baseline="0" dirty="0">
                          <a:solidFill>
                            <a:schemeClr val="accent6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ACTIVE DIRECTORY</a:t>
                      </a:r>
                    </a:p>
                  </a:txBody>
                  <a:tcPr marL="0" marR="0" marT="0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730731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900" b="0" i="0" u="none" strike="noStrike" cap="none" spc="0" baseline="0" dirty="0">
                          <a:solidFill>
                            <a:schemeClr val="accent6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PORTALOIOGS</a:t>
                      </a:r>
                    </a:p>
                  </a:txBody>
                  <a:tcPr marL="0" marR="0" marT="0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731006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900" b="0" i="0" u="none" strike="noStrike" cap="none" spc="0" baseline="0" dirty="0">
                          <a:solidFill>
                            <a:schemeClr val="accent6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DNSCACHE</a:t>
                      </a:r>
                    </a:p>
                  </a:txBody>
                  <a:tcPr marL="0" marR="0" marT="0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2189394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900" b="0" i="0" u="none" strike="noStrike" cap="none" spc="0" baseline="0" dirty="0">
                          <a:solidFill>
                            <a:schemeClr val="accent6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QUALITY CENTER ALM</a:t>
                      </a:r>
                    </a:p>
                  </a:txBody>
                  <a:tcPr marL="0" marR="0" marT="0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9151547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900" b="0" i="0" u="none" strike="noStrike" cap="none" spc="0" baseline="0" dirty="0">
                          <a:solidFill>
                            <a:schemeClr val="accent6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DIG-SONAR</a:t>
                      </a:r>
                    </a:p>
                  </a:txBody>
                  <a:tcPr marL="0" marR="0" marT="0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55977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900" b="0" i="0" u="none" strike="noStrike" cap="none" spc="0" baseline="0" dirty="0">
                          <a:solidFill>
                            <a:schemeClr val="accent6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DIG-NEXUS</a:t>
                      </a:r>
                    </a:p>
                  </a:txBody>
                  <a:tcPr marL="0" marR="0" marT="0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768083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900" b="0" i="0" u="none" strike="noStrike" cap="none" spc="0" baseline="0" dirty="0">
                          <a:solidFill>
                            <a:schemeClr val="accent6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DIG-GITLAB</a:t>
                      </a:r>
                    </a:p>
                  </a:txBody>
                  <a:tcPr marL="0" marR="0" marT="0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4532054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900" b="0" i="0" u="none" strike="noStrike" cap="none" spc="0" baseline="0" dirty="0">
                          <a:solidFill>
                            <a:schemeClr val="accent6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(OI R2) PATROL</a:t>
                      </a:r>
                    </a:p>
                  </a:txBody>
                  <a:tcPr marL="0" marR="0" marT="0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8773838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900" b="0" i="0" u="none" strike="noStrike" cap="none" spc="0" baseline="0" dirty="0">
                          <a:solidFill>
                            <a:schemeClr val="accent6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PLAT_CICD_DIG</a:t>
                      </a:r>
                    </a:p>
                  </a:txBody>
                  <a:tcPr marL="0" marR="0" marT="0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825357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900" b="0" i="0" u="none" strike="noStrike" cap="none" spc="0" baseline="0" dirty="0">
                          <a:solidFill>
                            <a:schemeClr val="accent6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DIG-ELK</a:t>
                      </a:r>
                    </a:p>
                  </a:txBody>
                  <a:tcPr marL="0" marR="0" marT="0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5384008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900" b="0" i="0" u="none" strike="noStrike" cap="none" spc="0" baseline="0" dirty="0">
                          <a:solidFill>
                            <a:schemeClr val="accent6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TRUESIGHT APPVISIBILITY</a:t>
                      </a:r>
                    </a:p>
                  </a:txBody>
                  <a:tcPr marL="0" marR="0" marT="0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936287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900" b="0" i="0" u="none" strike="noStrike" cap="none" spc="0" baseline="0" dirty="0">
                          <a:solidFill>
                            <a:schemeClr val="accent6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APPGA</a:t>
                      </a:r>
                    </a:p>
                  </a:txBody>
                  <a:tcPr marL="0" marR="0" marT="0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3525205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900" b="0" i="0" u="none" strike="noStrike" cap="none" spc="0" baseline="0" dirty="0">
                          <a:solidFill>
                            <a:schemeClr val="accent6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BDATA-OILEGAL</a:t>
                      </a:r>
                    </a:p>
                  </a:txBody>
                  <a:tcPr marL="0" marR="0" marT="0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175195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900" b="0" i="0" u="none" strike="noStrike" cap="none" spc="0" baseline="0" dirty="0">
                          <a:solidFill>
                            <a:schemeClr val="accent6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CISCO-ISE</a:t>
                      </a:r>
                    </a:p>
                  </a:txBody>
                  <a:tcPr marL="0" marR="0" marT="0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9935045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900" b="0" i="0" u="none" strike="noStrike" cap="none" spc="0" baseline="0" dirty="0">
                          <a:solidFill>
                            <a:schemeClr val="accent6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TRUESIGHT</a:t>
                      </a:r>
                    </a:p>
                  </a:txBody>
                  <a:tcPr marL="0" marR="0" marT="0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686680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900" b="0" i="0" u="none" strike="noStrike" cap="none" spc="0" baseline="0" dirty="0">
                          <a:solidFill>
                            <a:schemeClr val="accent6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EDIRCLIENTE</a:t>
                      </a:r>
                    </a:p>
                  </a:txBody>
                  <a:tcPr marL="0" marR="0" marT="0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562354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900" b="0" i="0" u="none" strike="noStrike" cap="none" spc="0" baseline="0" dirty="0">
                          <a:solidFill>
                            <a:schemeClr val="accent6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ADDM</a:t>
                      </a:r>
                    </a:p>
                  </a:txBody>
                  <a:tcPr marL="0" marR="0" marT="0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903398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900" b="0" i="0" u="none" strike="noStrike" cap="none" spc="0" baseline="0" dirty="0">
                          <a:solidFill>
                            <a:schemeClr val="accent6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ZSECURE</a:t>
                      </a:r>
                    </a:p>
                  </a:txBody>
                  <a:tcPr marL="0" marR="0" marT="0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678599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900" b="0" i="0" u="none" strike="noStrike" cap="none" spc="0" baseline="0" dirty="0">
                          <a:solidFill>
                            <a:schemeClr val="accent6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SIEM</a:t>
                      </a:r>
                    </a:p>
                  </a:txBody>
                  <a:tcPr marL="0" marR="0" marT="0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292996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900" b="0" i="0" u="none" strike="noStrike" cap="none" spc="0" baseline="0" dirty="0">
                          <a:solidFill>
                            <a:schemeClr val="accent6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PRAVAIL</a:t>
                      </a:r>
                    </a:p>
                  </a:txBody>
                  <a:tcPr marL="0" marR="0" marT="0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8067118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900" b="0" i="0" u="none" strike="noStrike" cap="none" spc="0" baseline="0" dirty="0">
                          <a:solidFill>
                            <a:schemeClr val="accent6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BBM-AUDIT-TN</a:t>
                      </a:r>
                    </a:p>
                  </a:txBody>
                  <a:tcPr marL="0" marR="0" marT="0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2166006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900" b="0" i="0" u="none" strike="noStrike" cap="none" spc="0" baseline="0" dirty="0">
                          <a:solidFill>
                            <a:schemeClr val="accent6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PORTAL TRANSMISSAO</a:t>
                      </a:r>
                    </a:p>
                  </a:txBody>
                  <a:tcPr marL="0" marR="0" marT="0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486464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900" b="0" i="0" u="none" strike="noStrike" cap="none" spc="0" baseline="0" dirty="0">
                          <a:solidFill>
                            <a:schemeClr val="accent6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ITSM</a:t>
                      </a:r>
                    </a:p>
                  </a:txBody>
                  <a:tcPr marL="0" marR="0" marT="0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9891383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40B8C17C-97C5-74EA-7340-0742FEC84FA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04823888"/>
              </p:ext>
            </p:extLst>
          </p:nvPr>
        </p:nvGraphicFramePr>
        <p:xfrm>
          <a:off x="8095161" y="980333"/>
          <a:ext cx="1645920" cy="547116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645920">
                  <a:extLst>
                    <a:ext uri="{9D8B030D-6E8A-4147-A177-3AD203B41FA5}">
                      <a16:colId xmlns:a16="http://schemas.microsoft.com/office/drawing/2014/main" val="258522693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1100" b="1" i="0" u="none" strike="noStrike" cap="none" spc="0" baseline="0" dirty="0">
                          <a:solidFill>
                            <a:schemeClr val="bg1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SISTEMA</a:t>
                      </a:r>
                    </a:p>
                  </a:txBody>
                  <a:tcPr marL="0" marR="0" marT="0" marB="0" anchor="b">
                    <a:solidFill>
                      <a:srgbClr val="00760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645626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/>
                      <a:r>
                        <a:rPr lang="pt-BR" sz="900" b="0" i="0" u="none" strike="noStrike" cap="none" spc="0" baseline="0" dirty="0">
                          <a:solidFill>
                            <a:schemeClr val="accent6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SONARQUBE IT CORE</a:t>
                      </a:r>
                    </a:p>
                  </a:txBody>
                  <a:tcPr marL="0" marR="0" marT="0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3003217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/>
                      <a:r>
                        <a:rPr lang="pt-BR" sz="900" b="0" i="0" u="none" strike="noStrike" cap="none" spc="0" baseline="0" dirty="0">
                          <a:solidFill>
                            <a:schemeClr val="accent6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EDIRCORP</a:t>
                      </a:r>
                    </a:p>
                  </a:txBody>
                  <a:tcPr marL="0" marR="0" marT="0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867570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/>
                      <a:r>
                        <a:rPr lang="pt-BR" sz="900" b="0" i="0" u="none" strike="noStrike" cap="none" spc="0" baseline="0" dirty="0">
                          <a:solidFill>
                            <a:schemeClr val="accent6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ELK_SEGURANCA</a:t>
                      </a:r>
                    </a:p>
                  </a:txBody>
                  <a:tcPr marL="0" marR="0" marT="0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544601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900" b="0" i="0" u="none" strike="noStrike" cap="none" spc="0" baseline="0" dirty="0">
                          <a:solidFill>
                            <a:schemeClr val="accent6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TRUESIGHT BLACKOUTMON</a:t>
                      </a:r>
                    </a:p>
                  </a:txBody>
                  <a:tcPr marL="0" marR="0" marT="0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8979534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900" b="0" i="0" u="none" strike="noStrike" cap="none" spc="0" baseline="0" dirty="0">
                          <a:solidFill>
                            <a:schemeClr val="accent6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(OI R2) DHCP</a:t>
                      </a:r>
                    </a:p>
                  </a:txBody>
                  <a:tcPr marL="0" marR="0" marT="0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1661346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900" b="0" i="0" u="none" strike="noStrike" cap="none" spc="0" baseline="0" dirty="0">
                          <a:solidFill>
                            <a:schemeClr val="accent6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ELASTIC ECE-MONITORAÇÃO</a:t>
                      </a:r>
                    </a:p>
                  </a:txBody>
                  <a:tcPr marL="0" marR="0" marT="0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730731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900" b="0" i="0" u="none" strike="noStrike" cap="none" spc="0" baseline="0" dirty="0">
                          <a:solidFill>
                            <a:schemeClr val="accent6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OI_LEGAL_SITTEL2_FRONTEND</a:t>
                      </a:r>
                    </a:p>
                  </a:txBody>
                  <a:tcPr marL="0" marR="0" marT="0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731006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900" b="0" i="0" u="none" strike="noStrike" cap="none" spc="0" baseline="0" dirty="0">
                          <a:solidFill>
                            <a:schemeClr val="accent6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OI_LEGAL_SITTEL1_BACKEND</a:t>
                      </a:r>
                    </a:p>
                  </a:txBody>
                  <a:tcPr marL="0" marR="0" marT="0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2189394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900" b="0" i="0" u="none" strike="noStrike" cap="none" spc="0" baseline="0" dirty="0">
                          <a:solidFill>
                            <a:schemeClr val="accent6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OI_LEGAL_SITTEL2_BACKEND</a:t>
                      </a:r>
                    </a:p>
                  </a:txBody>
                  <a:tcPr marL="0" marR="0" marT="0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9151547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900" b="0" i="0" u="none" strike="noStrike" cap="none" spc="0" baseline="0" dirty="0">
                          <a:solidFill>
                            <a:schemeClr val="accent6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OI_LEGAL_SITTEL1_FRONTEND</a:t>
                      </a:r>
                    </a:p>
                  </a:txBody>
                  <a:tcPr marL="0" marR="0" marT="0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55977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900" b="0" i="0" u="none" strike="noStrike" cap="none" spc="0" baseline="0" dirty="0">
                          <a:solidFill>
                            <a:schemeClr val="accent6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VIGIA</a:t>
                      </a:r>
                    </a:p>
                  </a:txBody>
                  <a:tcPr marL="0" marR="0" marT="0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768083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900" b="0" i="0" u="none" strike="noStrike" cap="none" spc="0" baseline="0" dirty="0">
                          <a:solidFill>
                            <a:schemeClr val="accent6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POCMANTIS</a:t>
                      </a:r>
                    </a:p>
                  </a:txBody>
                  <a:tcPr marL="0" marR="0" marT="0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4532054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900" b="0" i="0" u="none" strike="noStrike" cap="none" spc="0" baseline="0" dirty="0">
                          <a:solidFill>
                            <a:schemeClr val="accent6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VÍDEO CONFERÊNCIA</a:t>
                      </a:r>
                    </a:p>
                  </a:txBody>
                  <a:tcPr marL="0" marR="0" marT="0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8773838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900" b="0" i="0" u="none" strike="noStrike" cap="none" spc="0" baseline="0" dirty="0">
                          <a:solidFill>
                            <a:schemeClr val="accent6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SAGO</a:t>
                      </a:r>
                    </a:p>
                  </a:txBody>
                  <a:tcPr marL="0" marR="0" marT="0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825357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900" b="0" i="0" u="none" strike="noStrike" cap="none" spc="0" baseline="0" dirty="0">
                          <a:solidFill>
                            <a:schemeClr val="accent6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ANTIVIRUS</a:t>
                      </a:r>
                    </a:p>
                  </a:txBody>
                  <a:tcPr marL="0" marR="0" marT="0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5384008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900" b="0" i="0" u="none" strike="noStrike" cap="none" spc="0" baseline="0" dirty="0">
                          <a:solidFill>
                            <a:schemeClr val="accent6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Jenkins IT CORE</a:t>
                      </a:r>
                    </a:p>
                  </a:txBody>
                  <a:tcPr marL="0" marR="0" marT="0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936287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900" b="0" i="0" u="none" strike="noStrike" cap="none" spc="0" baseline="0" dirty="0">
                          <a:solidFill>
                            <a:schemeClr val="accent6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NEXUS IT CORE</a:t>
                      </a:r>
                    </a:p>
                  </a:txBody>
                  <a:tcPr marL="0" marR="0" marT="0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3525205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900" b="0" i="0" u="none" strike="noStrike" cap="none" spc="0" baseline="0" dirty="0">
                          <a:solidFill>
                            <a:schemeClr val="accent6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SENTINEL</a:t>
                      </a:r>
                    </a:p>
                  </a:txBody>
                  <a:tcPr marL="0" marR="0" marT="0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175195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900" b="0" i="0" u="none" strike="noStrike" cap="none" spc="0" baseline="0" dirty="0">
                          <a:solidFill>
                            <a:schemeClr val="accent6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GITLAB IT CORE</a:t>
                      </a:r>
                    </a:p>
                  </a:txBody>
                  <a:tcPr marL="0" marR="0" marT="0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9935045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900" b="0" i="0" u="none" strike="noStrike" cap="none" spc="0" baseline="0" dirty="0">
                          <a:solidFill>
                            <a:schemeClr val="accent6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GA - COFRE</a:t>
                      </a:r>
                    </a:p>
                  </a:txBody>
                  <a:tcPr marL="0" marR="0" marT="0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686680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900" b="0" i="0" u="none" strike="noStrike" cap="none" spc="0" baseline="0" dirty="0">
                          <a:solidFill>
                            <a:schemeClr val="accent6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CMDB - INTERFACE</a:t>
                      </a:r>
                    </a:p>
                  </a:txBody>
                  <a:tcPr marL="0" marR="0" marT="0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562354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900" b="0" i="0" u="none" strike="noStrike" cap="none" spc="0" baseline="0" dirty="0">
                          <a:solidFill>
                            <a:schemeClr val="accent6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CMDB - PORTAL</a:t>
                      </a:r>
                    </a:p>
                  </a:txBody>
                  <a:tcPr marL="0" marR="0" marT="0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903398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900" b="0" i="0" u="none" strike="noStrike" cap="none" spc="0" baseline="0" dirty="0">
                          <a:solidFill>
                            <a:schemeClr val="accent6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OID</a:t>
                      </a:r>
                    </a:p>
                  </a:txBody>
                  <a:tcPr marL="0" marR="0" marT="0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678599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900" b="0" i="0" u="none" strike="noStrike" cap="none" spc="0" baseline="0" dirty="0">
                          <a:solidFill>
                            <a:schemeClr val="accent6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PORTAL GSTI</a:t>
                      </a:r>
                    </a:p>
                  </a:txBody>
                  <a:tcPr marL="0" marR="0" marT="0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292996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900" b="0" i="0" u="none" strike="noStrike" cap="none" spc="0" baseline="0" dirty="0">
                          <a:solidFill>
                            <a:schemeClr val="accent6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PORTALBACKUP</a:t>
                      </a:r>
                    </a:p>
                  </a:txBody>
                  <a:tcPr marL="0" marR="0" marT="0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8067118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900" b="0" i="0" u="none" strike="noStrike" cap="none" spc="0" baseline="0" dirty="0">
                          <a:solidFill>
                            <a:schemeClr val="accent6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ARSAUTOMATICO</a:t>
                      </a:r>
                    </a:p>
                  </a:txBody>
                  <a:tcPr marL="0" marR="0" marT="0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2166006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900" b="0" i="0" u="none" strike="noStrike" cap="none" spc="0" baseline="0" dirty="0">
                          <a:solidFill>
                            <a:schemeClr val="accent6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PORTALRASTREAMENTO</a:t>
                      </a:r>
                    </a:p>
                  </a:txBody>
                  <a:tcPr marL="0" marR="0" marT="0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486464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76208809"/>
      </p:ext>
    </p:extLst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5EF4DDB-B0B8-30CE-A9E7-CF88FF31D2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>
                <a:solidFill>
                  <a:schemeClr val="accent6"/>
                </a:solidFill>
              </a:rPr>
              <a:t>DROP CLIENTCO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92E5701B-C339-CA2F-2D77-BF4C822B709D}"/>
              </a:ext>
            </a:extLst>
          </p:cNvPr>
          <p:cNvSpPr/>
          <p:nvPr/>
        </p:nvSpPr>
        <p:spPr>
          <a:xfrm rot="16200000">
            <a:off x="-685319" y="1866578"/>
            <a:ext cx="1910080" cy="209204"/>
          </a:xfrm>
          <a:prstGeom prst="rect">
            <a:avLst/>
          </a:prstGeom>
          <a:noFill/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noAutofit/>
          </a:bodyPr>
          <a:lstStyle/>
          <a:p>
            <a:pPr marL="0" marR="0" indent="0" algn="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pt-BR" sz="1200" b="1" i="0" u="none" strike="noStrike" cap="none" spc="0" normalizeH="0" baseline="0" dirty="0">
                <a:ln>
                  <a:noFill/>
                </a:ln>
                <a:solidFill>
                  <a:schemeClr val="accent3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DROP CLIENTCO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83632AA5-1162-87DB-435D-B87181229A38}"/>
              </a:ext>
            </a:extLst>
          </p:cNvPr>
          <p:cNvGrpSpPr/>
          <p:nvPr>
            <p:custDataLst>
              <p:tags r:id="rId1"/>
            </p:custDataLst>
          </p:nvPr>
        </p:nvGrpSpPr>
        <p:grpSpPr>
          <a:xfrm>
            <a:off x="10245436" y="212413"/>
            <a:ext cx="893910" cy="235070"/>
            <a:chOff x="10312706" y="259774"/>
            <a:chExt cx="1117294" cy="235070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28338E12-94BC-2604-C814-8F9130DC6FC0}"/>
                </a:ext>
              </a:extLst>
            </p:cNvPr>
            <p:cNvSpPr txBox="1"/>
            <p:nvPr/>
          </p:nvSpPr>
          <p:spPr>
            <a:xfrm>
              <a:off x="10312706" y="269389"/>
              <a:ext cx="1117294" cy="184666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ctr" anchorCtr="1">
              <a:spAutoFit/>
            </a:bodyPr>
            <a:lstStyle/>
            <a:p>
              <a:pPr marL="0" marR="0" lvl="0" indent="0" algn="ct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200" b="1" i="1" u="sng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/>
                  <a:sym typeface="Simplon BP Regular"/>
                </a:rPr>
                <a:t>PRELIMINAR</a:t>
              </a:r>
            </a:p>
          </p:txBody>
        </p: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77D3F2BB-DC84-2696-2138-CF27E1054F9F}"/>
                </a:ext>
              </a:extLst>
            </p:cNvPr>
            <p:cNvCxnSpPr>
              <a:cxnSpLocks/>
            </p:cNvCxnSpPr>
            <p:nvPr/>
          </p:nvCxnSpPr>
          <p:spPr>
            <a:xfrm>
              <a:off x="10312706" y="259774"/>
              <a:ext cx="1117294" cy="0"/>
            </a:xfrm>
            <a:prstGeom prst="line">
              <a:avLst/>
            </a:prstGeom>
            <a:ln w="12700" cmpd="sng">
              <a:solidFill>
                <a:srgbClr val="000000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51F1B522-4264-772D-08EA-E7C69BAE60D3}"/>
                </a:ext>
              </a:extLst>
            </p:cNvPr>
            <p:cNvCxnSpPr>
              <a:cxnSpLocks/>
            </p:cNvCxnSpPr>
            <p:nvPr/>
          </p:nvCxnSpPr>
          <p:spPr>
            <a:xfrm>
              <a:off x="10312706" y="494844"/>
              <a:ext cx="1117294" cy="0"/>
            </a:xfrm>
            <a:prstGeom prst="line">
              <a:avLst/>
            </a:prstGeom>
            <a:ln w="12700" cmpd="sng">
              <a:solidFill>
                <a:srgbClr val="000000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7ADAB557-09CA-8795-A77D-C0AA3839E1AD}"/>
              </a:ext>
            </a:extLst>
          </p:cNvPr>
          <p:cNvGrpSpPr/>
          <p:nvPr/>
        </p:nvGrpSpPr>
        <p:grpSpPr>
          <a:xfrm>
            <a:off x="6716931" y="50028"/>
            <a:ext cx="2951102" cy="397455"/>
            <a:chOff x="8752857" y="3047982"/>
            <a:chExt cx="2951102" cy="397455"/>
          </a:xfrm>
        </p:grpSpPr>
        <p:grpSp>
          <p:nvGrpSpPr>
            <p:cNvPr id="49" name="Group 48">
              <a:extLst>
                <a:ext uri="{FF2B5EF4-FFF2-40B4-BE49-F238E27FC236}">
                  <a16:creationId xmlns:a16="http://schemas.microsoft.com/office/drawing/2014/main" id="{A890AF8B-4207-6D1A-858E-6BC162B83B3E}"/>
                </a:ext>
              </a:extLst>
            </p:cNvPr>
            <p:cNvGrpSpPr/>
            <p:nvPr/>
          </p:nvGrpSpPr>
          <p:grpSpPr>
            <a:xfrm>
              <a:off x="8752857" y="3047982"/>
              <a:ext cx="701368" cy="397455"/>
              <a:chOff x="8752857" y="3047982"/>
              <a:chExt cx="701368" cy="397455"/>
            </a:xfrm>
          </p:grpSpPr>
          <p:sp>
            <p:nvSpPr>
              <p:cNvPr id="30" name="Rettangolo 19">
                <a:extLst>
                  <a:ext uri="{FF2B5EF4-FFF2-40B4-BE49-F238E27FC236}">
                    <a16:creationId xmlns:a16="http://schemas.microsoft.com/office/drawing/2014/main" id="{3E45DE87-BCAD-3B86-BA7C-27E439384D71}"/>
                  </a:ext>
                </a:extLst>
              </p:cNvPr>
              <p:cNvSpPr/>
              <p:nvPr/>
            </p:nvSpPr>
            <p:spPr>
              <a:xfrm>
                <a:off x="8752857" y="3047982"/>
                <a:ext cx="701368" cy="215838"/>
              </a:xfrm>
              <a:prstGeom prst="rect">
                <a:avLst/>
              </a:prstGeom>
              <a:noFill/>
              <a:ln w="19050" cap="flat" cmpd="sng" algn="ctr">
                <a:noFill/>
                <a:prstDash val="solid"/>
                <a:miter lim="800000"/>
              </a:ln>
              <a:effectLst/>
            </p:spPr>
            <p:txBody>
              <a:bodyPr spcFirstLastPara="0" vert="horz" wrap="square" lIns="0" tIns="0" rIns="0" bIns="0" numCol="1" spcCol="1270" rtlCol="0" anchor="ctr" anchorCtr="0">
                <a:noAutofit/>
              </a:bodyPr>
              <a:lstStyle/>
              <a:p>
                <a:pPr marL="0" marR="0" lvl="0" indent="0" algn="ctr" defTabSz="4445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350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GB" sz="600" b="1">
                    <a:solidFill>
                      <a:schemeClr val="accent6"/>
                    </a:solidFill>
                    <a:latin typeface="Graphik" panose="020B0503030202060203" pitchFamily="34" charset="0"/>
                    <a:cs typeface="Helvetica"/>
                    <a:sym typeface="Simplon BP Regular"/>
                  </a:rPr>
                  <a:t>MANTER OI SA</a:t>
                </a:r>
                <a:endParaRPr kumimoji="0" lang="en-GB" sz="900" b="1" u="none" strike="noStrike" kern="1200" cap="none" spc="0" normalizeH="0" baseline="0" noProof="0">
                  <a:ln>
                    <a:noFill/>
                  </a:ln>
                  <a:solidFill>
                    <a:schemeClr val="accent6"/>
                  </a:solidFill>
                  <a:uLnTx/>
                  <a:uFillTx/>
                  <a:latin typeface="Graphik" panose="020B0503030202060203" pitchFamily="34" charset="0"/>
                  <a:cs typeface="Helvetica"/>
                  <a:sym typeface="Simplon BP Regular"/>
                </a:endParaRPr>
              </a:p>
            </p:txBody>
          </p:sp>
          <p:sp>
            <p:nvSpPr>
              <p:cNvPr id="36" name="Rettangolo 19">
                <a:extLst>
                  <a:ext uri="{FF2B5EF4-FFF2-40B4-BE49-F238E27FC236}">
                    <a16:creationId xmlns:a16="http://schemas.microsoft.com/office/drawing/2014/main" id="{AE8C9ADC-C76B-62F3-C77C-0F60F897B7B0}"/>
                  </a:ext>
                </a:extLst>
              </p:cNvPr>
              <p:cNvSpPr/>
              <p:nvPr/>
            </p:nvSpPr>
            <p:spPr>
              <a:xfrm>
                <a:off x="8752857" y="3251519"/>
                <a:ext cx="701368" cy="193918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19050" cap="flat" cmpd="sng" algn="ctr">
                <a:solidFill>
                  <a:srgbClr val="FFFFFF"/>
                </a:solidFill>
                <a:prstDash val="solid"/>
                <a:miter lim="800000"/>
              </a:ln>
              <a:effectLst/>
            </p:spPr>
            <p:txBody>
              <a:bodyPr spcFirstLastPara="0" vert="horz" wrap="square" lIns="45720" tIns="0" rIns="45720" bIns="0" numCol="1" spcCol="1270" rtlCol="0" anchor="ctr" anchorCtr="0">
                <a:noAutofit/>
              </a:bodyPr>
              <a:lstStyle/>
              <a:p>
                <a:pPr marL="0" marR="0" lvl="0" indent="0" algn="ctr" defTabSz="4445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350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800" b="1" u="none" strike="noStrike" kern="1200" cap="none" spc="0" normalizeH="0" baseline="0" noProof="0" dirty="0">
                    <a:ln>
                      <a:noFill/>
                    </a:ln>
                    <a:solidFill>
                      <a:schemeClr val="accent6"/>
                    </a:solidFill>
                    <a:uLnTx/>
                    <a:uFillTx/>
                    <a:latin typeface="Graphik" panose="020B0503030202060203" pitchFamily="34" charset="0"/>
                    <a:cs typeface="Helvetica"/>
                    <a:sym typeface="Simplon BP Regular"/>
                  </a:rPr>
                  <a:t>0</a:t>
                </a:r>
                <a:endParaRPr kumimoji="0" lang="en-GB" sz="1050" b="1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uLnTx/>
                  <a:uFillTx/>
                  <a:latin typeface="Graphik" panose="020B0503030202060203" pitchFamily="34" charset="0"/>
                  <a:cs typeface="Helvetica"/>
                  <a:sym typeface="Simplon BP Regular"/>
                </a:endParaRPr>
              </a:p>
            </p:txBody>
          </p:sp>
        </p:grpSp>
        <p:grpSp>
          <p:nvGrpSpPr>
            <p:cNvPr id="50" name="Group 49">
              <a:extLst>
                <a:ext uri="{FF2B5EF4-FFF2-40B4-BE49-F238E27FC236}">
                  <a16:creationId xmlns:a16="http://schemas.microsoft.com/office/drawing/2014/main" id="{24CF96DC-8DE0-AB46-FD97-058803152A1F}"/>
                </a:ext>
              </a:extLst>
            </p:cNvPr>
            <p:cNvGrpSpPr/>
            <p:nvPr/>
          </p:nvGrpSpPr>
          <p:grpSpPr>
            <a:xfrm>
              <a:off x="9502768" y="3047982"/>
              <a:ext cx="701368" cy="397455"/>
              <a:chOff x="9593093" y="3047982"/>
              <a:chExt cx="701368" cy="397455"/>
            </a:xfrm>
          </p:grpSpPr>
          <p:sp>
            <p:nvSpPr>
              <p:cNvPr id="31" name="Rettangolo 19">
                <a:extLst>
                  <a:ext uri="{FF2B5EF4-FFF2-40B4-BE49-F238E27FC236}">
                    <a16:creationId xmlns:a16="http://schemas.microsoft.com/office/drawing/2014/main" id="{1A1EF6F4-AB8D-2B79-A113-4F433FFE61B3}"/>
                  </a:ext>
                </a:extLst>
              </p:cNvPr>
              <p:cNvSpPr/>
              <p:nvPr/>
            </p:nvSpPr>
            <p:spPr>
              <a:xfrm>
                <a:off x="9593093" y="3047982"/>
                <a:ext cx="701368" cy="215838"/>
              </a:xfrm>
              <a:prstGeom prst="rect">
                <a:avLst/>
              </a:prstGeom>
              <a:noFill/>
              <a:ln w="19050" cap="flat" cmpd="sng" algn="ctr">
                <a:noFill/>
                <a:prstDash val="solid"/>
                <a:miter lim="800000"/>
              </a:ln>
              <a:effectLst/>
            </p:spPr>
            <p:txBody>
              <a:bodyPr spcFirstLastPara="0" vert="horz" wrap="square" lIns="0" tIns="0" rIns="0" bIns="0" numCol="1" spcCol="1270" rtlCol="0" anchor="ctr" anchorCtr="0">
                <a:noAutofit/>
              </a:bodyPr>
              <a:lstStyle/>
              <a:p>
                <a:pPr marL="0" marR="0" lvl="0" indent="0" algn="ctr" defTabSz="4445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350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600" b="1" u="none" strike="noStrike" kern="1200" cap="none" spc="0" normalizeH="0" baseline="0" noProof="0">
                    <a:ln>
                      <a:noFill/>
                    </a:ln>
                    <a:solidFill>
                      <a:schemeClr val="accent6"/>
                    </a:solidFill>
                    <a:uLnTx/>
                    <a:uFillTx/>
                    <a:latin typeface="Graphik" panose="020B0503030202060203" pitchFamily="34" charset="0"/>
                    <a:cs typeface="Helvetica"/>
                    <a:sym typeface="Simplon BP Regular"/>
                  </a:rPr>
                  <a:t>SEPARAR</a:t>
                </a:r>
                <a:endParaRPr kumimoji="0" lang="en-GB" sz="900" b="1" u="none" strike="noStrike" kern="1200" cap="none" spc="0" normalizeH="0" baseline="0" noProof="0">
                  <a:ln>
                    <a:noFill/>
                  </a:ln>
                  <a:solidFill>
                    <a:schemeClr val="accent6"/>
                  </a:solidFill>
                  <a:uLnTx/>
                  <a:uFillTx/>
                  <a:latin typeface="Graphik" panose="020B0503030202060203" pitchFamily="34" charset="0"/>
                  <a:cs typeface="Helvetica"/>
                  <a:sym typeface="Simplon BP Regular"/>
                </a:endParaRPr>
              </a:p>
            </p:txBody>
          </p:sp>
          <p:sp>
            <p:nvSpPr>
              <p:cNvPr id="37" name="Rettangolo 19">
                <a:extLst>
                  <a:ext uri="{FF2B5EF4-FFF2-40B4-BE49-F238E27FC236}">
                    <a16:creationId xmlns:a16="http://schemas.microsoft.com/office/drawing/2014/main" id="{87EE7815-6EC2-FD68-3EC8-D60C80D53CC5}"/>
                  </a:ext>
                </a:extLst>
              </p:cNvPr>
              <p:cNvSpPr/>
              <p:nvPr/>
            </p:nvSpPr>
            <p:spPr>
              <a:xfrm>
                <a:off x="9593093" y="3251519"/>
                <a:ext cx="701368" cy="193918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19050" cap="flat" cmpd="sng" algn="ctr">
                <a:solidFill>
                  <a:srgbClr val="FFFFFF"/>
                </a:solidFill>
                <a:prstDash val="solid"/>
                <a:miter lim="800000"/>
              </a:ln>
              <a:effectLst/>
            </p:spPr>
            <p:txBody>
              <a:bodyPr spcFirstLastPara="0" vert="horz" wrap="square" lIns="45720" tIns="0" rIns="45720" bIns="0" numCol="1" spcCol="1270" rtlCol="0" anchor="ctr" anchorCtr="0">
                <a:noAutofit/>
              </a:bodyPr>
              <a:lstStyle/>
              <a:p>
                <a:pPr marL="0" marR="0" lvl="0" indent="0" algn="ctr" defTabSz="4445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350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800" b="1" u="none" strike="noStrike" kern="1200" cap="none" spc="0" normalizeH="0" baseline="0" noProof="0" dirty="0">
                    <a:ln>
                      <a:noFill/>
                    </a:ln>
                    <a:solidFill>
                      <a:schemeClr val="accent6"/>
                    </a:solidFill>
                    <a:uLnTx/>
                    <a:uFillTx/>
                    <a:latin typeface="Graphik" panose="020B0503030202060203" pitchFamily="34" charset="0"/>
                    <a:cs typeface="Helvetica"/>
                    <a:sym typeface="Simplon BP Regular"/>
                  </a:rPr>
                  <a:t>0</a:t>
                </a:r>
                <a:endParaRPr kumimoji="0" lang="en-GB" sz="1050" b="1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uLnTx/>
                  <a:uFillTx/>
                  <a:latin typeface="Graphik" panose="020B0503030202060203" pitchFamily="34" charset="0"/>
                  <a:cs typeface="Helvetica"/>
                  <a:sym typeface="Simplon BP Regular"/>
                </a:endParaRPr>
              </a:p>
            </p:txBody>
          </p:sp>
        </p:grpSp>
        <p:grpSp>
          <p:nvGrpSpPr>
            <p:cNvPr id="51" name="Group 50">
              <a:extLst>
                <a:ext uri="{FF2B5EF4-FFF2-40B4-BE49-F238E27FC236}">
                  <a16:creationId xmlns:a16="http://schemas.microsoft.com/office/drawing/2014/main" id="{2FCED14D-04B0-ED99-AB10-1B789365FBE4}"/>
                </a:ext>
              </a:extLst>
            </p:cNvPr>
            <p:cNvGrpSpPr/>
            <p:nvPr/>
          </p:nvGrpSpPr>
          <p:grpSpPr>
            <a:xfrm>
              <a:off x="10252679" y="3047982"/>
              <a:ext cx="701368" cy="397455"/>
              <a:chOff x="10433381" y="3047982"/>
              <a:chExt cx="701368" cy="397455"/>
            </a:xfrm>
          </p:grpSpPr>
          <p:sp>
            <p:nvSpPr>
              <p:cNvPr id="32" name="Rettangolo 19">
                <a:extLst>
                  <a:ext uri="{FF2B5EF4-FFF2-40B4-BE49-F238E27FC236}">
                    <a16:creationId xmlns:a16="http://schemas.microsoft.com/office/drawing/2014/main" id="{95A70F53-4638-4A31-BCD9-36F1925E8686}"/>
                  </a:ext>
                </a:extLst>
              </p:cNvPr>
              <p:cNvSpPr/>
              <p:nvPr/>
            </p:nvSpPr>
            <p:spPr>
              <a:xfrm>
                <a:off x="10433381" y="3047982"/>
                <a:ext cx="701368" cy="215838"/>
              </a:xfrm>
              <a:prstGeom prst="rect">
                <a:avLst/>
              </a:prstGeom>
              <a:noFill/>
              <a:ln w="19050" cap="flat" cmpd="sng" algn="ctr">
                <a:noFill/>
                <a:prstDash val="solid"/>
                <a:miter lim="800000"/>
              </a:ln>
              <a:effectLst/>
            </p:spPr>
            <p:txBody>
              <a:bodyPr spcFirstLastPara="0" vert="horz" wrap="square" lIns="0" tIns="0" rIns="0" bIns="0" numCol="1" spcCol="1270" rtlCol="0" anchor="ctr" anchorCtr="0">
                <a:noAutofit/>
              </a:bodyPr>
              <a:lstStyle/>
              <a:p>
                <a:pPr marL="0" marR="0" lvl="0" indent="0" algn="ctr" defTabSz="4445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350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600" b="1" u="none" strike="noStrike" kern="1200" cap="none" spc="0" normalizeH="0" baseline="0" noProof="0">
                    <a:ln>
                      <a:noFill/>
                    </a:ln>
                    <a:solidFill>
                      <a:schemeClr val="accent6"/>
                    </a:solidFill>
                    <a:uLnTx/>
                    <a:uFillTx/>
                    <a:latin typeface="Graphik" panose="020B0503030202060203" pitchFamily="34" charset="0"/>
                    <a:cs typeface="Helvetica"/>
                    <a:sym typeface="Simplon BP Regular"/>
                  </a:rPr>
                  <a:t>DROP CLIENTCO</a:t>
                </a:r>
                <a:endParaRPr kumimoji="0" lang="en-GB" sz="900" b="1" u="none" strike="noStrike" kern="1200" cap="none" spc="0" normalizeH="0" baseline="0" noProof="0">
                  <a:ln>
                    <a:noFill/>
                  </a:ln>
                  <a:solidFill>
                    <a:schemeClr val="accent6"/>
                  </a:solidFill>
                  <a:uLnTx/>
                  <a:uFillTx/>
                  <a:latin typeface="Graphik" panose="020B0503030202060203" pitchFamily="34" charset="0"/>
                  <a:cs typeface="Helvetica"/>
                  <a:sym typeface="Simplon BP Regular"/>
                </a:endParaRPr>
              </a:p>
            </p:txBody>
          </p:sp>
          <p:sp>
            <p:nvSpPr>
              <p:cNvPr id="38" name="Rettangolo 19">
                <a:extLst>
                  <a:ext uri="{FF2B5EF4-FFF2-40B4-BE49-F238E27FC236}">
                    <a16:creationId xmlns:a16="http://schemas.microsoft.com/office/drawing/2014/main" id="{29736CFC-45A4-A2F4-1C33-2EE74F2FC87B}"/>
                  </a:ext>
                </a:extLst>
              </p:cNvPr>
              <p:cNvSpPr/>
              <p:nvPr/>
            </p:nvSpPr>
            <p:spPr>
              <a:xfrm>
                <a:off x="10433381" y="3251519"/>
                <a:ext cx="701368" cy="193918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19050" cap="flat" cmpd="sng" algn="ctr">
                <a:solidFill>
                  <a:srgbClr val="FFFFFF"/>
                </a:solidFill>
                <a:prstDash val="solid"/>
                <a:miter lim="800000"/>
              </a:ln>
              <a:effectLst/>
            </p:spPr>
            <p:txBody>
              <a:bodyPr spcFirstLastPara="0" vert="horz" wrap="square" lIns="45720" tIns="0" rIns="45720" bIns="0" numCol="1" spcCol="1270" rtlCol="0" anchor="ctr" anchorCtr="0">
                <a:noAutofit/>
              </a:bodyPr>
              <a:lstStyle/>
              <a:p>
                <a:pPr marL="0" marR="0" lvl="0" indent="0" algn="ctr" defTabSz="4445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350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GB" sz="800" b="1" dirty="0">
                    <a:solidFill>
                      <a:schemeClr val="accent6"/>
                    </a:solidFill>
                    <a:latin typeface="Graphik" panose="020B0503030202060203" pitchFamily="34" charset="0"/>
                    <a:cs typeface="Helvetica"/>
                    <a:sym typeface="Simplon BP Regular"/>
                  </a:rPr>
                  <a:t>24</a:t>
                </a:r>
                <a:endParaRPr kumimoji="0" lang="en-GB" sz="1050" b="1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uLnTx/>
                  <a:uFillTx/>
                  <a:latin typeface="Graphik" panose="020B0503030202060203" pitchFamily="34" charset="0"/>
                  <a:cs typeface="Helvetica"/>
                  <a:sym typeface="Simplon BP Regular"/>
                </a:endParaRPr>
              </a:p>
            </p:txBody>
          </p:sp>
        </p:grpSp>
        <p:grpSp>
          <p:nvGrpSpPr>
            <p:cNvPr id="52" name="Group 51">
              <a:extLst>
                <a:ext uri="{FF2B5EF4-FFF2-40B4-BE49-F238E27FC236}">
                  <a16:creationId xmlns:a16="http://schemas.microsoft.com/office/drawing/2014/main" id="{307A9E6A-11FA-029B-8D9E-69703DEFE0EF}"/>
                </a:ext>
              </a:extLst>
            </p:cNvPr>
            <p:cNvGrpSpPr/>
            <p:nvPr/>
          </p:nvGrpSpPr>
          <p:grpSpPr>
            <a:xfrm>
              <a:off x="11002591" y="3047982"/>
              <a:ext cx="701368" cy="397455"/>
              <a:chOff x="11236271" y="3047982"/>
              <a:chExt cx="701368" cy="397455"/>
            </a:xfrm>
          </p:grpSpPr>
          <p:sp>
            <p:nvSpPr>
              <p:cNvPr id="33" name="Rettangolo 19">
                <a:extLst>
                  <a:ext uri="{FF2B5EF4-FFF2-40B4-BE49-F238E27FC236}">
                    <a16:creationId xmlns:a16="http://schemas.microsoft.com/office/drawing/2014/main" id="{7405BC40-3BB6-9A47-5EEC-617A29AED335}"/>
                  </a:ext>
                </a:extLst>
              </p:cNvPr>
              <p:cNvSpPr/>
              <p:nvPr/>
            </p:nvSpPr>
            <p:spPr>
              <a:xfrm>
                <a:off x="11236271" y="3047982"/>
                <a:ext cx="701368" cy="215838"/>
              </a:xfrm>
              <a:prstGeom prst="rect">
                <a:avLst/>
              </a:prstGeom>
              <a:noFill/>
              <a:ln w="19050" cap="flat" cmpd="sng" algn="ctr">
                <a:noFill/>
                <a:prstDash val="solid"/>
                <a:miter lim="800000"/>
              </a:ln>
              <a:effectLst/>
            </p:spPr>
            <p:txBody>
              <a:bodyPr spcFirstLastPara="0" vert="horz" wrap="square" lIns="0" tIns="0" rIns="0" bIns="0" numCol="1" spcCol="1270" rtlCol="0" anchor="ctr" anchorCtr="0">
                <a:noAutofit/>
              </a:bodyPr>
              <a:lstStyle/>
              <a:p>
                <a:pPr marL="0" marR="0" lvl="0" indent="0" algn="ctr" defTabSz="4445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350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GB" sz="600" b="1">
                    <a:solidFill>
                      <a:schemeClr val="accent6"/>
                    </a:solidFill>
                    <a:latin typeface="Graphik" panose="020B0503030202060203" pitchFamily="34" charset="0"/>
                    <a:cs typeface="Helvetica"/>
                    <a:sym typeface="Simplon BP Regular"/>
                  </a:rPr>
                  <a:t>EM VALIDAÇÃO</a:t>
                </a:r>
                <a:endParaRPr kumimoji="0" lang="en-GB" sz="900" b="1" u="none" strike="noStrike" kern="1200" cap="none" spc="0" normalizeH="0" baseline="0" noProof="0">
                  <a:ln>
                    <a:noFill/>
                  </a:ln>
                  <a:solidFill>
                    <a:schemeClr val="accent6"/>
                  </a:solidFill>
                  <a:uLnTx/>
                  <a:uFillTx/>
                  <a:latin typeface="Graphik" panose="020B0503030202060203" pitchFamily="34" charset="0"/>
                  <a:cs typeface="Helvetica"/>
                  <a:sym typeface="Simplon BP Regular"/>
                </a:endParaRPr>
              </a:p>
            </p:txBody>
          </p:sp>
          <p:sp>
            <p:nvSpPr>
              <p:cNvPr id="39" name="Rettangolo 19">
                <a:extLst>
                  <a:ext uri="{FF2B5EF4-FFF2-40B4-BE49-F238E27FC236}">
                    <a16:creationId xmlns:a16="http://schemas.microsoft.com/office/drawing/2014/main" id="{E6B42017-CD74-84C1-743C-FA7105B905F7}"/>
                  </a:ext>
                </a:extLst>
              </p:cNvPr>
              <p:cNvSpPr/>
              <p:nvPr/>
            </p:nvSpPr>
            <p:spPr>
              <a:xfrm>
                <a:off x="11236271" y="3251519"/>
                <a:ext cx="701368" cy="193918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19050" cap="flat" cmpd="sng" algn="ctr">
                <a:solidFill>
                  <a:srgbClr val="FFFFFF"/>
                </a:solidFill>
                <a:prstDash val="solid"/>
                <a:miter lim="800000"/>
              </a:ln>
              <a:effectLst/>
            </p:spPr>
            <p:txBody>
              <a:bodyPr spcFirstLastPara="0" vert="horz" wrap="square" lIns="45720" tIns="0" rIns="45720" bIns="0" numCol="1" spcCol="1270" rtlCol="0" anchor="ctr" anchorCtr="0">
                <a:noAutofit/>
              </a:bodyPr>
              <a:lstStyle/>
              <a:p>
                <a:pPr marL="0" marR="0" lvl="0" indent="0" algn="ctr" defTabSz="4445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350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800" b="1" u="none" strike="noStrike" kern="1200" cap="none" spc="0" normalizeH="0" baseline="0" noProof="0" dirty="0">
                    <a:ln>
                      <a:noFill/>
                    </a:ln>
                    <a:solidFill>
                      <a:schemeClr val="accent6"/>
                    </a:solidFill>
                    <a:uLnTx/>
                    <a:uFillTx/>
                    <a:latin typeface="Graphik" panose="020B0503030202060203" pitchFamily="34" charset="0"/>
                    <a:cs typeface="Helvetica"/>
                    <a:sym typeface="Simplon BP Regular"/>
                  </a:rPr>
                  <a:t>0</a:t>
                </a:r>
                <a:endParaRPr kumimoji="0" lang="en-GB" sz="1050" b="1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uLnTx/>
                  <a:uFillTx/>
                  <a:latin typeface="Graphik" panose="020B0503030202060203" pitchFamily="34" charset="0"/>
                  <a:cs typeface="Helvetica"/>
                  <a:sym typeface="Simplon BP Regular"/>
                </a:endParaRPr>
              </a:p>
            </p:txBody>
          </p:sp>
        </p:grpSp>
      </p:grpSp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E255CB76-18E1-F9CB-7BFB-E57BE90F28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97157647"/>
              </p:ext>
            </p:extLst>
          </p:nvPr>
        </p:nvGraphicFramePr>
        <p:xfrm>
          <a:off x="492832" y="1016140"/>
          <a:ext cx="3840480" cy="566928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3840480">
                  <a:extLst>
                    <a:ext uri="{9D8B030D-6E8A-4147-A177-3AD203B41FA5}">
                      <a16:colId xmlns:a16="http://schemas.microsoft.com/office/drawing/2014/main" val="302487354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SISTEMA</a:t>
                      </a:r>
                      <a:endParaRPr lang="pt-BR" sz="11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solidFill>
                      <a:srgbClr val="00760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1184988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1100" b="0" i="0" u="none" strike="noStrike" cap="none" spc="0" baseline="0" dirty="0">
                          <a:solidFill>
                            <a:schemeClr val="accent6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BOTV</a:t>
                      </a: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1058175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1100" b="0" i="0" u="none" strike="noStrike" cap="none" spc="0" baseline="0" dirty="0">
                          <a:solidFill>
                            <a:schemeClr val="accent6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PAP</a:t>
                      </a: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0484079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1100" b="0" i="0" u="none" strike="noStrike" cap="none" spc="0" baseline="0" dirty="0">
                          <a:solidFill>
                            <a:schemeClr val="accent6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(OI_FIBRA) APP OIE</a:t>
                      </a: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8459803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1100" b="0" i="0" u="none" strike="noStrike" cap="none" spc="0" baseline="0" dirty="0">
                          <a:solidFill>
                            <a:schemeClr val="accent6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SALESFORCE_SALES_CLOUD_VENDAS</a:t>
                      </a: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420561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1100" b="0" i="0" u="none" strike="noStrike" cap="none" spc="0" baseline="0">
                          <a:solidFill>
                            <a:schemeClr val="accent6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(OI_FIBRA) BRM</a:t>
                      </a: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415472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1100" b="0" i="0" u="none" strike="noStrike" cap="none" spc="0" baseline="0" dirty="0">
                          <a:solidFill>
                            <a:schemeClr val="accent6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SALESFORCE MARKETING CLOUD</a:t>
                      </a: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9788458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1100" b="0" i="0" u="none" strike="noStrike" cap="none" spc="0" baseline="0">
                          <a:solidFill>
                            <a:schemeClr val="accent6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SALESFORCE CDP</a:t>
                      </a: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360576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1100" b="0" i="0" u="none" strike="noStrike" cap="none" spc="0" baseline="0">
                          <a:solidFill>
                            <a:schemeClr val="accent6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CLIENTE 360</a:t>
                      </a: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449997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1100" b="0" i="0" u="none" strike="noStrike" cap="none" spc="0" baseline="0" dirty="0">
                          <a:solidFill>
                            <a:schemeClr val="accent6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CRM SALESFORCE</a:t>
                      </a: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432556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1100" b="0" i="0" u="none" strike="noStrike" cap="none" spc="0" baseline="0" dirty="0">
                          <a:solidFill>
                            <a:schemeClr val="accent6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VLOCITY_EPC_CATALOGO_PRODUTOS</a:t>
                      </a: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7570537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1100" b="0" i="0" u="none" strike="noStrike" cap="none" spc="0" baseline="0">
                          <a:solidFill>
                            <a:schemeClr val="accent6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VLOCITY_CPQ_ORDER_ENTRIE</a:t>
                      </a: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8943564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1100" b="0" i="0" u="none" strike="noStrike" cap="none" spc="0" baseline="0" dirty="0">
                          <a:solidFill>
                            <a:schemeClr val="accent6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SALESFORCE_SERVICE_CLOUD_ATENDIMENTO</a:t>
                      </a: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066595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1100" b="0" i="0" u="none" strike="noStrike" cap="none" spc="0" baseline="0">
                          <a:solidFill>
                            <a:schemeClr val="accent6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SALESFORCE_COMMUNITIES_FRONT END</a:t>
                      </a: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0956685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1100" b="0" i="0" u="none" strike="noStrike" cap="none" spc="0" baseline="0" dirty="0">
                          <a:solidFill>
                            <a:schemeClr val="accent6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OSM_COMMERCIAL</a:t>
                      </a: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49355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1100" b="0" i="0" u="none" strike="noStrike" cap="none" spc="0" baseline="0" dirty="0">
                          <a:solidFill>
                            <a:schemeClr val="accent6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OMR</a:t>
                      </a: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5461805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1100" b="0" i="0" u="none" strike="noStrike" cap="none" spc="0" baseline="0" dirty="0">
                          <a:solidFill>
                            <a:schemeClr val="accent6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SOM - SERVICE ORDER MANAGEMENT</a:t>
                      </a: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821059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1100" b="0" i="0" u="none" strike="noStrike" cap="none" spc="0" baseline="0">
                          <a:solidFill>
                            <a:schemeClr val="accent6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GIL - GESTÃO DE INVENTÁRIO LÓGICO</a:t>
                      </a: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2717504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1100" b="0" i="0" u="none" strike="noStrike" cap="none" spc="0" baseline="0">
                          <a:solidFill>
                            <a:schemeClr val="accent6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OSM_SERVICE</a:t>
                      </a: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7516079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1100" b="0" i="0" u="none" strike="noStrike" cap="none" spc="0" baseline="0" dirty="0">
                          <a:solidFill>
                            <a:schemeClr val="accent6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GEOSITE LOGRADOURO</a:t>
                      </a: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9292224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1100" b="0" i="0" u="none" strike="noStrike" cap="none" spc="0" baseline="0">
                          <a:solidFill>
                            <a:schemeClr val="accent6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API ELEGIBILIDADE PARCERIAS EMPRESARIAL</a:t>
                      </a: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093500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1100" b="0" i="0" u="none" strike="noStrike" cap="none" spc="0" baseline="0" dirty="0">
                          <a:solidFill>
                            <a:schemeClr val="accent6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HUB DE PAGAMENTOS</a:t>
                      </a: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6494855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1100" b="0" i="0" u="none" strike="noStrike" cap="none" spc="0" baseline="0" dirty="0">
                          <a:solidFill>
                            <a:schemeClr val="accent6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MICROSERVIÇOS DIGITAIS</a:t>
                      </a: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9906003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1100" b="0" i="0" u="none" strike="noStrike" cap="none" spc="0" baseline="0" dirty="0">
                          <a:solidFill>
                            <a:schemeClr val="accent6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MDM – Master Data Management</a:t>
                      </a: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0848514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marR="0" indent="0" algn="l" defTabSz="914400" rtl="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pt-BR" sz="1100" b="0" i="0" u="none" strike="noStrike" cap="none" spc="0" baseline="0" dirty="0">
                          <a:solidFill>
                            <a:schemeClr val="accent6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BDATA-PAPD</a:t>
                      </a: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5879605"/>
                  </a:ext>
                </a:extLst>
              </a:tr>
            </a:tbl>
          </a:graphicData>
        </a:graphic>
      </p:graphicFrame>
      <p:sp>
        <p:nvSpPr>
          <p:cNvPr id="4" name="Action Button: Go Back or Previous 3">
            <a:hlinkClick r:id="rId3" action="ppaction://hlinksldjump" highlightClick="1"/>
            <a:extLst>
              <a:ext uri="{FF2B5EF4-FFF2-40B4-BE49-F238E27FC236}">
                <a16:creationId xmlns:a16="http://schemas.microsoft.com/office/drawing/2014/main" id="{DCC7119F-D969-59A0-2691-0D72EBD3CAD7}"/>
              </a:ext>
            </a:extLst>
          </p:cNvPr>
          <p:cNvSpPr/>
          <p:nvPr/>
        </p:nvSpPr>
        <p:spPr>
          <a:xfrm>
            <a:off x="9819574" y="267483"/>
            <a:ext cx="274320" cy="180000"/>
          </a:xfrm>
          <a:prstGeom prst="actionButtonBackPrevious">
            <a:avLst/>
          </a:prstGeom>
          <a:noFill/>
          <a:ln w="25400" cap="flat">
            <a:solidFill>
              <a:schemeClr val="accent1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pt-BR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</p:spTree>
    <p:extLst>
      <p:ext uri="{BB962C8B-B14F-4D97-AF65-F5344CB8AC3E}">
        <p14:creationId xmlns:p14="http://schemas.microsoft.com/office/powerpoint/2010/main" val="2367962502"/>
      </p:ext>
    </p:extLst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2050BBC-73CE-011C-9051-CC39B73D48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pt-BR" sz="2800">
                <a:solidFill>
                  <a:schemeClr val="accent6"/>
                </a:solidFill>
              </a:rPr>
              <a:t>Plano de Trabalho alto nível - Ativos</a:t>
            </a:r>
            <a:endParaRPr lang="en-US" sz="2800">
              <a:solidFill>
                <a:schemeClr val="accent6"/>
              </a:solidFill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FCC97739-AFCD-0816-C0A5-2A8398FCC83F}"/>
              </a:ext>
            </a:extLst>
          </p:cNvPr>
          <p:cNvCxnSpPr>
            <a:cxnSpLocks/>
          </p:cNvCxnSpPr>
          <p:nvPr/>
        </p:nvCxnSpPr>
        <p:spPr>
          <a:xfrm flipV="1">
            <a:off x="187446" y="1182807"/>
            <a:ext cx="1058238" cy="576"/>
          </a:xfrm>
          <a:prstGeom prst="line">
            <a:avLst/>
          </a:prstGeom>
          <a:noFill/>
          <a:ln w="25400" cap="flat">
            <a:solidFill>
              <a:schemeClr val="accent1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221E5828-143D-82FC-600F-756A6D92D638}"/>
              </a:ext>
            </a:extLst>
          </p:cNvPr>
          <p:cNvSpPr txBox="1"/>
          <p:nvPr/>
        </p:nvSpPr>
        <p:spPr>
          <a:xfrm>
            <a:off x="200322" y="935310"/>
            <a:ext cx="485710" cy="18466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t">
            <a:spAutoFit/>
          </a:bodyPr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200" b="1" i="0" u="none" strike="noStrike" kern="0" cap="none" spc="0" normalizeH="0" baseline="0" noProof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Simplon BP Regular"/>
                <a:sym typeface="Simplon BP Regular"/>
              </a:rPr>
              <a:t>FRENTE</a:t>
            </a:r>
            <a:endParaRPr kumimoji="0" lang="en-US" sz="1200" b="1" i="0" u="none" strike="noStrike" kern="0" cap="none" spc="0" normalizeH="0" baseline="0" noProof="0">
              <a:ln>
                <a:noFill/>
              </a:ln>
              <a:solidFill>
                <a:srgbClr val="535353"/>
              </a:solidFill>
              <a:effectLst/>
              <a:uLnTx/>
              <a:uFillTx/>
              <a:latin typeface="Simplon BP Regular"/>
              <a:sym typeface="Simplon BP Regular"/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1E34597-5706-B6E5-2FF6-8D94D954B9A3}"/>
              </a:ext>
            </a:extLst>
          </p:cNvPr>
          <p:cNvCxnSpPr>
            <a:cxnSpLocks/>
          </p:cNvCxnSpPr>
          <p:nvPr/>
        </p:nvCxnSpPr>
        <p:spPr>
          <a:xfrm>
            <a:off x="1356616" y="1183383"/>
            <a:ext cx="3535434" cy="0"/>
          </a:xfrm>
          <a:prstGeom prst="line">
            <a:avLst/>
          </a:prstGeom>
          <a:noFill/>
          <a:ln w="25400" cap="flat">
            <a:solidFill>
              <a:schemeClr val="accent1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DD9B6FA6-3CDD-9331-5F3D-F2B4FA484C15}"/>
              </a:ext>
            </a:extLst>
          </p:cNvPr>
          <p:cNvSpPr txBox="1"/>
          <p:nvPr/>
        </p:nvSpPr>
        <p:spPr>
          <a:xfrm>
            <a:off x="1380247" y="935310"/>
            <a:ext cx="1461939" cy="18466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t">
            <a:spAutoFit/>
          </a:bodyPr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200" b="1" i="0" u="none" strike="noStrike" kern="0" cap="none" spc="0" normalizeH="0" baseline="0" noProof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Simplon BP Regular"/>
                <a:sym typeface="Simplon BP Regular"/>
              </a:rPr>
              <a:t>PRINCIPAIS AIVIDADES</a:t>
            </a:r>
            <a:endParaRPr kumimoji="0" lang="en-US" sz="1200" b="1" i="0" u="none" strike="noStrike" kern="0" cap="none" spc="0" normalizeH="0" baseline="0" noProof="0">
              <a:ln>
                <a:noFill/>
              </a:ln>
              <a:solidFill>
                <a:srgbClr val="535353"/>
              </a:solidFill>
              <a:effectLst/>
              <a:uLnTx/>
              <a:uFillTx/>
              <a:latin typeface="Simplon BP Regular"/>
              <a:sym typeface="Simplon BP Regular"/>
            </a:endParaRPr>
          </a:p>
        </p:txBody>
      </p:sp>
      <p:sp>
        <p:nvSpPr>
          <p:cNvPr id="43" name="Rettangolo 19">
            <a:extLst>
              <a:ext uri="{FF2B5EF4-FFF2-40B4-BE49-F238E27FC236}">
                <a16:creationId xmlns:a16="http://schemas.microsoft.com/office/drawing/2014/main" id="{B650BE24-4A0B-C79F-CED1-19FC1F126EA2}"/>
              </a:ext>
            </a:extLst>
          </p:cNvPr>
          <p:cNvSpPr/>
          <p:nvPr/>
        </p:nvSpPr>
        <p:spPr>
          <a:xfrm>
            <a:off x="174663" y="1214383"/>
            <a:ext cx="1068512" cy="603504"/>
          </a:xfrm>
          <a:prstGeom prst="rect">
            <a:avLst/>
          </a:prstGeom>
          <a:solidFill>
            <a:schemeClr val="accent1">
              <a:lumMod val="75000"/>
            </a:schemeClr>
          </a:solidFill>
          <a:ln w="1905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spcFirstLastPara="0" vert="horz" wrap="square" lIns="72000" tIns="36000" rIns="72000" bIns="6350" numCol="1" spcCol="1270" rtlCol="0" anchor="ctr" anchorCtr="0">
            <a:noAutofit/>
          </a:bodyPr>
          <a:lstStyle/>
          <a:p>
            <a:pPr marL="0" marR="0" lvl="0" indent="0" algn="l" defTabSz="4445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100" b="1" i="1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Simplon BP Regular"/>
                <a:ea typeface="+mn-ea"/>
                <a:cs typeface="Helvetica"/>
                <a:sym typeface="Simplon BP Regular"/>
              </a:rPr>
              <a:t>Perímetro </a:t>
            </a:r>
            <a:br>
              <a:rPr kumimoji="0" lang="pt-BR" sz="1100" b="1" i="1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Simplon BP Regular"/>
                <a:ea typeface="+mn-ea"/>
                <a:cs typeface="Helvetica"/>
                <a:sym typeface="Simplon BP Regular"/>
              </a:rPr>
            </a:br>
            <a:r>
              <a:rPr kumimoji="0" lang="pt-BR" sz="1100" b="1" i="1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Simplon BP Regular"/>
                <a:ea typeface="+mn-ea"/>
                <a:cs typeface="Helvetica"/>
                <a:sym typeface="Simplon BP Regular"/>
              </a:rPr>
              <a:t>FTTH E VOIP 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F0CF46A3-DE8D-5D78-F330-1E6A807AD4B2}"/>
              </a:ext>
            </a:extLst>
          </p:cNvPr>
          <p:cNvSpPr txBox="1"/>
          <p:nvPr/>
        </p:nvSpPr>
        <p:spPr>
          <a:xfrm>
            <a:off x="1348877" y="1285557"/>
            <a:ext cx="3635365" cy="55399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111125" marR="0" lvl="0" indent="-111125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pt-BR" sz="1200" b="0" i="0" u="none" strike="noStrike" kern="0" cap="none" spc="0" normalizeH="0" baseline="0" noProof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Simplon BP Regular"/>
                <a:sym typeface="Simplon BP Regular"/>
              </a:rPr>
              <a:t>Definição de perímetro</a:t>
            </a:r>
          </a:p>
          <a:p>
            <a:pPr marL="111125" marR="0" lvl="0" indent="-111125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pt-BR" sz="1200" b="0" i="0" u="none" strike="noStrike" kern="0" cap="none" spc="0" normalizeH="0" baseline="0" noProof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Simplon BP Regular"/>
                <a:sym typeface="Simplon BP Regular"/>
              </a:rPr>
              <a:t>Atualização de regulamentos</a:t>
            </a:r>
          </a:p>
          <a:p>
            <a:pPr marL="111125" marR="0" lvl="0" indent="-111125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pt-BR" sz="1200" b="0" i="0" u="none" strike="noStrike" kern="0" cap="none" spc="0" normalizeH="0" baseline="0" noProof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Simplon BP Regular"/>
                <a:sym typeface="Simplon BP Regular"/>
              </a:rPr>
              <a:t>Plano comunicação </a:t>
            </a:r>
            <a:r>
              <a:rPr kumimoji="0" lang="pt-BR" sz="1200" b="1" i="0" u="none" strike="noStrike" kern="0" cap="none" spc="0" normalizeH="0" baseline="0" noProof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Simplon BP Regular"/>
                <a:sym typeface="Simplon BP Regular"/>
              </a:rPr>
              <a:t>mudança CNPJ/controlador</a:t>
            </a:r>
          </a:p>
        </p:txBody>
      </p:sp>
      <p:graphicFrame>
        <p:nvGraphicFramePr>
          <p:cNvPr id="70" name="Table 69">
            <a:extLst>
              <a:ext uri="{FF2B5EF4-FFF2-40B4-BE49-F238E27FC236}">
                <a16:creationId xmlns:a16="http://schemas.microsoft.com/office/drawing/2014/main" id="{64C402D5-D823-597E-D23B-104FBA6F8AEF}"/>
              </a:ext>
            </a:extLst>
          </p:cNvPr>
          <p:cNvGraphicFramePr>
            <a:graphicFrameLocks noGrp="1"/>
          </p:cNvGraphicFramePr>
          <p:nvPr/>
        </p:nvGraphicFramePr>
        <p:xfrm>
          <a:off x="5026979" y="709450"/>
          <a:ext cx="6971376" cy="6120900"/>
        </p:xfrm>
        <a:graphic>
          <a:graphicData uri="http://schemas.openxmlformats.org/drawingml/2006/table">
            <a:tbl>
              <a:tblPr firstRow="1" bandRow="1"/>
              <a:tblGrid>
                <a:gridCol w="1134006">
                  <a:extLst>
                    <a:ext uri="{9D8B030D-6E8A-4147-A177-3AD203B41FA5}">
                      <a16:colId xmlns:a16="http://schemas.microsoft.com/office/drawing/2014/main" val="615484032"/>
                    </a:ext>
                  </a:extLst>
                </a:gridCol>
                <a:gridCol w="1134006">
                  <a:extLst>
                    <a:ext uri="{9D8B030D-6E8A-4147-A177-3AD203B41FA5}">
                      <a16:colId xmlns:a16="http://schemas.microsoft.com/office/drawing/2014/main" val="2704344942"/>
                    </a:ext>
                  </a:extLst>
                </a:gridCol>
                <a:gridCol w="1134006">
                  <a:extLst>
                    <a:ext uri="{9D8B030D-6E8A-4147-A177-3AD203B41FA5}">
                      <a16:colId xmlns:a16="http://schemas.microsoft.com/office/drawing/2014/main" val="1163614476"/>
                    </a:ext>
                  </a:extLst>
                </a:gridCol>
                <a:gridCol w="1134006">
                  <a:extLst>
                    <a:ext uri="{9D8B030D-6E8A-4147-A177-3AD203B41FA5}">
                      <a16:colId xmlns:a16="http://schemas.microsoft.com/office/drawing/2014/main" val="1938603679"/>
                    </a:ext>
                  </a:extLst>
                </a:gridCol>
                <a:gridCol w="1217676">
                  <a:extLst>
                    <a:ext uri="{9D8B030D-6E8A-4147-A177-3AD203B41FA5}">
                      <a16:colId xmlns:a16="http://schemas.microsoft.com/office/drawing/2014/main" val="842458018"/>
                    </a:ext>
                  </a:extLst>
                </a:gridCol>
                <a:gridCol w="1217676">
                  <a:extLst>
                    <a:ext uri="{9D8B030D-6E8A-4147-A177-3AD203B41FA5}">
                      <a16:colId xmlns:a16="http://schemas.microsoft.com/office/drawing/2014/main" val="795986724"/>
                    </a:ext>
                  </a:extLst>
                </a:gridCol>
              </a:tblGrid>
              <a:tr h="525654">
                <a:tc>
                  <a:txBody>
                    <a:bodyPr/>
                    <a:lstStyle>
                      <a:lvl1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1" i="0" u="none" strike="noStrike" cap="none" spc="0" baseline="0">
                          <a:solidFill>
                            <a:schemeClr val="lt1"/>
                          </a:solidFill>
                          <a:uFillTx/>
                          <a:latin typeface="Graphik"/>
                          <a:sym typeface="Simplon BP Regular"/>
                        </a:defRPr>
                      </a:lvl1pPr>
                      <a:lvl2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1" i="0" u="none" strike="noStrike" cap="none" spc="0" baseline="0">
                          <a:solidFill>
                            <a:schemeClr val="lt1"/>
                          </a:solidFill>
                          <a:uFillTx/>
                          <a:latin typeface="Graphik"/>
                          <a:sym typeface="Simplon BP Regular"/>
                        </a:defRPr>
                      </a:lvl2pPr>
                      <a:lvl3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1" i="0" u="none" strike="noStrike" cap="none" spc="0" baseline="0">
                          <a:solidFill>
                            <a:schemeClr val="lt1"/>
                          </a:solidFill>
                          <a:uFillTx/>
                          <a:latin typeface="Graphik"/>
                          <a:sym typeface="Simplon BP Regular"/>
                        </a:defRPr>
                      </a:lvl3pPr>
                      <a:lvl4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1" i="0" u="none" strike="noStrike" cap="none" spc="0" baseline="0">
                          <a:solidFill>
                            <a:schemeClr val="lt1"/>
                          </a:solidFill>
                          <a:uFillTx/>
                          <a:latin typeface="Graphik"/>
                          <a:sym typeface="Simplon BP Regular"/>
                        </a:defRPr>
                      </a:lvl4pPr>
                      <a:lvl5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1" i="0" u="none" strike="noStrike" cap="none" spc="0" baseline="0">
                          <a:solidFill>
                            <a:schemeClr val="lt1"/>
                          </a:solidFill>
                          <a:uFillTx/>
                          <a:latin typeface="Graphik"/>
                          <a:sym typeface="Simplon BP Regular"/>
                        </a:defRPr>
                      </a:lvl5pPr>
                      <a:lvl6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1" i="0" u="none" strike="noStrike" cap="none" spc="0" baseline="0">
                          <a:solidFill>
                            <a:schemeClr val="lt1"/>
                          </a:solidFill>
                          <a:uFillTx/>
                          <a:latin typeface="Graphik"/>
                          <a:sym typeface="Simplon BP Regular"/>
                        </a:defRPr>
                      </a:lvl6pPr>
                      <a:lvl7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1" i="0" u="none" strike="noStrike" cap="none" spc="0" baseline="0">
                          <a:solidFill>
                            <a:schemeClr val="lt1"/>
                          </a:solidFill>
                          <a:uFillTx/>
                          <a:latin typeface="Graphik"/>
                          <a:sym typeface="Simplon BP Regular"/>
                        </a:defRPr>
                      </a:lvl7pPr>
                      <a:lvl8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1" i="0" u="none" strike="noStrike" cap="none" spc="0" baseline="0">
                          <a:solidFill>
                            <a:schemeClr val="lt1"/>
                          </a:solidFill>
                          <a:uFillTx/>
                          <a:latin typeface="Graphik"/>
                          <a:sym typeface="Simplon BP Regular"/>
                        </a:defRPr>
                      </a:lvl8pPr>
                      <a:lvl9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1" i="0" u="none" strike="noStrike" cap="none" spc="0" baseline="0">
                          <a:solidFill>
                            <a:schemeClr val="lt1"/>
                          </a:solidFill>
                          <a:uFillTx/>
                          <a:latin typeface="Graphik"/>
                          <a:sym typeface="Simplon BP Regular"/>
                        </a:defRPr>
                      </a:lvl9pPr>
                    </a:lstStyle>
                    <a:p>
                      <a:pPr algn="ctr"/>
                      <a:r>
                        <a:rPr lang="pt-BR" sz="1200">
                          <a:solidFill>
                            <a:schemeClr val="bg1"/>
                          </a:solidFill>
                          <a:latin typeface="Simplon BP Regular"/>
                        </a:rPr>
                        <a:t>JUNHO</a:t>
                      </a:r>
                    </a:p>
                  </a:txBody>
                  <a:tcPr marL="83127" marR="83127" anchor="ctr">
                    <a:lnL w="762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1" i="0" u="none" strike="noStrike" cap="none" spc="0" baseline="0">
                          <a:solidFill>
                            <a:schemeClr val="lt1"/>
                          </a:solidFill>
                          <a:uFillTx/>
                          <a:latin typeface="Graphik"/>
                          <a:sym typeface="Simplon BP Regular"/>
                        </a:defRPr>
                      </a:lvl1pPr>
                      <a:lvl2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1" i="0" u="none" strike="noStrike" cap="none" spc="0" baseline="0">
                          <a:solidFill>
                            <a:schemeClr val="lt1"/>
                          </a:solidFill>
                          <a:uFillTx/>
                          <a:latin typeface="Graphik"/>
                          <a:sym typeface="Simplon BP Regular"/>
                        </a:defRPr>
                      </a:lvl2pPr>
                      <a:lvl3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1" i="0" u="none" strike="noStrike" cap="none" spc="0" baseline="0">
                          <a:solidFill>
                            <a:schemeClr val="lt1"/>
                          </a:solidFill>
                          <a:uFillTx/>
                          <a:latin typeface="Graphik"/>
                          <a:sym typeface="Simplon BP Regular"/>
                        </a:defRPr>
                      </a:lvl3pPr>
                      <a:lvl4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1" i="0" u="none" strike="noStrike" cap="none" spc="0" baseline="0">
                          <a:solidFill>
                            <a:schemeClr val="lt1"/>
                          </a:solidFill>
                          <a:uFillTx/>
                          <a:latin typeface="Graphik"/>
                          <a:sym typeface="Simplon BP Regular"/>
                        </a:defRPr>
                      </a:lvl4pPr>
                      <a:lvl5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1" i="0" u="none" strike="noStrike" cap="none" spc="0" baseline="0">
                          <a:solidFill>
                            <a:schemeClr val="lt1"/>
                          </a:solidFill>
                          <a:uFillTx/>
                          <a:latin typeface="Graphik"/>
                          <a:sym typeface="Simplon BP Regular"/>
                        </a:defRPr>
                      </a:lvl5pPr>
                      <a:lvl6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1" i="0" u="none" strike="noStrike" cap="none" spc="0" baseline="0">
                          <a:solidFill>
                            <a:schemeClr val="lt1"/>
                          </a:solidFill>
                          <a:uFillTx/>
                          <a:latin typeface="Graphik"/>
                          <a:sym typeface="Simplon BP Regular"/>
                        </a:defRPr>
                      </a:lvl6pPr>
                      <a:lvl7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1" i="0" u="none" strike="noStrike" cap="none" spc="0" baseline="0">
                          <a:solidFill>
                            <a:schemeClr val="lt1"/>
                          </a:solidFill>
                          <a:uFillTx/>
                          <a:latin typeface="Graphik"/>
                          <a:sym typeface="Simplon BP Regular"/>
                        </a:defRPr>
                      </a:lvl7pPr>
                      <a:lvl8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1" i="0" u="none" strike="noStrike" cap="none" spc="0" baseline="0">
                          <a:solidFill>
                            <a:schemeClr val="lt1"/>
                          </a:solidFill>
                          <a:uFillTx/>
                          <a:latin typeface="Graphik"/>
                          <a:sym typeface="Simplon BP Regular"/>
                        </a:defRPr>
                      </a:lvl8pPr>
                      <a:lvl9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1" i="0" u="none" strike="noStrike" cap="none" spc="0" baseline="0">
                          <a:solidFill>
                            <a:schemeClr val="lt1"/>
                          </a:solidFill>
                          <a:uFillTx/>
                          <a:latin typeface="Graphik"/>
                          <a:sym typeface="Simplon BP Regular"/>
                        </a:defRPr>
                      </a:lvl9pPr>
                    </a:lstStyle>
                    <a:p>
                      <a:pPr algn="ctr"/>
                      <a:r>
                        <a:rPr lang="pt-BR" sz="1200">
                          <a:solidFill>
                            <a:schemeClr val="bg1"/>
                          </a:solidFill>
                          <a:latin typeface="Simplon BP Regular"/>
                        </a:rPr>
                        <a:t>JULHO</a:t>
                      </a:r>
                    </a:p>
                  </a:txBody>
                  <a:tcPr marL="83127" marR="83127" anchor="ctr">
                    <a:lnL w="762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1" i="0" u="none" strike="noStrike" cap="none" spc="0" baseline="0">
                          <a:solidFill>
                            <a:schemeClr val="lt1"/>
                          </a:solidFill>
                          <a:uFillTx/>
                          <a:latin typeface="Graphik"/>
                          <a:sym typeface="Simplon BP Regular"/>
                        </a:defRPr>
                      </a:lvl1pPr>
                      <a:lvl2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1" i="0" u="none" strike="noStrike" cap="none" spc="0" baseline="0">
                          <a:solidFill>
                            <a:schemeClr val="lt1"/>
                          </a:solidFill>
                          <a:uFillTx/>
                          <a:latin typeface="Graphik"/>
                          <a:sym typeface="Simplon BP Regular"/>
                        </a:defRPr>
                      </a:lvl2pPr>
                      <a:lvl3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1" i="0" u="none" strike="noStrike" cap="none" spc="0" baseline="0">
                          <a:solidFill>
                            <a:schemeClr val="lt1"/>
                          </a:solidFill>
                          <a:uFillTx/>
                          <a:latin typeface="Graphik"/>
                          <a:sym typeface="Simplon BP Regular"/>
                        </a:defRPr>
                      </a:lvl3pPr>
                      <a:lvl4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1" i="0" u="none" strike="noStrike" cap="none" spc="0" baseline="0">
                          <a:solidFill>
                            <a:schemeClr val="lt1"/>
                          </a:solidFill>
                          <a:uFillTx/>
                          <a:latin typeface="Graphik"/>
                          <a:sym typeface="Simplon BP Regular"/>
                        </a:defRPr>
                      </a:lvl4pPr>
                      <a:lvl5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1" i="0" u="none" strike="noStrike" cap="none" spc="0" baseline="0">
                          <a:solidFill>
                            <a:schemeClr val="lt1"/>
                          </a:solidFill>
                          <a:uFillTx/>
                          <a:latin typeface="Graphik"/>
                          <a:sym typeface="Simplon BP Regular"/>
                        </a:defRPr>
                      </a:lvl5pPr>
                      <a:lvl6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1" i="0" u="none" strike="noStrike" cap="none" spc="0" baseline="0">
                          <a:solidFill>
                            <a:schemeClr val="lt1"/>
                          </a:solidFill>
                          <a:uFillTx/>
                          <a:latin typeface="Graphik"/>
                          <a:sym typeface="Simplon BP Regular"/>
                        </a:defRPr>
                      </a:lvl6pPr>
                      <a:lvl7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1" i="0" u="none" strike="noStrike" cap="none" spc="0" baseline="0">
                          <a:solidFill>
                            <a:schemeClr val="lt1"/>
                          </a:solidFill>
                          <a:uFillTx/>
                          <a:latin typeface="Graphik"/>
                          <a:sym typeface="Simplon BP Regular"/>
                        </a:defRPr>
                      </a:lvl7pPr>
                      <a:lvl8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1" i="0" u="none" strike="noStrike" cap="none" spc="0" baseline="0">
                          <a:solidFill>
                            <a:schemeClr val="lt1"/>
                          </a:solidFill>
                          <a:uFillTx/>
                          <a:latin typeface="Graphik"/>
                          <a:sym typeface="Simplon BP Regular"/>
                        </a:defRPr>
                      </a:lvl8pPr>
                      <a:lvl9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1" i="0" u="none" strike="noStrike" cap="none" spc="0" baseline="0">
                          <a:solidFill>
                            <a:schemeClr val="lt1"/>
                          </a:solidFill>
                          <a:uFillTx/>
                          <a:latin typeface="Graphik"/>
                          <a:sym typeface="Simplon BP Regular"/>
                        </a:defRPr>
                      </a:lvl9pPr>
                    </a:lstStyle>
                    <a:p>
                      <a:pPr algn="ctr"/>
                      <a:r>
                        <a:rPr lang="pt-BR" sz="1200">
                          <a:solidFill>
                            <a:schemeClr val="bg1"/>
                          </a:solidFill>
                          <a:latin typeface="Simplon BP Regular"/>
                        </a:rPr>
                        <a:t>AGOSTO</a:t>
                      </a:r>
                    </a:p>
                  </a:txBody>
                  <a:tcPr marL="83127" marR="83127" anchor="ctr">
                    <a:lnL w="762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1" i="0" u="none" strike="noStrike" cap="none" spc="0" baseline="0">
                          <a:solidFill>
                            <a:schemeClr val="lt1"/>
                          </a:solidFill>
                          <a:uFillTx/>
                          <a:latin typeface="Graphik"/>
                          <a:sym typeface="Simplon BP Regular"/>
                        </a:defRPr>
                      </a:lvl1pPr>
                      <a:lvl2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1" i="0" u="none" strike="noStrike" cap="none" spc="0" baseline="0">
                          <a:solidFill>
                            <a:schemeClr val="lt1"/>
                          </a:solidFill>
                          <a:uFillTx/>
                          <a:latin typeface="Graphik"/>
                          <a:sym typeface="Simplon BP Regular"/>
                        </a:defRPr>
                      </a:lvl2pPr>
                      <a:lvl3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1" i="0" u="none" strike="noStrike" cap="none" spc="0" baseline="0">
                          <a:solidFill>
                            <a:schemeClr val="lt1"/>
                          </a:solidFill>
                          <a:uFillTx/>
                          <a:latin typeface="Graphik"/>
                          <a:sym typeface="Simplon BP Regular"/>
                        </a:defRPr>
                      </a:lvl3pPr>
                      <a:lvl4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1" i="0" u="none" strike="noStrike" cap="none" spc="0" baseline="0">
                          <a:solidFill>
                            <a:schemeClr val="lt1"/>
                          </a:solidFill>
                          <a:uFillTx/>
                          <a:latin typeface="Graphik"/>
                          <a:sym typeface="Simplon BP Regular"/>
                        </a:defRPr>
                      </a:lvl4pPr>
                      <a:lvl5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1" i="0" u="none" strike="noStrike" cap="none" spc="0" baseline="0">
                          <a:solidFill>
                            <a:schemeClr val="lt1"/>
                          </a:solidFill>
                          <a:uFillTx/>
                          <a:latin typeface="Graphik"/>
                          <a:sym typeface="Simplon BP Regular"/>
                        </a:defRPr>
                      </a:lvl5pPr>
                      <a:lvl6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1" i="0" u="none" strike="noStrike" cap="none" spc="0" baseline="0">
                          <a:solidFill>
                            <a:schemeClr val="lt1"/>
                          </a:solidFill>
                          <a:uFillTx/>
                          <a:latin typeface="Graphik"/>
                          <a:sym typeface="Simplon BP Regular"/>
                        </a:defRPr>
                      </a:lvl6pPr>
                      <a:lvl7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1" i="0" u="none" strike="noStrike" cap="none" spc="0" baseline="0">
                          <a:solidFill>
                            <a:schemeClr val="lt1"/>
                          </a:solidFill>
                          <a:uFillTx/>
                          <a:latin typeface="Graphik"/>
                          <a:sym typeface="Simplon BP Regular"/>
                        </a:defRPr>
                      </a:lvl7pPr>
                      <a:lvl8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1" i="0" u="none" strike="noStrike" cap="none" spc="0" baseline="0">
                          <a:solidFill>
                            <a:schemeClr val="lt1"/>
                          </a:solidFill>
                          <a:uFillTx/>
                          <a:latin typeface="Graphik"/>
                          <a:sym typeface="Simplon BP Regular"/>
                        </a:defRPr>
                      </a:lvl8pPr>
                      <a:lvl9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1" i="0" u="none" strike="noStrike" cap="none" spc="0" baseline="0">
                          <a:solidFill>
                            <a:schemeClr val="lt1"/>
                          </a:solidFill>
                          <a:uFillTx/>
                          <a:latin typeface="Graphik"/>
                          <a:sym typeface="Simplon BP Regular"/>
                        </a:defRPr>
                      </a:lvl9pPr>
                    </a:lstStyle>
                    <a:p>
                      <a:pPr algn="ctr"/>
                      <a:r>
                        <a:rPr lang="pt-BR" sz="1200">
                          <a:solidFill>
                            <a:schemeClr val="bg1"/>
                          </a:solidFill>
                          <a:latin typeface="Simplon BP Regular"/>
                        </a:rPr>
                        <a:t>SETEMBRO</a:t>
                      </a:r>
                    </a:p>
                  </a:txBody>
                  <a:tcPr marL="83127" marR="83127" anchor="ctr">
                    <a:lnL w="762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1" i="0" u="none" strike="noStrike" cap="none" spc="0" baseline="0">
                          <a:solidFill>
                            <a:schemeClr val="lt1"/>
                          </a:solidFill>
                          <a:uFillTx/>
                          <a:latin typeface="Graphik"/>
                          <a:sym typeface="Simplon BP Regular"/>
                        </a:defRPr>
                      </a:lvl1pPr>
                      <a:lvl2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1" i="0" u="none" strike="noStrike" cap="none" spc="0" baseline="0">
                          <a:solidFill>
                            <a:schemeClr val="lt1"/>
                          </a:solidFill>
                          <a:uFillTx/>
                          <a:latin typeface="Graphik"/>
                          <a:sym typeface="Simplon BP Regular"/>
                        </a:defRPr>
                      </a:lvl2pPr>
                      <a:lvl3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1" i="0" u="none" strike="noStrike" cap="none" spc="0" baseline="0">
                          <a:solidFill>
                            <a:schemeClr val="lt1"/>
                          </a:solidFill>
                          <a:uFillTx/>
                          <a:latin typeface="Graphik"/>
                          <a:sym typeface="Simplon BP Regular"/>
                        </a:defRPr>
                      </a:lvl3pPr>
                      <a:lvl4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1" i="0" u="none" strike="noStrike" cap="none" spc="0" baseline="0">
                          <a:solidFill>
                            <a:schemeClr val="lt1"/>
                          </a:solidFill>
                          <a:uFillTx/>
                          <a:latin typeface="Graphik"/>
                          <a:sym typeface="Simplon BP Regular"/>
                        </a:defRPr>
                      </a:lvl4pPr>
                      <a:lvl5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1" i="0" u="none" strike="noStrike" cap="none" spc="0" baseline="0">
                          <a:solidFill>
                            <a:schemeClr val="lt1"/>
                          </a:solidFill>
                          <a:uFillTx/>
                          <a:latin typeface="Graphik"/>
                          <a:sym typeface="Simplon BP Regular"/>
                        </a:defRPr>
                      </a:lvl5pPr>
                      <a:lvl6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1" i="0" u="none" strike="noStrike" cap="none" spc="0" baseline="0">
                          <a:solidFill>
                            <a:schemeClr val="lt1"/>
                          </a:solidFill>
                          <a:uFillTx/>
                          <a:latin typeface="Graphik"/>
                          <a:sym typeface="Simplon BP Regular"/>
                        </a:defRPr>
                      </a:lvl6pPr>
                      <a:lvl7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1" i="0" u="none" strike="noStrike" cap="none" spc="0" baseline="0">
                          <a:solidFill>
                            <a:schemeClr val="lt1"/>
                          </a:solidFill>
                          <a:uFillTx/>
                          <a:latin typeface="Graphik"/>
                          <a:sym typeface="Simplon BP Regular"/>
                        </a:defRPr>
                      </a:lvl7pPr>
                      <a:lvl8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1" i="0" u="none" strike="noStrike" cap="none" spc="0" baseline="0">
                          <a:solidFill>
                            <a:schemeClr val="lt1"/>
                          </a:solidFill>
                          <a:uFillTx/>
                          <a:latin typeface="Graphik"/>
                          <a:sym typeface="Simplon BP Regular"/>
                        </a:defRPr>
                      </a:lvl8pPr>
                      <a:lvl9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1" i="0" u="none" strike="noStrike" cap="none" spc="0" baseline="0">
                          <a:solidFill>
                            <a:schemeClr val="lt1"/>
                          </a:solidFill>
                          <a:uFillTx/>
                          <a:latin typeface="Graphik"/>
                          <a:sym typeface="Simplon BP Regular"/>
                        </a:defRPr>
                      </a:lvl9pPr>
                    </a:lstStyle>
                    <a:p>
                      <a:pPr algn="ctr"/>
                      <a:r>
                        <a:rPr lang="pt-BR" sz="1200">
                          <a:solidFill>
                            <a:schemeClr val="bg1"/>
                          </a:solidFill>
                          <a:latin typeface="Simplon BP Regular"/>
                        </a:rPr>
                        <a:t>OUTUBRO</a:t>
                      </a:r>
                    </a:p>
                  </a:txBody>
                  <a:tcPr marL="83127" marR="83127" anchor="ctr">
                    <a:lnL w="762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b="1" i="0" u="none" strike="noStrike" cap="none" spc="0" baseline="0">
                          <a:solidFill>
                            <a:schemeClr val="bg1"/>
                          </a:solidFill>
                          <a:uFillTx/>
                          <a:latin typeface="Simplon BP Bold"/>
                          <a:ea typeface="+mn-ea"/>
                          <a:cs typeface="+mn-cs"/>
                          <a:sym typeface="Simplon BP Regular"/>
                        </a:rPr>
                        <a:t>NOVEMRBO</a:t>
                      </a:r>
                    </a:p>
                  </a:txBody>
                  <a:tcPr marL="83127" marR="83127" anchor="ctr">
                    <a:lnL w="762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83838771"/>
                  </a:ext>
                </a:extLst>
              </a:tr>
              <a:tr h="5595246">
                <a:tc>
                  <a:txBody>
                    <a:bodyPr/>
                    <a:lstStyle>
                      <a:lvl1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dk1"/>
                          </a:solidFill>
                          <a:uFillTx/>
                          <a:latin typeface="Graphik"/>
                          <a:sym typeface="Simplon BP Regular"/>
                        </a:defRPr>
                      </a:lvl1pPr>
                      <a:lvl2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dk1"/>
                          </a:solidFill>
                          <a:uFillTx/>
                          <a:latin typeface="Graphik"/>
                          <a:sym typeface="Simplon BP Regular"/>
                        </a:defRPr>
                      </a:lvl2pPr>
                      <a:lvl3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dk1"/>
                          </a:solidFill>
                          <a:uFillTx/>
                          <a:latin typeface="Graphik"/>
                          <a:sym typeface="Simplon BP Regular"/>
                        </a:defRPr>
                      </a:lvl3pPr>
                      <a:lvl4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dk1"/>
                          </a:solidFill>
                          <a:uFillTx/>
                          <a:latin typeface="Graphik"/>
                          <a:sym typeface="Simplon BP Regular"/>
                        </a:defRPr>
                      </a:lvl4pPr>
                      <a:lvl5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dk1"/>
                          </a:solidFill>
                          <a:uFillTx/>
                          <a:latin typeface="Graphik"/>
                          <a:sym typeface="Simplon BP Regular"/>
                        </a:defRPr>
                      </a:lvl5pPr>
                      <a:lvl6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dk1"/>
                          </a:solidFill>
                          <a:uFillTx/>
                          <a:latin typeface="Graphik"/>
                          <a:sym typeface="Simplon BP Regular"/>
                        </a:defRPr>
                      </a:lvl6pPr>
                      <a:lvl7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dk1"/>
                          </a:solidFill>
                          <a:uFillTx/>
                          <a:latin typeface="Graphik"/>
                          <a:sym typeface="Simplon BP Regular"/>
                        </a:defRPr>
                      </a:lvl7pPr>
                      <a:lvl8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dk1"/>
                          </a:solidFill>
                          <a:uFillTx/>
                          <a:latin typeface="Graphik"/>
                          <a:sym typeface="Simplon BP Regular"/>
                        </a:defRPr>
                      </a:lvl8pPr>
                      <a:lvl9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dk1"/>
                          </a:solidFill>
                          <a:uFillTx/>
                          <a:latin typeface="Graphik"/>
                          <a:sym typeface="Simplon BP Regular"/>
                        </a:defRPr>
                      </a:lvl9pPr>
                    </a:lstStyle>
                    <a:p>
                      <a:pPr algn="ctr"/>
                      <a:endParaRPr lang="pt-BR" sz="1200">
                        <a:latin typeface="Simplon BP Regular"/>
                      </a:endParaRPr>
                    </a:p>
                  </a:txBody>
                  <a:tcPr marL="83127" marR="83127" anchor="ctr">
                    <a:lnL w="762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85000"/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dk1"/>
                          </a:solidFill>
                          <a:uFillTx/>
                          <a:latin typeface="Graphik"/>
                          <a:sym typeface="Simplon BP Regular"/>
                        </a:defRPr>
                      </a:lvl1pPr>
                      <a:lvl2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dk1"/>
                          </a:solidFill>
                          <a:uFillTx/>
                          <a:latin typeface="Graphik"/>
                          <a:sym typeface="Simplon BP Regular"/>
                        </a:defRPr>
                      </a:lvl2pPr>
                      <a:lvl3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dk1"/>
                          </a:solidFill>
                          <a:uFillTx/>
                          <a:latin typeface="Graphik"/>
                          <a:sym typeface="Simplon BP Regular"/>
                        </a:defRPr>
                      </a:lvl3pPr>
                      <a:lvl4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dk1"/>
                          </a:solidFill>
                          <a:uFillTx/>
                          <a:latin typeface="Graphik"/>
                          <a:sym typeface="Simplon BP Regular"/>
                        </a:defRPr>
                      </a:lvl4pPr>
                      <a:lvl5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dk1"/>
                          </a:solidFill>
                          <a:uFillTx/>
                          <a:latin typeface="Graphik"/>
                          <a:sym typeface="Simplon BP Regular"/>
                        </a:defRPr>
                      </a:lvl5pPr>
                      <a:lvl6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dk1"/>
                          </a:solidFill>
                          <a:uFillTx/>
                          <a:latin typeface="Graphik"/>
                          <a:sym typeface="Simplon BP Regular"/>
                        </a:defRPr>
                      </a:lvl6pPr>
                      <a:lvl7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dk1"/>
                          </a:solidFill>
                          <a:uFillTx/>
                          <a:latin typeface="Graphik"/>
                          <a:sym typeface="Simplon BP Regular"/>
                        </a:defRPr>
                      </a:lvl7pPr>
                      <a:lvl8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dk1"/>
                          </a:solidFill>
                          <a:uFillTx/>
                          <a:latin typeface="Graphik"/>
                          <a:sym typeface="Simplon BP Regular"/>
                        </a:defRPr>
                      </a:lvl8pPr>
                      <a:lvl9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dk1"/>
                          </a:solidFill>
                          <a:uFillTx/>
                          <a:latin typeface="Graphik"/>
                          <a:sym typeface="Simplon BP Regular"/>
                        </a:defRPr>
                      </a:lvl9pPr>
                    </a:lstStyle>
                    <a:p>
                      <a:pPr algn="ctr"/>
                      <a:endParaRPr lang="pt-BR" sz="1200">
                        <a:latin typeface="Simplon BP Regular"/>
                      </a:endParaRPr>
                    </a:p>
                  </a:txBody>
                  <a:tcPr marL="83127" marR="83127" anchor="ctr">
                    <a:lnL w="762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85000"/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dk1"/>
                          </a:solidFill>
                          <a:uFillTx/>
                          <a:latin typeface="Graphik"/>
                          <a:sym typeface="Simplon BP Regular"/>
                        </a:defRPr>
                      </a:lvl1pPr>
                      <a:lvl2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dk1"/>
                          </a:solidFill>
                          <a:uFillTx/>
                          <a:latin typeface="Graphik"/>
                          <a:sym typeface="Simplon BP Regular"/>
                        </a:defRPr>
                      </a:lvl2pPr>
                      <a:lvl3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dk1"/>
                          </a:solidFill>
                          <a:uFillTx/>
                          <a:latin typeface="Graphik"/>
                          <a:sym typeface="Simplon BP Regular"/>
                        </a:defRPr>
                      </a:lvl3pPr>
                      <a:lvl4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dk1"/>
                          </a:solidFill>
                          <a:uFillTx/>
                          <a:latin typeface="Graphik"/>
                          <a:sym typeface="Simplon BP Regular"/>
                        </a:defRPr>
                      </a:lvl4pPr>
                      <a:lvl5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dk1"/>
                          </a:solidFill>
                          <a:uFillTx/>
                          <a:latin typeface="Graphik"/>
                          <a:sym typeface="Simplon BP Regular"/>
                        </a:defRPr>
                      </a:lvl5pPr>
                      <a:lvl6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dk1"/>
                          </a:solidFill>
                          <a:uFillTx/>
                          <a:latin typeface="Graphik"/>
                          <a:sym typeface="Simplon BP Regular"/>
                        </a:defRPr>
                      </a:lvl6pPr>
                      <a:lvl7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dk1"/>
                          </a:solidFill>
                          <a:uFillTx/>
                          <a:latin typeface="Graphik"/>
                          <a:sym typeface="Simplon BP Regular"/>
                        </a:defRPr>
                      </a:lvl7pPr>
                      <a:lvl8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dk1"/>
                          </a:solidFill>
                          <a:uFillTx/>
                          <a:latin typeface="Graphik"/>
                          <a:sym typeface="Simplon BP Regular"/>
                        </a:defRPr>
                      </a:lvl8pPr>
                      <a:lvl9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dk1"/>
                          </a:solidFill>
                          <a:uFillTx/>
                          <a:latin typeface="Graphik"/>
                          <a:sym typeface="Simplon BP Regular"/>
                        </a:defRPr>
                      </a:lvl9pPr>
                    </a:lstStyle>
                    <a:p>
                      <a:pPr algn="ctr"/>
                      <a:endParaRPr lang="pt-BR" sz="1200">
                        <a:latin typeface="Simplon BP Regular"/>
                      </a:endParaRPr>
                    </a:p>
                  </a:txBody>
                  <a:tcPr marL="83127" marR="83127" anchor="ctr">
                    <a:lnL w="762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85000"/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dk1"/>
                          </a:solidFill>
                          <a:uFillTx/>
                          <a:latin typeface="Graphik"/>
                          <a:sym typeface="Simplon BP Regular"/>
                        </a:defRPr>
                      </a:lvl1pPr>
                      <a:lvl2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dk1"/>
                          </a:solidFill>
                          <a:uFillTx/>
                          <a:latin typeface="Graphik"/>
                          <a:sym typeface="Simplon BP Regular"/>
                        </a:defRPr>
                      </a:lvl2pPr>
                      <a:lvl3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dk1"/>
                          </a:solidFill>
                          <a:uFillTx/>
                          <a:latin typeface="Graphik"/>
                          <a:sym typeface="Simplon BP Regular"/>
                        </a:defRPr>
                      </a:lvl3pPr>
                      <a:lvl4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dk1"/>
                          </a:solidFill>
                          <a:uFillTx/>
                          <a:latin typeface="Graphik"/>
                          <a:sym typeface="Simplon BP Regular"/>
                        </a:defRPr>
                      </a:lvl4pPr>
                      <a:lvl5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dk1"/>
                          </a:solidFill>
                          <a:uFillTx/>
                          <a:latin typeface="Graphik"/>
                          <a:sym typeface="Simplon BP Regular"/>
                        </a:defRPr>
                      </a:lvl5pPr>
                      <a:lvl6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dk1"/>
                          </a:solidFill>
                          <a:uFillTx/>
                          <a:latin typeface="Graphik"/>
                          <a:sym typeface="Simplon BP Regular"/>
                        </a:defRPr>
                      </a:lvl6pPr>
                      <a:lvl7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dk1"/>
                          </a:solidFill>
                          <a:uFillTx/>
                          <a:latin typeface="Graphik"/>
                          <a:sym typeface="Simplon BP Regular"/>
                        </a:defRPr>
                      </a:lvl7pPr>
                      <a:lvl8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dk1"/>
                          </a:solidFill>
                          <a:uFillTx/>
                          <a:latin typeface="Graphik"/>
                          <a:sym typeface="Simplon BP Regular"/>
                        </a:defRPr>
                      </a:lvl8pPr>
                      <a:lvl9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dk1"/>
                          </a:solidFill>
                          <a:uFillTx/>
                          <a:latin typeface="Graphik"/>
                          <a:sym typeface="Simplon BP Regular"/>
                        </a:defRPr>
                      </a:lvl9pPr>
                    </a:lstStyle>
                    <a:p>
                      <a:pPr algn="ctr"/>
                      <a:endParaRPr lang="pt-BR" sz="1200">
                        <a:latin typeface="Simplon BP Regular"/>
                      </a:endParaRPr>
                    </a:p>
                  </a:txBody>
                  <a:tcPr marL="83127" marR="83127" anchor="ctr">
                    <a:lnL w="762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85000"/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dk1"/>
                          </a:solidFill>
                          <a:uFillTx/>
                          <a:latin typeface="Graphik"/>
                          <a:sym typeface="Simplon BP Regular"/>
                        </a:defRPr>
                      </a:lvl1pPr>
                      <a:lvl2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dk1"/>
                          </a:solidFill>
                          <a:uFillTx/>
                          <a:latin typeface="Graphik"/>
                          <a:sym typeface="Simplon BP Regular"/>
                        </a:defRPr>
                      </a:lvl2pPr>
                      <a:lvl3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dk1"/>
                          </a:solidFill>
                          <a:uFillTx/>
                          <a:latin typeface="Graphik"/>
                          <a:sym typeface="Simplon BP Regular"/>
                        </a:defRPr>
                      </a:lvl3pPr>
                      <a:lvl4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dk1"/>
                          </a:solidFill>
                          <a:uFillTx/>
                          <a:latin typeface="Graphik"/>
                          <a:sym typeface="Simplon BP Regular"/>
                        </a:defRPr>
                      </a:lvl4pPr>
                      <a:lvl5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dk1"/>
                          </a:solidFill>
                          <a:uFillTx/>
                          <a:latin typeface="Graphik"/>
                          <a:sym typeface="Simplon BP Regular"/>
                        </a:defRPr>
                      </a:lvl5pPr>
                      <a:lvl6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dk1"/>
                          </a:solidFill>
                          <a:uFillTx/>
                          <a:latin typeface="Graphik"/>
                          <a:sym typeface="Simplon BP Regular"/>
                        </a:defRPr>
                      </a:lvl6pPr>
                      <a:lvl7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dk1"/>
                          </a:solidFill>
                          <a:uFillTx/>
                          <a:latin typeface="Graphik"/>
                          <a:sym typeface="Simplon BP Regular"/>
                        </a:defRPr>
                      </a:lvl7pPr>
                      <a:lvl8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dk1"/>
                          </a:solidFill>
                          <a:uFillTx/>
                          <a:latin typeface="Graphik"/>
                          <a:sym typeface="Simplon BP Regular"/>
                        </a:defRPr>
                      </a:lvl8pPr>
                      <a:lvl9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dk1"/>
                          </a:solidFill>
                          <a:uFillTx/>
                          <a:latin typeface="Graphik"/>
                          <a:sym typeface="Simplon BP Regular"/>
                        </a:defRPr>
                      </a:lvl9pPr>
                    </a:lstStyle>
                    <a:p>
                      <a:pPr algn="ctr"/>
                      <a:endParaRPr lang="pt-BR" sz="1200">
                        <a:latin typeface="Simplon BP Regular"/>
                      </a:endParaRPr>
                    </a:p>
                  </a:txBody>
                  <a:tcPr marL="83127" marR="83127" anchor="ctr">
                    <a:lnL w="762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85000"/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200"/>
                    </a:p>
                  </a:txBody>
                  <a:tcPr marL="83127" marR="83127" anchor="ctr">
                    <a:lnL w="762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85000"/>
                        <a:alpha val="3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5513756"/>
                  </a:ext>
                </a:extLst>
              </a:tr>
            </a:tbl>
          </a:graphicData>
        </a:graphic>
      </p:graphicFrame>
      <p:sp>
        <p:nvSpPr>
          <p:cNvPr id="167" name="Rettangolo 19">
            <a:extLst>
              <a:ext uri="{FF2B5EF4-FFF2-40B4-BE49-F238E27FC236}">
                <a16:creationId xmlns:a16="http://schemas.microsoft.com/office/drawing/2014/main" id="{62EC0298-0DDE-8A1E-D46A-62C6527A1C28}"/>
              </a:ext>
            </a:extLst>
          </p:cNvPr>
          <p:cNvSpPr/>
          <p:nvPr/>
        </p:nvSpPr>
        <p:spPr>
          <a:xfrm>
            <a:off x="174663" y="1840197"/>
            <a:ext cx="1068512" cy="603504"/>
          </a:xfrm>
          <a:prstGeom prst="rect">
            <a:avLst/>
          </a:prstGeom>
          <a:solidFill>
            <a:schemeClr val="accent1">
              <a:lumMod val="75000"/>
            </a:schemeClr>
          </a:solidFill>
          <a:ln w="1905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spcFirstLastPara="0" vert="horz" wrap="square" lIns="72000" tIns="36000" rIns="72000" bIns="6350" numCol="1" spcCol="1270" rtlCol="0" anchor="ctr" anchorCtr="0">
            <a:noAutofit/>
          </a:bodyPr>
          <a:lstStyle/>
          <a:p>
            <a:pPr marL="0" marR="0" lvl="0" indent="0" algn="l" defTabSz="4445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100" b="1" i="1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Simplon BP Regular"/>
                <a:ea typeface="+mn-ea"/>
                <a:cs typeface="Helvetica"/>
                <a:sym typeface="Simplon BP Regular"/>
              </a:rPr>
              <a:t>Perímetro </a:t>
            </a:r>
            <a:br>
              <a:rPr kumimoji="0" lang="pt-BR" sz="1100" b="1" i="1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Simplon BP Regular"/>
                <a:ea typeface="+mn-ea"/>
                <a:cs typeface="Helvetica"/>
                <a:sym typeface="Simplon BP Regular"/>
              </a:rPr>
            </a:br>
            <a:r>
              <a:rPr kumimoji="0" lang="pt-BR" sz="1100" b="1" i="1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Simplon BP Regular"/>
                <a:ea typeface="+mn-ea"/>
                <a:cs typeface="Helvetica"/>
                <a:sym typeface="Simplon BP Regular"/>
              </a:rPr>
              <a:t>IPTV</a:t>
            </a:r>
          </a:p>
        </p:txBody>
      </p:sp>
      <p:sp>
        <p:nvSpPr>
          <p:cNvPr id="177" name="Rettangolo 19">
            <a:extLst>
              <a:ext uri="{FF2B5EF4-FFF2-40B4-BE49-F238E27FC236}">
                <a16:creationId xmlns:a16="http://schemas.microsoft.com/office/drawing/2014/main" id="{1B14C087-43BB-F11F-E02B-757981B20E69}"/>
              </a:ext>
            </a:extLst>
          </p:cNvPr>
          <p:cNvSpPr/>
          <p:nvPr/>
        </p:nvSpPr>
        <p:spPr>
          <a:xfrm>
            <a:off x="174663" y="2466011"/>
            <a:ext cx="1068512" cy="603504"/>
          </a:xfrm>
          <a:prstGeom prst="rect">
            <a:avLst/>
          </a:prstGeom>
          <a:solidFill>
            <a:schemeClr val="accent1">
              <a:lumMod val="75000"/>
            </a:schemeClr>
          </a:solidFill>
          <a:ln w="1905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spcFirstLastPara="0" vert="horz" wrap="square" lIns="72000" tIns="36000" rIns="72000" bIns="6350" numCol="1" spcCol="1270" rtlCol="0" anchor="ctr" anchorCtr="0">
            <a:noAutofit/>
          </a:bodyPr>
          <a:lstStyle/>
          <a:p>
            <a:pPr marL="0" marR="0" lvl="0" indent="0" algn="l" defTabSz="4445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100" b="1" i="1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Simplon BP Regular"/>
                <a:ea typeface="+mn-ea"/>
                <a:cs typeface="Helvetica"/>
                <a:sym typeface="Simplon BP Regular"/>
              </a:rPr>
              <a:t>Perímetro </a:t>
            </a:r>
            <a:br>
              <a:rPr kumimoji="0" lang="pt-BR" sz="1100" b="1" i="1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Simplon BP Regular"/>
                <a:ea typeface="+mn-ea"/>
                <a:cs typeface="Helvetica"/>
                <a:sym typeface="Simplon BP Regular"/>
              </a:rPr>
            </a:br>
            <a:r>
              <a:rPr kumimoji="0" lang="pt-BR" sz="1100" b="1" i="1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Simplon BP Regular"/>
                <a:ea typeface="+mn-ea"/>
                <a:cs typeface="Helvetica"/>
                <a:sym typeface="Simplon BP Regular"/>
              </a:rPr>
              <a:t>DTH</a:t>
            </a:r>
          </a:p>
        </p:txBody>
      </p:sp>
      <p:sp>
        <p:nvSpPr>
          <p:cNvPr id="182" name="Rettangolo 19">
            <a:extLst>
              <a:ext uri="{FF2B5EF4-FFF2-40B4-BE49-F238E27FC236}">
                <a16:creationId xmlns:a16="http://schemas.microsoft.com/office/drawing/2014/main" id="{7C61389D-51BE-FE59-5C70-6DE144BA9EC1}"/>
              </a:ext>
            </a:extLst>
          </p:cNvPr>
          <p:cNvSpPr/>
          <p:nvPr/>
        </p:nvSpPr>
        <p:spPr>
          <a:xfrm>
            <a:off x="174663" y="3091825"/>
            <a:ext cx="1068512" cy="603504"/>
          </a:xfrm>
          <a:prstGeom prst="rect">
            <a:avLst/>
          </a:prstGeom>
          <a:solidFill>
            <a:schemeClr val="accent1">
              <a:lumMod val="75000"/>
            </a:schemeClr>
          </a:solidFill>
          <a:ln w="1905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spcFirstLastPara="0" vert="horz" wrap="square" lIns="72000" tIns="36000" rIns="72000" bIns="6350" numCol="1" spcCol="1270" rtlCol="0" anchor="ctr" anchorCtr="0">
            <a:noAutofit/>
          </a:bodyPr>
          <a:lstStyle/>
          <a:p>
            <a:pPr marL="0" marR="0" lvl="0" indent="0" algn="l" defTabSz="4445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100" b="1" i="1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Simplon BP Regular"/>
                <a:ea typeface="+mn-ea"/>
                <a:cs typeface="Helvetica"/>
                <a:sym typeface="Simplon BP Regular"/>
              </a:rPr>
              <a:t>Perímetro COBRE</a:t>
            </a:r>
            <a:endParaRPr kumimoji="0" lang="pt-BR" sz="1100" b="1" i="1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Simplon BP Regular"/>
              <a:ea typeface="+mn-ea"/>
              <a:cs typeface="Helvetica"/>
              <a:sym typeface="Simplon BP Regular"/>
            </a:endParaRPr>
          </a:p>
        </p:txBody>
      </p:sp>
      <p:sp>
        <p:nvSpPr>
          <p:cNvPr id="192" name="Rettangolo 19">
            <a:extLst>
              <a:ext uri="{FF2B5EF4-FFF2-40B4-BE49-F238E27FC236}">
                <a16:creationId xmlns:a16="http://schemas.microsoft.com/office/drawing/2014/main" id="{75234524-8196-75CF-6D6B-1AD29B9221EC}"/>
              </a:ext>
            </a:extLst>
          </p:cNvPr>
          <p:cNvSpPr/>
          <p:nvPr/>
        </p:nvSpPr>
        <p:spPr>
          <a:xfrm>
            <a:off x="174663" y="3717639"/>
            <a:ext cx="1068512" cy="603504"/>
          </a:xfrm>
          <a:prstGeom prst="rect">
            <a:avLst/>
          </a:prstGeom>
          <a:solidFill>
            <a:schemeClr val="accent1">
              <a:lumMod val="75000"/>
            </a:schemeClr>
          </a:solidFill>
          <a:ln w="1905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spcFirstLastPara="0" vert="horz" wrap="square" lIns="72000" tIns="36000" rIns="72000" bIns="6350" numCol="1" spcCol="1270" rtlCol="0" anchor="ctr" anchorCtr="0">
            <a:noAutofit/>
          </a:bodyPr>
          <a:lstStyle/>
          <a:p>
            <a:pPr marL="0" marR="0" lvl="0" indent="0" algn="l" defTabSz="4445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100" b="1" i="1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Simplon BP Regular"/>
                <a:ea typeface="+mn-ea"/>
                <a:cs typeface="Helvetica"/>
                <a:sym typeface="Simplon BP Regular"/>
              </a:rPr>
              <a:t>Perímetro </a:t>
            </a:r>
            <a:br>
              <a:rPr kumimoji="0" lang="pt-BR" sz="1100" b="1" i="1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Simplon BP Regular"/>
                <a:ea typeface="+mn-ea"/>
                <a:cs typeface="Helvetica"/>
                <a:sym typeface="Simplon BP Regular"/>
              </a:rPr>
            </a:br>
            <a:r>
              <a:rPr kumimoji="0" lang="pt-BR" sz="1100" b="1" i="1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Simplon BP Regular"/>
                <a:ea typeface="+mn-ea"/>
                <a:cs typeface="Helvetica"/>
                <a:sym typeface="Simplon BP Regular"/>
              </a:rPr>
              <a:t>B2B</a:t>
            </a:r>
          </a:p>
        </p:txBody>
      </p:sp>
      <p:sp>
        <p:nvSpPr>
          <p:cNvPr id="197" name="Rettangolo 19">
            <a:extLst>
              <a:ext uri="{FF2B5EF4-FFF2-40B4-BE49-F238E27FC236}">
                <a16:creationId xmlns:a16="http://schemas.microsoft.com/office/drawing/2014/main" id="{6F3E6606-CA1D-59FF-3B67-BF5386545FC3}"/>
              </a:ext>
            </a:extLst>
          </p:cNvPr>
          <p:cNvSpPr/>
          <p:nvPr/>
        </p:nvSpPr>
        <p:spPr>
          <a:xfrm>
            <a:off x="174663" y="4343453"/>
            <a:ext cx="1068512" cy="603504"/>
          </a:xfrm>
          <a:prstGeom prst="rect">
            <a:avLst/>
          </a:prstGeom>
          <a:solidFill>
            <a:schemeClr val="accent1">
              <a:lumMod val="75000"/>
            </a:schemeClr>
          </a:solidFill>
          <a:ln w="1905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spcFirstLastPara="0" vert="horz" wrap="square" lIns="72000" tIns="36000" rIns="72000" bIns="6350" numCol="1" spcCol="1270" rtlCol="0" anchor="ctr" anchorCtr="0">
            <a:noAutofit/>
          </a:bodyPr>
          <a:lstStyle/>
          <a:p>
            <a:pPr marL="0" marR="0" lvl="0" indent="0" algn="l" defTabSz="4445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100" b="1" i="1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Simplon BP Regular"/>
                <a:ea typeface="+mn-ea"/>
                <a:cs typeface="Helvetica"/>
                <a:sym typeface="Simplon BP Regular"/>
              </a:rPr>
              <a:t>Perímetro SVA/ADDONS/</a:t>
            </a:r>
            <a:br>
              <a:rPr kumimoji="0" lang="pt-BR" sz="1100" b="1" i="1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Simplon BP Regular"/>
                <a:ea typeface="+mn-ea"/>
                <a:cs typeface="Helvetica"/>
                <a:sym typeface="Simplon BP Regular"/>
              </a:rPr>
            </a:br>
            <a:r>
              <a:rPr kumimoji="0" lang="pt-BR" sz="1100" b="1" i="1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Simplon BP Regular"/>
                <a:ea typeface="+mn-ea"/>
                <a:cs typeface="Helvetica"/>
                <a:sym typeface="Simplon BP Regular"/>
              </a:rPr>
              <a:t>OTT</a:t>
            </a:r>
          </a:p>
        </p:txBody>
      </p:sp>
      <p:sp>
        <p:nvSpPr>
          <p:cNvPr id="202" name="Rettangolo 19">
            <a:extLst>
              <a:ext uri="{FF2B5EF4-FFF2-40B4-BE49-F238E27FC236}">
                <a16:creationId xmlns:a16="http://schemas.microsoft.com/office/drawing/2014/main" id="{A3AADAF6-13E4-4FE0-9DD5-8005DF885C91}"/>
              </a:ext>
            </a:extLst>
          </p:cNvPr>
          <p:cNvSpPr/>
          <p:nvPr/>
        </p:nvSpPr>
        <p:spPr>
          <a:xfrm>
            <a:off x="164389" y="4969267"/>
            <a:ext cx="1068512" cy="603504"/>
          </a:xfrm>
          <a:prstGeom prst="rect">
            <a:avLst/>
          </a:prstGeom>
          <a:solidFill>
            <a:schemeClr val="accent1">
              <a:lumMod val="75000"/>
            </a:schemeClr>
          </a:solidFill>
          <a:ln w="1905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spcFirstLastPara="0" vert="horz" wrap="square" lIns="72000" tIns="36000" rIns="0" bIns="6350" numCol="1" spcCol="1270" rtlCol="0" anchor="ctr" anchorCtr="0">
            <a:noAutofit/>
          </a:bodyPr>
          <a:lstStyle/>
          <a:p>
            <a:pPr marL="0" marR="0" lvl="0" indent="0" algn="l" defTabSz="4445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100" b="1" i="1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Simplon BP Regular"/>
                <a:ea typeface="+mn-ea"/>
                <a:cs typeface="Helvetica"/>
                <a:sym typeface="Simplon BP Regular"/>
              </a:rPr>
              <a:t>PLATAFORMAS DE ENGENHARIA</a:t>
            </a:r>
          </a:p>
        </p:txBody>
      </p:sp>
      <p:sp>
        <p:nvSpPr>
          <p:cNvPr id="208" name="Rettangolo 19">
            <a:extLst>
              <a:ext uri="{FF2B5EF4-FFF2-40B4-BE49-F238E27FC236}">
                <a16:creationId xmlns:a16="http://schemas.microsoft.com/office/drawing/2014/main" id="{E9DDE42A-F864-BC36-6198-94E058821837}"/>
              </a:ext>
            </a:extLst>
          </p:cNvPr>
          <p:cNvSpPr/>
          <p:nvPr/>
        </p:nvSpPr>
        <p:spPr>
          <a:xfrm>
            <a:off x="164389" y="5595081"/>
            <a:ext cx="1068512" cy="603504"/>
          </a:xfrm>
          <a:prstGeom prst="rect">
            <a:avLst/>
          </a:prstGeom>
          <a:solidFill>
            <a:schemeClr val="accent1">
              <a:lumMod val="75000"/>
            </a:schemeClr>
          </a:solidFill>
          <a:ln w="1905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spcFirstLastPara="0" vert="horz" wrap="square" lIns="72000" tIns="36000" rIns="72000" bIns="6350" numCol="1" spcCol="1270" rtlCol="0" anchor="ctr" anchorCtr="0">
            <a:noAutofit/>
          </a:bodyPr>
          <a:lstStyle/>
          <a:p>
            <a:pPr marL="0" marR="0" lvl="0" indent="0" algn="l" defTabSz="4445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050" b="1" i="1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Simplon BP Regular"/>
                <a:ea typeface="+mn-ea"/>
                <a:cs typeface="Helvetica"/>
                <a:sym typeface="Simplon BP Regular"/>
              </a:rPr>
              <a:t>TI E OUTROS (EG REAL STATE)</a:t>
            </a:r>
          </a:p>
        </p:txBody>
      </p:sp>
      <p:sp>
        <p:nvSpPr>
          <p:cNvPr id="50" name="Rettangolo 19">
            <a:extLst>
              <a:ext uri="{FF2B5EF4-FFF2-40B4-BE49-F238E27FC236}">
                <a16:creationId xmlns:a16="http://schemas.microsoft.com/office/drawing/2014/main" id="{558A7143-307D-3466-4563-3F1ED1562662}"/>
              </a:ext>
            </a:extLst>
          </p:cNvPr>
          <p:cNvSpPr/>
          <p:nvPr/>
        </p:nvSpPr>
        <p:spPr>
          <a:xfrm>
            <a:off x="164389" y="6220895"/>
            <a:ext cx="1068512" cy="603504"/>
          </a:xfrm>
          <a:prstGeom prst="rect">
            <a:avLst/>
          </a:prstGeom>
          <a:solidFill>
            <a:schemeClr val="accent1">
              <a:lumMod val="75000"/>
            </a:schemeClr>
          </a:solidFill>
          <a:ln w="1905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spcFirstLastPara="0" vert="horz" wrap="square" lIns="72000" tIns="36000" rIns="72000" bIns="6350" numCol="1" spcCol="1270" rtlCol="0" anchor="ctr" anchorCtr="0">
            <a:noAutofit/>
          </a:bodyPr>
          <a:lstStyle/>
          <a:p>
            <a:pPr marL="0" marR="0" lvl="0" indent="0" algn="l" defTabSz="4445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100" b="1" i="1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Simplon BP Regular"/>
                <a:ea typeface="+mn-ea"/>
                <a:cs typeface="Helvetica"/>
                <a:sym typeface="Simplon BP Regular"/>
              </a:rPr>
              <a:t>CONCILIAÇÃO DE ATIVOS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0D405725-5242-9F85-0DBE-1F90FF70C1BC}"/>
              </a:ext>
            </a:extLst>
          </p:cNvPr>
          <p:cNvSpPr txBox="1"/>
          <p:nvPr/>
        </p:nvSpPr>
        <p:spPr>
          <a:xfrm>
            <a:off x="1348878" y="6289978"/>
            <a:ext cx="3183075" cy="55399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111125" indent="-111125">
              <a:buFont typeface="Arial" panose="020B0604020202020204" pitchFamily="34" charset="0"/>
              <a:buChar char="•"/>
              <a:defRPr sz="1200">
                <a:solidFill>
                  <a:schemeClr val="tx2"/>
                </a:solidFill>
                <a:latin typeface="Simplon BP Regular"/>
              </a:defRPr>
            </a:lvl1pPr>
          </a:lstStyle>
          <a:p>
            <a:pPr marL="111125" marR="0" lvl="0" indent="-111125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pt-BR" sz="1200" b="0" i="0" u="none" strike="noStrike" kern="0" cap="none" spc="0" normalizeH="0" baseline="0" noProof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Simplon BP Regular"/>
                <a:sym typeface="Simplon BP Regular"/>
              </a:rPr>
              <a:t>Conciliação físico x contábil</a:t>
            </a:r>
          </a:p>
          <a:p>
            <a:pPr marL="111125" marR="0" lvl="0" indent="-111125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pt-BR" sz="1200" b="0" i="0" u="none" strike="noStrike" kern="0" cap="none" spc="0" normalizeH="0" baseline="0" noProof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Simplon BP Regular"/>
                <a:sym typeface="Simplon BP Regular"/>
              </a:rPr>
              <a:t>Fechamento contábil</a:t>
            </a:r>
          </a:p>
          <a:p>
            <a:pPr marL="111125" marR="0" lvl="0" indent="-111125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pt-BR" sz="1200" b="1" i="0" u="none" strike="noStrike" kern="0" cap="none" spc="0" normalizeH="0" baseline="0" noProof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Simplon BP Regular"/>
                <a:sym typeface="Simplon BP Regular"/>
              </a:rPr>
              <a:t>Drop Down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C666BCC-36EE-DE76-9763-CF262EAA90D9}"/>
              </a:ext>
            </a:extLst>
          </p:cNvPr>
          <p:cNvSpPr txBox="1"/>
          <p:nvPr/>
        </p:nvSpPr>
        <p:spPr>
          <a:xfrm>
            <a:off x="1348877" y="1898439"/>
            <a:ext cx="2688967" cy="55399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111125" marR="0" lvl="0" indent="-111125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pt-BR" sz="1200" b="0" i="0" u="none" strike="noStrike" kern="0" cap="none" spc="0" normalizeH="0" baseline="0" noProof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Simplon BP Regular"/>
                <a:sym typeface="Simplon BP Regular"/>
              </a:rPr>
              <a:t>Definição de perímetro</a:t>
            </a:r>
          </a:p>
          <a:p>
            <a:pPr marL="111125" marR="0" lvl="0" indent="-111125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pt-BR" sz="1200" b="0" i="0" u="none" strike="noStrike" kern="0" cap="none" spc="0" normalizeH="0" baseline="0" noProof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Simplon BP Regular"/>
                <a:sym typeface="Simplon BP Regular"/>
              </a:rPr>
              <a:t>Estratégia de encerramento IPTV</a:t>
            </a:r>
          </a:p>
          <a:p>
            <a:pPr marL="111125" marR="0" lvl="0" indent="-111125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pt-BR" sz="1200" b="0" i="0" u="none" strike="noStrike" kern="0" cap="none" spc="0" normalizeH="0" baseline="0" noProof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Simplon BP Regular"/>
                <a:sym typeface="Simplon BP Regular"/>
              </a:rPr>
              <a:t>Plano de </a:t>
            </a:r>
            <a:r>
              <a:rPr kumimoji="0" lang="pt-BR" sz="1200" b="1" i="0" u="none" strike="noStrike" kern="0" cap="none" spc="0" normalizeH="0" baseline="0" noProof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Simplon BP Regular"/>
                <a:sym typeface="Simplon BP Regular"/>
              </a:rPr>
              <a:t>encerramento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B64CF8E-4FEC-903E-2C5A-1D9799CCE7FD}"/>
              </a:ext>
            </a:extLst>
          </p:cNvPr>
          <p:cNvSpPr txBox="1"/>
          <p:nvPr/>
        </p:nvSpPr>
        <p:spPr>
          <a:xfrm>
            <a:off x="1348878" y="2542735"/>
            <a:ext cx="2565934" cy="55399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111125" marR="0" lvl="0" indent="-111125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pt-BR" sz="1200" b="0" i="0" u="none" strike="noStrike" kern="0" cap="none" spc="0" normalizeH="0" baseline="0" noProof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Simplon BP Regular"/>
                <a:sym typeface="Simplon BP Regular"/>
              </a:rPr>
              <a:t>Definição de perímetro</a:t>
            </a:r>
          </a:p>
          <a:p>
            <a:pPr marL="111125" marR="0" lvl="0" indent="-111125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pt-BR" sz="1200" b="0" i="0" u="none" strike="noStrike" kern="0" cap="none" spc="0" normalizeH="0" baseline="0" noProof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Simplon BP Regular"/>
                <a:sym typeface="Simplon BP Regular"/>
              </a:rPr>
              <a:t>Estratégia de migração para SINN</a:t>
            </a:r>
          </a:p>
          <a:p>
            <a:pPr marL="111125" marR="0" lvl="0" indent="-111125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pt-BR" sz="1200" b="0" i="0" u="none" strike="noStrike" kern="0" cap="none" spc="0" normalizeH="0" baseline="0" noProof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Simplon BP Regular"/>
                <a:sym typeface="Simplon BP Regular"/>
              </a:rPr>
              <a:t>Plano de </a:t>
            </a:r>
            <a:r>
              <a:rPr kumimoji="0" lang="pt-BR" sz="1200" b="1" i="0" u="none" strike="noStrike" kern="0" cap="none" spc="0" normalizeH="0" baseline="0" noProof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Simplon BP Regular"/>
                <a:sym typeface="Simplon BP Regular"/>
              </a:rPr>
              <a:t>migração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24729FA-9344-C534-BAF3-21A415A98684}"/>
              </a:ext>
            </a:extLst>
          </p:cNvPr>
          <p:cNvSpPr txBox="1"/>
          <p:nvPr/>
        </p:nvSpPr>
        <p:spPr>
          <a:xfrm>
            <a:off x="1348878" y="3155660"/>
            <a:ext cx="2565934" cy="55399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111125" marR="0" lvl="0" indent="-111125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pt-BR" sz="1200" b="0" i="0" u="none" strike="noStrike" kern="0" cap="none" spc="0" normalizeH="0" baseline="0" noProof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Simplon BP Regular"/>
                <a:sym typeface="Simplon BP Regular"/>
              </a:rPr>
              <a:t>Definição de perímetro</a:t>
            </a:r>
          </a:p>
          <a:p>
            <a:pPr marL="111125" marR="0" lvl="0" indent="-111125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pt-BR" sz="1200" b="0" i="0" u="none" strike="noStrike" kern="0" cap="none" spc="0" normalizeH="0" baseline="0" noProof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Simplon BP Regular"/>
                <a:sym typeface="Simplon BP Regular"/>
              </a:rPr>
              <a:t>Estratégia de descombamento</a:t>
            </a:r>
          </a:p>
          <a:p>
            <a:pPr marL="111125" marR="0" lvl="0" indent="-111125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pt-BR" sz="1200" b="0" i="0" u="none" strike="noStrike" kern="0" cap="none" spc="0" normalizeH="0" baseline="0" noProof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Simplon BP Regular"/>
                <a:sym typeface="Simplon BP Regular"/>
              </a:rPr>
              <a:t>Plano de </a:t>
            </a:r>
            <a:r>
              <a:rPr kumimoji="0" lang="pt-BR" sz="1200" b="1" i="0" u="none" strike="noStrike" kern="0" cap="none" spc="0" normalizeH="0" baseline="0" noProof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Simplon BP Regular"/>
                <a:sym typeface="Simplon BP Regular"/>
              </a:rPr>
              <a:t>descombamento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9EC26F9-76FD-D97E-FE53-D06DBF5BD413}"/>
              </a:ext>
            </a:extLst>
          </p:cNvPr>
          <p:cNvSpPr txBox="1"/>
          <p:nvPr/>
        </p:nvSpPr>
        <p:spPr>
          <a:xfrm>
            <a:off x="1348878" y="3767455"/>
            <a:ext cx="3060042" cy="55399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111125" marR="0" lvl="0" indent="-111125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pt-BR" sz="1200" b="0" i="0" u="none" strike="noStrike" kern="0" cap="none" spc="0" normalizeH="0" baseline="0" noProof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Simplon BP Regular"/>
                <a:sym typeface="Simplon BP Regular"/>
              </a:rPr>
              <a:t>Definição de perímetro</a:t>
            </a:r>
          </a:p>
          <a:p>
            <a:pPr marL="111125" marR="0" lvl="0" indent="-111125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pt-BR" sz="1200" b="0" i="0" u="none" strike="noStrike" kern="0" cap="none" spc="0" normalizeH="0" baseline="0" noProof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Simplon BP Regular"/>
                <a:sym typeface="Simplon BP Regular"/>
              </a:rPr>
              <a:t>Estratégia de migração para produto B2B</a:t>
            </a:r>
          </a:p>
          <a:p>
            <a:pPr marL="111125" marR="0" lvl="0" indent="-111125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pt-BR" sz="1200" b="0" i="0" u="none" strike="noStrike" kern="0" cap="none" spc="0" normalizeH="0" baseline="0" noProof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Simplon BP Regular"/>
                <a:sym typeface="Simplon BP Regular"/>
              </a:rPr>
              <a:t>Plano de </a:t>
            </a:r>
            <a:r>
              <a:rPr kumimoji="0" lang="pt-BR" sz="1200" b="1" i="0" u="none" strike="noStrike" kern="0" cap="none" spc="0" normalizeH="0" baseline="0" noProof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Simplon BP Regular"/>
                <a:sym typeface="Simplon BP Regular"/>
              </a:rPr>
              <a:t>migração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3146DB1-3B45-D334-0D85-B16443F9FDBD}"/>
              </a:ext>
            </a:extLst>
          </p:cNvPr>
          <p:cNvSpPr txBox="1"/>
          <p:nvPr/>
        </p:nvSpPr>
        <p:spPr>
          <a:xfrm>
            <a:off x="1348878" y="4415483"/>
            <a:ext cx="2886324" cy="55399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111125" marR="0" lvl="0" indent="-111125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pt-BR" sz="1200" b="0" i="0" u="none" strike="noStrike" kern="0" cap="none" spc="0" normalizeH="0" baseline="0" noProof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Simplon BP Regular"/>
                <a:sym typeface="Simplon BP Regular"/>
              </a:rPr>
              <a:t>Definição de perímetro</a:t>
            </a:r>
          </a:p>
          <a:p>
            <a:pPr marL="111125" marR="0" lvl="0" indent="-111125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pt-BR" sz="1200" b="0" i="0" u="none" strike="noStrike" kern="0" cap="none" spc="0" normalizeH="0" baseline="0" noProof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Simplon BP Regular"/>
                <a:sym typeface="Simplon BP Regular"/>
              </a:rPr>
              <a:t>Estratégia de migração SVA/ADDON/OTT</a:t>
            </a:r>
          </a:p>
          <a:p>
            <a:pPr marL="111125" marR="0" lvl="0" indent="-111125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pt-BR" sz="1200" b="0" i="0" u="none" strike="noStrike" kern="0" cap="none" spc="0" normalizeH="0" baseline="0" noProof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Simplon BP Regular"/>
                <a:sym typeface="Simplon BP Regular"/>
              </a:rPr>
              <a:t>Plano de </a:t>
            </a:r>
            <a:r>
              <a:rPr kumimoji="0" lang="pt-BR" sz="1200" b="1" i="0" u="none" strike="noStrike" kern="0" cap="none" spc="0" normalizeH="0" baseline="0" noProof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Simplon BP Regular"/>
                <a:sym typeface="Simplon BP Regular"/>
              </a:rPr>
              <a:t>migração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08BD831-3DF5-024C-8691-ACF80850969F}"/>
              </a:ext>
            </a:extLst>
          </p:cNvPr>
          <p:cNvSpPr txBox="1"/>
          <p:nvPr/>
        </p:nvSpPr>
        <p:spPr>
          <a:xfrm>
            <a:off x="1348878" y="5030705"/>
            <a:ext cx="2565934" cy="55399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111125" marR="0" lvl="0" indent="-111125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pt-BR" sz="1200" b="0" i="0" u="none" strike="noStrike" kern="0" cap="none" spc="0" normalizeH="0" baseline="0" noProof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Simplon BP Regular"/>
                <a:sym typeface="Simplon BP Regular"/>
              </a:rPr>
              <a:t>Definição de perímetro</a:t>
            </a:r>
          </a:p>
          <a:p>
            <a:pPr marL="111125" marR="0" lvl="0" indent="-111125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pt-BR" sz="1200" b="0" i="0" u="none" strike="noStrike" kern="0" cap="none" spc="0" normalizeH="0" baseline="0" noProof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Simplon BP Regular"/>
                <a:sym typeface="Simplon BP Regular"/>
              </a:rPr>
              <a:t>Estratégia de separação</a:t>
            </a:r>
          </a:p>
          <a:p>
            <a:pPr marL="111125" marR="0" lvl="0" indent="-111125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pt-BR" sz="1200" b="0" i="0" u="none" strike="noStrike" kern="0" cap="none" spc="0" normalizeH="0" baseline="0" noProof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Simplon BP Regular"/>
                <a:sym typeface="Simplon BP Regular"/>
              </a:rPr>
              <a:t>Projeto de </a:t>
            </a:r>
            <a:r>
              <a:rPr kumimoji="0" lang="pt-BR" sz="1200" b="1" i="0" u="none" strike="noStrike" kern="0" cap="none" spc="0" normalizeH="0" baseline="0" noProof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Simplon BP Regular"/>
                <a:sym typeface="Simplon BP Regular"/>
              </a:rPr>
              <a:t>separação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B21D918-4F25-6FBC-E6CD-75639B27DED9}"/>
              </a:ext>
            </a:extLst>
          </p:cNvPr>
          <p:cNvSpPr txBox="1"/>
          <p:nvPr/>
        </p:nvSpPr>
        <p:spPr>
          <a:xfrm>
            <a:off x="1348878" y="5663498"/>
            <a:ext cx="3183075" cy="55399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111125" indent="-111125">
              <a:buFont typeface="Arial" panose="020B0604020202020204" pitchFamily="34" charset="0"/>
              <a:buChar char="•"/>
              <a:defRPr sz="1200">
                <a:solidFill>
                  <a:schemeClr val="tx2"/>
                </a:solidFill>
                <a:latin typeface="Simplon BP Regular"/>
              </a:defRPr>
            </a:lvl1pPr>
          </a:lstStyle>
          <a:p>
            <a:pPr marL="111125" marR="0" lvl="0" indent="-111125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pt-BR" sz="1200" b="0" i="0" u="none" strike="noStrike" kern="0" cap="none" spc="0" normalizeH="0" baseline="0" noProof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Simplon BP Regular"/>
                <a:sym typeface="Simplon BP Regular"/>
              </a:rPr>
              <a:t>Definição perímetro de ativos de TI/outros</a:t>
            </a:r>
          </a:p>
          <a:p>
            <a:pPr marL="111125" marR="0" lvl="0" indent="-111125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pt-BR" sz="1200" b="0" i="0" u="none" strike="noStrike" kern="0" cap="none" spc="0" normalizeH="0" baseline="0" noProof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Simplon BP Regular"/>
                <a:sym typeface="Simplon BP Regular"/>
              </a:rPr>
              <a:t>Estratégia de separação</a:t>
            </a:r>
          </a:p>
          <a:p>
            <a:pPr marL="111125" marR="0" lvl="0" indent="-111125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pt-BR" sz="1200" b="0" i="0" u="none" strike="noStrike" kern="0" cap="none" spc="0" normalizeH="0" baseline="0" noProof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Simplon BP Regular"/>
                <a:sym typeface="Simplon BP Regular"/>
              </a:rPr>
              <a:t>Plano de </a:t>
            </a:r>
            <a:r>
              <a:rPr kumimoji="0" lang="pt-BR" sz="1200" b="1" i="0" u="none" strike="noStrike" kern="0" cap="none" spc="0" normalizeH="0" baseline="0" noProof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Simplon BP Regular"/>
                <a:sym typeface="Simplon BP Regular"/>
              </a:rPr>
              <a:t>separação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2EDD46FA-A1E8-83E5-41FC-9952DFBEB3E1}"/>
              </a:ext>
            </a:extLst>
          </p:cNvPr>
          <p:cNvCxnSpPr>
            <a:cxnSpLocks/>
          </p:cNvCxnSpPr>
          <p:nvPr/>
        </p:nvCxnSpPr>
        <p:spPr>
          <a:xfrm flipV="1">
            <a:off x="5026980" y="1527997"/>
            <a:ext cx="6916546" cy="0"/>
          </a:xfrm>
          <a:prstGeom prst="line">
            <a:avLst/>
          </a:prstGeom>
          <a:noFill/>
          <a:ln w="25400" cap="flat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6" name="Diamond 25">
            <a:extLst>
              <a:ext uri="{FF2B5EF4-FFF2-40B4-BE49-F238E27FC236}">
                <a16:creationId xmlns:a16="http://schemas.microsoft.com/office/drawing/2014/main" id="{59EA8A24-D4D2-933E-13F0-90480ED8C290}"/>
              </a:ext>
            </a:extLst>
          </p:cNvPr>
          <p:cNvSpPr/>
          <p:nvPr/>
        </p:nvSpPr>
        <p:spPr>
          <a:xfrm>
            <a:off x="11070664" y="1434478"/>
            <a:ext cx="180000" cy="180000"/>
          </a:xfrm>
          <a:prstGeom prst="diamond">
            <a:avLst/>
          </a:prstGeom>
          <a:solidFill>
            <a:srgbClr val="00D318"/>
          </a:solidFill>
          <a:ln w="12700" cap="flat" cmpd="sng" algn="ctr">
            <a:solidFill>
              <a:schemeClr val="accent1">
                <a:lumMod val="75000"/>
              </a:scheme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implon BP Regular"/>
              <a:ea typeface="+mn-ea"/>
              <a:cs typeface="Helvetica"/>
              <a:sym typeface="Simplon BP Regular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7D28452-196D-6629-06F4-4D749F118677}"/>
              </a:ext>
            </a:extLst>
          </p:cNvPr>
          <p:cNvSpPr txBox="1"/>
          <p:nvPr/>
        </p:nvSpPr>
        <p:spPr>
          <a:xfrm>
            <a:off x="10895125" y="1552533"/>
            <a:ext cx="1092588" cy="30777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lvl="0" algn="ctr" eaLnBrk="1">
              <a:defRPr sz="1000" b="1" kern="0">
                <a:solidFill>
                  <a:schemeClr val="tx2"/>
                </a:solidFill>
                <a:uLnTx/>
                <a:latin typeface="Simplon BP Regular"/>
              </a:defRPr>
            </a:lvl1pPr>
          </a:lstStyle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000" b="1" i="0" u="none" strike="noStrike" kern="0" cap="none" spc="0" normalizeH="0" baseline="0" noProof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Simplon BP Regular"/>
                <a:sym typeface="Simplon BP Regular"/>
              </a:rPr>
              <a:t> Lista de regulamentos</a:t>
            </a:r>
            <a:endParaRPr kumimoji="0" lang="en-US" sz="1000" b="1" i="0" u="none" strike="noStrike" kern="0" cap="none" spc="0" normalizeH="0" baseline="0" noProof="0">
              <a:ln>
                <a:noFill/>
              </a:ln>
              <a:solidFill>
                <a:srgbClr val="535353"/>
              </a:solidFill>
              <a:effectLst/>
              <a:uLnTx/>
              <a:uFillTx/>
              <a:latin typeface="Simplon BP Regular"/>
              <a:sym typeface="Simplon BP Regular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948DA50-A7D9-B159-C565-7B8D7F2F2C75}"/>
              </a:ext>
            </a:extLst>
          </p:cNvPr>
          <p:cNvSpPr txBox="1"/>
          <p:nvPr/>
        </p:nvSpPr>
        <p:spPr>
          <a:xfrm>
            <a:off x="10676301" y="1289756"/>
            <a:ext cx="1030731" cy="15388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lvl="0" eaLnBrk="1">
              <a:defRPr sz="1200" kern="0">
                <a:solidFill>
                  <a:srgbClr val="00D318"/>
                </a:solidFill>
                <a:uLnTx/>
                <a:latin typeface="Simplon BP Regular"/>
              </a:defRPr>
            </a:lvl1pPr>
          </a:lstStyle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000" b="1" i="0" u="none" strike="noStrike" kern="0" cap="none" spc="0" normalizeH="0" baseline="0" noProof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Simplon BP Regular"/>
                <a:sym typeface="Simplon BP Regular"/>
              </a:rPr>
              <a:t>15/11</a:t>
            </a:r>
            <a:endParaRPr kumimoji="0" lang="en-US" sz="1000" b="1" i="0" u="none" strike="noStrike" kern="0" cap="none" spc="0" normalizeH="0" baseline="0" noProof="0">
              <a:ln>
                <a:noFill/>
              </a:ln>
              <a:solidFill>
                <a:srgbClr val="535353"/>
              </a:solidFill>
              <a:effectLst/>
              <a:uLnTx/>
              <a:uFillTx/>
              <a:latin typeface="Simplon BP Regular"/>
              <a:sym typeface="Simplon BP Regular"/>
            </a:endParaRPr>
          </a:p>
        </p:txBody>
      </p:sp>
      <p:sp>
        <p:nvSpPr>
          <p:cNvPr id="29" name="Diamond 28">
            <a:extLst>
              <a:ext uri="{FF2B5EF4-FFF2-40B4-BE49-F238E27FC236}">
                <a16:creationId xmlns:a16="http://schemas.microsoft.com/office/drawing/2014/main" id="{8AB2D239-9970-4B5A-8905-DA562605E3E2}"/>
              </a:ext>
            </a:extLst>
          </p:cNvPr>
          <p:cNvSpPr/>
          <p:nvPr/>
        </p:nvSpPr>
        <p:spPr>
          <a:xfrm>
            <a:off x="10610072" y="1423360"/>
            <a:ext cx="180000" cy="180000"/>
          </a:xfrm>
          <a:prstGeom prst="diamond">
            <a:avLst/>
          </a:prstGeom>
          <a:solidFill>
            <a:srgbClr val="00D318"/>
          </a:solidFill>
          <a:ln w="12700" cap="flat" cmpd="sng" algn="ctr">
            <a:solidFill>
              <a:schemeClr val="accent1">
                <a:lumMod val="75000"/>
              </a:scheme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implon BP Regular"/>
              <a:ea typeface="+mn-ea"/>
              <a:cs typeface="Helvetica"/>
              <a:sym typeface="Simplon BP Regular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7502515-C6B0-14CF-CCBD-DBE994CB8F30}"/>
              </a:ext>
            </a:extLst>
          </p:cNvPr>
          <p:cNvSpPr txBox="1"/>
          <p:nvPr/>
        </p:nvSpPr>
        <p:spPr>
          <a:xfrm>
            <a:off x="10187030" y="1289756"/>
            <a:ext cx="1030731" cy="15388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lvl="0" eaLnBrk="1">
              <a:defRPr sz="1200" kern="0">
                <a:solidFill>
                  <a:srgbClr val="00D318"/>
                </a:solidFill>
                <a:uLnTx/>
                <a:latin typeface="Simplon BP Regular"/>
              </a:defRPr>
            </a:lvl1pPr>
          </a:lstStyle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000" b="1" i="0" u="none" strike="noStrike" kern="0" cap="none" spc="0" normalizeH="0" baseline="0" noProof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Simplon BP Regular"/>
                <a:sym typeface="Simplon BP Regular"/>
              </a:rPr>
              <a:t>01/11</a:t>
            </a:r>
            <a:endParaRPr kumimoji="0" lang="en-US" sz="1000" b="1" i="0" u="none" strike="noStrike" kern="0" cap="none" spc="0" normalizeH="0" baseline="0" noProof="0">
              <a:ln>
                <a:noFill/>
              </a:ln>
              <a:solidFill>
                <a:srgbClr val="535353"/>
              </a:solidFill>
              <a:effectLst/>
              <a:uLnTx/>
              <a:uFillTx/>
              <a:latin typeface="Simplon BP Regular"/>
              <a:sym typeface="Simplon BP Regular"/>
            </a:endParaRPr>
          </a:p>
        </p:txBody>
      </p:sp>
      <p:sp>
        <p:nvSpPr>
          <p:cNvPr id="40" name="Diamond 39">
            <a:extLst>
              <a:ext uri="{FF2B5EF4-FFF2-40B4-BE49-F238E27FC236}">
                <a16:creationId xmlns:a16="http://schemas.microsoft.com/office/drawing/2014/main" id="{700BFD09-CFAB-0058-82C5-025B910C3205}"/>
              </a:ext>
            </a:extLst>
          </p:cNvPr>
          <p:cNvSpPr/>
          <p:nvPr/>
        </p:nvSpPr>
        <p:spPr>
          <a:xfrm>
            <a:off x="5307163" y="1440629"/>
            <a:ext cx="180000" cy="180000"/>
          </a:xfrm>
          <a:prstGeom prst="diamond">
            <a:avLst/>
          </a:prstGeom>
          <a:solidFill>
            <a:srgbClr val="00D318"/>
          </a:solidFill>
          <a:ln w="12700" cap="flat" cmpd="sng" algn="ctr">
            <a:solidFill>
              <a:schemeClr val="accent1">
                <a:lumMod val="75000"/>
              </a:scheme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implon BP Regular"/>
              <a:ea typeface="+mn-ea"/>
              <a:cs typeface="Helvetica"/>
              <a:sym typeface="Simplon BP Regular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8FD2BABB-E677-79D4-AC8B-03A3DE03E40F}"/>
              </a:ext>
            </a:extLst>
          </p:cNvPr>
          <p:cNvSpPr txBox="1"/>
          <p:nvPr/>
        </p:nvSpPr>
        <p:spPr>
          <a:xfrm>
            <a:off x="4731479" y="1630120"/>
            <a:ext cx="1346200" cy="15388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lvl="0" algn="ctr" eaLnBrk="1">
              <a:defRPr sz="1000" b="1" kern="0">
                <a:solidFill>
                  <a:schemeClr val="tx2"/>
                </a:solidFill>
                <a:uLnTx/>
                <a:latin typeface="Simplon BP Regular"/>
              </a:defRPr>
            </a:lvl1pPr>
          </a:lstStyle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000" b="1" i="0" u="none" strike="noStrike" kern="0" cap="none" spc="0" normalizeH="0" baseline="0" noProof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Simplon BP Regular"/>
                <a:sym typeface="Simplon BP Regular"/>
              </a:rPr>
              <a:t>Definição perímetro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4C55C60-B8F0-E48C-0F5E-B572B8FD44EC}"/>
              </a:ext>
            </a:extLst>
          </p:cNvPr>
          <p:cNvSpPr txBox="1"/>
          <p:nvPr/>
        </p:nvSpPr>
        <p:spPr>
          <a:xfrm>
            <a:off x="4903947" y="1289756"/>
            <a:ext cx="1030731" cy="15388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lvl="0" eaLnBrk="1">
              <a:defRPr sz="1200" kern="0">
                <a:solidFill>
                  <a:srgbClr val="00D318"/>
                </a:solidFill>
                <a:uLnTx/>
                <a:latin typeface="Simplon BP Regular"/>
              </a:defRPr>
            </a:lvl1pPr>
          </a:lstStyle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000" b="1" i="0" u="none" strike="noStrike" kern="0" cap="none" spc="0" normalizeH="0" baseline="0" noProof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Simplon BP Regular"/>
                <a:sym typeface="Simplon BP Regular"/>
              </a:rPr>
              <a:t>12/06</a:t>
            </a:r>
            <a:endParaRPr kumimoji="0" lang="en-US" sz="1000" b="1" i="0" u="none" strike="noStrike" kern="0" cap="none" spc="0" normalizeH="0" baseline="0" noProof="0">
              <a:ln>
                <a:noFill/>
              </a:ln>
              <a:solidFill>
                <a:srgbClr val="535353"/>
              </a:solidFill>
              <a:effectLst/>
              <a:uLnTx/>
              <a:uFillTx/>
              <a:latin typeface="Simplon BP Regular"/>
              <a:sym typeface="Simplon BP Regular"/>
            </a:endParaRPr>
          </a:p>
        </p:txBody>
      </p:sp>
      <p:sp>
        <p:nvSpPr>
          <p:cNvPr id="44" name="Diamond 43">
            <a:extLst>
              <a:ext uri="{FF2B5EF4-FFF2-40B4-BE49-F238E27FC236}">
                <a16:creationId xmlns:a16="http://schemas.microsoft.com/office/drawing/2014/main" id="{AFE37697-6F58-462B-FB64-81D1CF347E11}"/>
              </a:ext>
            </a:extLst>
          </p:cNvPr>
          <p:cNvSpPr/>
          <p:nvPr/>
        </p:nvSpPr>
        <p:spPr>
          <a:xfrm>
            <a:off x="8438984" y="1442401"/>
            <a:ext cx="180000" cy="180000"/>
          </a:xfrm>
          <a:prstGeom prst="diamond">
            <a:avLst/>
          </a:prstGeom>
          <a:solidFill>
            <a:srgbClr val="00D318"/>
          </a:solidFill>
          <a:ln w="12700" cap="flat" cmpd="sng" algn="ctr">
            <a:solidFill>
              <a:schemeClr val="accent1">
                <a:lumMod val="75000"/>
              </a:scheme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implon BP Regular"/>
              <a:ea typeface="+mn-ea"/>
              <a:cs typeface="Helvetica"/>
              <a:sym typeface="Simplon BP Regular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8180A497-E566-59C2-5DCF-7DC80669DC0E}"/>
              </a:ext>
            </a:extLst>
          </p:cNvPr>
          <p:cNvSpPr txBox="1"/>
          <p:nvPr/>
        </p:nvSpPr>
        <p:spPr>
          <a:xfrm>
            <a:off x="9577795" y="1552533"/>
            <a:ext cx="1346200" cy="30777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lvl="0" algn="ctr" eaLnBrk="1">
              <a:defRPr sz="1000" b="1" kern="0">
                <a:solidFill>
                  <a:schemeClr val="tx2"/>
                </a:solidFill>
                <a:uLnTx/>
                <a:latin typeface="Simplon BP Regular"/>
              </a:defRPr>
            </a:lvl1pPr>
          </a:lstStyle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000" b="1" i="0" u="none" strike="noStrike" kern="0" cap="none" spc="0" normalizeH="0" baseline="0" noProof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Simplon BP Regular"/>
                <a:sym typeface="Simplon BP Regular"/>
              </a:rPr>
              <a:t>Comunicação mudança CNPJ</a:t>
            </a:r>
            <a:endParaRPr kumimoji="0" lang="en-US" sz="1000" b="1" i="0" u="none" strike="noStrike" kern="0" cap="none" spc="0" normalizeH="0" baseline="0" noProof="0">
              <a:ln>
                <a:noFill/>
              </a:ln>
              <a:solidFill>
                <a:srgbClr val="535353"/>
              </a:solidFill>
              <a:effectLst/>
              <a:uLnTx/>
              <a:uFillTx/>
              <a:latin typeface="Simplon BP Regular"/>
              <a:sym typeface="Simplon BP Regular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232D00F1-57EB-67DA-09D3-F233A44200BF}"/>
              </a:ext>
            </a:extLst>
          </p:cNvPr>
          <p:cNvSpPr txBox="1"/>
          <p:nvPr/>
        </p:nvSpPr>
        <p:spPr>
          <a:xfrm>
            <a:off x="7882621" y="1552533"/>
            <a:ext cx="1346200" cy="30777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lvl="0" algn="ctr" eaLnBrk="1">
              <a:defRPr sz="1000" b="1" kern="0">
                <a:solidFill>
                  <a:schemeClr val="tx2"/>
                </a:solidFill>
                <a:uLnTx/>
                <a:latin typeface="Simplon BP Regular"/>
              </a:defRPr>
            </a:lvl1pPr>
          </a:lstStyle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000" b="1" i="0" u="none" strike="noStrike" kern="0" cap="none" spc="0" normalizeH="0" baseline="0" noProof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Simplon BP Regular"/>
                <a:sym typeface="Simplon BP Regular"/>
              </a:rPr>
              <a:t>Levantamento base de clientes</a:t>
            </a:r>
            <a:endParaRPr kumimoji="0" lang="en-US" sz="1000" b="1" i="0" u="none" strike="noStrike" kern="0" cap="none" spc="0" normalizeH="0" baseline="0" noProof="0">
              <a:ln>
                <a:noFill/>
              </a:ln>
              <a:solidFill>
                <a:srgbClr val="535353"/>
              </a:solidFill>
              <a:effectLst/>
              <a:uLnTx/>
              <a:uFillTx/>
              <a:latin typeface="Simplon BP Regular"/>
              <a:sym typeface="Simplon BP Regular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9E192937-25F6-C95A-9A73-AC7C648B60C0}"/>
              </a:ext>
            </a:extLst>
          </p:cNvPr>
          <p:cNvSpPr txBox="1"/>
          <p:nvPr/>
        </p:nvSpPr>
        <p:spPr>
          <a:xfrm>
            <a:off x="8013618" y="1289756"/>
            <a:ext cx="1030731" cy="15388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lvl="0" eaLnBrk="1">
              <a:defRPr sz="1200" kern="0">
                <a:solidFill>
                  <a:srgbClr val="00D318"/>
                </a:solidFill>
                <a:uLnTx/>
                <a:latin typeface="Simplon BP Regular"/>
              </a:defRPr>
            </a:lvl1pPr>
          </a:lstStyle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000" b="1" i="0" u="none" strike="noStrike" kern="0" cap="none" spc="0" normalizeH="0" baseline="0" noProof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Simplon BP Regular"/>
                <a:sym typeface="Simplon BP Regular"/>
              </a:rPr>
              <a:t>06/09</a:t>
            </a:r>
            <a:endParaRPr kumimoji="0" lang="en-US" sz="1000" b="1" i="0" u="none" strike="noStrike" kern="0" cap="none" spc="0" normalizeH="0" baseline="0" noProof="0">
              <a:ln>
                <a:noFill/>
              </a:ln>
              <a:solidFill>
                <a:srgbClr val="535353"/>
              </a:solidFill>
              <a:effectLst/>
              <a:uLnTx/>
              <a:uFillTx/>
              <a:latin typeface="Simplon BP Regular"/>
              <a:sym typeface="Simplon BP Regular"/>
            </a:endParaRPr>
          </a:p>
        </p:txBody>
      </p: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5AF0B1A4-6AF2-9340-2DB6-E334E79F020E}"/>
              </a:ext>
            </a:extLst>
          </p:cNvPr>
          <p:cNvCxnSpPr>
            <a:cxnSpLocks/>
          </p:cNvCxnSpPr>
          <p:nvPr/>
        </p:nvCxnSpPr>
        <p:spPr>
          <a:xfrm>
            <a:off x="5026979" y="2175438"/>
            <a:ext cx="6912864" cy="0"/>
          </a:xfrm>
          <a:prstGeom prst="line">
            <a:avLst/>
          </a:prstGeom>
          <a:noFill/>
          <a:ln w="25400" cap="flat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56" name="Diamond 55">
            <a:extLst>
              <a:ext uri="{FF2B5EF4-FFF2-40B4-BE49-F238E27FC236}">
                <a16:creationId xmlns:a16="http://schemas.microsoft.com/office/drawing/2014/main" id="{114FED14-0D9F-32FF-05B2-11C32555C8F8}"/>
              </a:ext>
            </a:extLst>
          </p:cNvPr>
          <p:cNvSpPr/>
          <p:nvPr/>
        </p:nvSpPr>
        <p:spPr>
          <a:xfrm>
            <a:off x="5308011" y="2085304"/>
            <a:ext cx="180000" cy="180000"/>
          </a:xfrm>
          <a:prstGeom prst="diamond">
            <a:avLst/>
          </a:prstGeom>
          <a:solidFill>
            <a:srgbClr val="00D318"/>
          </a:solidFill>
          <a:ln w="12700" cap="flat" cmpd="sng" algn="ctr">
            <a:solidFill>
              <a:schemeClr val="accent1">
                <a:lumMod val="75000"/>
              </a:scheme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implon BP Regular"/>
              <a:ea typeface="+mn-ea"/>
              <a:cs typeface="Helvetica"/>
              <a:sym typeface="Simplon BP Regular"/>
            </a:endParaRP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A948AB6E-E5CC-57ED-E3B6-806FA37FA160}"/>
              </a:ext>
            </a:extLst>
          </p:cNvPr>
          <p:cNvSpPr txBox="1"/>
          <p:nvPr/>
        </p:nvSpPr>
        <p:spPr>
          <a:xfrm>
            <a:off x="4732327" y="2274795"/>
            <a:ext cx="1346200" cy="15388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lvl="0" algn="ctr" eaLnBrk="1">
              <a:defRPr sz="1000" b="1" kern="0">
                <a:solidFill>
                  <a:schemeClr val="tx2"/>
                </a:solidFill>
                <a:uLnTx/>
                <a:latin typeface="Simplon BP Regular"/>
              </a:defRPr>
            </a:lvl1pPr>
          </a:lstStyle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000" b="1" i="0" u="none" strike="noStrike" kern="0" cap="none" spc="0" normalizeH="0" baseline="0" noProof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Simplon BP Regular"/>
                <a:sym typeface="Simplon BP Regular"/>
              </a:rPr>
              <a:t>Definição perímetro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A7B9CD38-D307-69F9-22E1-0906220BBD88}"/>
              </a:ext>
            </a:extLst>
          </p:cNvPr>
          <p:cNvSpPr txBox="1"/>
          <p:nvPr/>
        </p:nvSpPr>
        <p:spPr>
          <a:xfrm>
            <a:off x="4904795" y="1919082"/>
            <a:ext cx="1030731" cy="15388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lvl="0" eaLnBrk="1">
              <a:defRPr sz="1200" kern="0">
                <a:solidFill>
                  <a:srgbClr val="00D318"/>
                </a:solidFill>
                <a:uLnTx/>
                <a:latin typeface="Simplon BP Regular"/>
              </a:defRPr>
            </a:lvl1pPr>
          </a:lstStyle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000" b="1" i="0" u="none" strike="noStrike" kern="0" cap="none" spc="0" normalizeH="0" baseline="0" noProof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Simplon BP Regular"/>
                <a:sym typeface="Simplon BP Regular"/>
              </a:rPr>
              <a:t>12/06</a:t>
            </a:r>
            <a:endParaRPr kumimoji="0" lang="en-US" sz="1000" b="1" i="0" u="none" strike="noStrike" kern="0" cap="none" spc="0" normalizeH="0" baseline="0" noProof="0">
              <a:ln>
                <a:noFill/>
              </a:ln>
              <a:solidFill>
                <a:srgbClr val="535353"/>
              </a:solidFill>
              <a:effectLst/>
              <a:uLnTx/>
              <a:uFillTx/>
              <a:latin typeface="Simplon BP Regular"/>
              <a:sym typeface="Simplon BP Regular"/>
            </a:endParaRPr>
          </a:p>
        </p:txBody>
      </p:sp>
      <p:sp>
        <p:nvSpPr>
          <p:cNvPr id="74" name="Diamond 73">
            <a:extLst>
              <a:ext uri="{FF2B5EF4-FFF2-40B4-BE49-F238E27FC236}">
                <a16:creationId xmlns:a16="http://schemas.microsoft.com/office/drawing/2014/main" id="{146C37F2-086D-28DC-4646-C897C7B5EB67}"/>
              </a:ext>
            </a:extLst>
          </p:cNvPr>
          <p:cNvSpPr/>
          <p:nvPr/>
        </p:nvSpPr>
        <p:spPr>
          <a:xfrm>
            <a:off x="6653522" y="2076800"/>
            <a:ext cx="180000" cy="180000"/>
          </a:xfrm>
          <a:prstGeom prst="diamond">
            <a:avLst/>
          </a:prstGeom>
          <a:solidFill>
            <a:srgbClr val="00D318"/>
          </a:solidFill>
          <a:ln w="12700" cap="flat" cmpd="sng" algn="ctr">
            <a:solidFill>
              <a:schemeClr val="accent1">
                <a:lumMod val="75000"/>
              </a:scheme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implon BP Regular"/>
              <a:ea typeface="+mn-ea"/>
              <a:cs typeface="Helvetica"/>
              <a:sym typeface="Simplon BP Regular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BCD877D9-9091-3FB8-9559-8A6BD69E485C}"/>
              </a:ext>
            </a:extLst>
          </p:cNvPr>
          <p:cNvSpPr txBox="1"/>
          <p:nvPr/>
        </p:nvSpPr>
        <p:spPr>
          <a:xfrm>
            <a:off x="6245363" y="1919082"/>
            <a:ext cx="1030731" cy="15388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lvl="0" eaLnBrk="1">
              <a:defRPr sz="1200" kern="0">
                <a:solidFill>
                  <a:srgbClr val="00D318"/>
                </a:solidFill>
                <a:uLnTx/>
                <a:latin typeface="Simplon BP Regular"/>
              </a:defRPr>
            </a:lvl1pPr>
          </a:lstStyle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000" b="1" i="0" u="none" strike="noStrike" kern="0" cap="none" spc="0" normalizeH="0" baseline="0" noProof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Simplon BP Regular"/>
                <a:sym typeface="Simplon BP Regular"/>
              </a:rPr>
              <a:t>19/07</a:t>
            </a:r>
            <a:endParaRPr kumimoji="0" lang="en-US" sz="1000" b="1" i="0" u="none" strike="noStrike" kern="0" cap="none" spc="0" normalizeH="0" baseline="0" noProof="0">
              <a:ln>
                <a:noFill/>
              </a:ln>
              <a:solidFill>
                <a:srgbClr val="535353"/>
              </a:solidFill>
              <a:effectLst/>
              <a:uLnTx/>
              <a:uFillTx/>
              <a:latin typeface="Simplon BP Regular"/>
              <a:sym typeface="Simplon BP Regular"/>
            </a:endParaRP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1692F195-90DD-A6D7-E518-868D232F9289}"/>
              </a:ext>
            </a:extLst>
          </p:cNvPr>
          <p:cNvSpPr txBox="1"/>
          <p:nvPr/>
        </p:nvSpPr>
        <p:spPr>
          <a:xfrm>
            <a:off x="6077679" y="2274795"/>
            <a:ext cx="1346200" cy="15388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lvl="0" algn="ctr" eaLnBrk="1">
              <a:defRPr sz="1000" b="1" kern="0">
                <a:solidFill>
                  <a:schemeClr val="tx2"/>
                </a:solidFill>
                <a:uLnTx/>
                <a:latin typeface="Simplon BP Regular"/>
              </a:defRPr>
            </a:lvl1pPr>
          </a:lstStyle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000" b="1" i="0" u="none" strike="noStrike" kern="0" cap="none" spc="0" normalizeH="0" baseline="0" noProof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Simplon BP Regular"/>
                <a:sym typeface="Simplon BP Regular"/>
              </a:rPr>
              <a:t>Estratégia encerramento</a:t>
            </a:r>
          </a:p>
        </p:txBody>
      </p:sp>
      <p:sp>
        <p:nvSpPr>
          <p:cNvPr id="84" name="Diamond 83">
            <a:extLst>
              <a:ext uri="{FF2B5EF4-FFF2-40B4-BE49-F238E27FC236}">
                <a16:creationId xmlns:a16="http://schemas.microsoft.com/office/drawing/2014/main" id="{2F133A6C-8BC0-EC07-C07D-7CD0F7F3AF51}"/>
              </a:ext>
            </a:extLst>
          </p:cNvPr>
          <p:cNvSpPr/>
          <p:nvPr/>
        </p:nvSpPr>
        <p:spPr>
          <a:xfrm>
            <a:off x="9257829" y="2077518"/>
            <a:ext cx="180000" cy="180000"/>
          </a:xfrm>
          <a:prstGeom prst="diamond">
            <a:avLst/>
          </a:prstGeom>
          <a:solidFill>
            <a:srgbClr val="00D318"/>
          </a:solidFill>
          <a:ln w="12700" cap="flat" cmpd="sng" algn="ctr">
            <a:solidFill>
              <a:schemeClr val="accent1">
                <a:lumMod val="75000"/>
              </a:scheme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implon BP Regular"/>
              <a:ea typeface="+mn-ea"/>
              <a:cs typeface="Helvetica"/>
              <a:sym typeface="Simplon BP Regular"/>
            </a:endParaRP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C1D7E3F3-7E1F-1074-78F5-E9EBE63CF5A8}"/>
              </a:ext>
            </a:extLst>
          </p:cNvPr>
          <p:cNvSpPr txBox="1"/>
          <p:nvPr/>
        </p:nvSpPr>
        <p:spPr>
          <a:xfrm>
            <a:off x="8674729" y="2274795"/>
            <a:ext cx="1346200" cy="15388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lvl="0" algn="ctr" eaLnBrk="1">
              <a:defRPr sz="1000" b="1" kern="0">
                <a:solidFill>
                  <a:schemeClr val="tx2"/>
                </a:solidFill>
                <a:uLnTx/>
                <a:latin typeface="Simplon BP Regular"/>
              </a:defRPr>
            </a:lvl1pPr>
          </a:lstStyle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000" b="1" i="0" u="none" strike="noStrike" kern="0" cap="none" spc="0" normalizeH="0" baseline="0" noProof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Simplon BP Regular"/>
                <a:sym typeface="Simplon BP Regular"/>
              </a:rPr>
              <a:t>Perímetro e plano final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5261AE71-706D-6616-5CC4-F9E259DF1908}"/>
              </a:ext>
            </a:extLst>
          </p:cNvPr>
          <p:cNvSpPr txBox="1"/>
          <p:nvPr/>
        </p:nvSpPr>
        <p:spPr>
          <a:xfrm>
            <a:off x="8849670" y="1919082"/>
            <a:ext cx="1030731" cy="15388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lvl="0" eaLnBrk="1">
              <a:defRPr sz="1200" kern="0">
                <a:solidFill>
                  <a:srgbClr val="00D318"/>
                </a:solidFill>
                <a:uLnTx/>
                <a:latin typeface="Simplon BP Regular"/>
              </a:defRPr>
            </a:lvl1pPr>
          </a:lstStyle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000" b="1" i="0" u="none" strike="noStrike" kern="0" cap="none" spc="0" normalizeH="0" baseline="0" noProof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Simplon BP Regular"/>
                <a:sym typeface="Simplon BP Regular"/>
              </a:rPr>
              <a:t>30/09</a:t>
            </a:r>
            <a:endParaRPr kumimoji="0" lang="en-US" sz="1000" b="1" i="0" u="none" strike="noStrike" kern="0" cap="none" spc="0" normalizeH="0" baseline="0" noProof="0">
              <a:ln>
                <a:noFill/>
              </a:ln>
              <a:solidFill>
                <a:srgbClr val="535353"/>
              </a:solidFill>
              <a:effectLst/>
              <a:uLnTx/>
              <a:uFillTx/>
              <a:latin typeface="Simplon BP Regular"/>
              <a:sym typeface="Simplon BP Regular"/>
            </a:endParaRPr>
          </a:p>
        </p:txBody>
      </p:sp>
      <p:cxnSp>
        <p:nvCxnSpPr>
          <p:cNvPr id="117" name="Straight Connector 116">
            <a:extLst>
              <a:ext uri="{FF2B5EF4-FFF2-40B4-BE49-F238E27FC236}">
                <a16:creationId xmlns:a16="http://schemas.microsoft.com/office/drawing/2014/main" id="{AB7219C9-F251-72C9-6DC4-F79A1197FDBA}"/>
              </a:ext>
            </a:extLst>
          </p:cNvPr>
          <p:cNvCxnSpPr>
            <a:cxnSpLocks/>
          </p:cNvCxnSpPr>
          <p:nvPr/>
        </p:nvCxnSpPr>
        <p:spPr>
          <a:xfrm>
            <a:off x="5026979" y="2819734"/>
            <a:ext cx="6912864" cy="0"/>
          </a:xfrm>
          <a:prstGeom prst="line">
            <a:avLst/>
          </a:prstGeom>
          <a:noFill/>
          <a:ln w="25400" cap="flat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25" name="Straight Connector 124">
            <a:extLst>
              <a:ext uri="{FF2B5EF4-FFF2-40B4-BE49-F238E27FC236}">
                <a16:creationId xmlns:a16="http://schemas.microsoft.com/office/drawing/2014/main" id="{3CD6082C-30B1-D811-C1EE-4B456C9480E8}"/>
              </a:ext>
            </a:extLst>
          </p:cNvPr>
          <p:cNvCxnSpPr>
            <a:cxnSpLocks/>
          </p:cNvCxnSpPr>
          <p:nvPr/>
        </p:nvCxnSpPr>
        <p:spPr>
          <a:xfrm>
            <a:off x="5026979" y="3429000"/>
            <a:ext cx="6912864" cy="0"/>
          </a:xfrm>
          <a:prstGeom prst="line">
            <a:avLst/>
          </a:prstGeom>
          <a:noFill/>
          <a:ln w="25400" cap="flat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31" name="Straight Connector 130">
            <a:extLst>
              <a:ext uri="{FF2B5EF4-FFF2-40B4-BE49-F238E27FC236}">
                <a16:creationId xmlns:a16="http://schemas.microsoft.com/office/drawing/2014/main" id="{3185964E-DB17-8732-121E-A8248FD007A7}"/>
              </a:ext>
            </a:extLst>
          </p:cNvPr>
          <p:cNvCxnSpPr>
            <a:cxnSpLocks/>
          </p:cNvCxnSpPr>
          <p:nvPr/>
        </p:nvCxnSpPr>
        <p:spPr>
          <a:xfrm>
            <a:off x="5026979" y="4038752"/>
            <a:ext cx="6912864" cy="0"/>
          </a:xfrm>
          <a:prstGeom prst="line">
            <a:avLst/>
          </a:prstGeom>
          <a:noFill/>
          <a:ln w="25400" cap="flat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33" name="Straight Connector 132">
            <a:extLst>
              <a:ext uri="{FF2B5EF4-FFF2-40B4-BE49-F238E27FC236}">
                <a16:creationId xmlns:a16="http://schemas.microsoft.com/office/drawing/2014/main" id="{FCBECE89-39ED-E6A2-D1B6-BC9FF03681B4}"/>
              </a:ext>
            </a:extLst>
          </p:cNvPr>
          <p:cNvCxnSpPr>
            <a:cxnSpLocks/>
          </p:cNvCxnSpPr>
          <p:nvPr/>
        </p:nvCxnSpPr>
        <p:spPr>
          <a:xfrm>
            <a:off x="5026979" y="4692482"/>
            <a:ext cx="6912864" cy="0"/>
          </a:xfrm>
          <a:prstGeom prst="line">
            <a:avLst/>
          </a:prstGeom>
          <a:noFill/>
          <a:ln w="25400" cap="flat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34" name="Straight Connector 133">
            <a:extLst>
              <a:ext uri="{FF2B5EF4-FFF2-40B4-BE49-F238E27FC236}">
                <a16:creationId xmlns:a16="http://schemas.microsoft.com/office/drawing/2014/main" id="{D8152C1E-8AB5-2326-BBBA-90D09897ABE3}"/>
              </a:ext>
            </a:extLst>
          </p:cNvPr>
          <p:cNvCxnSpPr>
            <a:cxnSpLocks/>
          </p:cNvCxnSpPr>
          <p:nvPr/>
        </p:nvCxnSpPr>
        <p:spPr>
          <a:xfrm>
            <a:off x="5026979" y="5285311"/>
            <a:ext cx="6912864" cy="0"/>
          </a:xfrm>
          <a:prstGeom prst="line">
            <a:avLst/>
          </a:prstGeom>
          <a:noFill/>
          <a:ln w="25400" cap="flat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35" name="Straight Connector 134">
            <a:extLst>
              <a:ext uri="{FF2B5EF4-FFF2-40B4-BE49-F238E27FC236}">
                <a16:creationId xmlns:a16="http://schemas.microsoft.com/office/drawing/2014/main" id="{214BDBE1-A41E-AE3D-E8B7-E595E07534EC}"/>
              </a:ext>
            </a:extLst>
          </p:cNvPr>
          <p:cNvCxnSpPr>
            <a:cxnSpLocks/>
          </p:cNvCxnSpPr>
          <p:nvPr/>
        </p:nvCxnSpPr>
        <p:spPr>
          <a:xfrm>
            <a:off x="5026979" y="5926650"/>
            <a:ext cx="6912864" cy="0"/>
          </a:xfrm>
          <a:prstGeom prst="line">
            <a:avLst/>
          </a:prstGeom>
          <a:noFill/>
          <a:ln w="25400" cap="flat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36" name="Straight Connector 135">
            <a:extLst>
              <a:ext uri="{FF2B5EF4-FFF2-40B4-BE49-F238E27FC236}">
                <a16:creationId xmlns:a16="http://schemas.microsoft.com/office/drawing/2014/main" id="{9DF867CB-1D2A-108F-996E-813A4CEBDB86}"/>
              </a:ext>
            </a:extLst>
          </p:cNvPr>
          <p:cNvCxnSpPr>
            <a:cxnSpLocks/>
          </p:cNvCxnSpPr>
          <p:nvPr/>
        </p:nvCxnSpPr>
        <p:spPr>
          <a:xfrm>
            <a:off x="5026979" y="6520375"/>
            <a:ext cx="6912864" cy="0"/>
          </a:xfrm>
          <a:prstGeom prst="line">
            <a:avLst/>
          </a:prstGeom>
          <a:noFill/>
          <a:ln w="25400" cap="flat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37" name="Diamond 136">
            <a:extLst>
              <a:ext uri="{FF2B5EF4-FFF2-40B4-BE49-F238E27FC236}">
                <a16:creationId xmlns:a16="http://schemas.microsoft.com/office/drawing/2014/main" id="{B27D0FE9-D6B5-968F-2661-3D780BD6C8CC}"/>
              </a:ext>
            </a:extLst>
          </p:cNvPr>
          <p:cNvSpPr/>
          <p:nvPr/>
        </p:nvSpPr>
        <p:spPr>
          <a:xfrm>
            <a:off x="5292567" y="2723812"/>
            <a:ext cx="180000" cy="180000"/>
          </a:xfrm>
          <a:prstGeom prst="diamond">
            <a:avLst/>
          </a:prstGeom>
          <a:solidFill>
            <a:srgbClr val="00D318"/>
          </a:solidFill>
          <a:ln w="12700" cap="flat" cmpd="sng" algn="ctr">
            <a:solidFill>
              <a:schemeClr val="accent1">
                <a:lumMod val="75000"/>
              </a:scheme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implon BP Regular"/>
              <a:ea typeface="+mn-ea"/>
              <a:cs typeface="Helvetica"/>
              <a:sym typeface="Simplon BP Regular"/>
            </a:endParaRPr>
          </a:p>
        </p:txBody>
      </p:sp>
      <p:sp>
        <p:nvSpPr>
          <p:cNvPr id="138" name="TextBox 137">
            <a:extLst>
              <a:ext uri="{FF2B5EF4-FFF2-40B4-BE49-F238E27FC236}">
                <a16:creationId xmlns:a16="http://schemas.microsoft.com/office/drawing/2014/main" id="{C062C1F9-3A39-2908-06D7-D12F2539EF40}"/>
              </a:ext>
            </a:extLst>
          </p:cNvPr>
          <p:cNvSpPr txBox="1"/>
          <p:nvPr/>
        </p:nvSpPr>
        <p:spPr>
          <a:xfrm>
            <a:off x="4716883" y="2913303"/>
            <a:ext cx="1346200" cy="15388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lvl="0" algn="ctr" eaLnBrk="1">
              <a:defRPr sz="1000" b="1" kern="0">
                <a:solidFill>
                  <a:schemeClr val="tx2"/>
                </a:solidFill>
                <a:uLnTx/>
                <a:latin typeface="Simplon BP Regular"/>
              </a:defRPr>
            </a:lvl1pPr>
          </a:lstStyle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000" b="1" i="0" u="none" strike="noStrike" kern="0" cap="none" spc="0" normalizeH="0" baseline="0" noProof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Simplon BP Regular"/>
                <a:sym typeface="Simplon BP Regular"/>
              </a:rPr>
              <a:t>Definição perímetro</a:t>
            </a:r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6A45959E-D946-F0D9-6CEE-DBA8D9F166E8}"/>
              </a:ext>
            </a:extLst>
          </p:cNvPr>
          <p:cNvSpPr txBox="1"/>
          <p:nvPr/>
        </p:nvSpPr>
        <p:spPr>
          <a:xfrm>
            <a:off x="4889351" y="2557590"/>
            <a:ext cx="1030731" cy="15388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lvl="0" eaLnBrk="1">
              <a:defRPr sz="1200" kern="0">
                <a:solidFill>
                  <a:srgbClr val="00D318"/>
                </a:solidFill>
                <a:uLnTx/>
                <a:latin typeface="Simplon BP Regular"/>
              </a:defRPr>
            </a:lvl1pPr>
          </a:lstStyle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000" b="1" i="0" u="none" strike="noStrike" kern="0" cap="none" spc="0" normalizeH="0" baseline="0" noProof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Simplon BP Regular"/>
                <a:sym typeface="Simplon BP Regular"/>
              </a:rPr>
              <a:t>12/06</a:t>
            </a:r>
            <a:endParaRPr kumimoji="0" lang="en-US" sz="1000" b="1" i="0" u="none" strike="noStrike" kern="0" cap="none" spc="0" normalizeH="0" baseline="0" noProof="0">
              <a:ln>
                <a:noFill/>
              </a:ln>
              <a:solidFill>
                <a:srgbClr val="535353"/>
              </a:solidFill>
              <a:effectLst/>
              <a:uLnTx/>
              <a:uFillTx/>
              <a:latin typeface="Simplon BP Regular"/>
              <a:sym typeface="Simplon BP Regular"/>
            </a:endParaRPr>
          </a:p>
        </p:txBody>
      </p:sp>
      <p:sp>
        <p:nvSpPr>
          <p:cNvPr id="140" name="Diamond 139">
            <a:extLst>
              <a:ext uri="{FF2B5EF4-FFF2-40B4-BE49-F238E27FC236}">
                <a16:creationId xmlns:a16="http://schemas.microsoft.com/office/drawing/2014/main" id="{04CBFCAC-20A8-B982-98B2-8BD443953977}"/>
              </a:ext>
            </a:extLst>
          </p:cNvPr>
          <p:cNvSpPr/>
          <p:nvPr/>
        </p:nvSpPr>
        <p:spPr>
          <a:xfrm>
            <a:off x="5292466" y="3323225"/>
            <a:ext cx="180000" cy="180000"/>
          </a:xfrm>
          <a:prstGeom prst="diamond">
            <a:avLst/>
          </a:prstGeom>
          <a:solidFill>
            <a:srgbClr val="00D318"/>
          </a:solidFill>
          <a:ln w="12700" cap="flat" cmpd="sng" algn="ctr">
            <a:solidFill>
              <a:schemeClr val="accent1">
                <a:lumMod val="75000"/>
              </a:scheme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implon BP Regular"/>
              <a:ea typeface="+mn-ea"/>
              <a:cs typeface="Helvetica"/>
              <a:sym typeface="Simplon BP Regular"/>
            </a:endParaRPr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6FA1EB12-3DC9-894B-002D-E197E5785056}"/>
              </a:ext>
            </a:extLst>
          </p:cNvPr>
          <p:cNvSpPr txBox="1"/>
          <p:nvPr/>
        </p:nvSpPr>
        <p:spPr>
          <a:xfrm>
            <a:off x="4716782" y="3512716"/>
            <a:ext cx="1346200" cy="15388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lvl="0" algn="ctr" eaLnBrk="1">
              <a:defRPr sz="1000" b="1" kern="0">
                <a:solidFill>
                  <a:schemeClr val="tx2"/>
                </a:solidFill>
                <a:uLnTx/>
                <a:latin typeface="Simplon BP Regular"/>
              </a:defRPr>
            </a:lvl1pPr>
          </a:lstStyle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000" b="1" i="0" u="none" strike="noStrike" kern="0" cap="none" spc="0" normalizeH="0" baseline="0" noProof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Simplon BP Regular"/>
                <a:sym typeface="Simplon BP Regular"/>
              </a:rPr>
              <a:t>Definição perímetro</a:t>
            </a:r>
          </a:p>
        </p:txBody>
      </p:sp>
      <p:sp>
        <p:nvSpPr>
          <p:cNvPr id="142" name="TextBox 141">
            <a:extLst>
              <a:ext uri="{FF2B5EF4-FFF2-40B4-BE49-F238E27FC236}">
                <a16:creationId xmlns:a16="http://schemas.microsoft.com/office/drawing/2014/main" id="{528D87B7-1333-E94C-162E-5C4754768AD9}"/>
              </a:ext>
            </a:extLst>
          </p:cNvPr>
          <p:cNvSpPr txBox="1"/>
          <p:nvPr/>
        </p:nvSpPr>
        <p:spPr>
          <a:xfrm>
            <a:off x="4889250" y="3157003"/>
            <a:ext cx="1030731" cy="15388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lvl="0" eaLnBrk="1">
              <a:defRPr sz="1200" kern="0">
                <a:solidFill>
                  <a:srgbClr val="00D318"/>
                </a:solidFill>
                <a:uLnTx/>
                <a:latin typeface="Simplon BP Regular"/>
              </a:defRPr>
            </a:lvl1pPr>
          </a:lstStyle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000" b="1" i="0" u="none" strike="noStrike" kern="0" cap="none" spc="0" normalizeH="0" baseline="0" noProof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Simplon BP Regular"/>
                <a:sym typeface="Simplon BP Regular"/>
              </a:rPr>
              <a:t>12/06</a:t>
            </a:r>
            <a:endParaRPr kumimoji="0" lang="en-US" sz="1000" b="1" i="0" u="none" strike="noStrike" kern="0" cap="none" spc="0" normalizeH="0" baseline="0" noProof="0">
              <a:ln>
                <a:noFill/>
              </a:ln>
              <a:solidFill>
                <a:srgbClr val="535353"/>
              </a:solidFill>
              <a:effectLst/>
              <a:uLnTx/>
              <a:uFillTx/>
              <a:latin typeface="Simplon BP Regular"/>
              <a:sym typeface="Simplon BP Regular"/>
            </a:endParaRPr>
          </a:p>
        </p:txBody>
      </p:sp>
      <p:sp>
        <p:nvSpPr>
          <p:cNvPr id="143" name="Diamond 142">
            <a:extLst>
              <a:ext uri="{FF2B5EF4-FFF2-40B4-BE49-F238E27FC236}">
                <a16:creationId xmlns:a16="http://schemas.microsoft.com/office/drawing/2014/main" id="{6C67EA56-C174-42EE-796C-90D73F0C6165}"/>
              </a:ext>
            </a:extLst>
          </p:cNvPr>
          <p:cNvSpPr/>
          <p:nvPr/>
        </p:nvSpPr>
        <p:spPr>
          <a:xfrm>
            <a:off x="5293229" y="3952725"/>
            <a:ext cx="180000" cy="180000"/>
          </a:xfrm>
          <a:prstGeom prst="diamond">
            <a:avLst/>
          </a:prstGeom>
          <a:solidFill>
            <a:srgbClr val="00D318"/>
          </a:solidFill>
          <a:ln w="12700" cap="flat" cmpd="sng" algn="ctr">
            <a:solidFill>
              <a:schemeClr val="accent1">
                <a:lumMod val="75000"/>
              </a:scheme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implon BP Regular"/>
              <a:ea typeface="+mn-ea"/>
              <a:cs typeface="Helvetica"/>
              <a:sym typeface="Simplon BP Regular"/>
            </a:endParaRPr>
          </a:p>
        </p:txBody>
      </p:sp>
      <p:sp>
        <p:nvSpPr>
          <p:cNvPr id="144" name="TextBox 143">
            <a:extLst>
              <a:ext uri="{FF2B5EF4-FFF2-40B4-BE49-F238E27FC236}">
                <a16:creationId xmlns:a16="http://schemas.microsoft.com/office/drawing/2014/main" id="{467B5393-C4BC-A3CF-D77A-876130E22DDF}"/>
              </a:ext>
            </a:extLst>
          </p:cNvPr>
          <p:cNvSpPr txBox="1"/>
          <p:nvPr/>
        </p:nvSpPr>
        <p:spPr>
          <a:xfrm>
            <a:off x="4717545" y="4142216"/>
            <a:ext cx="1346200" cy="15388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lvl="0" algn="ctr" eaLnBrk="1">
              <a:defRPr sz="1000" b="1" kern="0">
                <a:solidFill>
                  <a:schemeClr val="tx2"/>
                </a:solidFill>
                <a:uLnTx/>
                <a:latin typeface="Simplon BP Regular"/>
              </a:defRPr>
            </a:lvl1pPr>
          </a:lstStyle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000" b="1" i="0" u="none" strike="noStrike" kern="0" cap="none" spc="0" normalizeH="0" baseline="0" noProof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Simplon BP Regular"/>
                <a:sym typeface="Simplon BP Regular"/>
              </a:rPr>
              <a:t>Definição perímetro</a:t>
            </a:r>
          </a:p>
        </p:txBody>
      </p:sp>
      <p:sp>
        <p:nvSpPr>
          <p:cNvPr id="145" name="TextBox 144">
            <a:extLst>
              <a:ext uri="{FF2B5EF4-FFF2-40B4-BE49-F238E27FC236}">
                <a16:creationId xmlns:a16="http://schemas.microsoft.com/office/drawing/2014/main" id="{860B59B3-4292-5201-E330-4054366DC60D}"/>
              </a:ext>
            </a:extLst>
          </p:cNvPr>
          <p:cNvSpPr txBox="1"/>
          <p:nvPr/>
        </p:nvSpPr>
        <p:spPr>
          <a:xfrm>
            <a:off x="4890013" y="3786503"/>
            <a:ext cx="1030731" cy="15388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lvl="0" eaLnBrk="1">
              <a:defRPr sz="1200" kern="0">
                <a:solidFill>
                  <a:srgbClr val="00D318"/>
                </a:solidFill>
                <a:uLnTx/>
                <a:latin typeface="Simplon BP Regular"/>
              </a:defRPr>
            </a:lvl1pPr>
          </a:lstStyle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000" b="1" i="0" u="none" strike="noStrike" kern="0" cap="none" spc="0" normalizeH="0" baseline="0" noProof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Simplon BP Regular"/>
                <a:sym typeface="Simplon BP Regular"/>
              </a:rPr>
              <a:t>12/06</a:t>
            </a:r>
            <a:endParaRPr kumimoji="0" lang="en-US" sz="1000" b="1" i="0" u="none" strike="noStrike" kern="0" cap="none" spc="0" normalizeH="0" baseline="0" noProof="0">
              <a:ln>
                <a:noFill/>
              </a:ln>
              <a:solidFill>
                <a:srgbClr val="535353"/>
              </a:solidFill>
              <a:effectLst/>
              <a:uLnTx/>
              <a:uFillTx/>
              <a:latin typeface="Simplon BP Regular"/>
              <a:sym typeface="Simplon BP Regular"/>
            </a:endParaRPr>
          </a:p>
        </p:txBody>
      </p:sp>
      <p:sp>
        <p:nvSpPr>
          <p:cNvPr id="146" name="Diamond 145">
            <a:extLst>
              <a:ext uri="{FF2B5EF4-FFF2-40B4-BE49-F238E27FC236}">
                <a16:creationId xmlns:a16="http://schemas.microsoft.com/office/drawing/2014/main" id="{4E5A88B0-0DF0-2617-B1C6-06CD02442456}"/>
              </a:ext>
            </a:extLst>
          </p:cNvPr>
          <p:cNvSpPr/>
          <p:nvPr/>
        </p:nvSpPr>
        <p:spPr>
          <a:xfrm>
            <a:off x="5308172" y="4599290"/>
            <a:ext cx="180000" cy="180000"/>
          </a:xfrm>
          <a:prstGeom prst="diamond">
            <a:avLst/>
          </a:prstGeom>
          <a:solidFill>
            <a:srgbClr val="00D318"/>
          </a:solidFill>
          <a:ln w="12700" cap="flat" cmpd="sng" algn="ctr">
            <a:solidFill>
              <a:schemeClr val="accent1">
                <a:lumMod val="75000"/>
              </a:scheme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implon BP Regular"/>
              <a:ea typeface="+mn-ea"/>
              <a:cs typeface="Helvetica"/>
              <a:sym typeface="Simplon BP Regular"/>
            </a:endParaRPr>
          </a:p>
        </p:txBody>
      </p:sp>
      <p:sp>
        <p:nvSpPr>
          <p:cNvPr id="147" name="TextBox 146">
            <a:extLst>
              <a:ext uri="{FF2B5EF4-FFF2-40B4-BE49-F238E27FC236}">
                <a16:creationId xmlns:a16="http://schemas.microsoft.com/office/drawing/2014/main" id="{08D28C93-2616-FB6F-43A1-4ECF119D8A6E}"/>
              </a:ext>
            </a:extLst>
          </p:cNvPr>
          <p:cNvSpPr txBox="1"/>
          <p:nvPr/>
        </p:nvSpPr>
        <p:spPr>
          <a:xfrm>
            <a:off x="4732488" y="4788781"/>
            <a:ext cx="1346200" cy="15388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lvl="0" algn="ctr" eaLnBrk="1">
              <a:defRPr sz="1000" b="1" kern="0">
                <a:solidFill>
                  <a:schemeClr val="tx2"/>
                </a:solidFill>
                <a:uLnTx/>
                <a:latin typeface="Simplon BP Regular"/>
              </a:defRPr>
            </a:lvl1pPr>
          </a:lstStyle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000" b="1" i="0" u="none" strike="noStrike" kern="0" cap="none" spc="0" normalizeH="0" baseline="0" noProof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Simplon BP Regular"/>
                <a:sym typeface="Simplon BP Regular"/>
              </a:rPr>
              <a:t>Definição perímetro</a:t>
            </a:r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E42090E6-DD22-40FB-9548-F7762279F887}"/>
              </a:ext>
            </a:extLst>
          </p:cNvPr>
          <p:cNvSpPr txBox="1"/>
          <p:nvPr/>
        </p:nvSpPr>
        <p:spPr>
          <a:xfrm>
            <a:off x="4904956" y="4433068"/>
            <a:ext cx="1030731" cy="15388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lvl="0" eaLnBrk="1">
              <a:defRPr sz="1200" kern="0">
                <a:solidFill>
                  <a:srgbClr val="00D318"/>
                </a:solidFill>
                <a:uLnTx/>
                <a:latin typeface="Simplon BP Regular"/>
              </a:defRPr>
            </a:lvl1pPr>
          </a:lstStyle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000" b="1" i="0" u="none" strike="noStrike" kern="0" cap="none" spc="0" normalizeH="0" baseline="0" noProof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Simplon BP Regular"/>
                <a:sym typeface="Simplon BP Regular"/>
              </a:rPr>
              <a:t>12/06</a:t>
            </a:r>
            <a:endParaRPr kumimoji="0" lang="en-US" sz="1000" b="1" i="0" u="none" strike="noStrike" kern="0" cap="none" spc="0" normalizeH="0" baseline="0" noProof="0">
              <a:ln>
                <a:noFill/>
              </a:ln>
              <a:solidFill>
                <a:srgbClr val="535353"/>
              </a:solidFill>
              <a:effectLst/>
              <a:uLnTx/>
              <a:uFillTx/>
              <a:latin typeface="Simplon BP Regular"/>
              <a:sym typeface="Simplon BP Regular"/>
            </a:endParaRPr>
          </a:p>
        </p:txBody>
      </p:sp>
      <p:sp>
        <p:nvSpPr>
          <p:cNvPr id="149" name="Diamond 148">
            <a:extLst>
              <a:ext uri="{FF2B5EF4-FFF2-40B4-BE49-F238E27FC236}">
                <a16:creationId xmlns:a16="http://schemas.microsoft.com/office/drawing/2014/main" id="{E703FFDC-9DB1-8EBC-4BD2-116C5B3A8059}"/>
              </a:ext>
            </a:extLst>
          </p:cNvPr>
          <p:cNvSpPr/>
          <p:nvPr/>
        </p:nvSpPr>
        <p:spPr>
          <a:xfrm>
            <a:off x="11571863" y="2078684"/>
            <a:ext cx="180000" cy="180000"/>
          </a:xfrm>
          <a:prstGeom prst="diamond">
            <a:avLst/>
          </a:prstGeom>
          <a:solidFill>
            <a:srgbClr val="00D318"/>
          </a:solidFill>
          <a:ln w="12700" cap="flat" cmpd="sng" algn="ctr">
            <a:solidFill>
              <a:schemeClr val="accent1">
                <a:lumMod val="75000"/>
              </a:scheme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implon BP Regular"/>
              <a:ea typeface="+mn-ea"/>
              <a:cs typeface="Helvetica"/>
              <a:sym typeface="Simplon BP Regular"/>
            </a:endParaRPr>
          </a:p>
        </p:txBody>
      </p:sp>
      <p:sp>
        <p:nvSpPr>
          <p:cNvPr id="150" name="TextBox 149">
            <a:extLst>
              <a:ext uri="{FF2B5EF4-FFF2-40B4-BE49-F238E27FC236}">
                <a16:creationId xmlns:a16="http://schemas.microsoft.com/office/drawing/2014/main" id="{2BC406B3-4984-3681-26EA-8C424CC27134}"/>
              </a:ext>
            </a:extLst>
          </p:cNvPr>
          <p:cNvSpPr txBox="1"/>
          <p:nvPr/>
        </p:nvSpPr>
        <p:spPr>
          <a:xfrm>
            <a:off x="10972888" y="2275961"/>
            <a:ext cx="1346200" cy="15388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lvl="0" algn="ctr" eaLnBrk="1">
              <a:defRPr sz="1000" b="1" kern="0">
                <a:solidFill>
                  <a:schemeClr val="tx2"/>
                </a:solidFill>
                <a:uLnTx/>
                <a:latin typeface="Simplon BP Regular"/>
              </a:defRPr>
            </a:lvl1pPr>
          </a:lstStyle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000" b="1" i="0" u="none" strike="noStrike" kern="0" cap="none" spc="0" normalizeH="0" baseline="0" noProof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Simplon BP Regular"/>
                <a:sym typeface="Simplon BP Regular"/>
              </a:rPr>
              <a:t>Execução plano</a:t>
            </a:r>
          </a:p>
        </p:txBody>
      </p:sp>
      <p:sp>
        <p:nvSpPr>
          <p:cNvPr id="151" name="TextBox 150">
            <a:extLst>
              <a:ext uri="{FF2B5EF4-FFF2-40B4-BE49-F238E27FC236}">
                <a16:creationId xmlns:a16="http://schemas.microsoft.com/office/drawing/2014/main" id="{1E5E0437-C2C1-A277-2C79-D822F57050C0}"/>
              </a:ext>
            </a:extLst>
          </p:cNvPr>
          <p:cNvSpPr txBox="1"/>
          <p:nvPr/>
        </p:nvSpPr>
        <p:spPr>
          <a:xfrm>
            <a:off x="11163704" y="1920248"/>
            <a:ext cx="1030731" cy="15388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lvl="0" eaLnBrk="1">
              <a:defRPr sz="1200" kern="0">
                <a:solidFill>
                  <a:srgbClr val="00D318"/>
                </a:solidFill>
                <a:uLnTx/>
                <a:latin typeface="Simplon BP Regular"/>
              </a:defRPr>
            </a:lvl1pPr>
          </a:lstStyle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000" b="1" i="0" u="none" strike="noStrike" kern="0" cap="none" spc="0" normalizeH="0" baseline="0" noProof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Simplon BP Regular"/>
                <a:sym typeface="Simplon BP Regular"/>
              </a:rPr>
              <a:t>30/11</a:t>
            </a:r>
            <a:endParaRPr kumimoji="0" lang="en-US" sz="1000" b="1" i="0" u="none" strike="noStrike" kern="0" cap="none" spc="0" normalizeH="0" baseline="0" noProof="0">
              <a:ln>
                <a:noFill/>
              </a:ln>
              <a:solidFill>
                <a:srgbClr val="535353"/>
              </a:solidFill>
              <a:effectLst/>
              <a:uLnTx/>
              <a:uFillTx/>
              <a:latin typeface="Simplon BP Regular"/>
              <a:sym typeface="Simplon BP Regular"/>
            </a:endParaRPr>
          </a:p>
        </p:txBody>
      </p:sp>
      <p:sp>
        <p:nvSpPr>
          <p:cNvPr id="152" name="Diamond 151">
            <a:extLst>
              <a:ext uri="{FF2B5EF4-FFF2-40B4-BE49-F238E27FC236}">
                <a16:creationId xmlns:a16="http://schemas.microsoft.com/office/drawing/2014/main" id="{FB20ABFD-2285-674F-EF0A-3493658EFBEC}"/>
              </a:ext>
            </a:extLst>
          </p:cNvPr>
          <p:cNvSpPr/>
          <p:nvPr/>
        </p:nvSpPr>
        <p:spPr>
          <a:xfrm>
            <a:off x="6666834" y="2724192"/>
            <a:ext cx="180000" cy="180000"/>
          </a:xfrm>
          <a:prstGeom prst="diamond">
            <a:avLst/>
          </a:prstGeom>
          <a:solidFill>
            <a:srgbClr val="00D318"/>
          </a:solidFill>
          <a:ln w="12700" cap="flat" cmpd="sng" algn="ctr">
            <a:solidFill>
              <a:schemeClr val="accent1">
                <a:lumMod val="75000"/>
              </a:scheme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implon BP Regular"/>
              <a:ea typeface="+mn-ea"/>
              <a:cs typeface="Helvetica"/>
              <a:sym typeface="Simplon BP Regular"/>
            </a:endParaRPr>
          </a:p>
        </p:txBody>
      </p:sp>
      <p:sp>
        <p:nvSpPr>
          <p:cNvPr id="153" name="TextBox 152">
            <a:extLst>
              <a:ext uri="{FF2B5EF4-FFF2-40B4-BE49-F238E27FC236}">
                <a16:creationId xmlns:a16="http://schemas.microsoft.com/office/drawing/2014/main" id="{E0464793-3D1B-2714-A114-5888E00D210C}"/>
              </a:ext>
            </a:extLst>
          </p:cNvPr>
          <p:cNvSpPr txBox="1"/>
          <p:nvPr/>
        </p:nvSpPr>
        <p:spPr>
          <a:xfrm>
            <a:off x="6258675" y="2566474"/>
            <a:ext cx="1030731" cy="15388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lvl="0" eaLnBrk="1">
              <a:defRPr sz="1200" kern="0">
                <a:solidFill>
                  <a:srgbClr val="00D318"/>
                </a:solidFill>
                <a:uLnTx/>
                <a:latin typeface="Simplon BP Regular"/>
              </a:defRPr>
            </a:lvl1pPr>
          </a:lstStyle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000" b="1" i="0" u="none" strike="noStrike" kern="0" cap="none" spc="0" normalizeH="0" baseline="0" noProof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Simplon BP Regular"/>
                <a:sym typeface="Simplon BP Regular"/>
              </a:rPr>
              <a:t>19/07</a:t>
            </a:r>
            <a:endParaRPr kumimoji="0" lang="en-US" sz="1000" b="1" i="0" u="none" strike="noStrike" kern="0" cap="none" spc="0" normalizeH="0" baseline="0" noProof="0">
              <a:ln>
                <a:noFill/>
              </a:ln>
              <a:solidFill>
                <a:srgbClr val="535353"/>
              </a:solidFill>
              <a:effectLst/>
              <a:uLnTx/>
              <a:uFillTx/>
              <a:latin typeface="Simplon BP Regular"/>
              <a:sym typeface="Simplon BP Regular"/>
            </a:endParaRPr>
          </a:p>
        </p:txBody>
      </p:sp>
      <p:sp>
        <p:nvSpPr>
          <p:cNvPr id="154" name="TextBox 153">
            <a:extLst>
              <a:ext uri="{FF2B5EF4-FFF2-40B4-BE49-F238E27FC236}">
                <a16:creationId xmlns:a16="http://schemas.microsoft.com/office/drawing/2014/main" id="{CD63FF3A-486C-C29E-3EBF-514745EAFAEB}"/>
              </a:ext>
            </a:extLst>
          </p:cNvPr>
          <p:cNvSpPr txBox="1"/>
          <p:nvPr/>
        </p:nvSpPr>
        <p:spPr>
          <a:xfrm>
            <a:off x="6090991" y="2922187"/>
            <a:ext cx="1346200" cy="15388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lvl="0" algn="ctr" eaLnBrk="1">
              <a:defRPr sz="1000" b="1" kern="0">
                <a:solidFill>
                  <a:schemeClr val="tx2"/>
                </a:solidFill>
                <a:uLnTx/>
                <a:latin typeface="Simplon BP Regular"/>
              </a:defRPr>
            </a:lvl1pPr>
          </a:lstStyle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000" b="1" i="0" u="none" strike="noStrike" kern="0" cap="none" spc="0" normalizeH="0" baseline="0" noProof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Simplon BP Regular"/>
                <a:sym typeface="Simplon BP Regular"/>
              </a:rPr>
              <a:t>Estratégia migração</a:t>
            </a:r>
          </a:p>
        </p:txBody>
      </p:sp>
      <p:sp>
        <p:nvSpPr>
          <p:cNvPr id="155" name="Diamond 154">
            <a:extLst>
              <a:ext uri="{FF2B5EF4-FFF2-40B4-BE49-F238E27FC236}">
                <a16:creationId xmlns:a16="http://schemas.microsoft.com/office/drawing/2014/main" id="{F4AC8312-097E-0337-50B3-3EFD3CDD5DF2}"/>
              </a:ext>
            </a:extLst>
          </p:cNvPr>
          <p:cNvSpPr/>
          <p:nvPr/>
        </p:nvSpPr>
        <p:spPr>
          <a:xfrm>
            <a:off x="9257829" y="2725642"/>
            <a:ext cx="180000" cy="180000"/>
          </a:xfrm>
          <a:prstGeom prst="diamond">
            <a:avLst/>
          </a:prstGeom>
          <a:solidFill>
            <a:srgbClr val="00D318"/>
          </a:solidFill>
          <a:ln w="12700" cap="flat" cmpd="sng" algn="ctr">
            <a:solidFill>
              <a:schemeClr val="accent1">
                <a:lumMod val="75000"/>
              </a:scheme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implon BP Regular"/>
              <a:ea typeface="+mn-ea"/>
              <a:cs typeface="Helvetica"/>
              <a:sym typeface="Simplon BP Regular"/>
            </a:endParaRPr>
          </a:p>
        </p:txBody>
      </p:sp>
      <p:sp>
        <p:nvSpPr>
          <p:cNvPr id="156" name="TextBox 155">
            <a:extLst>
              <a:ext uri="{FF2B5EF4-FFF2-40B4-BE49-F238E27FC236}">
                <a16:creationId xmlns:a16="http://schemas.microsoft.com/office/drawing/2014/main" id="{A21705A2-C058-D05A-4F05-E5E3CDB45CFE}"/>
              </a:ext>
            </a:extLst>
          </p:cNvPr>
          <p:cNvSpPr txBox="1"/>
          <p:nvPr/>
        </p:nvSpPr>
        <p:spPr>
          <a:xfrm>
            <a:off x="8674729" y="2922919"/>
            <a:ext cx="1346200" cy="15388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lvl="0" algn="ctr" eaLnBrk="1">
              <a:defRPr sz="1000" b="1" kern="0">
                <a:solidFill>
                  <a:schemeClr val="tx2"/>
                </a:solidFill>
                <a:uLnTx/>
                <a:latin typeface="Simplon BP Regular"/>
              </a:defRPr>
            </a:lvl1pPr>
          </a:lstStyle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000" b="1" i="0" u="none" strike="noStrike" kern="0" cap="none" spc="0" normalizeH="0" baseline="0" noProof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Simplon BP Regular"/>
                <a:sym typeface="Simplon BP Regular"/>
              </a:rPr>
              <a:t>Perímetro e plano final</a:t>
            </a:r>
          </a:p>
        </p:txBody>
      </p:sp>
      <p:sp>
        <p:nvSpPr>
          <p:cNvPr id="157" name="TextBox 156">
            <a:extLst>
              <a:ext uri="{FF2B5EF4-FFF2-40B4-BE49-F238E27FC236}">
                <a16:creationId xmlns:a16="http://schemas.microsoft.com/office/drawing/2014/main" id="{6DDB7D86-A7B3-1718-D7F2-81C7F253D3BB}"/>
              </a:ext>
            </a:extLst>
          </p:cNvPr>
          <p:cNvSpPr txBox="1"/>
          <p:nvPr/>
        </p:nvSpPr>
        <p:spPr>
          <a:xfrm>
            <a:off x="8849670" y="2567206"/>
            <a:ext cx="1030731" cy="15388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lvl="0" eaLnBrk="1">
              <a:defRPr sz="1200" kern="0">
                <a:solidFill>
                  <a:srgbClr val="00D318"/>
                </a:solidFill>
                <a:uLnTx/>
                <a:latin typeface="Simplon BP Regular"/>
              </a:defRPr>
            </a:lvl1pPr>
          </a:lstStyle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000" b="1" i="0" u="none" strike="noStrike" kern="0" cap="none" spc="0" normalizeH="0" baseline="0" noProof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Simplon BP Regular"/>
                <a:sym typeface="Simplon BP Regular"/>
              </a:rPr>
              <a:t>30/09</a:t>
            </a:r>
            <a:endParaRPr kumimoji="0" lang="en-US" sz="1000" b="1" i="0" u="none" strike="noStrike" kern="0" cap="none" spc="0" normalizeH="0" baseline="0" noProof="0">
              <a:ln>
                <a:noFill/>
              </a:ln>
              <a:solidFill>
                <a:srgbClr val="535353"/>
              </a:solidFill>
              <a:effectLst/>
              <a:uLnTx/>
              <a:uFillTx/>
              <a:latin typeface="Simplon BP Regular"/>
              <a:sym typeface="Simplon BP Regular"/>
            </a:endParaRPr>
          </a:p>
        </p:txBody>
      </p:sp>
      <p:sp>
        <p:nvSpPr>
          <p:cNvPr id="158" name="Diamond 157">
            <a:extLst>
              <a:ext uri="{FF2B5EF4-FFF2-40B4-BE49-F238E27FC236}">
                <a16:creationId xmlns:a16="http://schemas.microsoft.com/office/drawing/2014/main" id="{4BEA8D14-0038-06D0-99AC-FB1617C47DFA}"/>
              </a:ext>
            </a:extLst>
          </p:cNvPr>
          <p:cNvSpPr/>
          <p:nvPr/>
        </p:nvSpPr>
        <p:spPr>
          <a:xfrm>
            <a:off x="9266012" y="3344572"/>
            <a:ext cx="180000" cy="180000"/>
          </a:xfrm>
          <a:prstGeom prst="diamond">
            <a:avLst/>
          </a:prstGeom>
          <a:solidFill>
            <a:srgbClr val="00D318"/>
          </a:solidFill>
          <a:ln w="12700" cap="flat" cmpd="sng" algn="ctr">
            <a:solidFill>
              <a:schemeClr val="accent1">
                <a:lumMod val="75000"/>
              </a:scheme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implon BP Regular"/>
              <a:ea typeface="+mn-ea"/>
              <a:cs typeface="Helvetica"/>
              <a:sym typeface="Simplon BP Regular"/>
            </a:endParaRPr>
          </a:p>
        </p:txBody>
      </p:sp>
      <p:sp>
        <p:nvSpPr>
          <p:cNvPr id="159" name="TextBox 158">
            <a:extLst>
              <a:ext uri="{FF2B5EF4-FFF2-40B4-BE49-F238E27FC236}">
                <a16:creationId xmlns:a16="http://schemas.microsoft.com/office/drawing/2014/main" id="{3261C8A0-2467-A5D8-F624-1880211C96F0}"/>
              </a:ext>
            </a:extLst>
          </p:cNvPr>
          <p:cNvSpPr txBox="1"/>
          <p:nvPr/>
        </p:nvSpPr>
        <p:spPr>
          <a:xfrm>
            <a:off x="8682912" y="3541849"/>
            <a:ext cx="1346200" cy="15388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lvl="0" algn="ctr" eaLnBrk="1">
              <a:defRPr sz="1000" b="1" kern="0">
                <a:solidFill>
                  <a:schemeClr val="tx2"/>
                </a:solidFill>
                <a:uLnTx/>
                <a:latin typeface="Simplon BP Regular"/>
              </a:defRPr>
            </a:lvl1pPr>
          </a:lstStyle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000" b="1" i="0" u="none" strike="noStrike" kern="0" cap="none" spc="0" normalizeH="0" baseline="0" noProof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Simplon BP Regular"/>
                <a:sym typeface="Simplon BP Regular"/>
              </a:rPr>
              <a:t>Perímetro e plano final</a:t>
            </a:r>
          </a:p>
        </p:txBody>
      </p:sp>
      <p:sp>
        <p:nvSpPr>
          <p:cNvPr id="160" name="TextBox 159">
            <a:extLst>
              <a:ext uri="{FF2B5EF4-FFF2-40B4-BE49-F238E27FC236}">
                <a16:creationId xmlns:a16="http://schemas.microsoft.com/office/drawing/2014/main" id="{0D187A6A-9876-1A08-F1A0-B76B8A04F4D3}"/>
              </a:ext>
            </a:extLst>
          </p:cNvPr>
          <p:cNvSpPr txBox="1"/>
          <p:nvPr/>
        </p:nvSpPr>
        <p:spPr>
          <a:xfrm>
            <a:off x="8857853" y="3186136"/>
            <a:ext cx="1030731" cy="15388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lvl="0" eaLnBrk="1">
              <a:defRPr sz="1200" kern="0">
                <a:solidFill>
                  <a:srgbClr val="00D318"/>
                </a:solidFill>
                <a:uLnTx/>
                <a:latin typeface="Simplon BP Regular"/>
              </a:defRPr>
            </a:lvl1pPr>
          </a:lstStyle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000" b="1" i="0" u="none" strike="noStrike" kern="0" cap="none" spc="0" normalizeH="0" baseline="0" noProof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Simplon BP Regular"/>
                <a:sym typeface="Simplon BP Regular"/>
              </a:rPr>
              <a:t>30/09</a:t>
            </a:r>
            <a:endParaRPr kumimoji="0" lang="en-US" sz="1000" b="1" i="0" u="none" strike="noStrike" kern="0" cap="none" spc="0" normalizeH="0" baseline="0" noProof="0">
              <a:ln>
                <a:noFill/>
              </a:ln>
              <a:solidFill>
                <a:srgbClr val="535353"/>
              </a:solidFill>
              <a:effectLst/>
              <a:uLnTx/>
              <a:uFillTx/>
              <a:latin typeface="Simplon BP Regular"/>
              <a:sym typeface="Simplon BP Regular"/>
            </a:endParaRPr>
          </a:p>
        </p:txBody>
      </p:sp>
      <p:sp>
        <p:nvSpPr>
          <p:cNvPr id="161" name="Diamond 160">
            <a:extLst>
              <a:ext uri="{FF2B5EF4-FFF2-40B4-BE49-F238E27FC236}">
                <a16:creationId xmlns:a16="http://schemas.microsoft.com/office/drawing/2014/main" id="{176936C3-36C8-DB1E-3D63-7BF3411D38FB}"/>
              </a:ext>
            </a:extLst>
          </p:cNvPr>
          <p:cNvSpPr/>
          <p:nvPr/>
        </p:nvSpPr>
        <p:spPr>
          <a:xfrm>
            <a:off x="9273979" y="3952725"/>
            <a:ext cx="180000" cy="180000"/>
          </a:xfrm>
          <a:prstGeom prst="diamond">
            <a:avLst/>
          </a:prstGeom>
          <a:solidFill>
            <a:srgbClr val="00D318"/>
          </a:solidFill>
          <a:ln w="12700" cap="flat" cmpd="sng" algn="ctr">
            <a:solidFill>
              <a:schemeClr val="accent1">
                <a:lumMod val="75000"/>
              </a:scheme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implon BP Regular"/>
              <a:ea typeface="+mn-ea"/>
              <a:cs typeface="Helvetica"/>
              <a:sym typeface="Simplon BP Regular"/>
            </a:endParaRPr>
          </a:p>
        </p:txBody>
      </p:sp>
      <p:sp>
        <p:nvSpPr>
          <p:cNvPr id="162" name="TextBox 161">
            <a:extLst>
              <a:ext uri="{FF2B5EF4-FFF2-40B4-BE49-F238E27FC236}">
                <a16:creationId xmlns:a16="http://schemas.microsoft.com/office/drawing/2014/main" id="{DDB04426-3742-659E-9D48-657470AF05AE}"/>
              </a:ext>
            </a:extLst>
          </p:cNvPr>
          <p:cNvSpPr txBox="1"/>
          <p:nvPr/>
        </p:nvSpPr>
        <p:spPr>
          <a:xfrm>
            <a:off x="8690879" y="4150002"/>
            <a:ext cx="1346200" cy="15388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lvl="0" algn="ctr" eaLnBrk="1">
              <a:defRPr sz="1000" b="1" kern="0">
                <a:solidFill>
                  <a:schemeClr val="tx2"/>
                </a:solidFill>
                <a:uLnTx/>
                <a:latin typeface="Simplon BP Regular"/>
              </a:defRPr>
            </a:lvl1pPr>
          </a:lstStyle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000" b="1" i="0" u="none" strike="noStrike" kern="0" cap="none" spc="0" normalizeH="0" baseline="0" noProof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Simplon BP Regular"/>
                <a:sym typeface="Simplon BP Regular"/>
              </a:rPr>
              <a:t>Perímetro e plano final</a:t>
            </a:r>
          </a:p>
        </p:txBody>
      </p:sp>
      <p:sp>
        <p:nvSpPr>
          <p:cNvPr id="163" name="TextBox 162">
            <a:extLst>
              <a:ext uri="{FF2B5EF4-FFF2-40B4-BE49-F238E27FC236}">
                <a16:creationId xmlns:a16="http://schemas.microsoft.com/office/drawing/2014/main" id="{B1108F1B-B5BC-6135-9E5E-7171E7C6C0B6}"/>
              </a:ext>
            </a:extLst>
          </p:cNvPr>
          <p:cNvSpPr txBox="1"/>
          <p:nvPr/>
        </p:nvSpPr>
        <p:spPr>
          <a:xfrm>
            <a:off x="8865820" y="3794289"/>
            <a:ext cx="1030731" cy="15388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lvl="0" eaLnBrk="1">
              <a:defRPr sz="1200" kern="0">
                <a:solidFill>
                  <a:srgbClr val="00D318"/>
                </a:solidFill>
                <a:uLnTx/>
                <a:latin typeface="Simplon BP Regular"/>
              </a:defRPr>
            </a:lvl1pPr>
          </a:lstStyle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000" b="1" i="0" u="none" strike="noStrike" kern="0" cap="none" spc="0" normalizeH="0" baseline="0" noProof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Simplon BP Regular"/>
                <a:sym typeface="Simplon BP Regular"/>
              </a:rPr>
              <a:t>30/09</a:t>
            </a:r>
            <a:endParaRPr kumimoji="0" lang="en-US" sz="1000" b="1" i="0" u="none" strike="noStrike" kern="0" cap="none" spc="0" normalizeH="0" baseline="0" noProof="0">
              <a:ln>
                <a:noFill/>
              </a:ln>
              <a:solidFill>
                <a:srgbClr val="535353"/>
              </a:solidFill>
              <a:effectLst/>
              <a:uLnTx/>
              <a:uFillTx/>
              <a:latin typeface="Simplon BP Regular"/>
              <a:sym typeface="Simplon BP Regular"/>
            </a:endParaRPr>
          </a:p>
        </p:txBody>
      </p:sp>
      <p:sp>
        <p:nvSpPr>
          <p:cNvPr id="164" name="Diamond 163">
            <a:extLst>
              <a:ext uri="{FF2B5EF4-FFF2-40B4-BE49-F238E27FC236}">
                <a16:creationId xmlns:a16="http://schemas.microsoft.com/office/drawing/2014/main" id="{7612C982-ED8D-8BA7-5DF5-4FD258BBF028}"/>
              </a:ext>
            </a:extLst>
          </p:cNvPr>
          <p:cNvSpPr/>
          <p:nvPr/>
        </p:nvSpPr>
        <p:spPr>
          <a:xfrm>
            <a:off x="9266012" y="4599178"/>
            <a:ext cx="180000" cy="180000"/>
          </a:xfrm>
          <a:prstGeom prst="diamond">
            <a:avLst/>
          </a:prstGeom>
          <a:solidFill>
            <a:srgbClr val="00D318"/>
          </a:solidFill>
          <a:ln w="12700" cap="flat" cmpd="sng" algn="ctr">
            <a:solidFill>
              <a:schemeClr val="accent1">
                <a:lumMod val="75000"/>
              </a:scheme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implon BP Regular"/>
              <a:ea typeface="+mn-ea"/>
              <a:cs typeface="Helvetica"/>
              <a:sym typeface="Simplon BP Regular"/>
            </a:endParaRPr>
          </a:p>
        </p:txBody>
      </p:sp>
      <p:sp>
        <p:nvSpPr>
          <p:cNvPr id="165" name="TextBox 164">
            <a:extLst>
              <a:ext uri="{FF2B5EF4-FFF2-40B4-BE49-F238E27FC236}">
                <a16:creationId xmlns:a16="http://schemas.microsoft.com/office/drawing/2014/main" id="{3407FF54-C40B-05DF-3C81-E9722429A678}"/>
              </a:ext>
            </a:extLst>
          </p:cNvPr>
          <p:cNvSpPr txBox="1"/>
          <p:nvPr/>
        </p:nvSpPr>
        <p:spPr>
          <a:xfrm>
            <a:off x="8682912" y="4796455"/>
            <a:ext cx="1346200" cy="15388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lvl="0" algn="ctr" eaLnBrk="1">
              <a:defRPr sz="1000" b="1" kern="0">
                <a:solidFill>
                  <a:schemeClr val="tx2"/>
                </a:solidFill>
                <a:uLnTx/>
                <a:latin typeface="Simplon BP Regular"/>
              </a:defRPr>
            </a:lvl1pPr>
          </a:lstStyle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000" b="1" i="0" u="none" strike="noStrike" kern="0" cap="none" spc="0" normalizeH="0" baseline="0" noProof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Simplon BP Regular"/>
                <a:sym typeface="Simplon BP Regular"/>
              </a:rPr>
              <a:t>Perímetro e plano final</a:t>
            </a:r>
          </a:p>
        </p:txBody>
      </p:sp>
      <p:sp>
        <p:nvSpPr>
          <p:cNvPr id="166" name="TextBox 165">
            <a:extLst>
              <a:ext uri="{FF2B5EF4-FFF2-40B4-BE49-F238E27FC236}">
                <a16:creationId xmlns:a16="http://schemas.microsoft.com/office/drawing/2014/main" id="{44FB91C9-B91D-ACC2-1F71-1DE7FB2AAF88}"/>
              </a:ext>
            </a:extLst>
          </p:cNvPr>
          <p:cNvSpPr txBox="1"/>
          <p:nvPr/>
        </p:nvSpPr>
        <p:spPr>
          <a:xfrm>
            <a:off x="8857853" y="4440742"/>
            <a:ext cx="1030731" cy="15388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lvl="0" eaLnBrk="1">
              <a:defRPr sz="1200" kern="0">
                <a:solidFill>
                  <a:srgbClr val="00D318"/>
                </a:solidFill>
                <a:uLnTx/>
                <a:latin typeface="Simplon BP Regular"/>
              </a:defRPr>
            </a:lvl1pPr>
          </a:lstStyle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000" b="1" i="0" u="none" strike="noStrike" kern="0" cap="none" spc="0" normalizeH="0" baseline="0" noProof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Simplon BP Regular"/>
                <a:sym typeface="Simplon BP Regular"/>
              </a:rPr>
              <a:t>30/09</a:t>
            </a:r>
            <a:endParaRPr kumimoji="0" lang="en-US" sz="1000" b="1" i="0" u="none" strike="noStrike" kern="0" cap="none" spc="0" normalizeH="0" baseline="0" noProof="0">
              <a:ln>
                <a:noFill/>
              </a:ln>
              <a:solidFill>
                <a:srgbClr val="535353"/>
              </a:solidFill>
              <a:effectLst/>
              <a:uLnTx/>
              <a:uFillTx/>
              <a:latin typeface="Simplon BP Regular"/>
              <a:sym typeface="Simplon BP Regular"/>
            </a:endParaRPr>
          </a:p>
        </p:txBody>
      </p:sp>
      <p:sp>
        <p:nvSpPr>
          <p:cNvPr id="168" name="Diamond 167">
            <a:extLst>
              <a:ext uri="{FF2B5EF4-FFF2-40B4-BE49-F238E27FC236}">
                <a16:creationId xmlns:a16="http://schemas.microsoft.com/office/drawing/2014/main" id="{D81E0CD3-15FF-E326-3C9F-8433E38A9424}"/>
              </a:ext>
            </a:extLst>
          </p:cNvPr>
          <p:cNvSpPr/>
          <p:nvPr/>
        </p:nvSpPr>
        <p:spPr>
          <a:xfrm>
            <a:off x="11571863" y="2733688"/>
            <a:ext cx="180000" cy="180000"/>
          </a:xfrm>
          <a:prstGeom prst="diamond">
            <a:avLst/>
          </a:prstGeom>
          <a:solidFill>
            <a:srgbClr val="00D318"/>
          </a:solidFill>
          <a:ln w="12700" cap="flat" cmpd="sng" algn="ctr">
            <a:solidFill>
              <a:schemeClr val="accent1">
                <a:lumMod val="75000"/>
              </a:scheme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implon BP Regular"/>
              <a:ea typeface="+mn-ea"/>
              <a:cs typeface="Helvetica"/>
              <a:sym typeface="Simplon BP Regular"/>
            </a:endParaRPr>
          </a:p>
        </p:txBody>
      </p:sp>
      <p:sp>
        <p:nvSpPr>
          <p:cNvPr id="170" name="TextBox 169">
            <a:extLst>
              <a:ext uri="{FF2B5EF4-FFF2-40B4-BE49-F238E27FC236}">
                <a16:creationId xmlns:a16="http://schemas.microsoft.com/office/drawing/2014/main" id="{9353AB93-CDE0-75DA-E575-99ADB8293300}"/>
              </a:ext>
            </a:extLst>
          </p:cNvPr>
          <p:cNvSpPr txBox="1"/>
          <p:nvPr/>
        </p:nvSpPr>
        <p:spPr>
          <a:xfrm>
            <a:off x="10972888" y="2930965"/>
            <a:ext cx="1346200" cy="15388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lvl="0" algn="ctr" eaLnBrk="1">
              <a:defRPr sz="1000" b="1" kern="0">
                <a:solidFill>
                  <a:schemeClr val="tx2"/>
                </a:solidFill>
                <a:uLnTx/>
                <a:latin typeface="Simplon BP Regular"/>
              </a:defRPr>
            </a:lvl1pPr>
          </a:lstStyle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000" b="1" i="0" u="none" strike="noStrike" kern="0" cap="none" spc="0" normalizeH="0" baseline="0" noProof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Simplon BP Regular"/>
                <a:sym typeface="Simplon BP Regular"/>
              </a:rPr>
              <a:t>Execução plano</a:t>
            </a:r>
          </a:p>
        </p:txBody>
      </p:sp>
      <p:sp>
        <p:nvSpPr>
          <p:cNvPr id="171" name="TextBox 170">
            <a:extLst>
              <a:ext uri="{FF2B5EF4-FFF2-40B4-BE49-F238E27FC236}">
                <a16:creationId xmlns:a16="http://schemas.microsoft.com/office/drawing/2014/main" id="{7C77C478-207A-187E-EE53-F35A9C05C72F}"/>
              </a:ext>
            </a:extLst>
          </p:cNvPr>
          <p:cNvSpPr txBox="1"/>
          <p:nvPr/>
        </p:nvSpPr>
        <p:spPr>
          <a:xfrm>
            <a:off x="11163704" y="2575252"/>
            <a:ext cx="1030731" cy="15388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lvl="0" eaLnBrk="1">
              <a:defRPr sz="1200" kern="0">
                <a:solidFill>
                  <a:srgbClr val="00D318"/>
                </a:solidFill>
                <a:uLnTx/>
                <a:latin typeface="Simplon BP Regular"/>
              </a:defRPr>
            </a:lvl1pPr>
          </a:lstStyle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000" b="1" i="0" u="none" strike="noStrike" kern="0" cap="none" spc="0" normalizeH="0" baseline="0" noProof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Simplon BP Regular"/>
                <a:sym typeface="Simplon BP Regular"/>
              </a:rPr>
              <a:t>30/11</a:t>
            </a:r>
            <a:endParaRPr kumimoji="0" lang="en-US" sz="1000" b="1" i="0" u="none" strike="noStrike" kern="0" cap="none" spc="0" normalizeH="0" baseline="0" noProof="0">
              <a:ln>
                <a:noFill/>
              </a:ln>
              <a:solidFill>
                <a:srgbClr val="535353"/>
              </a:solidFill>
              <a:effectLst/>
              <a:uLnTx/>
              <a:uFillTx/>
              <a:latin typeface="Simplon BP Regular"/>
              <a:sym typeface="Simplon BP Regular"/>
            </a:endParaRPr>
          </a:p>
        </p:txBody>
      </p:sp>
      <p:sp>
        <p:nvSpPr>
          <p:cNvPr id="172" name="Diamond 171">
            <a:extLst>
              <a:ext uri="{FF2B5EF4-FFF2-40B4-BE49-F238E27FC236}">
                <a16:creationId xmlns:a16="http://schemas.microsoft.com/office/drawing/2014/main" id="{B0CEC58A-1C25-6882-B250-4E4ED84BAD5D}"/>
              </a:ext>
            </a:extLst>
          </p:cNvPr>
          <p:cNvSpPr/>
          <p:nvPr/>
        </p:nvSpPr>
        <p:spPr>
          <a:xfrm>
            <a:off x="11570730" y="3344572"/>
            <a:ext cx="180000" cy="180000"/>
          </a:xfrm>
          <a:prstGeom prst="diamond">
            <a:avLst/>
          </a:prstGeom>
          <a:solidFill>
            <a:srgbClr val="00D318"/>
          </a:solidFill>
          <a:ln w="12700" cap="flat" cmpd="sng" algn="ctr">
            <a:solidFill>
              <a:schemeClr val="accent1">
                <a:lumMod val="75000"/>
              </a:scheme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implon BP Regular"/>
              <a:ea typeface="+mn-ea"/>
              <a:cs typeface="Helvetica"/>
              <a:sym typeface="Simplon BP Regular"/>
            </a:endParaRPr>
          </a:p>
        </p:txBody>
      </p:sp>
      <p:sp>
        <p:nvSpPr>
          <p:cNvPr id="173" name="TextBox 172">
            <a:extLst>
              <a:ext uri="{FF2B5EF4-FFF2-40B4-BE49-F238E27FC236}">
                <a16:creationId xmlns:a16="http://schemas.microsoft.com/office/drawing/2014/main" id="{DA9C13C3-6184-CBDB-73E6-DA0D589691CD}"/>
              </a:ext>
            </a:extLst>
          </p:cNvPr>
          <p:cNvSpPr txBox="1"/>
          <p:nvPr/>
        </p:nvSpPr>
        <p:spPr>
          <a:xfrm>
            <a:off x="10981280" y="3541849"/>
            <a:ext cx="1346200" cy="15388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lvl="0" algn="ctr" eaLnBrk="1">
              <a:defRPr sz="1000" b="1" kern="0">
                <a:solidFill>
                  <a:schemeClr val="tx2"/>
                </a:solidFill>
                <a:uLnTx/>
                <a:latin typeface="Simplon BP Regular"/>
              </a:defRPr>
            </a:lvl1pPr>
          </a:lstStyle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000" b="1" i="0" u="none" strike="noStrike" kern="0" cap="none" spc="0" normalizeH="0" baseline="0" noProof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Simplon BP Regular"/>
                <a:sym typeface="Simplon BP Regular"/>
              </a:rPr>
              <a:t>Execução plano</a:t>
            </a:r>
          </a:p>
        </p:txBody>
      </p:sp>
      <p:sp>
        <p:nvSpPr>
          <p:cNvPr id="174" name="TextBox 173">
            <a:extLst>
              <a:ext uri="{FF2B5EF4-FFF2-40B4-BE49-F238E27FC236}">
                <a16:creationId xmlns:a16="http://schemas.microsoft.com/office/drawing/2014/main" id="{E379B6AB-15E0-D3F3-A616-A886D3E49E59}"/>
              </a:ext>
            </a:extLst>
          </p:cNvPr>
          <p:cNvSpPr txBox="1"/>
          <p:nvPr/>
        </p:nvSpPr>
        <p:spPr>
          <a:xfrm>
            <a:off x="11162571" y="3186136"/>
            <a:ext cx="1030731" cy="15388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lvl="0" eaLnBrk="1">
              <a:defRPr sz="1200" kern="0">
                <a:solidFill>
                  <a:srgbClr val="00D318"/>
                </a:solidFill>
                <a:uLnTx/>
                <a:latin typeface="Simplon BP Regular"/>
              </a:defRPr>
            </a:lvl1pPr>
          </a:lstStyle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000" b="1" i="0" u="none" strike="noStrike" kern="0" cap="none" spc="0" normalizeH="0" baseline="0" noProof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Simplon BP Regular"/>
                <a:sym typeface="Simplon BP Regular"/>
              </a:rPr>
              <a:t>30/11</a:t>
            </a:r>
            <a:endParaRPr kumimoji="0" lang="en-US" sz="1000" b="1" i="0" u="none" strike="noStrike" kern="0" cap="none" spc="0" normalizeH="0" baseline="0" noProof="0">
              <a:ln>
                <a:noFill/>
              </a:ln>
              <a:solidFill>
                <a:srgbClr val="535353"/>
              </a:solidFill>
              <a:effectLst/>
              <a:uLnTx/>
              <a:uFillTx/>
              <a:latin typeface="Simplon BP Regular"/>
              <a:sym typeface="Simplon BP Regular"/>
            </a:endParaRPr>
          </a:p>
        </p:txBody>
      </p:sp>
      <p:sp>
        <p:nvSpPr>
          <p:cNvPr id="175" name="Diamond 174">
            <a:extLst>
              <a:ext uri="{FF2B5EF4-FFF2-40B4-BE49-F238E27FC236}">
                <a16:creationId xmlns:a16="http://schemas.microsoft.com/office/drawing/2014/main" id="{F2FBDD9D-857D-943C-B870-84A6600A9E7C}"/>
              </a:ext>
            </a:extLst>
          </p:cNvPr>
          <p:cNvSpPr/>
          <p:nvPr/>
        </p:nvSpPr>
        <p:spPr>
          <a:xfrm>
            <a:off x="11570730" y="3946559"/>
            <a:ext cx="180000" cy="180000"/>
          </a:xfrm>
          <a:prstGeom prst="diamond">
            <a:avLst/>
          </a:prstGeom>
          <a:solidFill>
            <a:srgbClr val="00D318"/>
          </a:solidFill>
          <a:ln w="12700" cap="flat" cmpd="sng" algn="ctr">
            <a:solidFill>
              <a:schemeClr val="accent1">
                <a:lumMod val="75000"/>
              </a:scheme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implon BP Regular"/>
              <a:ea typeface="+mn-ea"/>
              <a:cs typeface="Helvetica"/>
              <a:sym typeface="Simplon BP Regular"/>
            </a:endParaRPr>
          </a:p>
        </p:txBody>
      </p:sp>
      <p:sp>
        <p:nvSpPr>
          <p:cNvPr id="176" name="TextBox 175">
            <a:extLst>
              <a:ext uri="{FF2B5EF4-FFF2-40B4-BE49-F238E27FC236}">
                <a16:creationId xmlns:a16="http://schemas.microsoft.com/office/drawing/2014/main" id="{6301D11B-98D1-8820-E0F6-D7C06B92EEAD}"/>
              </a:ext>
            </a:extLst>
          </p:cNvPr>
          <p:cNvSpPr txBox="1"/>
          <p:nvPr/>
        </p:nvSpPr>
        <p:spPr>
          <a:xfrm>
            <a:off x="10971755" y="4143836"/>
            <a:ext cx="1346200" cy="15388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lvl="0" algn="ctr" eaLnBrk="1">
              <a:defRPr sz="1000" b="1" kern="0">
                <a:solidFill>
                  <a:schemeClr val="tx2"/>
                </a:solidFill>
                <a:uLnTx/>
                <a:latin typeface="Simplon BP Regular"/>
              </a:defRPr>
            </a:lvl1pPr>
          </a:lstStyle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000" b="1" i="0" u="none" strike="noStrike" kern="0" cap="none" spc="0" normalizeH="0" baseline="0" noProof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Simplon BP Regular"/>
                <a:sym typeface="Simplon BP Regular"/>
              </a:rPr>
              <a:t>Execução plano</a:t>
            </a:r>
          </a:p>
        </p:txBody>
      </p:sp>
      <p:sp>
        <p:nvSpPr>
          <p:cNvPr id="178" name="TextBox 177">
            <a:extLst>
              <a:ext uri="{FF2B5EF4-FFF2-40B4-BE49-F238E27FC236}">
                <a16:creationId xmlns:a16="http://schemas.microsoft.com/office/drawing/2014/main" id="{F21429D7-4CD4-415C-8E9F-80E1AC9BCB1F}"/>
              </a:ext>
            </a:extLst>
          </p:cNvPr>
          <p:cNvSpPr txBox="1"/>
          <p:nvPr/>
        </p:nvSpPr>
        <p:spPr>
          <a:xfrm>
            <a:off x="11162571" y="3788123"/>
            <a:ext cx="1030731" cy="15388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lvl="0" eaLnBrk="1">
              <a:defRPr sz="1200" kern="0">
                <a:solidFill>
                  <a:srgbClr val="00D318"/>
                </a:solidFill>
                <a:uLnTx/>
                <a:latin typeface="Simplon BP Regular"/>
              </a:defRPr>
            </a:lvl1pPr>
          </a:lstStyle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000" b="1" i="0" u="none" strike="noStrike" kern="0" cap="none" spc="0" normalizeH="0" baseline="0" noProof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Simplon BP Regular"/>
                <a:sym typeface="Simplon BP Regular"/>
              </a:rPr>
              <a:t>30/11</a:t>
            </a:r>
            <a:endParaRPr kumimoji="0" lang="en-US" sz="1000" b="1" i="0" u="none" strike="noStrike" kern="0" cap="none" spc="0" normalizeH="0" baseline="0" noProof="0">
              <a:ln>
                <a:noFill/>
              </a:ln>
              <a:solidFill>
                <a:srgbClr val="535353"/>
              </a:solidFill>
              <a:effectLst/>
              <a:uLnTx/>
              <a:uFillTx/>
              <a:latin typeface="Simplon BP Regular"/>
              <a:sym typeface="Simplon BP Regular"/>
            </a:endParaRPr>
          </a:p>
        </p:txBody>
      </p:sp>
      <p:sp>
        <p:nvSpPr>
          <p:cNvPr id="180" name="Diamond 179">
            <a:extLst>
              <a:ext uri="{FF2B5EF4-FFF2-40B4-BE49-F238E27FC236}">
                <a16:creationId xmlns:a16="http://schemas.microsoft.com/office/drawing/2014/main" id="{A9B19C9C-16D0-1376-7B33-DBF0D575331D}"/>
              </a:ext>
            </a:extLst>
          </p:cNvPr>
          <p:cNvSpPr/>
          <p:nvPr/>
        </p:nvSpPr>
        <p:spPr>
          <a:xfrm>
            <a:off x="11570730" y="4606059"/>
            <a:ext cx="180000" cy="180000"/>
          </a:xfrm>
          <a:prstGeom prst="diamond">
            <a:avLst/>
          </a:prstGeom>
          <a:solidFill>
            <a:srgbClr val="00D318"/>
          </a:solidFill>
          <a:ln w="12700" cap="flat" cmpd="sng" algn="ctr">
            <a:solidFill>
              <a:schemeClr val="accent1">
                <a:lumMod val="75000"/>
              </a:scheme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implon BP Regular"/>
              <a:ea typeface="+mn-ea"/>
              <a:cs typeface="Helvetica"/>
              <a:sym typeface="Simplon BP Regular"/>
            </a:endParaRPr>
          </a:p>
        </p:txBody>
      </p:sp>
      <p:sp>
        <p:nvSpPr>
          <p:cNvPr id="181" name="TextBox 180">
            <a:extLst>
              <a:ext uri="{FF2B5EF4-FFF2-40B4-BE49-F238E27FC236}">
                <a16:creationId xmlns:a16="http://schemas.microsoft.com/office/drawing/2014/main" id="{583EFE01-8569-2E29-F380-657A5B7E909C}"/>
              </a:ext>
            </a:extLst>
          </p:cNvPr>
          <p:cNvSpPr txBox="1"/>
          <p:nvPr/>
        </p:nvSpPr>
        <p:spPr>
          <a:xfrm>
            <a:off x="10971755" y="4803336"/>
            <a:ext cx="1346200" cy="15388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lvl="0" algn="ctr" eaLnBrk="1">
              <a:defRPr sz="1000" b="1" kern="0">
                <a:solidFill>
                  <a:schemeClr val="tx2"/>
                </a:solidFill>
                <a:uLnTx/>
                <a:latin typeface="Simplon BP Regular"/>
              </a:defRPr>
            </a:lvl1pPr>
          </a:lstStyle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000" b="1" i="0" u="none" strike="noStrike" kern="0" cap="none" spc="0" normalizeH="0" baseline="0" noProof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Simplon BP Regular"/>
                <a:sym typeface="Simplon BP Regular"/>
              </a:rPr>
              <a:t>Execução plano</a:t>
            </a:r>
          </a:p>
        </p:txBody>
      </p:sp>
      <p:sp>
        <p:nvSpPr>
          <p:cNvPr id="183" name="TextBox 182">
            <a:extLst>
              <a:ext uri="{FF2B5EF4-FFF2-40B4-BE49-F238E27FC236}">
                <a16:creationId xmlns:a16="http://schemas.microsoft.com/office/drawing/2014/main" id="{0E268E5C-9D3B-BA12-D14A-45E6E0650D11}"/>
              </a:ext>
            </a:extLst>
          </p:cNvPr>
          <p:cNvSpPr txBox="1"/>
          <p:nvPr/>
        </p:nvSpPr>
        <p:spPr>
          <a:xfrm>
            <a:off x="11162571" y="4447623"/>
            <a:ext cx="1030731" cy="15388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lvl="0" eaLnBrk="1">
              <a:defRPr sz="1200" kern="0">
                <a:solidFill>
                  <a:srgbClr val="00D318"/>
                </a:solidFill>
                <a:uLnTx/>
                <a:latin typeface="Simplon BP Regular"/>
              </a:defRPr>
            </a:lvl1pPr>
          </a:lstStyle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000" b="1" i="0" u="none" strike="noStrike" kern="0" cap="none" spc="0" normalizeH="0" baseline="0" noProof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Simplon BP Regular"/>
                <a:sym typeface="Simplon BP Regular"/>
              </a:rPr>
              <a:t>30/11</a:t>
            </a:r>
            <a:endParaRPr kumimoji="0" lang="en-US" sz="1000" b="1" i="0" u="none" strike="noStrike" kern="0" cap="none" spc="0" normalizeH="0" baseline="0" noProof="0">
              <a:ln>
                <a:noFill/>
              </a:ln>
              <a:solidFill>
                <a:srgbClr val="535353"/>
              </a:solidFill>
              <a:effectLst/>
              <a:uLnTx/>
              <a:uFillTx/>
              <a:latin typeface="Simplon BP Regular"/>
              <a:sym typeface="Simplon BP Regular"/>
            </a:endParaRPr>
          </a:p>
        </p:txBody>
      </p:sp>
      <p:sp>
        <p:nvSpPr>
          <p:cNvPr id="185" name="Diamond 184">
            <a:extLst>
              <a:ext uri="{FF2B5EF4-FFF2-40B4-BE49-F238E27FC236}">
                <a16:creationId xmlns:a16="http://schemas.microsoft.com/office/drawing/2014/main" id="{98B8AD54-8403-6F1C-958A-0EC4423B3399}"/>
              </a:ext>
            </a:extLst>
          </p:cNvPr>
          <p:cNvSpPr/>
          <p:nvPr/>
        </p:nvSpPr>
        <p:spPr>
          <a:xfrm>
            <a:off x="6408326" y="3344032"/>
            <a:ext cx="180000" cy="180000"/>
          </a:xfrm>
          <a:prstGeom prst="diamond">
            <a:avLst/>
          </a:prstGeom>
          <a:solidFill>
            <a:srgbClr val="00D318"/>
          </a:solidFill>
          <a:ln w="12700" cap="flat" cmpd="sng" algn="ctr">
            <a:solidFill>
              <a:schemeClr val="accent1">
                <a:lumMod val="75000"/>
              </a:scheme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implon BP Regular"/>
              <a:ea typeface="+mn-ea"/>
              <a:cs typeface="Helvetica"/>
              <a:sym typeface="Simplon BP Regular"/>
            </a:endParaRPr>
          </a:p>
        </p:txBody>
      </p:sp>
      <p:sp>
        <p:nvSpPr>
          <p:cNvPr id="186" name="TextBox 185">
            <a:extLst>
              <a:ext uri="{FF2B5EF4-FFF2-40B4-BE49-F238E27FC236}">
                <a16:creationId xmlns:a16="http://schemas.microsoft.com/office/drawing/2014/main" id="{B158BC0F-8B48-B3EE-C460-19F1FE002CB8}"/>
              </a:ext>
            </a:extLst>
          </p:cNvPr>
          <p:cNvSpPr txBox="1"/>
          <p:nvPr/>
        </p:nvSpPr>
        <p:spPr>
          <a:xfrm>
            <a:off x="6000167" y="3186314"/>
            <a:ext cx="1030731" cy="15388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lvl="0" eaLnBrk="1">
              <a:defRPr sz="1200" kern="0">
                <a:solidFill>
                  <a:srgbClr val="00D318"/>
                </a:solidFill>
                <a:uLnTx/>
                <a:latin typeface="Simplon BP Regular"/>
              </a:defRPr>
            </a:lvl1pPr>
          </a:lstStyle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000" b="1" i="0" u="none" strike="noStrike" kern="0" cap="none" spc="0" normalizeH="0" baseline="0" noProof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Simplon BP Regular"/>
                <a:sym typeface="Simplon BP Regular"/>
              </a:rPr>
              <a:t>12/07</a:t>
            </a:r>
            <a:endParaRPr kumimoji="0" lang="en-US" sz="1000" b="1" i="0" u="none" strike="noStrike" kern="0" cap="none" spc="0" normalizeH="0" baseline="0" noProof="0">
              <a:ln>
                <a:noFill/>
              </a:ln>
              <a:solidFill>
                <a:srgbClr val="535353"/>
              </a:solidFill>
              <a:effectLst/>
              <a:uLnTx/>
              <a:uFillTx/>
              <a:latin typeface="Simplon BP Regular"/>
              <a:sym typeface="Simplon BP Regular"/>
            </a:endParaRPr>
          </a:p>
        </p:txBody>
      </p:sp>
      <p:sp>
        <p:nvSpPr>
          <p:cNvPr id="188" name="TextBox 187">
            <a:extLst>
              <a:ext uri="{FF2B5EF4-FFF2-40B4-BE49-F238E27FC236}">
                <a16:creationId xmlns:a16="http://schemas.microsoft.com/office/drawing/2014/main" id="{D0C175F8-8CC7-256C-DD3A-EB747B278FEA}"/>
              </a:ext>
            </a:extLst>
          </p:cNvPr>
          <p:cNvSpPr txBox="1"/>
          <p:nvPr/>
        </p:nvSpPr>
        <p:spPr>
          <a:xfrm>
            <a:off x="6146808" y="3522977"/>
            <a:ext cx="1581708" cy="15388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lvl="0" algn="ctr" eaLnBrk="1">
              <a:defRPr sz="1000" b="1" kern="0">
                <a:solidFill>
                  <a:schemeClr val="tx2"/>
                </a:solidFill>
                <a:uLnTx/>
                <a:latin typeface="Simplon BP Regular"/>
              </a:defRPr>
            </a:lvl1pPr>
          </a:lstStyle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000" b="1" i="0" u="none" strike="noStrike" kern="0" cap="none" spc="0" normalizeH="0" baseline="0" noProof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Simplon BP Regular"/>
                <a:sym typeface="Simplon BP Regular"/>
              </a:rPr>
              <a:t>Estratégia descombamento</a:t>
            </a:r>
          </a:p>
        </p:txBody>
      </p:sp>
      <p:sp>
        <p:nvSpPr>
          <p:cNvPr id="190" name="Diamond 189">
            <a:extLst>
              <a:ext uri="{FF2B5EF4-FFF2-40B4-BE49-F238E27FC236}">
                <a16:creationId xmlns:a16="http://schemas.microsoft.com/office/drawing/2014/main" id="{83804209-6C87-AAD8-A9DA-9E7739D53D28}"/>
              </a:ext>
            </a:extLst>
          </p:cNvPr>
          <p:cNvSpPr/>
          <p:nvPr/>
        </p:nvSpPr>
        <p:spPr>
          <a:xfrm>
            <a:off x="6866917" y="3952725"/>
            <a:ext cx="180000" cy="180000"/>
          </a:xfrm>
          <a:prstGeom prst="diamond">
            <a:avLst/>
          </a:prstGeom>
          <a:solidFill>
            <a:srgbClr val="00D318"/>
          </a:solidFill>
          <a:ln w="12700" cap="flat" cmpd="sng" algn="ctr">
            <a:solidFill>
              <a:schemeClr val="accent1">
                <a:lumMod val="75000"/>
              </a:scheme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implon BP Regular"/>
              <a:ea typeface="+mn-ea"/>
              <a:cs typeface="Helvetica"/>
              <a:sym typeface="Simplon BP Regular"/>
            </a:endParaRPr>
          </a:p>
        </p:txBody>
      </p:sp>
      <p:sp>
        <p:nvSpPr>
          <p:cNvPr id="191" name="TextBox 190">
            <a:extLst>
              <a:ext uri="{FF2B5EF4-FFF2-40B4-BE49-F238E27FC236}">
                <a16:creationId xmlns:a16="http://schemas.microsoft.com/office/drawing/2014/main" id="{B2C514CC-9B87-2AFE-F052-6D8F46BC81B3}"/>
              </a:ext>
            </a:extLst>
          </p:cNvPr>
          <p:cNvSpPr txBox="1"/>
          <p:nvPr/>
        </p:nvSpPr>
        <p:spPr>
          <a:xfrm>
            <a:off x="6458758" y="3795007"/>
            <a:ext cx="1030731" cy="15388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lvl="0" eaLnBrk="1">
              <a:defRPr sz="1200" kern="0">
                <a:solidFill>
                  <a:srgbClr val="00D318"/>
                </a:solidFill>
                <a:uLnTx/>
                <a:latin typeface="Simplon BP Regular"/>
              </a:defRPr>
            </a:lvl1pPr>
          </a:lstStyle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000" b="1" i="0" u="none" strike="noStrike" kern="0" cap="none" spc="0" normalizeH="0" baseline="0" noProof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Simplon BP Regular"/>
                <a:sym typeface="Simplon BP Regular"/>
              </a:rPr>
              <a:t>26/07</a:t>
            </a:r>
            <a:endParaRPr kumimoji="0" lang="en-US" sz="1000" b="1" i="0" u="none" strike="noStrike" kern="0" cap="none" spc="0" normalizeH="0" baseline="0" noProof="0">
              <a:ln>
                <a:noFill/>
              </a:ln>
              <a:solidFill>
                <a:srgbClr val="535353"/>
              </a:solidFill>
              <a:effectLst/>
              <a:uLnTx/>
              <a:uFillTx/>
              <a:latin typeface="Simplon BP Regular"/>
              <a:sym typeface="Simplon BP Regular"/>
            </a:endParaRPr>
          </a:p>
        </p:txBody>
      </p:sp>
      <p:sp>
        <p:nvSpPr>
          <p:cNvPr id="193" name="TextBox 192">
            <a:extLst>
              <a:ext uri="{FF2B5EF4-FFF2-40B4-BE49-F238E27FC236}">
                <a16:creationId xmlns:a16="http://schemas.microsoft.com/office/drawing/2014/main" id="{D548417B-BFA9-D2E7-8911-285A9D40E8FE}"/>
              </a:ext>
            </a:extLst>
          </p:cNvPr>
          <p:cNvSpPr txBox="1"/>
          <p:nvPr/>
        </p:nvSpPr>
        <p:spPr>
          <a:xfrm>
            <a:off x="6291074" y="4150720"/>
            <a:ext cx="1346200" cy="15388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lvl="0" algn="ctr" eaLnBrk="1">
              <a:defRPr sz="1000" b="1" kern="0">
                <a:solidFill>
                  <a:schemeClr val="tx2"/>
                </a:solidFill>
                <a:uLnTx/>
                <a:latin typeface="Simplon BP Regular"/>
              </a:defRPr>
            </a:lvl1pPr>
          </a:lstStyle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000" b="1" i="0" u="none" strike="noStrike" kern="0" cap="none" spc="0" normalizeH="0" baseline="0" noProof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Simplon BP Regular"/>
                <a:sym typeface="Simplon BP Regular"/>
              </a:rPr>
              <a:t>Estratégia migração</a:t>
            </a:r>
          </a:p>
        </p:txBody>
      </p:sp>
      <p:sp>
        <p:nvSpPr>
          <p:cNvPr id="195" name="Diamond 194">
            <a:extLst>
              <a:ext uri="{FF2B5EF4-FFF2-40B4-BE49-F238E27FC236}">
                <a16:creationId xmlns:a16="http://schemas.microsoft.com/office/drawing/2014/main" id="{D22237A0-1A97-8DBE-150B-BB49C0A13994}"/>
              </a:ext>
            </a:extLst>
          </p:cNvPr>
          <p:cNvSpPr/>
          <p:nvPr/>
        </p:nvSpPr>
        <p:spPr>
          <a:xfrm>
            <a:off x="7346977" y="4602812"/>
            <a:ext cx="180000" cy="180000"/>
          </a:xfrm>
          <a:prstGeom prst="diamond">
            <a:avLst/>
          </a:prstGeom>
          <a:solidFill>
            <a:srgbClr val="00D318"/>
          </a:solidFill>
          <a:ln w="12700" cap="flat" cmpd="sng" algn="ctr">
            <a:solidFill>
              <a:schemeClr val="accent1">
                <a:lumMod val="75000"/>
              </a:scheme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implon BP Regular"/>
              <a:ea typeface="+mn-ea"/>
              <a:cs typeface="Helvetica"/>
              <a:sym typeface="Simplon BP Regular"/>
            </a:endParaRPr>
          </a:p>
        </p:txBody>
      </p:sp>
      <p:sp>
        <p:nvSpPr>
          <p:cNvPr id="196" name="TextBox 195">
            <a:extLst>
              <a:ext uri="{FF2B5EF4-FFF2-40B4-BE49-F238E27FC236}">
                <a16:creationId xmlns:a16="http://schemas.microsoft.com/office/drawing/2014/main" id="{92054E70-7F07-FA91-CD56-80D21F48539B}"/>
              </a:ext>
            </a:extLst>
          </p:cNvPr>
          <p:cNvSpPr txBox="1"/>
          <p:nvPr/>
        </p:nvSpPr>
        <p:spPr>
          <a:xfrm>
            <a:off x="6938818" y="4445094"/>
            <a:ext cx="1030731" cy="15388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lvl="0" eaLnBrk="1">
              <a:defRPr sz="1200" kern="0">
                <a:solidFill>
                  <a:srgbClr val="00D318"/>
                </a:solidFill>
                <a:uLnTx/>
                <a:latin typeface="Simplon BP Regular"/>
              </a:defRPr>
            </a:lvl1pPr>
          </a:lstStyle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000" b="1" i="0" u="none" strike="noStrike" kern="0" cap="none" spc="0" normalizeH="0" baseline="0" noProof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Simplon BP Regular"/>
                <a:sym typeface="Simplon BP Regular"/>
              </a:rPr>
              <a:t>02/08</a:t>
            </a:r>
            <a:endParaRPr kumimoji="0" lang="en-US" sz="1000" b="1" i="0" u="none" strike="noStrike" kern="0" cap="none" spc="0" normalizeH="0" baseline="0" noProof="0">
              <a:ln>
                <a:noFill/>
              </a:ln>
              <a:solidFill>
                <a:srgbClr val="535353"/>
              </a:solidFill>
              <a:effectLst/>
              <a:uLnTx/>
              <a:uFillTx/>
              <a:latin typeface="Simplon BP Regular"/>
              <a:sym typeface="Simplon BP Regular"/>
            </a:endParaRPr>
          </a:p>
        </p:txBody>
      </p:sp>
      <p:sp>
        <p:nvSpPr>
          <p:cNvPr id="198" name="TextBox 197">
            <a:extLst>
              <a:ext uri="{FF2B5EF4-FFF2-40B4-BE49-F238E27FC236}">
                <a16:creationId xmlns:a16="http://schemas.microsoft.com/office/drawing/2014/main" id="{96A62CC4-3356-56DD-36C0-E15899489408}"/>
              </a:ext>
            </a:extLst>
          </p:cNvPr>
          <p:cNvSpPr txBox="1"/>
          <p:nvPr/>
        </p:nvSpPr>
        <p:spPr>
          <a:xfrm>
            <a:off x="6771134" y="4800807"/>
            <a:ext cx="1346200" cy="15388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lvl="0" algn="ctr" eaLnBrk="1">
              <a:defRPr sz="1000" b="1" kern="0">
                <a:solidFill>
                  <a:schemeClr val="tx2"/>
                </a:solidFill>
                <a:uLnTx/>
                <a:latin typeface="Simplon BP Regular"/>
              </a:defRPr>
            </a:lvl1pPr>
          </a:lstStyle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000" b="1" i="0" u="none" strike="noStrike" kern="0" cap="none" spc="0" normalizeH="0" baseline="0" noProof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Simplon BP Regular"/>
                <a:sym typeface="Simplon BP Regular"/>
              </a:rPr>
              <a:t>Estratégia migração</a:t>
            </a:r>
          </a:p>
        </p:txBody>
      </p:sp>
      <p:sp>
        <p:nvSpPr>
          <p:cNvPr id="200" name="Diamond 199">
            <a:extLst>
              <a:ext uri="{FF2B5EF4-FFF2-40B4-BE49-F238E27FC236}">
                <a16:creationId xmlns:a16="http://schemas.microsoft.com/office/drawing/2014/main" id="{70EFC1F7-0C54-CB5F-E732-3CC0F8CE6E58}"/>
              </a:ext>
            </a:extLst>
          </p:cNvPr>
          <p:cNvSpPr/>
          <p:nvPr/>
        </p:nvSpPr>
        <p:spPr>
          <a:xfrm>
            <a:off x="7416497" y="5191659"/>
            <a:ext cx="180000" cy="180000"/>
          </a:xfrm>
          <a:prstGeom prst="diamond">
            <a:avLst/>
          </a:prstGeom>
          <a:solidFill>
            <a:srgbClr val="00D318"/>
          </a:solidFill>
          <a:ln w="12700" cap="flat" cmpd="sng" algn="ctr">
            <a:solidFill>
              <a:schemeClr val="accent1">
                <a:lumMod val="75000"/>
              </a:scheme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implon BP Regular"/>
              <a:ea typeface="+mn-ea"/>
              <a:cs typeface="Helvetica"/>
              <a:sym typeface="Simplon BP Regular"/>
            </a:endParaRPr>
          </a:p>
        </p:txBody>
      </p:sp>
      <p:sp>
        <p:nvSpPr>
          <p:cNvPr id="201" name="TextBox 200">
            <a:extLst>
              <a:ext uri="{FF2B5EF4-FFF2-40B4-BE49-F238E27FC236}">
                <a16:creationId xmlns:a16="http://schemas.microsoft.com/office/drawing/2014/main" id="{E7BD2BF3-A212-4438-CDC0-A7A1701C387D}"/>
              </a:ext>
            </a:extLst>
          </p:cNvPr>
          <p:cNvSpPr txBox="1"/>
          <p:nvPr/>
        </p:nvSpPr>
        <p:spPr>
          <a:xfrm>
            <a:off x="7008338" y="5033941"/>
            <a:ext cx="1030731" cy="15388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lvl="0" eaLnBrk="1">
              <a:defRPr sz="1200" kern="0">
                <a:solidFill>
                  <a:srgbClr val="00D318"/>
                </a:solidFill>
                <a:uLnTx/>
                <a:latin typeface="Simplon BP Regular"/>
              </a:defRPr>
            </a:lvl1pPr>
          </a:lstStyle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000" b="1" i="0" u="none" strike="noStrike" kern="0" cap="none" spc="0" normalizeH="0" baseline="0" noProof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Simplon BP Regular"/>
                <a:sym typeface="Simplon BP Regular"/>
              </a:rPr>
              <a:t>09/08</a:t>
            </a:r>
            <a:endParaRPr kumimoji="0" lang="en-US" sz="1000" b="1" i="0" u="none" strike="noStrike" kern="0" cap="none" spc="0" normalizeH="0" baseline="0" noProof="0">
              <a:ln>
                <a:noFill/>
              </a:ln>
              <a:solidFill>
                <a:srgbClr val="535353"/>
              </a:solidFill>
              <a:effectLst/>
              <a:uLnTx/>
              <a:uFillTx/>
              <a:latin typeface="Simplon BP Regular"/>
              <a:sym typeface="Simplon BP Regular"/>
            </a:endParaRPr>
          </a:p>
        </p:txBody>
      </p:sp>
      <p:sp>
        <p:nvSpPr>
          <p:cNvPr id="203" name="TextBox 202">
            <a:extLst>
              <a:ext uri="{FF2B5EF4-FFF2-40B4-BE49-F238E27FC236}">
                <a16:creationId xmlns:a16="http://schemas.microsoft.com/office/drawing/2014/main" id="{F033EBA3-8736-0072-3207-F302FA7905E3}"/>
              </a:ext>
            </a:extLst>
          </p:cNvPr>
          <p:cNvSpPr txBox="1"/>
          <p:nvPr/>
        </p:nvSpPr>
        <p:spPr>
          <a:xfrm>
            <a:off x="6735879" y="5322979"/>
            <a:ext cx="1581708" cy="30777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lvl="0" algn="ctr" eaLnBrk="1">
              <a:defRPr sz="1000" b="1" kern="0">
                <a:solidFill>
                  <a:schemeClr val="tx2"/>
                </a:solidFill>
                <a:uLnTx/>
                <a:latin typeface="Simplon BP Regular"/>
              </a:defRPr>
            </a:lvl1pPr>
          </a:lstStyle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000" b="1" i="0" u="none" strike="noStrike" kern="0" cap="none" spc="0" normalizeH="0" baseline="0" noProof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Simplon BP Regular"/>
                <a:sym typeface="Simplon BP Regular"/>
              </a:rPr>
              <a:t>Definição perímetro &amp; estratégia de separação</a:t>
            </a:r>
          </a:p>
        </p:txBody>
      </p:sp>
      <p:sp>
        <p:nvSpPr>
          <p:cNvPr id="205" name="Diamond 204">
            <a:extLst>
              <a:ext uri="{FF2B5EF4-FFF2-40B4-BE49-F238E27FC236}">
                <a16:creationId xmlns:a16="http://schemas.microsoft.com/office/drawing/2014/main" id="{492AB417-54DB-073E-D4F0-AD65C3D7FBDB}"/>
              </a:ext>
            </a:extLst>
          </p:cNvPr>
          <p:cNvSpPr/>
          <p:nvPr/>
        </p:nvSpPr>
        <p:spPr>
          <a:xfrm>
            <a:off x="9273979" y="5198972"/>
            <a:ext cx="180000" cy="180000"/>
          </a:xfrm>
          <a:prstGeom prst="diamond">
            <a:avLst/>
          </a:prstGeom>
          <a:solidFill>
            <a:srgbClr val="00D318"/>
          </a:solidFill>
          <a:ln w="12700" cap="flat" cmpd="sng" algn="ctr">
            <a:solidFill>
              <a:schemeClr val="accent1">
                <a:lumMod val="75000"/>
              </a:scheme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implon BP Regular"/>
              <a:ea typeface="+mn-ea"/>
              <a:cs typeface="Helvetica"/>
              <a:sym typeface="Simplon BP Regular"/>
            </a:endParaRPr>
          </a:p>
        </p:txBody>
      </p:sp>
      <p:sp>
        <p:nvSpPr>
          <p:cNvPr id="206" name="TextBox 205">
            <a:extLst>
              <a:ext uri="{FF2B5EF4-FFF2-40B4-BE49-F238E27FC236}">
                <a16:creationId xmlns:a16="http://schemas.microsoft.com/office/drawing/2014/main" id="{D9FD7559-10AC-22A2-A941-4805D3058441}"/>
              </a:ext>
            </a:extLst>
          </p:cNvPr>
          <p:cNvSpPr txBox="1"/>
          <p:nvPr/>
        </p:nvSpPr>
        <p:spPr>
          <a:xfrm>
            <a:off x="8690879" y="5396249"/>
            <a:ext cx="1346200" cy="15388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lvl="0" algn="ctr" eaLnBrk="1">
              <a:defRPr sz="1000" b="1" kern="0">
                <a:solidFill>
                  <a:schemeClr val="tx2"/>
                </a:solidFill>
                <a:uLnTx/>
                <a:latin typeface="Simplon BP Regular"/>
              </a:defRPr>
            </a:lvl1pPr>
          </a:lstStyle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000" b="1" i="0" u="none" strike="noStrike" kern="0" cap="none" spc="0" normalizeH="0" baseline="0" noProof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Simplon BP Regular"/>
                <a:sym typeface="Simplon BP Regular"/>
              </a:rPr>
              <a:t>Perímetro e plano final</a:t>
            </a:r>
          </a:p>
        </p:txBody>
      </p:sp>
      <p:sp>
        <p:nvSpPr>
          <p:cNvPr id="207" name="TextBox 206">
            <a:extLst>
              <a:ext uri="{FF2B5EF4-FFF2-40B4-BE49-F238E27FC236}">
                <a16:creationId xmlns:a16="http://schemas.microsoft.com/office/drawing/2014/main" id="{66BCDC4B-9D7C-CC29-7649-33E80C222C9D}"/>
              </a:ext>
            </a:extLst>
          </p:cNvPr>
          <p:cNvSpPr txBox="1"/>
          <p:nvPr/>
        </p:nvSpPr>
        <p:spPr>
          <a:xfrm>
            <a:off x="8865820" y="5040536"/>
            <a:ext cx="1030731" cy="15388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lvl="0" eaLnBrk="1">
              <a:defRPr sz="1200" kern="0">
                <a:solidFill>
                  <a:srgbClr val="00D318"/>
                </a:solidFill>
                <a:uLnTx/>
                <a:latin typeface="Simplon BP Regular"/>
              </a:defRPr>
            </a:lvl1pPr>
          </a:lstStyle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000" b="1" i="0" u="none" strike="noStrike" kern="0" cap="none" spc="0" normalizeH="0" baseline="0" noProof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Simplon BP Regular"/>
                <a:sym typeface="Simplon BP Regular"/>
              </a:rPr>
              <a:t>30/09</a:t>
            </a:r>
            <a:endParaRPr kumimoji="0" lang="en-US" sz="1000" b="1" i="0" u="none" strike="noStrike" kern="0" cap="none" spc="0" normalizeH="0" baseline="0" noProof="0">
              <a:ln>
                <a:noFill/>
              </a:ln>
              <a:solidFill>
                <a:srgbClr val="535353"/>
              </a:solidFill>
              <a:effectLst/>
              <a:uLnTx/>
              <a:uFillTx/>
              <a:latin typeface="Simplon BP Regular"/>
              <a:sym typeface="Simplon BP Regular"/>
            </a:endParaRPr>
          </a:p>
        </p:txBody>
      </p:sp>
      <p:sp>
        <p:nvSpPr>
          <p:cNvPr id="209" name="Diamond 208">
            <a:extLst>
              <a:ext uri="{FF2B5EF4-FFF2-40B4-BE49-F238E27FC236}">
                <a16:creationId xmlns:a16="http://schemas.microsoft.com/office/drawing/2014/main" id="{BF2CCEE0-5B83-7156-690B-0918138CEA79}"/>
              </a:ext>
            </a:extLst>
          </p:cNvPr>
          <p:cNvSpPr/>
          <p:nvPr/>
        </p:nvSpPr>
        <p:spPr>
          <a:xfrm>
            <a:off x="11578697" y="5205853"/>
            <a:ext cx="180000" cy="180000"/>
          </a:xfrm>
          <a:prstGeom prst="diamond">
            <a:avLst/>
          </a:prstGeom>
          <a:solidFill>
            <a:srgbClr val="00D318"/>
          </a:solidFill>
          <a:ln w="12700" cap="flat" cmpd="sng" algn="ctr">
            <a:solidFill>
              <a:schemeClr val="accent1">
                <a:lumMod val="75000"/>
              </a:scheme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implon BP Regular"/>
              <a:ea typeface="+mn-ea"/>
              <a:cs typeface="Helvetica"/>
              <a:sym typeface="Simplon BP Regular"/>
            </a:endParaRPr>
          </a:p>
        </p:txBody>
      </p:sp>
      <p:sp>
        <p:nvSpPr>
          <p:cNvPr id="211" name="TextBox 210">
            <a:extLst>
              <a:ext uri="{FF2B5EF4-FFF2-40B4-BE49-F238E27FC236}">
                <a16:creationId xmlns:a16="http://schemas.microsoft.com/office/drawing/2014/main" id="{14A66A25-F2ED-60E2-53DD-CBCEE6143FE6}"/>
              </a:ext>
            </a:extLst>
          </p:cNvPr>
          <p:cNvSpPr txBox="1"/>
          <p:nvPr/>
        </p:nvSpPr>
        <p:spPr>
          <a:xfrm>
            <a:off x="10979722" y="5403130"/>
            <a:ext cx="1346200" cy="15388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lvl="0" algn="ctr" eaLnBrk="1">
              <a:defRPr sz="1000" b="1" kern="0">
                <a:solidFill>
                  <a:schemeClr val="tx2"/>
                </a:solidFill>
                <a:uLnTx/>
                <a:latin typeface="Simplon BP Regular"/>
              </a:defRPr>
            </a:lvl1pPr>
          </a:lstStyle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000" b="1" i="0" u="none" strike="noStrike" kern="0" cap="none" spc="0" normalizeH="0" baseline="0" noProof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Simplon BP Regular"/>
                <a:sym typeface="Simplon BP Regular"/>
              </a:rPr>
              <a:t>Execução plano</a:t>
            </a:r>
          </a:p>
        </p:txBody>
      </p:sp>
      <p:sp>
        <p:nvSpPr>
          <p:cNvPr id="212" name="TextBox 211">
            <a:extLst>
              <a:ext uri="{FF2B5EF4-FFF2-40B4-BE49-F238E27FC236}">
                <a16:creationId xmlns:a16="http://schemas.microsoft.com/office/drawing/2014/main" id="{D4888753-68C4-741A-8347-FD6309BBACD2}"/>
              </a:ext>
            </a:extLst>
          </p:cNvPr>
          <p:cNvSpPr txBox="1"/>
          <p:nvPr/>
        </p:nvSpPr>
        <p:spPr>
          <a:xfrm>
            <a:off x="11170538" y="5047417"/>
            <a:ext cx="1030731" cy="15388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lvl="0" eaLnBrk="1">
              <a:defRPr sz="1200" kern="0">
                <a:solidFill>
                  <a:srgbClr val="00D318"/>
                </a:solidFill>
                <a:uLnTx/>
                <a:latin typeface="Simplon BP Regular"/>
              </a:defRPr>
            </a:lvl1pPr>
          </a:lstStyle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000" b="1" i="0" u="none" strike="noStrike" kern="0" cap="none" spc="0" normalizeH="0" baseline="0" noProof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Simplon BP Regular"/>
                <a:sym typeface="Simplon BP Regular"/>
              </a:rPr>
              <a:t>30/11</a:t>
            </a:r>
            <a:endParaRPr kumimoji="0" lang="en-US" sz="1000" b="1" i="0" u="none" strike="noStrike" kern="0" cap="none" spc="0" normalizeH="0" baseline="0" noProof="0">
              <a:ln>
                <a:noFill/>
              </a:ln>
              <a:solidFill>
                <a:srgbClr val="535353"/>
              </a:solidFill>
              <a:effectLst/>
              <a:uLnTx/>
              <a:uFillTx/>
              <a:latin typeface="Simplon BP Regular"/>
              <a:sym typeface="Simplon BP Regular"/>
            </a:endParaRPr>
          </a:p>
        </p:txBody>
      </p:sp>
      <p:sp>
        <p:nvSpPr>
          <p:cNvPr id="214" name="Diamond 213">
            <a:extLst>
              <a:ext uri="{FF2B5EF4-FFF2-40B4-BE49-F238E27FC236}">
                <a16:creationId xmlns:a16="http://schemas.microsoft.com/office/drawing/2014/main" id="{3FEA1F0A-597C-B5D1-20B0-48E92A09F417}"/>
              </a:ext>
            </a:extLst>
          </p:cNvPr>
          <p:cNvSpPr/>
          <p:nvPr/>
        </p:nvSpPr>
        <p:spPr>
          <a:xfrm>
            <a:off x="7792621" y="5828356"/>
            <a:ext cx="180000" cy="180000"/>
          </a:xfrm>
          <a:prstGeom prst="diamond">
            <a:avLst/>
          </a:prstGeom>
          <a:solidFill>
            <a:srgbClr val="00D318"/>
          </a:solidFill>
          <a:ln w="12700" cap="flat" cmpd="sng" algn="ctr">
            <a:solidFill>
              <a:schemeClr val="accent1">
                <a:lumMod val="75000"/>
              </a:scheme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implon BP Regular"/>
              <a:ea typeface="+mn-ea"/>
              <a:cs typeface="Helvetica"/>
              <a:sym typeface="Simplon BP Regular"/>
            </a:endParaRPr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EF639CA0-02B3-B20E-1755-5B9990C420B6}"/>
              </a:ext>
            </a:extLst>
          </p:cNvPr>
          <p:cNvSpPr txBox="1"/>
          <p:nvPr/>
        </p:nvSpPr>
        <p:spPr>
          <a:xfrm>
            <a:off x="6713090" y="6017757"/>
            <a:ext cx="1346200" cy="15388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lvl="0" algn="ctr" eaLnBrk="1">
              <a:defRPr sz="1000" b="1" kern="0">
                <a:solidFill>
                  <a:schemeClr val="tx2"/>
                </a:solidFill>
                <a:uLnTx/>
                <a:latin typeface="Simplon BP Regular"/>
              </a:defRPr>
            </a:lvl1pPr>
          </a:lstStyle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000" b="1" i="0" u="none" strike="noStrike" kern="0" cap="none" spc="0" normalizeH="0" baseline="0" noProof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Simplon BP Regular"/>
                <a:sym typeface="Simplon BP Regular"/>
              </a:rPr>
              <a:t>Definição perímetro</a:t>
            </a:r>
          </a:p>
        </p:txBody>
      </p:sp>
      <p:sp>
        <p:nvSpPr>
          <p:cNvPr id="217" name="TextBox 216">
            <a:extLst>
              <a:ext uri="{FF2B5EF4-FFF2-40B4-BE49-F238E27FC236}">
                <a16:creationId xmlns:a16="http://schemas.microsoft.com/office/drawing/2014/main" id="{9C56B4C0-6FEE-1F11-FE95-BEA125CF7C4F}"/>
              </a:ext>
            </a:extLst>
          </p:cNvPr>
          <p:cNvSpPr txBox="1"/>
          <p:nvPr/>
        </p:nvSpPr>
        <p:spPr>
          <a:xfrm>
            <a:off x="7618007" y="5671970"/>
            <a:ext cx="563970" cy="15388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lvl="0" eaLnBrk="1">
              <a:defRPr sz="1200" kern="0">
                <a:solidFill>
                  <a:srgbClr val="00D318"/>
                </a:solidFill>
                <a:uLnTx/>
                <a:latin typeface="Simplon BP Regular"/>
              </a:defRPr>
            </a:lvl1pPr>
          </a:lstStyle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000" b="1" i="0" u="none" strike="noStrike" kern="0" cap="none" spc="0" normalizeH="0" baseline="0" noProof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Simplon BP Regular"/>
                <a:sym typeface="Simplon BP Regular"/>
              </a:rPr>
              <a:t>20/08</a:t>
            </a:r>
            <a:endParaRPr kumimoji="0" lang="en-US" sz="1000" b="1" i="0" u="none" strike="noStrike" kern="0" cap="none" spc="0" normalizeH="0" baseline="0" noProof="0">
              <a:ln>
                <a:noFill/>
              </a:ln>
              <a:solidFill>
                <a:srgbClr val="535353"/>
              </a:solidFill>
              <a:effectLst/>
              <a:uLnTx/>
              <a:uFillTx/>
              <a:latin typeface="Simplon BP Regular"/>
              <a:sym typeface="Simplon BP Regular"/>
            </a:endParaRPr>
          </a:p>
        </p:txBody>
      </p:sp>
      <p:sp>
        <p:nvSpPr>
          <p:cNvPr id="218" name="Diamond 217">
            <a:extLst>
              <a:ext uri="{FF2B5EF4-FFF2-40B4-BE49-F238E27FC236}">
                <a16:creationId xmlns:a16="http://schemas.microsoft.com/office/drawing/2014/main" id="{9335DCDB-9BE7-3934-9FE0-B8DDB191AFAA}"/>
              </a:ext>
            </a:extLst>
          </p:cNvPr>
          <p:cNvSpPr/>
          <p:nvPr/>
        </p:nvSpPr>
        <p:spPr>
          <a:xfrm>
            <a:off x="8137587" y="5832029"/>
            <a:ext cx="180000" cy="180000"/>
          </a:xfrm>
          <a:prstGeom prst="diamond">
            <a:avLst/>
          </a:prstGeom>
          <a:solidFill>
            <a:srgbClr val="00D318"/>
          </a:solidFill>
          <a:ln w="12700" cap="flat" cmpd="sng" algn="ctr">
            <a:solidFill>
              <a:schemeClr val="accent1">
                <a:lumMod val="75000"/>
              </a:scheme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implon BP Regular"/>
              <a:ea typeface="+mn-ea"/>
              <a:cs typeface="Helvetica"/>
              <a:sym typeface="Simplon BP Regular"/>
            </a:endParaRPr>
          </a:p>
        </p:txBody>
      </p:sp>
      <p:sp>
        <p:nvSpPr>
          <p:cNvPr id="219" name="TextBox 218">
            <a:extLst>
              <a:ext uri="{FF2B5EF4-FFF2-40B4-BE49-F238E27FC236}">
                <a16:creationId xmlns:a16="http://schemas.microsoft.com/office/drawing/2014/main" id="{CD1B6085-C605-D781-05C6-779B1310D9D6}"/>
              </a:ext>
            </a:extLst>
          </p:cNvPr>
          <p:cNvSpPr txBox="1"/>
          <p:nvPr/>
        </p:nvSpPr>
        <p:spPr>
          <a:xfrm>
            <a:off x="8040076" y="5671315"/>
            <a:ext cx="442572" cy="15388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lvl="0" eaLnBrk="1">
              <a:defRPr sz="1200" kern="0">
                <a:solidFill>
                  <a:srgbClr val="00D318"/>
                </a:solidFill>
                <a:uLnTx/>
                <a:latin typeface="Simplon BP Regular"/>
              </a:defRPr>
            </a:lvl1pPr>
          </a:lstStyle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000" b="1" i="0" u="none" strike="noStrike" kern="0" cap="none" spc="0" normalizeH="0" baseline="0" noProof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Simplon BP Regular"/>
                <a:sym typeface="Simplon BP Regular"/>
              </a:rPr>
              <a:t>30/08</a:t>
            </a:r>
            <a:endParaRPr kumimoji="0" lang="en-US" sz="1000" b="1" i="0" u="none" strike="noStrike" kern="0" cap="none" spc="0" normalizeH="0" baseline="0" noProof="0">
              <a:ln>
                <a:noFill/>
              </a:ln>
              <a:solidFill>
                <a:srgbClr val="535353"/>
              </a:solidFill>
              <a:effectLst/>
              <a:uLnTx/>
              <a:uFillTx/>
              <a:latin typeface="Simplon BP Regular"/>
              <a:sym typeface="Simplon BP Regular"/>
            </a:endParaRPr>
          </a:p>
        </p:txBody>
      </p:sp>
      <p:sp>
        <p:nvSpPr>
          <p:cNvPr id="220" name="TextBox 219">
            <a:extLst>
              <a:ext uri="{FF2B5EF4-FFF2-40B4-BE49-F238E27FC236}">
                <a16:creationId xmlns:a16="http://schemas.microsoft.com/office/drawing/2014/main" id="{36734FE1-CCE4-072A-5E6D-C4DD410DD61E}"/>
              </a:ext>
            </a:extLst>
          </p:cNvPr>
          <p:cNvSpPr txBox="1"/>
          <p:nvPr/>
        </p:nvSpPr>
        <p:spPr>
          <a:xfrm>
            <a:off x="7971712" y="6021272"/>
            <a:ext cx="1346200" cy="15388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lvl="0" algn="ctr" eaLnBrk="1">
              <a:defRPr sz="1000" b="1" kern="0">
                <a:solidFill>
                  <a:schemeClr val="tx2"/>
                </a:solidFill>
                <a:uLnTx/>
                <a:latin typeface="Simplon BP Regular"/>
              </a:defRPr>
            </a:lvl1pPr>
          </a:lstStyle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000" b="1" i="0" u="none" strike="noStrike" kern="0" cap="none" spc="0" normalizeH="0" baseline="0" noProof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Simplon BP Regular"/>
                <a:sym typeface="Simplon BP Regular"/>
              </a:rPr>
              <a:t>Estratégia separação</a:t>
            </a:r>
          </a:p>
        </p:txBody>
      </p:sp>
      <p:sp>
        <p:nvSpPr>
          <p:cNvPr id="221" name="Diamond 220">
            <a:extLst>
              <a:ext uri="{FF2B5EF4-FFF2-40B4-BE49-F238E27FC236}">
                <a16:creationId xmlns:a16="http://schemas.microsoft.com/office/drawing/2014/main" id="{4C2C1584-877E-1987-728C-6656B5E439CD}"/>
              </a:ext>
            </a:extLst>
          </p:cNvPr>
          <p:cNvSpPr/>
          <p:nvPr/>
        </p:nvSpPr>
        <p:spPr>
          <a:xfrm>
            <a:off x="9266012" y="5831283"/>
            <a:ext cx="180000" cy="180000"/>
          </a:xfrm>
          <a:prstGeom prst="diamond">
            <a:avLst/>
          </a:prstGeom>
          <a:solidFill>
            <a:srgbClr val="00D318"/>
          </a:solidFill>
          <a:ln w="12700" cap="flat" cmpd="sng" algn="ctr">
            <a:solidFill>
              <a:schemeClr val="accent1">
                <a:lumMod val="75000"/>
              </a:scheme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implon BP Regular"/>
              <a:ea typeface="+mn-ea"/>
              <a:cs typeface="Helvetica"/>
              <a:sym typeface="Simplon BP Regular"/>
            </a:endParaRPr>
          </a:p>
        </p:txBody>
      </p:sp>
      <p:sp>
        <p:nvSpPr>
          <p:cNvPr id="222" name="TextBox 221">
            <a:extLst>
              <a:ext uri="{FF2B5EF4-FFF2-40B4-BE49-F238E27FC236}">
                <a16:creationId xmlns:a16="http://schemas.microsoft.com/office/drawing/2014/main" id="{B29F285A-271E-ADA9-E0A9-B60F6B8A09D6}"/>
              </a:ext>
            </a:extLst>
          </p:cNvPr>
          <p:cNvSpPr txBox="1"/>
          <p:nvPr/>
        </p:nvSpPr>
        <p:spPr>
          <a:xfrm>
            <a:off x="9246792" y="6028560"/>
            <a:ext cx="1346200" cy="15388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lvl="0" algn="ctr" eaLnBrk="1">
              <a:defRPr sz="1000" b="1" kern="0">
                <a:solidFill>
                  <a:schemeClr val="tx2"/>
                </a:solidFill>
                <a:uLnTx/>
                <a:latin typeface="Simplon BP Regular"/>
              </a:defRPr>
            </a:lvl1pPr>
          </a:lstStyle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000" b="1" i="0" u="none" strike="noStrike" kern="0" cap="none" spc="0" normalizeH="0" baseline="0" noProof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Simplon BP Regular"/>
                <a:sym typeface="Simplon BP Regular"/>
              </a:rPr>
              <a:t>Perímetro e plano final</a:t>
            </a:r>
          </a:p>
        </p:txBody>
      </p:sp>
      <p:sp>
        <p:nvSpPr>
          <p:cNvPr id="223" name="TextBox 222">
            <a:extLst>
              <a:ext uri="{FF2B5EF4-FFF2-40B4-BE49-F238E27FC236}">
                <a16:creationId xmlns:a16="http://schemas.microsoft.com/office/drawing/2014/main" id="{45327D25-3FD9-24B0-BFC6-F9312D089A04}"/>
              </a:ext>
            </a:extLst>
          </p:cNvPr>
          <p:cNvSpPr txBox="1"/>
          <p:nvPr/>
        </p:nvSpPr>
        <p:spPr>
          <a:xfrm>
            <a:off x="8857853" y="5672847"/>
            <a:ext cx="1030731" cy="15388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lvl="0" eaLnBrk="1">
              <a:defRPr sz="1200" kern="0">
                <a:solidFill>
                  <a:srgbClr val="00D318"/>
                </a:solidFill>
                <a:uLnTx/>
                <a:latin typeface="Simplon BP Regular"/>
              </a:defRPr>
            </a:lvl1pPr>
          </a:lstStyle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000" b="1" i="0" u="none" strike="noStrike" kern="0" cap="none" spc="0" normalizeH="0" baseline="0" noProof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Simplon BP Regular"/>
                <a:sym typeface="Simplon BP Regular"/>
              </a:rPr>
              <a:t>30/09</a:t>
            </a:r>
            <a:endParaRPr kumimoji="0" lang="en-US" sz="1000" b="1" i="0" u="none" strike="noStrike" kern="0" cap="none" spc="0" normalizeH="0" baseline="0" noProof="0">
              <a:ln>
                <a:noFill/>
              </a:ln>
              <a:solidFill>
                <a:srgbClr val="535353"/>
              </a:solidFill>
              <a:effectLst/>
              <a:uLnTx/>
              <a:uFillTx/>
              <a:latin typeface="Simplon BP Regular"/>
              <a:sym typeface="Simplon BP Regular"/>
            </a:endParaRPr>
          </a:p>
        </p:txBody>
      </p:sp>
      <p:sp>
        <p:nvSpPr>
          <p:cNvPr id="224" name="Diamond 223">
            <a:extLst>
              <a:ext uri="{FF2B5EF4-FFF2-40B4-BE49-F238E27FC236}">
                <a16:creationId xmlns:a16="http://schemas.microsoft.com/office/drawing/2014/main" id="{A1E91C11-8BE8-0B6B-E8D9-00B93F708821}"/>
              </a:ext>
            </a:extLst>
          </p:cNvPr>
          <p:cNvSpPr/>
          <p:nvPr/>
        </p:nvSpPr>
        <p:spPr>
          <a:xfrm>
            <a:off x="11570730" y="5838164"/>
            <a:ext cx="180000" cy="180000"/>
          </a:xfrm>
          <a:prstGeom prst="diamond">
            <a:avLst/>
          </a:prstGeom>
          <a:solidFill>
            <a:srgbClr val="00D318"/>
          </a:solidFill>
          <a:ln w="12700" cap="flat" cmpd="sng" algn="ctr">
            <a:solidFill>
              <a:schemeClr val="accent1">
                <a:lumMod val="75000"/>
              </a:scheme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implon BP Regular"/>
              <a:ea typeface="+mn-ea"/>
              <a:cs typeface="Helvetica"/>
              <a:sym typeface="Simplon BP Regular"/>
            </a:endParaRPr>
          </a:p>
        </p:txBody>
      </p:sp>
      <p:sp>
        <p:nvSpPr>
          <p:cNvPr id="225" name="TextBox 224">
            <a:extLst>
              <a:ext uri="{FF2B5EF4-FFF2-40B4-BE49-F238E27FC236}">
                <a16:creationId xmlns:a16="http://schemas.microsoft.com/office/drawing/2014/main" id="{0166737A-EF97-31DD-8A1A-1190F816074B}"/>
              </a:ext>
            </a:extLst>
          </p:cNvPr>
          <p:cNvSpPr txBox="1"/>
          <p:nvPr/>
        </p:nvSpPr>
        <p:spPr>
          <a:xfrm>
            <a:off x="10971755" y="6035441"/>
            <a:ext cx="1346200" cy="15388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lvl="0" algn="ctr" eaLnBrk="1">
              <a:defRPr sz="1000" b="1" kern="0">
                <a:solidFill>
                  <a:schemeClr val="tx2"/>
                </a:solidFill>
                <a:uLnTx/>
                <a:latin typeface="Simplon BP Regular"/>
              </a:defRPr>
            </a:lvl1pPr>
          </a:lstStyle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000" b="1" i="0" u="none" strike="noStrike" kern="0" cap="none" spc="0" normalizeH="0" baseline="0" noProof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Simplon BP Regular"/>
                <a:sym typeface="Simplon BP Regular"/>
              </a:rPr>
              <a:t>Execução plano</a:t>
            </a:r>
          </a:p>
        </p:txBody>
      </p:sp>
      <p:sp>
        <p:nvSpPr>
          <p:cNvPr id="226" name="TextBox 225">
            <a:extLst>
              <a:ext uri="{FF2B5EF4-FFF2-40B4-BE49-F238E27FC236}">
                <a16:creationId xmlns:a16="http://schemas.microsoft.com/office/drawing/2014/main" id="{73492EBD-B03A-5E4D-7A46-3032B31DF856}"/>
              </a:ext>
            </a:extLst>
          </p:cNvPr>
          <p:cNvSpPr txBox="1"/>
          <p:nvPr/>
        </p:nvSpPr>
        <p:spPr>
          <a:xfrm>
            <a:off x="11162571" y="5679728"/>
            <a:ext cx="1030731" cy="15388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lvl="0" eaLnBrk="1">
              <a:defRPr sz="1200" kern="0">
                <a:solidFill>
                  <a:srgbClr val="00D318"/>
                </a:solidFill>
                <a:uLnTx/>
                <a:latin typeface="Simplon BP Regular"/>
              </a:defRPr>
            </a:lvl1pPr>
          </a:lstStyle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000" b="1" i="0" u="none" strike="noStrike" kern="0" cap="none" spc="0" normalizeH="0" baseline="0" noProof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Simplon BP Regular"/>
                <a:sym typeface="Simplon BP Regular"/>
              </a:rPr>
              <a:t>30/11</a:t>
            </a:r>
            <a:endParaRPr kumimoji="0" lang="en-US" sz="1000" b="1" i="0" u="none" strike="noStrike" kern="0" cap="none" spc="0" normalizeH="0" baseline="0" noProof="0">
              <a:ln>
                <a:noFill/>
              </a:ln>
              <a:solidFill>
                <a:srgbClr val="535353"/>
              </a:solidFill>
              <a:effectLst/>
              <a:uLnTx/>
              <a:uFillTx/>
              <a:latin typeface="Simplon BP Regular"/>
              <a:sym typeface="Simplon BP Regular"/>
            </a:endParaRPr>
          </a:p>
        </p:txBody>
      </p:sp>
      <p:sp>
        <p:nvSpPr>
          <p:cNvPr id="227" name="Diamond 226">
            <a:extLst>
              <a:ext uri="{FF2B5EF4-FFF2-40B4-BE49-F238E27FC236}">
                <a16:creationId xmlns:a16="http://schemas.microsoft.com/office/drawing/2014/main" id="{FE3849C3-DFBB-AA85-92D3-7E23E0228897}"/>
              </a:ext>
            </a:extLst>
          </p:cNvPr>
          <p:cNvSpPr/>
          <p:nvPr/>
        </p:nvSpPr>
        <p:spPr>
          <a:xfrm>
            <a:off x="9517731" y="6433993"/>
            <a:ext cx="180000" cy="180000"/>
          </a:xfrm>
          <a:prstGeom prst="diamond">
            <a:avLst/>
          </a:prstGeom>
          <a:solidFill>
            <a:srgbClr val="00D318"/>
          </a:solidFill>
          <a:ln w="12700" cap="flat" cmpd="sng" algn="ctr">
            <a:solidFill>
              <a:schemeClr val="accent1">
                <a:lumMod val="75000"/>
              </a:scheme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implon BP Regular"/>
              <a:ea typeface="+mn-ea"/>
              <a:cs typeface="Helvetica"/>
              <a:sym typeface="Simplon BP Regular"/>
            </a:endParaRPr>
          </a:p>
        </p:txBody>
      </p:sp>
      <p:sp>
        <p:nvSpPr>
          <p:cNvPr id="228" name="TextBox 227">
            <a:extLst>
              <a:ext uri="{FF2B5EF4-FFF2-40B4-BE49-F238E27FC236}">
                <a16:creationId xmlns:a16="http://schemas.microsoft.com/office/drawing/2014/main" id="{D2CDFF20-BEBC-B138-8331-DD752BA1E7ED}"/>
              </a:ext>
            </a:extLst>
          </p:cNvPr>
          <p:cNvSpPr txBox="1"/>
          <p:nvPr/>
        </p:nvSpPr>
        <p:spPr>
          <a:xfrm>
            <a:off x="8969866" y="6550303"/>
            <a:ext cx="1346200" cy="30777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lvl="0" algn="ctr" eaLnBrk="1">
              <a:defRPr sz="1000" b="1" kern="0">
                <a:solidFill>
                  <a:schemeClr val="tx2"/>
                </a:solidFill>
                <a:uLnTx/>
                <a:latin typeface="Simplon BP Regular"/>
              </a:defRPr>
            </a:lvl1pPr>
          </a:lstStyle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000" b="1" i="0" u="none" strike="noStrike" kern="0" cap="none" spc="0" normalizeH="0" baseline="0" noProof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Simplon BP Regular"/>
                <a:sym typeface="Simplon BP Regular"/>
              </a:rPr>
              <a:t>Conciliação físico x contábil</a:t>
            </a:r>
          </a:p>
        </p:txBody>
      </p:sp>
      <p:sp>
        <p:nvSpPr>
          <p:cNvPr id="229" name="TextBox 228">
            <a:extLst>
              <a:ext uri="{FF2B5EF4-FFF2-40B4-BE49-F238E27FC236}">
                <a16:creationId xmlns:a16="http://schemas.microsoft.com/office/drawing/2014/main" id="{43F31762-7020-BB7C-EF70-3C32909A9CD0}"/>
              </a:ext>
            </a:extLst>
          </p:cNvPr>
          <p:cNvSpPr txBox="1"/>
          <p:nvPr/>
        </p:nvSpPr>
        <p:spPr>
          <a:xfrm>
            <a:off x="9109572" y="6275557"/>
            <a:ext cx="1030731" cy="15388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lvl="0" eaLnBrk="1">
              <a:defRPr sz="1200" kern="0">
                <a:solidFill>
                  <a:srgbClr val="00D318"/>
                </a:solidFill>
                <a:uLnTx/>
                <a:latin typeface="Simplon BP Regular"/>
              </a:defRPr>
            </a:lvl1pPr>
          </a:lstStyle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000" b="1" i="0" u="none" strike="noStrike" kern="0" cap="none" spc="0" normalizeH="0" baseline="0" noProof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Simplon BP Regular"/>
                <a:sym typeface="Simplon BP Regular"/>
              </a:rPr>
              <a:t>02/10</a:t>
            </a:r>
            <a:endParaRPr kumimoji="0" lang="en-US" sz="1000" b="1" i="0" u="none" strike="noStrike" kern="0" cap="none" spc="0" normalizeH="0" baseline="0" noProof="0">
              <a:ln>
                <a:noFill/>
              </a:ln>
              <a:solidFill>
                <a:srgbClr val="535353"/>
              </a:solidFill>
              <a:effectLst/>
              <a:uLnTx/>
              <a:uFillTx/>
              <a:latin typeface="Simplon BP Regular"/>
              <a:sym typeface="Simplon BP Regular"/>
            </a:endParaRPr>
          </a:p>
        </p:txBody>
      </p:sp>
      <p:sp>
        <p:nvSpPr>
          <p:cNvPr id="231" name="TextBox 230">
            <a:extLst>
              <a:ext uri="{FF2B5EF4-FFF2-40B4-BE49-F238E27FC236}">
                <a16:creationId xmlns:a16="http://schemas.microsoft.com/office/drawing/2014/main" id="{D6BD0E63-3E9B-D3CC-022A-F8FF6F6CB409}"/>
              </a:ext>
            </a:extLst>
          </p:cNvPr>
          <p:cNvSpPr txBox="1"/>
          <p:nvPr/>
        </p:nvSpPr>
        <p:spPr>
          <a:xfrm>
            <a:off x="10855112" y="6551584"/>
            <a:ext cx="885342" cy="307777"/>
          </a:xfrm>
          <a:prstGeom prst="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lvl="0" algn="ctr" eaLnBrk="1">
              <a:defRPr sz="1000" b="1" kern="0">
                <a:solidFill>
                  <a:schemeClr val="tx2"/>
                </a:solidFill>
                <a:uLnTx/>
                <a:latin typeface="Simplon BP Regular"/>
              </a:defRPr>
            </a:lvl1pPr>
          </a:lstStyle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000" b="1" i="0" u="none" strike="noStrike" kern="0" cap="none" spc="0" normalizeH="0" baseline="0" noProof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Simplon BP Regular"/>
                <a:sym typeface="Simplon BP Regular"/>
              </a:rPr>
              <a:t>Fechamento contábil</a:t>
            </a:r>
          </a:p>
        </p:txBody>
      </p:sp>
      <p:sp>
        <p:nvSpPr>
          <p:cNvPr id="232" name="TextBox 231">
            <a:extLst>
              <a:ext uri="{FF2B5EF4-FFF2-40B4-BE49-F238E27FC236}">
                <a16:creationId xmlns:a16="http://schemas.microsoft.com/office/drawing/2014/main" id="{DE715826-463F-BDBC-14A2-4FC3382D82C4}"/>
              </a:ext>
            </a:extLst>
          </p:cNvPr>
          <p:cNvSpPr txBox="1"/>
          <p:nvPr/>
        </p:nvSpPr>
        <p:spPr>
          <a:xfrm>
            <a:off x="11055364" y="6272719"/>
            <a:ext cx="1030731" cy="15388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lvl="0" eaLnBrk="1">
              <a:defRPr sz="1200" kern="0">
                <a:solidFill>
                  <a:srgbClr val="00D318"/>
                </a:solidFill>
                <a:uLnTx/>
                <a:latin typeface="Simplon BP Regular"/>
              </a:defRPr>
            </a:lvl1pPr>
          </a:lstStyle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000" b="1" i="0" u="none" strike="noStrike" kern="0" cap="none" spc="0" normalizeH="0" baseline="0" noProof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Simplon BP Regular"/>
                <a:sym typeface="Simplon BP Regular"/>
              </a:rPr>
              <a:t>26/11</a:t>
            </a:r>
            <a:endParaRPr kumimoji="0" lang="en-US" sz="1000" b="1" i="0" u="none" strike="noStrike" kern="0" cap="none" spc="0" normalizeH="0" baseline="0" noProof="0">
              <a:ln>
                <a:noFill/>
              </a:ln>
              <a:solidFill>
                <a:srgbClr val="535353"/>
              </a:solidFill>
              <a:effectLst/>
              <a:uLnTx/>
              <a:uFillTx/>
              <a:latin typeface="Simplon BP Regular"/>
              <a:sym typeface="Simplon BP Regular"/>
            </a:endParaRPr>
          </a:p>
        </p:txBody>
      </p:sp>
      <p:sp>
        <p:nvSpPr>
          <p:cNvPr id="230" name="Diamond 229">
            <a:extLst>
              <a:ext uri="{FF2B5EF4-FFF2-40B4-BE49-F238E27FC236}">
                <a16:creationId xmlns:a16="http://schemas.microsoft.com/office/drawing/2014/main" id="{6503FA74-DE70-24F5-26A5-BF40A06855C5}"/>
              </a:ext>
            </a:extLst>
          </p:cNvPr>
          <p:cNvSpPr/>
          <p:nvPr/>
        </p:nvSpPr>
        <p:spPr>
          <a:xfrm>
            <a:off x="11463523" y="6431155"/>
            <a:ext cx="180000" cy="180000"/>
          </a:xfrm>
          <a:prstGeom prst="diamond">
            <a:avLst/>
          </a:prstGeom>
          <a:solidFill>
            <a:srgbClr val="00D318"/>
          </a:solidFill>
          <a:ln w="12700" cap="flat" cmpd="sng" algn="ctr">
            <a:solidFill>
              <a:schemeClr val="accent1">
                <a:lumMod val="75000"/>
              </a:scheme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implon BP Regular"/>
              <a:ea typeface="+mn-ea"/>
              <a:cs typeface="Helvetica"/>
              <a:sym typeface="Simplon BP Regular"/>
            </a:endParaRPr>
          </a:p>
        </p:txBody>
      </p:sp>
      <p:cxnSp>
        <p:nvCxnSpPr>
          <p:cNvPr id="204" name="Conector reto 6">
            <a:extLst>
              <a:ext uri="{FF2B5EF4-FFF2-40B4-BE49-F238E27FC236}">
                <a16:creationId xmlns:a16="http://schemas.microsoft.com/office/drawing/2014/main" id="{F85A886A-4E91-8B43-121E-9B146C48FAB0}"/>
              </a:ext>
            </a:extLst>
          </p:cNvPr>
          <p:cNvCxnSpPr>
            <a:cxnSpLocks/>
          </p:cNvCxnSpPr>
          <p:nvPr/>
        </p:nvCxnSpPr>
        <p:spPr>
          <a:xfrm flipV="1">
            <a:off x="193643" y="4955447"/>
            <a:ext cx="11786616" cy="0"/>
          </a:xfrm>
          <a:prstGeom prst="line">
            <a:avLst/>
          </a:prstGeom>
          <a:noFill/>
          <a:ln w="9525" cap="flat">
            <a:solidFill>
              <a:schemeClr val="accent1"/>
            </a:solidFill>
            <a:prstDash val="dash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10" name="Conector reto 6">
            <a:extLst>
              <a:ext uri="{FF2B5EF4-FFF2-40B4-BE49-F238E27FC236}">
                <a16:creationId xmlns:a16="http://schemas.microsoft.com/office/drawing/2014/main" id="{F13904EE-B7A0-795F-CCBA-CE52496E0A98}"/>
              </a:ext>
            </a:extLst>
          </p:cNvPr>
          <p:cNvCxnSpPr>
            <a:cxnSpLocks/>
          </p:cNvCxnSpPr>
          <p:nvPr/>
        </p:nvCxnSpPr>
        <p:spPr>
          <a:xfrm flipV="1">
            <a:off x="183369" y="5581654"/>
            <a:ext cx="11786616" cy="0"/>
          </a:xfrm>
          <a:prstGeom prst="line">
            <a:avLst/>
          </a:prstGeom>
          <a:noFill/>
          <a:ln w="9525" cap="flat">
            <a:solidFill>
              <a:schemeClr val="accent1"/>
            </a:solidFill>
            <a:prstDash val="dash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52" name="Conector reto 6">
            <a:extLst>
              <a:ext uri="{FF2B5EF4-FFF2-40B4-BE49-F238E27FC236}">
                <a16:creationId xmlns:a16="http://schemas.microsoft.com/office/drawing/2014/main" id="{A253D4DB-784F-ABDA-F175-AD89FA402C48}"/>
              </a:ext>
            </a:extLst>
          </p:cNvPr>
          <p:cNvCxnSpPr>
            <a:cxnSpLocks/>
          </p:cNvCxnSpPr>
          <p:nvPr/>
        </p:nvCxnSpPr>
        <p:spPr>
          <a:xfrm flipV="1">
            <a:off x="183369" y="6207863"/>
            <a:ext cx="11786616" cy="0"/>
          </a:xfrm>
          <a:prstGeom prst="line">
            <a:avLst/>
          </a:prstGeom>
          <a:noFill/>
          <a:ln w="9525" cap="flat">
            <a:solidFill>
              <a:schemeClr val="accent1"/>
            </a:solidFill>
            <a:prstDash val="dash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84" name="Conector reto 6">
            <a:extLst>
              <a:ext uri="{FF2B5EF4-FFF2-40B4-BE49-F238E27FC236}">
                <a16:creationId xmlns:a16="http://schemas.microsoft.com/office/drawing/2014/main" id="{1B7F7280-3AD7-2290-4358-770277DF5061}"/>
              </a:ext>
            </a:extLst>
          </p:cNvPr>
          <p:cNvCxnSpPr>
            <a:cxnSpLocks/>
          </p:cNvCxnSpPr>
          <p:nvPr/>
        </p:nvCxnSpPr>
        <p:spPr>
          <a:xfrm flipV="1">
            <a:off x="203917" y="3076826"/>
            <a:ext cx="11786616" cy="0"/>
          </a:xfrm>
          <a:prstGeom prst="line">
            <a:avLst/>
          </a:prstGeom>
          <a:noFill/>
          <a:ln w="9525" cap="flat">
            <a:solidFill>
              <a:schemeClr val="accent1"/>
            </a:solidFill>
            <a:prstDash val="dash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89" name="Conector reto 6">
            <a:extLst>
              <a:ext uri="{FF2B5EF4-FFF2-40B4-BE49-F238E27FC236}">
                <a16:creationId xmlns:a16="http://schemas.microsoft.com/office/drawing/2014/main" id="{097E931E-4F39-7D55-C50B-7D7265AD86FC}"/>
              </a:ext>
            </a:extLst>
          </p:cNvPr>
          <p:cNvCxnSpPr>
            <a:cxnSpLocks/>
          </p:cNvCxnSpPr>
          <p:nvPr/>
        </p:nvCxnSpPr>
        <p:spPr>
          <a:xfrm flipV="1">
            <a:off x="203917" y="3703033"/>
            <a:ext cx="11786616" cy="0"/>
          </a:xfrm>
          <a:prstGeom prst="line">
            <a:avLst/>
          </a:prstGeom>
          <a:noFill/>
          <a:ln w="9525" cap="flat">
            <a:solidFill>
              <a:schemeClr val="accent1"/>
            </a:solidFill>
            <a:prstDash val="dash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99" name="Conector reto 6">
            <a:extLst>
              <a:ext uri="{FF2B5EF4-FFF2-40B4-BE49-F238E27FC236}">
                <a16:creationId xmlns:a16="http://schemas.microsoft.com/office/drawing/2014/main" id="{E03E0596-2983-B6ED-0CFD-B5AC48F68506}"/>
              </a:ext>
            </a:extLst>
          </p:cNvPr>
          <p:cNvCxnSpPr>
            <a:cxnSpLocks/>
          </p:cNvCxnSpPr>
          <p:nvPr/>
        </p:nvCxnSpPr>
        <p:spPr>
          <a:xfrm flipV="1">
            <a:off x="203917" y="4329240"/>
            <a:ext cx="11786616" cy="0"/>
          </a:xfrm>
          <a:prstGeom prst="line">
            <a:avLst/>
          </a:prstGeom>
          <a:noFill/>
          <a:ln w="9525" cap="flat">
            <a:solidFill>
              <a:schemeClr val="accent1"/>
            </a:solidFill>
            <a:prstDash val="dash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69" name="Conector reto 6">
            <a:extLst>
              <a:ext uri="{FF2B5EF4-FFF2-40B4-BE49-F238E27FC236}">
                <a16:creationId xmlns:a16="http://schemas.microsoft.com/office/drawing/2014/main" id="{329E2F53-8DDE-9853-3EFB-3649D40C762F}"/>
              </a:ext>
            </a:extLst>
          </p:cNvPr>
          <p:cNvCxnSpPr>
            <a:cxnSpLocks/>
          </p:cNvCxnSpPr>
          <p:nvPr/>
        </p:nvCxnSpPr>
        <p:spPr>
          <a:xfrm flipV="1">
            <a:off x="203917" y="1824412"/>
            <a:ext cx="11786616" cy="0"/>
          </a:xfrm>
          <a:prstGeom prst="line">
            <a:avLst/>
          </a:prstGeom>
          <a:noFill/>
          <a:ln w="9525" cap="flat">
            <a:solidFill>
              <a:schemeClr val="accent1"/>
            </a:solidFill>
            <a:prstDash val="dash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79" name="Conector reto 6">
            <a:extLst>
              <a:ext uri="{FF2B5EF4-FFF2-40B4-BE49-F238E27FC236}">
                <a16:creationId xmlns:a16="http://schemas.microsoft.com/office/drawing/2014/main" id="{19D5DA84-4143-05C4-3B8F-8697C4C9BB04}"/>
              </a:ext>
            </a:extLst>
          </p:cNvPr>
          <p:cNvCxnSpPr>
            <a:cxnSpLocks/>
          </p:cNvCxnSpPr>
          <p:nvPr/>
        </p:nvCxnSpPr>
        <p:spPr>
          <a:xfrm flipV="1">
            <a:off x="203917" y="2450619"/>
            <a:ext cx="11786616" cy="0"/>
          </a:xfrm>
          <a:prstGeom prst="line">
            <a:avLst/>
          </a:prstGeom>
          <a:noFill/>
          <a:ln w="9525" cap="flat">
            <a:solidFill>
              <a:schemeClr val="accent1"/>
            </a:solidFill>
            <a:prstDash val="dash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" name="Action Button: Go Back or Previous 1">
            <a:hlinkClick r:id="rId4" action="ppaction://hlinksldjump" highlightClick="1"/>
            <a:extLst>
              <a:ext uri="{FF2B5EF4-FFF2-40B4-BE49-F238E27FC236}">
                <a16:creationId xmlns:a16="http://schemas.microsoft.com/office/drawing/2014/main" id="{E5D948AA-527F-CD4E-680B-D325D6B6D7DD}"/>
              </a:ext>
            </a:extLst>
          </p:cNvPr>
          <p:cNvSpPr/>
          <p:nvPr/>
        </p:nvSpPr>
        <p:spPr>
          <a:xfrm>
            <a:off x="10915286" y="473300"/>
            <a:ext cx="274320" cy="180000"/>
          </a:xfrm>
          <a:prstGeom prst="actionButtonBackPrevious">
            <a:avLst/>
          </a:prstGeom>
          <a:noFill/>
          <a:ln w="25400" cap="flat">
            <a:solidFill>
              <a:schemeClr val="accent1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pt-BR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6F0DC3E8-E4AA-BD86-AB99-4FD6B93DACFF}"/>
              </a:ext>
            </a:extLst>
          </p:cNvPr>
          <p:cNvGrpSpPr/>
          <p:nvPr>
            <p:custDataLst>
              <p:tags r:id="rId1"/>
            </p:custDataLst>
          </p:nvPr>
        </p:nvGrpSpPr>
        <p:grpSpPr>
          <a:xfrm>
            <a:off x="10241048" y="67434"/>
            <a:ext cx="1117294" cy="266244"/>
            <a:chOff x="10312706" y="228600"/>
            <a:chExt cx="1117294" cy="266244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66CAF70D-8CCD-2432-1653-949A937ACDE8}"/>
                </a:ext>
              </a:extLst>
            </p:cNvPr>
            <p:cNvSpPr txBox="1"/>
            <p:nvPr/>
          </p:nvSpPr>
          <p:spPr>
            <a:xfrm>
              <a:off x="10312706" y="269389"/>
              <a:ext cx="1117294" cy="184666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ctr" anchorCtr="1">
              <a:spAutoFit/>
            </a:bodyPr>
            <a:lstStyle/>
            <a:p>
              <a:pPr marL="0" marR="0" lvl="0" indent="0" algn="ct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200" b="1" i="1" u="sng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/>
                  <a:sym typeface="Simplon BP Regular"/>
                </a:rPr>
                <a:t>PRELIMINAR</a:t>
              </a:r>
            </a:p>
          </p:txBody>
        </p: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FE91E1DE-6BD8-2FD9-552E-10E80E506032}"/>
                </a:ext>
              </a:extLst>
            </p:cNvPr>
            <p:cNvCxnSpPr>
              <a:cxnSpLocks/>
            </p:cNvCxnSpPr>
            <p:nvPr/>
          </p:nvCxnSpPr>
          <p:spPr>
            <a:xfrm>
              <a:off x="10312706" y="228600"/>
              <a:ext cx="1117294" cy="0"/>
            </a:xfrm>
            <a:prstGeom prst="line">
              <a:avLst/>
            </a:prstGeom>
            <a:ln w="12700" cmpd="sng">
              <a:solidFill>
                <a:srgbClr val="000000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3E7D57B7-97D8-CA99-9327-E174D3E03421}"/>
                </a:ext>
              </a:extLst>
            </p:cNvPr>
            <p:cNvCxnSpPr>
              <a:cxnSpLocks/>
            </p:cNvCxnSpPr>
            <p:nvPr/>
          </p:nvCxnSpPr>
          <p:spPr>
            <a:xfrm>
              <a:off x="10312706" y="494844"/>
              <a:ext cx="1117294" cy="0"/>
            </a:xfrm>
            <a:prstGeom prst="line">
              <a:avLst/>
            </a:prstGeom>
            <a:ln w="12700" cmpd="sng">
              <a:solidFill>
                <a:srgbClr val="000000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1" name="TextBox 30">
            <a:extLst>
              <a:ext uri="{FF2B5EF4-FFF2-40B4-BE49-F238E27FC236}">
                <a16:creationId xmlns:a16="http://schemas.microsoft.com/office/drawing/2014/main" id="{7AF075B5-507C-EF94-7C4F-12AEDE0AAFD7}"/>
              </a:ext>
            </a:extLst>
          </p:cNvPr>
          <p:cNvSpPr txBox="1"/>
          <p:nvPr/>
        </p:nvSpPr>
        <p:spPr>
          <a:xfrm>
            <a:off x="8903067" y="566221"/>
            <a:ext cx="1132777" cy="14106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ctr" defTabSz="914400" rtl="0" fontAlgn="auto" latinLnBrk="0" hangingPunct="0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pt-BR" sz="1050" b="1" dirty="0">
                <a:solidFill>
                  <a:schemeClr val="accent4"/>
                </a:solidFill>
              </a:rPr>
              <a:t>Plano Detalhado</a:t>
            </a:r>
            <a:endParaRPr kumimoji="0" lang="pt-BR" sz="1050" b="1" i="0" u="none" strike="noStrike" cap="none" spc="0" normalizeH="0" baseline="0" dirty="0">
              <a:ln>
                <a:noFill/>
              </a:ln>
              <a:solidFill>
                <a:schemeClr val="accent4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FFF6C3C-F650-9604-47EC-3BD23DD79FE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98709" y="149735"/>
            <a:ext cx="510540" cy="440436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206A58AE-A23F-BF19-A6AA-C760D3BE7698}"/>
              </a:ext>
            </a:extLst>
          </p:cNvPr>
          <p:cNvSpPr/>
          <p:nvPr/>
        </p:nvSpPr>
        <p:spPr>
          <a:xfrm>
            <a:off x="5016705" y="4961772"/>
            <a:ext cx="7058983" cy="648366"/>
          </a:xfrm>
          <a:prstGeom prst="rect">
            <a:avLst/>
          </a:prstGeom>
          <a:solidFill>
            <a:srgbClr val="D9D9D9">
              <a:alpha val="63137"/>
            </a:srgbClr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no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pt-BR" sz="4000" b="0" i="0" u="none" strike="noStrike" cap="none" spc="0" normalizeH="0" baseline="0" dirty="0">
              <a:ln>
                <a:noFill/>
              </a:ln>
              <a:solidFill>
                <a:sysClr val="windowText" lastClr="000000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DC55777-D75B-1947-2F99-8BC869EA1DE0}"/>
              </a:ext>
            </a:extLst>
          </p:cNvPr>
          <p:cNvSpPr txBox="1"/>
          <p:nvPr/>
        </p:nvSpPr>
        <p:spPr>
          <a:xfrm>
            <a:off x="5656800" y="5176225"/>
            <a:ext cx="1006686" cy="18466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t">
            <a:spAutoFit/>
          </a:bodyPr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200" b="1" i="0" u="none" strike="noStrike" kern="0" cap="none" spc="0" normalizeH="0" baseline="0" noProof="0" dirty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Simplon BP Regular"/>
                <a:sym typeface="Simplon BP Regular"/>
              </a:rPr>
              <a:t>EM VALIDAÇÃO</a:t>
            </a:r>
            <a:endParaRPr kumimoji="0" lang="en-US" sz="1200" b="1" i="0" u="none" strike="noStrike" kern="0" cap="none" spc="0" normalizeH="0" baseline="0" noProof="0" dirty="0">
              <a:ln>
                <a:noFill/>
              </a:ln>
              <a:solidFill>
                <a:srgbClr val="535353"/>
              </a:solidFill>
              <a:effectLst/>
              <a:uLnTx/>
              <a:uFillTx/>
              <a:latin typeface="Simplon BP Regular"/>
              <a:sym typeface="Simplon BP Regular"/>
            </a:endParaRPr>
          </a:p>
        </p:txBody>
      </p:sp>
    </p:spTree>
    <p:extLst>
      <p:ext uri="{BB962C8B-B14F-4D97-AF65-F5344CB8AC3E}">
        <p14:creationId xmlns:p14="http://schemas.microsoft.com/office/powerpoint/2010/main" val="2962928172"/>
      </p:ext>
    </p:extLst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" name="Table 29">
            <a:extLst>
              <a:ext uri="{FF2B5EF4-FFF2-40B4-BE49-F238E27FC236}">
                <a16:creationId xmlns:a16="http://schemas.microsoft.com/office/drawing/2014/main" id="{E917AEA0-894D-D78C-2775-7D8C03473D80}"/>
              </a:ext>
            </a:extLst>
          </p:cNvPr>
          <p:cNvGraphicFramePr>
            <a:graphicFrameLocks noGrp="1"/>
          </p:cNvGraphicFramePr>
          <p:nvPr/>
        </p:nvGraphicFramePr>
        <p:xfrm>
          <a:off x="5303003" y="730471"/>
          <a:ext cx="6696000" cy="5696529"/>
        </p:xfrm>
        <a:graphic>
          <a:graphicData uri="http://schemas.openxmlformats.org/drawingml/2006/table">
            <a:tbl>
              <a:tblPr firstRow="1" bandRow="1"/>
              <a:tblGrid>
                <a:gridCol w="1116000">
                  <a:extLst>
                    <a:ext uri="{9D8B030D-6E8A-4147-A177-3AD203B41FA5}">
                      <a16:colId xmlns:a16="http://schemas.microsoft.com/office/drawing/2014/main" val="615484032"/>
                    </a:ext>
                  </a:extLst>
                </a:gridCol>
                <a:gridCol w="1116000">
                  <a:extLst>
                    <a:ext uri="{9D8B030D-6E8A-4147-A177-3AD203B41FA5}">
                      <a16:colId xmlns:a16="http://schemas.microsoft.com/office/drawing/2014/main" val="2704344942"/>
                    </a:ext>
                  </a:extLst>
                </a:gridCol>
                <a:gridCol w="1116000">
                  <a:extLst>
                    <a:ext uri="{9D8B030D-6E8A-4147-A177-3AD203B41FA5}">
                      <a16:colId xmlns:a16="http://schemas.microsoft.com/office/drawing/2014/main" val="1163614476"/>
                    </a:ext>
                  </a:extLst>
                </a:gridCol>
                <a:gridCol w="1116000">
                  <a:extLst>
                    <a:ext uri="{9D8B030D-6E8A-4147-A177-3AD203B41FA5}">
                      <a16:colId xmlns:a16="http://schemas.microsoft.com/office/drawing/2014/main" val="1938603679"/>
                    </a:ext>
                  </a:extLst>
                </a:gridCol>
                <a:gridCol w="1116000">
                  <a:extLst>
                    <a:ext uri="{9D8B030D-6E8A-4147-A177-3AD203B41FA5}">
                      <a16:colId xmlns:a16="http://schemas.microsoft.com/office/drawing/2014/main" val="842458018"/>
                    </a:ext>
                  </a:extLst>
                </a:gridCol>
                <a:gridCol w="1116000">
                  <a:extLst>
                    <a:ext uri="{9D8B030D-6E8A-4147-A177-3AD203B41FA5}">
                      <a16:colId xmlns:a16="http://schemas.microsoft.com/office/drawing/2014/main" val="1336793257"/>
                    </a:ext>
                  </a:extLst>
                </a:gridCol>
              </a:tblGrid>
              <a:tr h="525600">
                <a:tc>
                  <a:txBody>
                    <a:bodyPr/>
                    <a:lstStyle>
                      <a:lvl1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1" i="0" u="none" strike="noStrike" cap="none" spc="0" baseline="0">
                          <a:solidFill>
                            <a:schemeClr val="lt1"/>
                          </a:solidFill>
                          <a:uFillTx/>
                          <a:latin typeface="Graphik"/>
                          <a:sym typeface="Simplon BP Regular"/>
                        </a:defRPr>
                      </a:lvl1pPr>
                      <a:lvl2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1" i="0" u="none" strike="noStrike" cap="none" spc="0" baseline="0">
                          <a:solidFill>
                            <a:schemeClr val="lt1"/>
                          </a:solidFill>
                          <a:uFillTx/>
                          <a:latin typeface="Graphik"/>
                          <a:sym typeface="Simplon BP Regular"/>
                        </a:defRPr>
                      </a:lvl2pPr>
                      <a:lvl3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1" i="0" u="none" strike="noStrike" cap="none" spc="0" baseline="0">
                          <a:solidFill>
                            <a:schemeClr val="lt1"/>
                          </a:solidFill>
                          <a:uFillTx/>
                          <a:latin typeface="Graphik"/>
                          <a:sym typeface="Simplon BP Regular"/>
                        </a:defRPr>
                      </a:lvl3pPr>
                      <a:lvl4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1" i="0" u="none" strike="noStrike" cap="none" spc="0" baseline="0">
                          <a:solidFill>
                            <a:schemeClr val="lt1"/>
                          </a:solidFill>
                          <a:uFillTx/>
                          <a:latin typeface="Graphik"/>
                          <a:sym typeface="Simplon BP Regular"/>
                        </a:defRPr>
                      </a:lvl4pPr>
                      <a:lvl5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1" i="0" u="none" strike="noStrike" cap="none" spc="0" baseline="0">
                          <a:solidFill>
                            <a:schemeClr val="lt1"/>
                          </a:solidFill>
                          <a:uFillTx/>
                          <a:latin typeface="Graphik"/>
                          <a:sym typeface="Simplon BP Regular"/>
                        </a:defRPr>
                      </a:lvl5pPr>
                      <a:lvl6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1" i="0" u="none" strike="noStrike" cap="none" spc="0" baseline="0">
                          <a:solidFill>
                            <a:schemeClr val="lt1"/>
                          </a:solidFill>
                          <a:uFillTx/>
                          <a:latin typeface="Graphik"/>
                          <a:sym typeface="Simplon BP Regular"/>
                        </a:defRPr>
                      </a:lvl6pPr>
                      <a:lvl7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1" i="0" u="none" strike="noStrike" cap="none" spc="0" baseline="0">
                          <a:solidFill>
                            <a:schemeClr val="lt1"/>
                          </a:solidFill>
                          <a:uFillTx/>
                          <a:latin typeface="Graphik"/>
                          <a:sym typeface="Simplon BP Regular"/>
                        </a:defRPr>
                      </a:lvl7pPr>
                      <a:lvl8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1" i="0" u="none" strike="noStrike" cap="none" spc="0" baseline="0">
                          <a:solidFill>
                            <a:schemeClr val="lt1"/>
                          </a:solidFill>
                          <a:uFillTx/>
                          <a:latin typeface="Graphik"/>
                          <a:sym typeface="Simplon BP Regular"/>
                        </a:defRPr>
                      </a:lvl8pPr>
                      <a:lvl9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1" i="0" u="none" strike="noStrike" cap="none" spc="0" baseline="0">
                          <a:solidFill>
                            <a:schemeClr val="lt1"/>
                          </a:solidFill>
                          <a:uFillTx/>
                          <a:latin typeface="Graphik"/>
                          <a:sym typeface="Simplon BP Regular"/>
                        </a:defRPr>
                      </a:lvl9pPr>
                    </a:lstStyle>
                    <a:p>
                      <a:pPr algn="ctr"/>
                      <a:r>
                        <a:rPr lang="pt-BR" sz="1200">
                          <a:solidFill>
                            <a:schemeClr val="bg1"/>
                          </a:solidFill>
                          <a:latin typeface="Simplon BP Regular"/>
                        </a:rPr>
                        <a:t>JUNHO</a:t>
                      </a:r>
                    </a:p>
                  </a:txBody>
                  <a:tcPr marL="83127" marR="83127" anchor="ctr">
                    <a:lnL w="762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1" i="0" u="none" strike="noStrike" cap="none" spc="0" baseline="0">
                          <a:solidFill>
                            <a:schemeClr val="lt1"/>
                          </a:solidFill>
                          <a:uFillTx/>
                          <a:latin typeface="Graphik"/>
                          <a:sym typeface="Simplon BP Regular"/>
                        </a:defRPr>
                      </a:lvl1pPr>
                      <a:lvl2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1" i="0" u="none" strike="noStrike" cap="none" spc="0" baseline="0">
                          <a:solidFill>
                            <a:schemeClr val="lt1"/>
                          </a:solidFill>
                          <a:uFillTx/>
                          <a:latin typeface="Graphik"/>
                          <a:sym typeface="Simplon BP Regular"/>
                        </a:defRPr>
                      </a:lvl2pPr>
                      <a:lvl3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1" i="0" u="none" strike="noStrike" cap="none" spc="0" baseline="0">
                          <a:solidFill>
                            <a:schemeClr val="lt1"/>
                          </a:solidFill>
                          <a:uFillTx/>
                          <a:latin typeface="Graphik"/>
                          <a:sym typeface="Simplon BP Regular"/>
                        </a:defRPr>
                      </a:lvl3pPr>
                      <a:lvl4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1" i="0" u="none" strike="noStrike" cap="none" spc="0" baseline="0">
                          <a:solidFill>
                            <a:schemeClr val="lt1"/>
                          </a:solidFill>
                          <a:uFillTx/>
                          <a:latin typeface="Graphik"/>
                          <a:sym typeface="Simplon BP Regular"/>
                        </a:defRPr>
                      </a:lvl4pPr>
                      <a:lvl5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1" i="0" u="none" strike="noStrike" cap="none" spc="0" baseline="0">
                          <a:solidFill>
                            <a:schemeClr val="lt1"/>
                          </a:solidFill>
                          <a:uFillTx/>
                          <a:latin typeface="Graphik"/>
                          <a:sym typeface="Simplon BP Regular"/>
                        </a:defRPr>
                      </a:lvl5pPr>
                      <a:lvl6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1" i="0" u="none" strike="noStrike" cap="none" spc="0" baseline="0">
                          <a:solidFill>
                            <a:schemeClr val="lt1"/>
                          </a:solidFill>
                          <a:uFillTx/>
                          <a:latin typeface="Graphik"/>
                          <a:sym typeface="Simplon BP Regular"/>
                        </a:defRPr>
                      </a:lvl6pPr>
                      <a:lvl7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1" i="0" u="none" strike="noStrike" cap="none" spc="0" baseline="0">
                          <a:solidFill>
                            <a:schemeClr val="lt1"/>
                          </a:solidFill>
                          <a:uFillTx/>
                          <a:latin typeface="Graphik"/>
                          <a:sym typeface="Simplon BP Regular"/>
                        </a:defRPr>
                      </a:lvl7pPr>
                      <a:lvl8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1" i="0" u="none" strike="noStrike" cap="none" spc="0" baseline="0">
                          <a:solidFill>
                            <a:schemeClr val="lt1"/>
                          </a:solidFill>
                          <a:uFillTx/>
                          <a:latin typeface="Graphik"/>
                          <a:sym typeface="Simplon BP Regular"/>
                        </a:defRPr>
                      </a:lvl8pPr>
                      <a:lvl9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1" i="0" u="none" strike="noStrike" cap="none" spc="0" baseline="0">
                          <a:solidFill>
                            <a:schemeClr val="lt1"/>
                          </a:solidFill>
                          <a:uFillTx/>
                          <a:latin typeface="Graphik"/>
                          <a:sym typeface="Simplon BP Regular"/>
                        </a:defRPr>
                      </a:lvl9pPr>
                    </a:lstStyle>
                    <a:p>
                      <a:pPr algn="ctr"/>
                      <a:r>
                        <a:rPr lang="pt-BR" sz="1200">
                          <a:solidFill>
                            <a:schemeClr val="bg1"/>
                          </a:solidFill>
                          <a:latin typeface="Simplon BP Regular"/>
                        </a:rPr>
                        <a:t>JULHO</a:t>
                      </a:r>
                    </a:p>
                  </a:txBody>
                  <a:tcPr marL="83127" marR="83127" anchor="ctr">
                    <a:lnL w="762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1" i="0" u="none" strike="noStrike" cap="none" spc="0" baseline="0">
                          <a:solidFill>
                            <a:schemeClr val="lt1"/>
                          </a:solidFill>
                          <a:uFillTx/>
                          <a:latin typeface="Graphik"/>
                          <a:sym typeface="Simplon BP Regular"/>
                        </a:defRPr>
                      </a:lvl1pPr>
                      <a:lvl2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1" i="0" u="none" strike="noStrike" cap="none" spc="0" baseline="0">
                          <a:solidFill>
                            <a:schemeClr val="lt1"/>
                          </a:solidFill>
                          <a:uFillTx/>
                          <a:latin typeface="Graphik"/>
                          <a:sym typeface="Simplon BP Regular"/>
                        </a:defRPr>
                      </a:lvl2pPr>
                      <a:lvl3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1" i="0" u="none" strike="noStrike" cap="none" spc="0" baseline="0">
                          <a:solidFill>
                            <a:schemeClr val="lt1"/>
                          </a:solidFill>
                          <a:uFillTx/>
                          <a:latin typeface="Graphik"/>
                          <a:sym typeface="Simplon BP Regular"/>
                        </a:defRPr>
                      </a:lvl3pPr>
                      <a:lvl4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1" i="0" u="none" strike="noStrike" cap="none" spc="0" baseline="0">
                          <a:solidFill>
                            <a:schemeClr val="lt1"/>
                          </a:solidFill>
                          <a:uFillTx/>
                          <a:latin typeface="Graphik"/>
                          <a:sym typeface="Simplon BP Regular"/>
                        </a:defRPr>
                      </a:lvl4pPr>
                      <a:lvl5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1" i="0" u="none" strike="noStrike" cap="none" spc="0" baseline="0">
                          <a:solidFill>
                            <a:schemeClr val="lt1"/>
                          </a:solidFill>
                          <a:uFillTx/>
                          <a:latin typeface="Graphik"/>
                          <a:sym typeface="Simplon BP Regular"/>
                        </a:defRPr>
                      </a:lvl5pPr>
                      <a:lvl6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1" i="0" u="none" strike="noStrike" cap="none" spc="0" baseline="0">
                          <a:solidFill>
                            <a:schemeClr val="lt1"/>
                          </a:solidFill>
                          <a:uFillTx/>
                          <a:latin typeface="Graphik"/>
                          <a:sym typeface="Simplon BP Regular"/>
                        </a:defRPr>
                      </a:lvl6pPr>
                      <a:lvl7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1" i="0" u="none" strike="noStrike" cap="none" spc="0" baseline="0">
                          <a:solidFill>
                            <a:schemeClr val="lt1"/>
                          </a:solidFill>
                          <a:uFillTx/>
                          <a:latin typeface="Graphik"/>
                          <a:sym typeface="Simplon BP Regular"/>
                        </a:defRPr>
                      </a:lvl7pPr>
                      <a:lvl8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1" i="0" u="none" strike="noStrike" cap="none" spc="0" baseline="0">
                          <a:solidFill>
                            <a:schemeClr val="lt1"/>
                          </a:solidFill>
                          <a:uFillTx/>
                          <a:latin typeface="Graphik"/>
                          <a:sym typeface="Simplon BP Regular"/>
                        </a:defRPr>
                      </a:lvl8pPr>
                      <a:lvl9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1" i="0" u="none" strike="noStrike" cap="none" spc="0" baseline="0">
                          <a:solidFill>
                            <a:schemeClr val="lt1"/>
                          </a:solidFill>
                          <a:uFillTx/>
                          <a:latin typeface="Graphik"/>
                          <a:sym typeface="Simplon BP Regular"/>
                        </a:defRPr>
                      </a:lvl9pPr>
                    </a:lstStyle>
                    <a:p>
                      <a:pPr algn="ctr"/>
                      <a:r>
                        <a:rPr lang="pt-BR" sz="1200">
                          <a:solidFill>
                            <a:schemeClr val="bg1"/>
                          </a:solidFill>
                          <a:latin typeface="Simplon BP Regular"/>
                        </a:rPr>
                        <a:t>AGOSTO</a:t>
                      </a:r>
                    </a:p>
                  </a:txBody>
                  <a:tcPr marL="83127" marR="83127" anchor="ctr">
                    <a:lnL w="762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1" i="0" u="none" strike="noStrike" cap="none" spc="0" baseline="0">
                          <a:solidFill>
                            <a:schemeClr val="lt1"/>
                          </a:solidFill>
                          <a:uFillTx/>
                          <a:latin typeface="Graphik"/>
                          <a:sym typeface="Simplon BP Regular"/>
                        </a:defRPr>
                      </a:lvl1pPr>
                      <a:lvl2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1" i="0" u="none" strike="noStrike" cap="none" spc="0" baseline="0">
                          <a:solidFill>
                            <a:schemeClr val="lt1"/>
                          </a:solidFill>
                          <a:uFillTx/>
                          <a:latin typeface="Graphik"/>
                          <a:sym typeface="Simplon BP Regular"/>
                        </a:defRPr>
                      </a:lvl2pPr>
                      <a:lvl3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1" i="0" u="none" strike="noStrike" cap="none" spc="0" baseline="0">
                          <a:solidFill>
                            <a:schemeClr val="lt1"/>
                          </a:solidFill>
                          <a:uFillTx/>
                          <a:latin typeface="Graphik"/>
                          <a:sym typeface="Simplon BP Regular"/>
                        </a:defRPr>
                      </a:lvl3pPr>
                      <a:lvl4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1" i="0" u="none" strike="noStrike" cap="none" spc="0" baseline="0">
                          <a:solidFill>
                            <a:schemeClr val="lt1"/>
                          </a:solidFill>
                          <a:uFillTx/>
                          <a:latin typeface="Graphik"/>
                          <a:sym typeface="Simplon BP Regular"/>
                        </a:defRPr>
                      </a:lvl4pPr>
                      <a:lvl5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1" i="0" u="none" strike="noStrike" cap="none" spc="0" baseline="0">
                          <a:solidFill>
                            <a:schemeClr val="lt1"/>
                          </a:solidFill>
                          <a:uFillTx/>
                          <a:latin typeface="Graphik"/>
                          <a:sym typeface="Simplon BP Regular"/>
                        </a:defRPr>
                      </a:lvl5pPr>
                      <a:lvl6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1" i="0" u="none" strike="noStrike" cap="none" spc="0" baseline="0">
                          <a:solidFill>
                            <a:schemeClr val="lt1"/>
                          </a:solidFill>
                          <a:uFillTx/>
                          <a:latin typeface="Graphik"/>
                          <a:sym typeface="Simplon BP Regular"/>
                        </a:defRPr>
                      </a:lvl6pPr>
                      <a:lvl7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1" i="0" u="none" strike="noStrike" cap="none" spc="0" baseline="0">
                          <a:solidFill>
                            <a:schemeClr val="lt1"/>
                          </a:solidFill>
                          <a:uFillTx/>
                          <a:latin typeface="Graphik"/>
                          <a:sym typeface="Simplon BP Regular"/>
                        </a:defRPr>
                      </a:lvl7pPr>
                      <a:lvl8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1" i="0" u="none" strike="noStrike" cap="none" spc="0" baseline="0">
                          <a:solidFill>
                            <a:schemeClr val="lt1"/>
                          </a:solidFill>
                          <a:uFillTx/>
                          <a:latin typeface="Graphik"/>
                          <a:sym typeface="Simplon BP Regular"/>
                        </a:defRPr>
                      </a:lvl8pPr>
                      <a:lvl9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1" i="0" u="none" strike="noStrike" cap="none" spc="0" baseline="0">
                          <a:solidFill>
                            <a:schemeClr val="lt1"/>
                          </a:solidFill>
                          <a:uFillTx/>
                          <a:latin typeface="Graphik"/>
                          <a:sym typeface="Simplon BP Regular"/>
                        </a:defRPr>
                      </a:lvl9pPr>
                    </a:lstStyle>
                    <a:p>
                      <a:pPr algn="ctr"/>
                      <a:r>
                        <a:rPr lang="pt-BR" sz="1200">
                          <a:solidFill>
                            <a:schemeClr val="bg1"/>
                          </a:solidFill>
                          <a:latin typeface="Simplon BP Regular"/>
                        </a:rPr>
                        <a:t>SETEMBRO</a:t>
                      </a:r>
                    </a:p>
                  </a:txBody>
                  <a:tcPr marL="83127" marR="83127" anchor="ctr">
                    <a:lnL w="762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1" i="0" u="none" strike="noStrike" cap="none" spc="0" baseline="0">
                          <a:solidFill>
                            <a:schemeClr val="lt1"/>
                          </a:solidFill>
                          <a:uFillTx/>
                          <a:latin typeface="Graphik"/>
                          <a:sym typeface="Simplon BP Regular"/>
                        </a:defRPr>
                      </a:lvl1pPr>
                      <a:lvl2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1" i="0" u="none" strike="noStrike" cap="none" spc="0" baseline="0">
                          <a:solidFill>
                            <a:schemeClr val="lt1"/>
                          </a:solidFill>
                          <a:uFillTx/>
                          <a:latin typeface="Graphik"/>
                          <a:sym typeface="Simplon BP Regular"/>
                        </a:defRPr>
                      </a:lvl2pPr>
                      <a:lvl3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1" i="0" u="none" strike="noStrike" cap="none" spc="0" baseline="0">
                          <a:solidFill>
                            <a:schemeClr val="lt1"/>
                          </a:solidFill>
                          <a:uFillTx/>
                          <a:latin typeface="Graphik"/>
                          <a:sym typeface="Simplon BP Regular"/>
                        </a:defRPr>
                      </a:lvl3pPr>
                      <a:lvl4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1" i="0" u="none" strike="noStrike" cap="none" spc="0" baseline="0">
                          <a:solidFill>
                            <a:schemeClr val="lt1"/>
                          </a:solidFill>
                          <a:uFillTx/>
                          <a:latin typeface="Graphik"/>
                          <a:sym typeface="Simplon BP Regular"/>
                        </a:defRPr>
                      </a:lvl4pPr>
                      <a:lvl5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1" i="0" u="none" strike="noStrike" cap="none" spc="0" baseline="0">
                          <a:solidFill>
                            <a:schemeClr val="lt1"/>
                          </a:solidFill>
                          <a:uFillTx/>
                          <a:latin typeface="Graphik"/>
                          <a:sym typeface="Simplon BP Regular"/>
                        </a:defRPr>
                      </a:lvl5pPr>
                      <a:lvl6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1" i="0" u="none" strike="noStrike" cap="none" spc="0" baseline="0">
                          <a:solidFill>
                            <a:schemeClr val="lt1"/>
                          </a:solidFill>
                          <a:uFillTx/>
                          <a:latin typeface="Graphik"/>
                          <a:sym typeface="Simplon BP Regular"/>
                        </a:defRPr>
                      </a:lvl6pPr>
                      <a:lvl7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1" i="0" u="none" strike="noStrike" cap="none" spc="0" baseline="0">
                          <a:solidFill>
                            <a:schemeClr val="lt1"/>
                          </a:solidFill>
                          <a:uFillTx/>
                          <a:latin typeface="Graphik"/>
                          <a:sym typeface="Simplon BP Regular"/>
                        </a:defRPr>
                      </a:lvl7pPr>
                      <a:lvl8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1" i="0" u="none" strike="noStrike" cap="none" spc="0" baseline="0">
                          <a:solidFill>
                            <a:schemeClr val="lt1"/>
                          </a:solidFill>
                          <a:uFillTx/>
                          <a:latin typeface="Graphik"/>
                          <a:sym typeface="Simplon BP Regular"/>
                        </a:defRPr>
                      </a:lvl8pPr>
                      <a:lvl9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1" i="0" u="none" strike="noStrike" cap="none" spc="0" baseline="0">
                          <a:solidFill>
                            <a:schemeClr val="lt1"/>
                          </a:solidFill>
                          <a:uFillTx/>
                          <a:latin typeface="Graphik"/>
                          <a:sym typeface="Simplon BP Regular"/>
                        </a:defRPr>
                      </a:lvl9pPr>
                    </a:lstStyle>
                    <a:p>
                      <a:pPr algn="ctr"/>
                      <a:r>
                        <a:rPr lang="pt-BR" sz="1200">
                          <a:solidFill>
                            <a:schemeClr val="bg1"/>
                          </a:solidFill>
                          <a:latin typeface="Simplon BP Regular"/>
                        </a:rPr>
                        <a:t>OUTUBRO</a:t>
                      </a:r>
                    </a:p>
                  </a:txBody>
                  <a:tcPr marL="83127" marR="83127" anchor="ctr">
                    <a:lnL w="762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b="1" i="0" u="none" strike="noStrike" cap="none" spc="0" baseline="0">
                          <a:solidFill>
                            <a:schemeClr val="bg1"/>
                          </a:solidFill>
                          <a:uFillTx/>
                          <a:latin typeface="Simplon BP Bold"/>
                          <a:ea typeface="+mn-ea"/>
                          <a:cs typeface="+mn-cs"/>
                          <a:sym typeface="Simplon BP Regular"/>
                        </a:rPr>
                        <a:t>NOVEMBRO</a:t>
                      </a:r>
                    </a:p>
                  </a:txBody>
                  <a:tcPr marL="83127" marR="83127" anchor="ctr">
                    <a:lnL w="762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83838771"/>
                  </a:ext>
                </a:extLst>
              </a:tr>
              <a:tr h="5170929">
                <a:tc>
                  <a:txBody>
                    <a:bodyPr/>
                    <a:lstStyle>
                      <a:lvl1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dk1"/>
                          </a:solidFill>
                          <a:uFillTx/>
                          <a:latin typeface="Graphik"/>
                          <a:sym typeface="Simplon BP Regular"/>
                        </a:defRPr>
                      </a:lvl1pPr>
                      <a:lvl2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dk1"/>
                          </a:solidFill>
                          <a:uFillTx/>
                          <a:latin typeface="Graphik"/>
                          <a:sym typeface="Simplon BP Regular"/>
                        </a:defRPr>
                      </a:lvl2pPr>
                      <a:lvl3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dk1"/>
                          </a:solidFill>
                          <a:uFillTx/>
                          <a:latin typeface="Graphik"/>
                          <a:sym typeface="Simplon BP Regular"/>
                        </a:defRPr>
                      </a:lvl3pPr>
                      <a:lvl4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dk1"/>
                          </a:solidFill>
                          <a:uFillTx/>
                          <a:latin typeface="Graphik"/>
                          <a:sym typeface="Simplon BP Regular"/>
                        </a:defRPr>
                      </a:lvl4pPr>
                      <a:lvl5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dk1"/>
                          </a:solidFill>
                          <a:uFillTx/>
                          <a:latin typeface="Graphik"/>
                          <a:sym typeface="Simplon BP Regular"/>
                        </a:defRPr>
                      </a:lvl5pPr>
                      <a:lvl6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dk1"/>
                          </a:solidFill>
                          <a:uFillTx/>
                          <a:latin typeface="Graphik"/>
                          <a:sym typeface="Simplon BP Regular"/>
                        </a:defRPr>
                      </a:lvl6pPr>
                      <a:lvl7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dk1"/>
                          </a:solidFill>
                          <a:uFillTx/>
                          <a:latin typeface="Graphik"/>
                          <a:sym typeface="Simplon BP Regular"/>
                        </a:defRPr>
                      </a:lvl7pPr>
                      <a:lvl8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dk1"/>
                          </a:solidFill>
                          <a:uFillTx/>
                          <a:latin typeface="Graphik"/>
                          <a:sym typeface="Simplon BP Regular"/>
                        </a:defRPr>
                      </a:lvl8pPr>
                      <a:lvl9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dk1"/>
                          </a:solidFill>
                          <a:uFillTx/>
                          <a:latin typeface="Graphik"/>
                          <a:sym typeface="Simplon BP Regular"/>
                        </a:defRPr>
                      </a:lvl9pPr>
                    </a:lstStyle>
                    <a:p>
                      <a:pPr algn="ctr"/>
                      <a:endParaRPr lang="pt-BR" sz="1200">
                        <a:latin typeface="Simplon BP Regular"/>
                      </a:endParaRPr>
                    </a:p>
                  </a:txBody>
                  <a:tcPr marL="83127" marR="83127" anchor="ctr">
                    <a:lnL w="762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85000"/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dk1"/>
                          </a:solidFill>
                          <a:uFillTx/>
                          <a:latin typeface="Graphik"/>
                          <a:sym typeface="Simplon BP Regular"/>
                        </a:defRPr>
                      </a:lvl1pPr>
                      <a:lvl2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dk1"/>
                          </a:solidFill>
                          <a:uFillTx/>
                          <a:latin typeface="Graphik"/>
                          <a:sym typeface="Simplon BP Regular"/>
                        </a:defRPr>
                      </a:lvl2pPr>
                      <a:lvl3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dk1"/>
                          </a:solidFill>
                          <a:uFillTx/>
                          <a:latin typeface="Graphik"/>
                          <a:sym typeface="Simplon BP Regular"/>
                        </a:defRPr>
                      </a:lvl3pPr>
                      <a:lvl4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dk1"/>
                          </a:solidFill>
                          <a:uFillTx/>
                          <a:latin typeface="Graphik"/>
                          <a:sym typeface="Simplon BP Regular"/>
                        </a:defRPr>
                      </a:lvl4pPr>
                      <a:lvl5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dk1"/>
                          </a:solidFill>
                          <a:uFillTx/>
                          <a:latin typeface="Graphik"/>
                          <a:sym typeface="Simplon BP Regular"/>
                        </a:defRPr>
                      </a:lvl5pPr>
                      <a:lvl6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dk1"/>
                          </a:solidFill>
                          <a:uFillTx/>
                          <a:latin typeface="Graphik"/>
                          <a:sym typeface="Simplon BP Regular"/>
                        </a:defRPr>
                      </a:lvl6pPr>
                      <a:lvl7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dk1"/>
                          </a:solidFill>
                          <a:uFillTx/>
                          <a:latin typeface="Graphik"/>
                          <a:sym typeface="Simplon BP Regular"/>
                        </a:defRPr>
                      </a:lvl7pPr>
                      <a:lvl8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dk1"/>
                          </a:solidFill>
                          <a:uFillTx/>
                          <a:latin typeface="Graphik"/>
                          <a:sym typeface="Simplon BP Regular"/>
                        </a:defRPr>
                      </a:lvl8pPr>
                      <a:lvl9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dk1"/>
                          </a:solidFill>
                          <a:uFillTx/>
                          <a:latin typeface="Graphik"/>
                          <a:sym typeface="Simplon BP Regular"/>
                        </a:defRPr>
                      </a:lvl9pPr>
                    </a:lstStyle>
                    <a:p>
                      <a:pPr algn="ctr"/>
                      <a:endParaRPr lang="pt-BR" sz="1200">
                        <a:latin typeface="Simplon BP Regular"/>
                      </a:endParaRPr>
                    </a:p>
                  </a:txBody>
                  <a:tcPr marL="83127" marR="83127" anchor="ctr">
                    <a:lnL w="762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85000"/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dk1"/>
                          </a:solidFill>
                          <a:uFillTx/>
                          <a:latin typeface="Graphik"/>
                          <a:sym typeface="Simplon BP Regular"/>
                        </a:defRPr>
                      </a:lvl1pPr>
                      <a:lvl2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dk1"/>
                          </a:solidFill>
                          <a:uFillTx/>
                          <a:latin typeface="Graphik"/>
                          <a:sym typeface="Simplon BP Regular"/>
                        </a:defRPr>
                      </a:lvl2pPr>
                      <a:lvl3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dk1"/>
                          </a:solidFill>
                          <a:uFillTx/>
                          <a:latin typeface="Graphik"/>
                          <a:sym typeface="Simplon BP Regular"/>
                        </a:defRPr>
                      </a:lvl3pPr>
                      <a:lvl4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dk1"/>
                          </a:solidFill>
                          <a:uFillTx/>
                          <a:latin typeface="Graphik"/>
                          <a:sym typeface="Simplon BP Regular"/>
                        </a:defRPr>
                      </a:lvl4pPr>
                      <a:lvl5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dk1"/>
                          </a:solidFill>
                          <a:uFillTx/>
                          <a:latin typeface="Graphik"/>
                          <a:sym typeface="Simplon BP Regular"/>
                        </a:defRPr>
                      </a:lvl5pPr>
                      <a:lvl6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dk1"/>
                          </a:solidFill>
                          <a:uFillTx/>
                          <a:latin typeface="Graphik"/>
                          <a:sym typeface="Simplon BP Regular"/>
                        </a:defRPr>
                      </a:lvl6pPr>
                      <a:lvl7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dk1"/>
                          </a:solidFill>
                          <a:uFillTx/>
                          <a:latin typeface="Graphik"/>
                          <a:sym typeface="Simplon BP Regular"/>
                        </a:defRPr>
                      </a:lvl7pPr>
                      <a:lvl8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dk1"/>
                          </a:solidFill>
                          <a:uFillTx/>
                          <a:latin typeface="Graphik"/>
                          <a:sym typeface="Simplon BP Regular"/>
                        </a:defRPr>
                      </a:lvl8pPr>
                      <a:lvl9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dk1"/>
                          </a:solidFill>
                          <a:uFillTx/>
                          <a:latin typeface="Graphik"/>
                          <a:sym typeface="Simplon BP Regular"/>
                        </a:defRPr>
                      </a:lvl9pPr>
                    </a:lstStyle>
                    <a:p>
                      <a:pPr algn="ctr"/>
                      <a:endParaRPr lang="pt-BR" sz="1200">
                        <a:latin typeface="Simplon BP Regular"/>
                      </a:endParaRPr>
                    </a:p>
                  </a:txBody>
                  <a:tcPr marL="83127" marR="83127" anchor="ctr">
                    <a:lnL w="762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85000"/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dk1"/>
                          </a:solidFill>
                          <a:uFillTx/>
                          <a:latin typeface="Graphik"/>
                          <a:sym typeface="Simplon BP Regular"/>
                        </a:defRPr>
                      </a:lvl1pPr>
                      <a:lvl2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dk1"/>
                          </a:solidFill>
                          <a:uFillTx/>
                          <a:latin typeface="Graphik"/>
                          <a:sym typeface="Simplon BP Regular"/>
                        </a:defRPr>
                      </a:lvl2pPr>
                      <a:lvl3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dk1"/>
                          </a:solidFill>
                          <a:uFillTx/>
                          <a:latin typeface="Graphik"/>
                          <a:sym typeface="Simplon BP Regular"/>
                        </a:defRPr>
                      </a:lvl3pPr>
                      <a:lvl4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dk1"/>
                          </a:solidFill>
                          <a:uFillTx/>
                          <a:latin typeface="Graphik"/>
                          <a:sym typeface="Simplon BP Regular"/>
                        </a:defRPr>
                      </a:lvl4pPr>
                      <a:lvl5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dk1"/>
                          </a:solidFill>
                          <a:uFillTx/>
                          <a:latin typeface="Graphik"/>
                          <a:sym typeface="Simplon BP Regular"/>
                        </a:defRPr>
                      </a:lvl5pPr>
                      <a:lvl6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dk1"/>
                          </a:solidFill>
                          <a:uFillTx/>
                          <a:latin typeface="Graphik"/>
                          <a:sym typeface="Simplon BP Regular"/>
                        </a:defRPr>
                      </a:lvl6pPr>
                      <a:lvl7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dk1"/>
                          </a:solidFill>
                          <a:uFillTx/>
                          <a:latin typeface="Graphik"/>
                          <a:sym typeface="Simplon BP Regular"/>
                        </a:defRPr>
                      </a:lvl7pPr>
                      <a:lvl8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dk1"/>
                          </a:solidFill>
                          <a:uFillTx/>
                          <a:latin typeface="Graphik"/>
                          <a:sym typeface="Simplon BP Regular"/>
                        </a:defRPr>
                      </a:lvl8pPr>
                      <a:lvl9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dk1"/>
                          </a:solidFill>
                          <a:uFillTx/>
                          <a:latin typeface="Graphik"/>
                          <a:sym typeface="Simplon BP Regular"/>
                        </a:defRPr>
                      </a:lvl9pPr>
                    </a:lstStyle>
                    <a:p>
                      <a:pPr algn="ctr"/>
                      <a:endParaRPr lang="pt-BR" sz="1200">
                        <a:latin typeface="Simplon BP Regular"/>
                      </a:endParaRPr>
                    </a:p>
                  </a:txBody>
                  <a:tcPr marL="83127" marR="83127" anchor="ctr">
                    <a:lnL w="762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85000"/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dk1"/>
                          </a:solidFill>
                          <a:uFillTx/>
                          <a:latin typeface="Graphik"/>
                          <a:sym typeface="Simplon BP Regular"/>
                        </a:defRPr>
                      </a:lvl1pPr>
                      <a:lvl2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dk1"/>
                          </a:solidFill>
                          <a:uFillTx/>
                          <a:latin typeface="Graphik"/>
                          <a:sym typeface="Simplon BP Regular"/>
                        </a:defRPr>
                      </a:lvl2pPr>
                      <a:lvl3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dk1"/>
                          </a:solidFill>
                          <a:uFillTx/>
                          <a:latin typeface="Graphik"/>
                          <a:sym typeface="Simplon BP Regular"/>
                        </a:defRPr>
                      </a:lvl3pPr>
                      <a:lvl4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dk1"/>
                          </a:solidFill>
                          <a:uFillTx/>
                          <a:latin typeface="Graphik"/>
                          <a:sym typeface="Simplon BP Regular"/>
                        </a:defRPr>
                      </a:lvl4pPr>
                      <a:lvl5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dk1"/>
                          </a:solidFill>
                          <a:uFillTx/>
                          <a:latin typeface="Graphik"/>
                          <a:sym typeface="Simplon BP Regular"/>
                        </a:defRPr>
                      </a:lvl5pPr>
                      <a:lvl6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dk1"/>
                          </a:solidFill>
                          <a:uFillTx/>
                          <a:latin typeface="Graphik"/>
                          <a:sym typeface="Simplon BP Regular"/>
                        </a:defRPr>
                      </a:lvl6pPr>
                      <a:lvl7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dk1"/>
                          </a:solidFill>
                          <a:uFillTx/>
                          <a:latin typeface="Graphik"/>
                          <a:sym typeface="Simplon BP Regular"/>
                        </a:defRPr>
                      </a:lvl7pPr>
                      <a:lvl8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dk1"/>
                          </a:solidFill>
                          <a:uFillTx/>
                          <a:latin typeface="Graphik"/>
                          <a:sym typeface="Simplon BP Regular"/>
                        </a:defRPr>
                      </a:lvl8pPr>
                      <a:lvl9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dk1"/>
                          </a:solidFill>
                          <a:uFillTx/>
                          <a:latin typeface="Graphik"/>
                          <a:sym typeface="Simplon BP Regular"/>
                        </a:defRPr>
                      </a:lvl9pPr>
                    </a:lstStyle>
                    <a:p>
                      <a:pPr algn="ctr"/>
                      <a:endParaRPr lang="pt-BR" sz="1200">
                        <a:latin typeface="Simplon BP Regular"/>
                      </a:endParaRPr>
                    </a:p>
                  </a:txBody>
                  <a:tcPr marL="83127" marR="83127" anchor="ctr">
                    <a:lnL w="762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85000"/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200"/>
                    </a:p>
                  </a:txBody>
                  <a:tcPr marL="83127" marR="83127" anchor="ctr">
                    <a:lnL w="762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85000"/>
                        <a:alpha val="3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5513756"/>
                  </a:ext>
                </a:extLst>
              </a:tr>
            </a:tbl>
          </a:graphicData>
        </a:graphic>
      </p:graphicFrame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31424D3-0069-5390-CEE4-3FB1723DB61D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CB4B4D-7CA3-9044-876B-883B54F8677D}" type="slidenum">
              <a:rPr kumimoji="0" lang="en-US" sz="1200" b="0" i="0" u="none" strike="noStrike" kern="0" cap="none" spc="0" normalizeH="0" baseline="0" noProof="0" smtClean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Simplon BP Regular"/>
                <a:sym typeface="Simplon BP Regular"/>
              </a:rPr>
              <a:pPr marL="0" marR="0" lvl="0" indent="0" algn="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sz="1200" b="0" i="0" u="none" strike="noStrike" kern="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Simplon BP Regular"/>
              <a:sym typeface="Simplon BP Regular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2050BBC-73CE-011C-9051-CC39B73D48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pt-BR" sz="2800">
                <a:solidFill>
                  <a:schemeClr val="accent6"/>
                </a:solidFill>
              </a:rPr>
              <a:t>Plano de Trabalho alto nível - Processos</a:t>
            </a:r>
            <a:endParaRPr lang="en-US" sz="2800">
              <a:solidFill>
                <a:schemeClr val="accent6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4E7CA93-EC42-FFB7-92C9-DDF4CD538C38}"/>
              </a:ext>
            </a:extLst>
          </p:cNvPr>
          <p:cNvSpPr/>
          <p:nvPr/>
        </p:nvSpPr>
        <p:spPr>
          <a:xfrm>
            <a:off x="390418" y="1278561"/>
            <a:ext cx="1078786" cy="811842"/>
          </a:xfrm>
          <a:prstGeom prst="rect">
            <a:avLst/>
          </a:prstGeom>
          <a:solidFill>
            <a:schemeClr val="accent1">
              <a:lumMod val="75000"/>
            </a:schemeClr>
          </a:solidFill>
          <a:ln w="1905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spcFirstLastPara="0" vert="horz" wrap="square" lIns="72000" tIns="36000" rIns="72000" bIns="6350" numCol="1" spcCol="1270" rtlCol="0" anchor="ctr" anchorCtr="0">
            <a:noAutofit/>
          </a:bodyPr>
          <a:lstStyle/>
          <a:p>
            <a:pPr defTabSz="444500" hangingPunct="1">
              <a:spcBef>
                <a:spcPct val="0"/>
              </a:spcBef>
              <a:spcAft>
                <a:spcPct val="35000"/>
              </a:spcAft>
            </a:pPr>
            <a:r>
              <a:rPr lang="pt-BR" sz="1100" b="1" i="1" kern="120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+mn-ea"/>
                <a:cs typeface="+mn-cs"/>
              </a:rPr>
              <a:t>PERÍMETRO DE PROCESSOS</a:t>
            </a:r>
            <a:endParaRPr lang="en-US" sz="1100" b="1" i="1" kern="120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B54913E-8C09-2F41-C76B-75D0BD0F9DBA}"/>
              </a:ext>
            </a:extLst>
          </p:cNvPr>
          <p:cNvSpPr/>
          <p:nvPr/>
        </p:nvSpPr>
        <p:spPr>
          <a:xfrm>
            <a:off x="390418" y="2123157"/>
            <a:ext cx="1078786" cy="2869327"/>
          </a:xfrm>
          <a:prstGeom prst="rect">
            <a:avLst/>
          </a:prstGeom>
          <a:solidFill>
            <a:schemeClr val="accent1">
              <a:lumMod val="75000"/>
            </a:schemeClr>
          </a:solidFill>
          <a:ln w="1905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spcFirstLastPara="0" vert="horz" wrap="square" lIns="72000" tIns="36000" rIns="72000" bIns="6350" numCol="1" spcCol="1270" rtlCol="0" anchor="ctr" anchorCtr="0">
            <a:noAutofit/>
          </a:bodyPr>
          <a:lstStyle/>
          <a:p>
            <a:pPr defTabSz="444500" hangingPunct="1">
              <a:spcBef>
                <a:spcPct val="0"/>
              </a:spcBef>
              <a:spcAft>
                <a:spcPct val="35000"/>
              </a:spcAft>
            </a:pPr>
            <a:r>
              <a:rPr lang="pt-BR" sz="1100" b="1" i="1" kern="120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+mn-ea"/>
                <a:cs typeface="+mn-cs"/>
              </a:rPr>
              <a:t>ANÁLISE PROCESSOS CRITICOS</a:t>
            </a:r>
            <a:endParaRPr lang="en-US" sz="1100" b="1" i="1" kern="120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+mn-ea"/>
              <a:cs typeface="+mn-cs"/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FCC97739-AFCD-0816-C0A5-2A8398FCC83F}"/>
              </a:ext>
            </a:extLst>
          </p:cNvPr>
          <p:cNvCxnSpPr/>
          <p:nvPr/>
        </p:nvCxnSpPr>
        <p:spPr>
          <a:xfrm>
            <a:off x="400692" y="1234183"/>
            <a:ext cx="1068512" cy="0"/>
          </a:xfrm>
          <a:prstGeom prst="line">
            <a:avLst/>
          </a:prstGeom>
          <a:noFill/>
          <a:ln w="25400" cap="flat">
            <a:solidFill>
              <a:schemeClr val="accent1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1E34597-5706-B6E5-2FF6-8D94D954B9A3}"/>
              </a:ext>
            </a:extLst>
          </p:cNvPr>
          <p:cNvCxnSpPr>
            <a:cxnSpLocks/>
          </p:cNvCxnSpPr>
          <p:nvPr/>
        </p:nvCxnSpPr>
        <p:spPr>
          <a:xfrm>
            <a:off x="1623316" y="1234183"/>
            <a:ext cx="3647327" cy="0"/>
          </a:xfrm>
          <a:prstGeom prst="line">
            <a:avLst/>
          </a:prstGeom>
          <a:noFill/>
          <a:ln w="25400" cap="flat">
            <a:solidFill>
              <a:schemeClr val="accent1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40" name="Rectangle 39">
            <a:extLst>
              <a:ext uri="{FF2B5EF4-FFF2-40B4-BE49-F238E27FC236}">
                <a16:creationId xmlns:a16="http://schemas.microsoft.com/office/drawing/2014/main" id="{18E80CFF-EBA2-F882-683A-DE9F587D214C}"/>
              </a:ext>
            </a:extLst>
          </p:cNvPr>
          <p:cNvSpPr/>
          <p:nvPr/>
        </p:nvSpPr>
        <p:spPr>
          <a:xfrm>
            <a:off x="390418" y="5053700"/>
            <a:ext cx="1078786" cy="679164"/>
          </a:xfrm>
          <a:prstGeom prst="rect">
            <a:avLst/>
          </a:prstGeom>
          <a:solidFill>
            <a:schemeClr val="accent1">
              <a:lumMod val="75000"/>
            </a:schemeClr>
          </a:solidFill>
          <a:ln w="1905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spcFirstLastPara="0" vert="horz" wrap="square" lIns="72000" tIns="36000" rIns="0" bIns="6350" numCol="1" spcCol="1270" rtlCol="0" anchor="ctr" anchorCtr="0">
            <a:noAutofit/>
          </a:bodyPr>
          <a:lstStyle/>
          <a:p>
            <a:pPr defTabSz="444500" hangingPunct="1">
              <a:spcBef>
                <a:spcPct val="0"/>
              </a:spcBef>
              <a:spcAft>
                <a:spcPct val="35000"/>
              </a:spcAft>
            </a:pPr>
            <a:r>
              <a:rPr lang="pt-BR" sz="1100" b="1" i="1" kern="120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+mn-ea"/>
                <a:cs typeface="+mn-cs"/>
              </a:rPr>
              <a:t>DETALHAMENTO DE SEPARAÇÂO</a:t>
            </a:r>
            <a:endParaRPr lang="en-US" sz="1100" b="1" i="1" kern="120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+mn-ea"/>
              <a:cs typeface="+mn-cs"/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09BA05EE-8D03-4DF2-CC11-A46EEDE18CE3}"/>
              </a:ext>
            </a:extLst>
          </p:cNvPr>
          <p:cNvSpPr/>
          <p:nvPr/>
        </p:nvSpPr>
        <p:spPr>
          <a:xfrm>
            <a:off x="390418" y="5798867"/>
            <a:ext cx="1078786" cy="679164"/>
          </a:xfrm>
          <a:prstGeom prst="rect">
            <a:avLst/>
          </a:prstGeom>
          <a:solidFill>
            <a:schemeClr val="accent1">
              <a:lumMod val="75000"/>
            </a:schemeClr>
          </a:solidFill>
          <a:ln w="1905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spcFirstLastPara="0" vert="horz" wrap="square" lIns="72000" tIns="36000" rIns="0" bIns="6350" numCol="1" spcCol="1270" rtlCol="0" anchor="ctr" anchorCtr="0">
            <a:noAutofit/>
          </a:bodyPr>
          <a:lstStyle/>
          <a:p>
            <a:pPr defTabSz="444500" hangingPunct="1">
              <a:spcBef>
                <a:spcPct val="0"/>
              </a:spcBef>
              <a:spcAft>
                <a:spcPct val="35000"/>
              </a:spcAft>
            </a:pPr>
            <a:r>
              <a:rPr lang="pt-BR" sz="1100" b="1" i="1" kern="120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+mn-ea"/>
                <a:cs typeface="+mn-cs"/>
              </a:rPr>
              <a:t>PROCESSOS TSA</a:t>
            </a:r>
            <a:endParaRPr lang="en-US" sz="1100" b="1" i="1" kern="120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+mn-ea"/>
              <a:cs typeface="+mn-cs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A1B52A7-DE70-05B5-5641-D4866AEA95FB}"/>
              </a:ext>
            </a:extLst>
          </p:cNvPr>
          <p:cNvCxnSpPr>
            <a:cxnSpLocks/>
          </p:cNvCxnSpPr>
          <p:nvPr/>
        </p:nvCxnSpPr>
        <p:spPr>
          <a:xfrm>
            <a:off x="7141029" y="2574308"/>
            <a:ext cx="1116000" cy="0"/>
          </a:xfrm>
          <a:prstGeom prst="line">
            <a:avLst/>
          </a:prstGeom>
          <a:noFill/>
          <a:ln w="25400" cap="flat">
            <a:solidFill>
              <a:schemeClr val="accent1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1" name="Diamond 20">
            <a:extLst>
              <a:ext uri="{FF2B5EF4-FFF2-40B4-BE49-F238E27FC236}">
                <a16:creationId xmlns:a16="http://schemas.microsoft.com/office/drawing/2014/main" id="{4EFEAE56-081D-3838-F07F-5F2A0906D138}"/>
              </a:ext>
            </a:extLst>
          </p:cNvPr>
          <p:cNvSpPr/>
          <p:nvPr/>
        </p:nvSpPr>
        <p:spPr>
          <a:xfrm>
            <a:off x="8135321" y="2484308"/>
            <a:ext cx="180000" cy="180000"/>
          </a:xfrm>
          <a:prstGeom prst="diamond">
            <a:avLst/>
          </a:prstGeom>
          <a:solidFill>
            <a:srgbClr val="00D318"/>
          </a:solidFill>
          <a:ln w="12700" cap="flat" cmpd="sng" algn="ctr">
            <a:solidFill>
              <a:schemeClr val="accent1">
                <a:lumMod val="75000"/>
              </a:scheme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implon BP Regular"/>
              <a:ea typeface="+mn-ea"/>
              <a:cs typeface="Helvetica"/>
              <a:sym typeface="Simplon BP Regular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F0A3F9D-112B-76DE-7072-9304178A71E5}"/>
              </a:ext>
            </a:extLst>
          </p:cNvPr>
          <p:cNvSpPr txBox="1"/>
          <p:nvPr/>
        </p:nvSpPr>
        <p:spPr>
          <a:xfrm>
            <a:off x="7553250" y="2662728"/>
            <a:ext cx="1398404" cy="30777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lvl="0" algn="ctr" eaLnBrk="1">
              <a:defRPr sz="1000" b="1" kern="0">
                <a:solidFill>
                  <a:schemeClr val="tx2"/>
                </a:solidFill>
                <a:uLnTx/>
                <a:latin typeface="Simplon BP Regular"/>
              </a:defRPr>
            </a:lvl1pPr>
          </a:lstStyle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000" b="1" i="0" u="none" strike="noStrike" kern="0" cap="none" spc="0" normalizeH="0" baseline="0" noProof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Simplon BP Regular"/>
                <a:sym typeface="Simplon BP Regular"/>
              </a:rPr>
              <a:t>Cenários de</a:t>
            </a:r>
            <a:br>
              <a:rPr kumimoji="0" lang="pt-BR" sz="1000" b="1" i="0" u="none" strike="noStrike" kern="0" cap="none" spc="0" normalizeH="0" baseline="0" noProof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Simplon BP Regular"/>
                <a:sym typeface="Simplon BP Regular"/>
              </a:rPr>
            </a:br>
            <a:r>
              <a:rPr kumimoji="0" lang="pt-BR" sz="1000" b="1" i="0" u="none" strike="noStrike" kern="0" cap="none" spc="0" normalizeH="0" baseline="0" noProof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Simplon BP Regular"/>
                <a:sym typeface="Simplon BP Regular"/>
              </a:rPr>
              <a:t>Separação</a:t>
            </a:r>
            <a:endParaRPr kumimoji="0" lang="en-US" sz="1000" b="1" i="0" u="none" strike="noStrike" kern="0" cap="none" spc="0" normalizeH="0" baseline="0" noProof="0">
              <a:ln>
                <a:noFill/>
              </a:ln>
              <a:solidFill>
                <a:srgbClr val="535353"/>
              </a:solidFill>
              <a:effectLst/>
              <a:uLnTx/>
              <a:uFillTx/>
              <a:latin typeface="Simplon BP Regular"/>
              <a:sym typeface="Simplon BP Regular"/>
            </a:endParaRPr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204EF591-B5A5-6E58-AC37-8B38C4CDC57B}"/>
              </a:ext>
            </a:extLst>
          </p:cNvPr>
          <p:cNvCxnSpPr>
            <a:cxnSpLocks/>
          </p:cNvCxnSpPr>
          <p:nvPr/>
        </p:nvCxnSpPr>
        <p:spPr>
          <a:xfrm>
            <a:off x="7935782" y="6132782"/>
            <a:ext cx="1761147" cy="0"/>
          </a:xfrm>
          <a:prstGeom prst="line">
            <a:avLst/>
          </a:prstGeom>
          <a:noFill/>
          <a:ln w="25400" cap="flat">
            <a:solidFill>
              <a:schemeClr val="accent1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8E834ED2-3F2A-FB7A-0F04-43A8BFD4B536}"/>
              </a:ext>
            </a:extLst>
          </p:cNvPr>
          <p:cNvSpPr txBox="1"/>
          <p:nvPr/>
        </p:nvSpPr>
        <p:spPr>
          <a:xfrm>
            <a:off x="8867862" y="6290808"/>
            <a:ext cx="1415452" cy="15388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lvl="0" algn="ctr" eaLnBrk="1">
              <a:defRPr sz="1000" b="1" kern="0">
                <a:solidFill>
                  <a:schemeClr val="tx2"/>
                </a:solidFill>
                <a:uLnTx/>
                <a:latin typeface="Simplon BP Regular"/>
              </a:defRPr>
            </a:lvl1pPr>
          </a:lstStyle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000" b="1" i="0" u="none" strike="noStrike" kern="0" cap="none" spc="0" normalizeH="0" baseline="0" noProof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Simplon BP Regular"/>
                <a:sym typeface="Simplon BP Regular"/>
              </a:rPr>
              <a:t>Processos suporte ao TSA</a:t>
            </a:r>
            <a:endParaRPr kumimoji="0" lang="en-US" sz="1000" b="1" i="0" u="none" strike="noStrike" kern="0" cap="none" spc="0" normalizeH="0" baseline="0" noProof="0">
              <a:ln>
                <a:noFill/>
              </a:ln>
              <a:solidFill>
                <a:srgbClr val="535353"/>
              </a:solidFill>
              <a:effectLst/>
              <a:uLnTx/>
              <a:uFillTx/>
              <a:latin typeface="Simplon BP Regular"/>
              <a:sym typeface="Simplon BP Regular"/>
            </a:endParaRPr>
          </a:p>
        </p:txBody>
      </p:sp>
      <p:sp>
        <p:nvSpPr>
          <p:cNvPr id="48" name="Diamond 47">
            <a:extLst>
              <a:ext uri="{FF2B5EF4-FFF2-40B4-BE49-F238E27FC236}">
                <a16:creationId xmlns:a16="http://schemas.microsoft.com/office/drawing/2014/main" id="{D3855828-2C31-FA7B-605B-356A3A49424F}"/>
              </a:ext>
            </a:extLst>
          </p:cNvPr>
          <p:cNvSpPr/>
          <p:nvPr/>
        </p:nvSpPr>
        <p:spPr>
          <a:xfrm>
            <a:off x="9575588" y="6036187"/>
            <a:ext cx="180000" cy="180000"/>
          </a:xfrm>
          <a:prstGeom prst="diamond">
            <a:avLst/>
          </a:prstGeom>
          <a:solidFill>
            <a:srgbClr val="00D318"/>
          </a:solidFill>
          <a:ln w="12700" cap="flat" cmpd="sng" algn="ctr">
            <a:solidFill>
              <a:schemeClr val="accent1">
                <a:lumMod val="75000"/>
              </a:scheme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implon BP Regular"/>
              <a:ea typeface="+mn-ea"/>
              <a:cs typeface="Helvetica"/>
              <a:sym typeface="Simplon BP Regular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7C850596-02C6-CD6E-F319-1A82AF02E64A}"/>
              </a:ext>
            </a:extLst>
          </p:cNvPr>
          <p:cNvSpPr txBox="1"/>
          <p:nvPr/>
        </p:nvSpPr>
        <p:spPr>
          <a:xfrm>
            <a:off x="9255951" y="5463983"/>
            <a:ext cx="1537280" cy="30777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lvl="0" algn="ctr" eaLnBrk="1">
              <a:defRPr sz="1000" b="1" kern="0">
                <a:solidFill>
                  <a:schemeClr val="tx2"/>
                </a:solidFill>
                <a:uLnTx/>
                <a:latin typeface="Simplon BP Regular"/>
              </a:defRPr>
            </a:lvl1pPr>
          </a:lstStyle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000" b="1" i="0" u="none" strike="noStrike" kern="0" cap="none" spc="0" normalizeH="0" baseline="0" noProof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Simplon BP Regular"/>
                <a:sym typeface="Simplon BP Regular"/>
              </a:rPr>
              <a:t>Perímetro de separação</a:t>
            </a:r>
            <a:br>
              <a:rPr kumimoji="0" lang="pt-BR" sz="1000" b="1" i="0" u="none" strike="noStrike" kern="0" cap="none" spc="0" normalizeH="0" baseline="0" noProof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Simplon BP Regular"/>
                <a:sym typeface="Simplon BP Regular"/>
              </a:rPr>
            </a:br>
            <a:r>
              <a:rPr kumimoji="0" lang="pt-BR" sz="1000" b="1" i="0" u="none" strike="noStrike" kern="0" cap="none" spc="0" normalizeH="0" baseline="0" noProof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Simplon BP Regular"/>
                <a:sym typeface="Simplon BP Regular"/>
              </a:rPr>
              <a:t>detalhado</a:t>
            </a:r>
            <a:endParaRPr kumimoji="0" lang="en-US" sz="1000" b="1" i="0" u="none" strike="noStrike" kern="0" cap="none" spc="0" normalizeH="0" baseline="0" noProof="0">
              <a:ln>
                <a:noFill/>
              </a:ln>
              <a:solidFill>
                <a:srgbClr val="535353"/>
              </a:solidFill>
              <a:effectLst/>
              <a:uLnTx/>
              <a:uFillTx/>
              <a:latin typeface="Simplon BP Regular"/>
              <a:sym typeface="Simplon BP Regular"/>
            </a:endParaRPr>
          </a:p>
        </p:txBody>
      </p: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B2F1E18B-1E82-C719-7F85-23EFA5F8C001}"/>
              </a:ext>
            </a:extLst>
          </p:cNvPr>
          <p:cNvCxnSpPr>
            <a:cxnSpLocks/>
          </p:cNvCxnSpPr>
          <p:nvPr/>
        </p:nvCxnSpPr>
        <p:spPr>
          <a:xfrm>
            <a:off x="7721947" y="5299362"/>
            <a:ext cx="1974982" cy="0"/>
          </a:xfrm>
          <a:prstGeom prst="line">
            <a:avLst/>
          </a:prstGeom>
          <a:noFill/>
          <a:ln w="25400" cap="flat">
            <a:solidFill>
              <a:schemeClr val="accent1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73" name="Diamond 72">
            <a:extLst>
              <a:ext uri="{FF2B5EF4-FFF2-40B4-BE49-F238E27FC236}">
                <a16:creationId xmlns:a16="http://schemas.microsoft.com/office/drawing/2014/main" id="{A53031B3-CF2A-A37A-AFE6-00E4058386CE}"/>
              </a:ext>
            </a:extLst>
          </p:cNvPr>
          <p:cNvSpPr/>
          <p:nvPr/>
        </p:nvSpPr>
        <p:spPr>
          <a:xfrm>
            <a:off x="8450253" y="5201462"/>
            <a:ext cx="180000" cy="180000"/>
          </a:xfrm>
          <a:prstGeom prst="diamond">
            <a:avLst/>
          </a:prstGeom>
          <a:solidFill>
            <a:srgbClr val="00D318"/>
          </a:solidFill>
          <a:ln w="12700" cap="flat" cmpd="sng" algn="ctr">
            <a:solidFill>
              <a:schemeClr val="accent1">
                <a:lumMod val="75000"/>
              </a:scheme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hangingPunct="1"/>
            <a:endParaRPr lang="en-US" sz="1800" kern="1200">
              <a:solidFill>
                <a:srgbClr val="FFFFFF"/>
              </a:solidFill>
              <a:latin typeface="Simplon BP Regular"/>
              <a:ea typeface="+mn-ea"/>
              <a:cs typeface="Helvetica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EF6CB55-C8A0-00A1-37F1-B2820CEE154F}"/>
              </a:ext>
            </a:extLst>
          </p:cNvPr>
          <p:cNvCxnSpPr>
            <a:cxnSpLocks/>
          </p:cNvCxnSpPr>
          <p:nvPr/>
        </p:nvCxnSpPr>
        <p:spPr>
          <a:xfrm>
            <a:off x="6096000" y="1702918"/>
            <a:ext cx="1430584" cy="0"/>
          </a:xfrm>
          <a:prstGeom prst="line">
            <a:avLst/>
          </a:prstGeom>
          <a:noFill/>
          <a:ln w="25400" cap="flat">
            <a:solidFill>
              <a:schemeClr val="accent1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F4A74A9F-4424-4924-2DB0-D779872CDE6A}"/>
              </a:ext>
            </a:extLst>
          </p:cNvPr>
          <p:cNvSpPr txBox="1"/>
          <p:nvPr/>
        </p:nvSpPr>
        <p:spPr>
          <a:xfrm>
            <a:off x="6812088" y="1855308"/>
            <a:ext cx="1247184" cy="30777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lvl="0" eaLnBrk="1">
              <a:defRPr sz="1200" kern="0">
                <a:solidFill>
                  <a:srgbClr val="00D318"/>
                </a:solidFill>
                <a:uLnTx/>
                <a:latin typeface="Simplon BP Regular"/>
              </a:defRPr>
            </a:lvl1pPr>
          </a:lstStyle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000" b="1" i="0" u="none" strike="noStrike" kern="0" cap="none" spc="0" normalizeH="0" baseline="0" noProof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Simplon BP Regular"/>
                <a:sym typeface="Simplon BP Regular"/>
              </a:rPr>
              <a:t>Perímetro Processos</a:t>
            </a:r>
            <a:endParaRPr kumimoji="0" lang="en-US" sz="1000" b="1" i="0" u="none" strike="noStrike" kern="0" cap="none" spc="0" normalizeH="0" baseline="0" noProof="0">
              <a:ln>
                <a:noFill/>
              </a:ln>
              <a:solidFill>
                <a:srgbClr val="535353"/>
              </a:solidFill>
              <a:effectLst/>
              <a:uLnTx/>
              <a:uFillTx/>
              <a:latin typeface="Simplon BP Regular"/>
              <a:sym typeface="Simplon BP Regular"/>
            </a:endParaRPr>
          </a:p>
        </p:txBody>
      </p:sp>
      <p:sp>
        <p:nvSpPr>
          <p:cNvPr id="25" name="Diamond 24">
            <a:extLst>
              <a:ext uri="{FF2B5EF4-FFF2-40B4-BE49-F238E27FC236}">
                <a16:creationId xmlns:a16="http://schemas.microsoft.com/office/drawing/2014/main" id="{2480CAB5-E5C3-FD11-F853-D379292E1E05}"/>
              </a:ext>
            </a:extLst>
          </p:cNvPr>
          <p:cNvSpPr/>
          <p:nvPr/>
        </p:nvSpPr>
        <p:spPr>
          <a:xfrm>
            <a:off x="7420602" y="1603809"/>
            <a:ext cx="180000" cy="180000"/>
          </a:xfrm>
          <a:prstGeom prst="diamond">
            <a:avLst/>
          </a:prstGeom>
          <a:solidFill>
            <a:srgbClr val="00D318"/>
          </a:solidFill>
          <a:ln w="12700" cap="flat" cmpd="sng" algn="ctr">
            <a:solidFill>
              <a:schemeClr val="accent1">
                <a:lumMod val="75000"/>
              </a:scheme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implon BP Regular"/>
              <a:ea typeface="+mn-ea"/>
              <a:cs typeface="Helvetica"/>
              <a:sym typeface="Simplon BP Regular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174DC8E-8F3B-1CFE-EAC3-4748606A64C2}"/>
              </a:ext>
            </a:extLst>
          </p:cNvPr>
          <p:cNvSpPr txBox="1"/>
          <p:nvPr/>
        </p:nvSpPr>
        <p:spPr>
          <a:xfrm>
            <a:off x="6965382" y="1450796"/>
            <a:ext cx="1030731" cy="15388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lvl="0" eaLnBrk="1">
              <a:defRPr sz="1200" kern="0">
                <a:solidFill>
                  <a:srgbClr val="00D318"/>
                </a:solidFill>
                <a:uLnTx/>
                <a:latin typeface="Simplon BP Regular"/>
              </a:defRPr>
            </a:lvl1pPr>
          </a:lstStyle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000" b="1">
                <a:solidFill>
                  <a:srgbClr val="535353"/>
                </a:solidFill>
              </a:rPr>
              <a:t>30</a:t>
            </a:r>
            <a:r>
              <a:rPr kumimoji="0" lang="pt-BR" sz="1000" b="1" i="0" u="none" strike="noStrike" kern="0" cap="none" spc="0" normalizeH="0" baseline="0" noProof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Simplon BP Regular"/>
                <a:sym typeface="Simplon BP Regular"/>
              </a:rPr>
              <a:t>/07 </a:t>
            </a:r>
            <a:endParaRPr kumimoji="0" lang="en-US" sz="1000" b="1" i="0" u="none" strike="noStrike" kern="0" cap="none" spc="0" normalizeH="0" baseline="0" noProof="0">
              <a:ln>
                <a:noFill/>
              </a:ln>
              <a:solidFill>
                <a:srgbClr val="535353"/>
              </a:solidFill>
              <a:effectLst/>
              <a:uLnTx/>
              <a:uFillTx/>
              <a:latin typeface="Simplon BP Regular"/>
              <a:sym typeface="Simplon BP Regular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A76C6BB-1C79-779D-2015-58FC4FC4EFC8}"/>
              </a:ext>
            </a:extLst>
          </p:cNvPr>
          <p:cNvSpPr txBox="1"/>
          <p:nvPr/>
        </p:nvSpPr>
        <p:spPr>
          <a:xfrm>
            <a:off x="7940328" y="2283919"/>
            <a:ext cx="581822" cy="15388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lvl="0" eaLnBrk="1">
              <a:defRPr sz="1200" kern="0">
                <a:solidFill>
                  <a:srgbClr val="00D318"/>
                </a:solidFill>
                <a:uLnTx/>
                <a:latin typeface="Simplon BP Regular"/>
              </a:defRPr>
            </a:lvl1pPr>
          </a:lstStyle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000" b="1">
                <a:solidFill>
                  <a:srgbClr val="535353"/>
                </a:solidFill>
              </a:rPr>
              <a:t>2</a:t>
            </a:r>
            <a:r>
              <a:rPr kumimoji="0" lang="pt-BR" sz="1000" b="1" i="0" u="none" strike="noStrike" kern="0" cap="none" spc="0" normalizeH="0" baseline="0" noProof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Simplon BP Regular"/>
                <a:sym typeface="Simplon BP Regular"/>
              </a:rPr>
              <a:t>0/08</a:t>
            </a:r>
            <a:endParaRPr kumimoji="0" lang="en-US" sz="1000" b="1" i="0" u="none" strike="noStrike" kern="0" cap="none" spc="0" normalizeH="0" baseline="0" noProof="0">
              <a:ln>
                <a:noFill/>
              </a:ln>
              <a:solidFill>
                <a:srgbClr val="535353"/>
              </a:solidFill>
              <a:effectLst/>
              <a:uLnTx/>
              <a:uFillTx/>
              <a:latin typeface="Simplon BP Regular"/>
              <a:sym typeface="Simplon BP Regular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169D8E03-6080-D833-6D40-499D4A4FB807}"/>
              </a:ext>
            </a:extLst>
          </p:cNvPr>
          <p:cNvSpPr txBox="1"/>
          <p:nvPr/>
        </p:nvSpPr>
        <p:spPr>
          <a:xfrm>
            <a:off x="8043965" y="5024640"/>
            <a:ext cx="1030731" cy="15388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lvl="0" eaLnBrk="1">
              <a:defRPr sz="1200" kern="0">
                <a:solidFill>
                  <a:srgbClr val="00D318"/>
                </a:solidFill>
                <a:uLnTx/>
                <a:latin typeface="Simplon BP Regular"/>
              </a:defRPr>
            </a:lvl1pPr>
          </a:lstStyle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000" b="1" i="0" u="none" strike="noStrike" kern="0" cap="none" spc="0" normalizeH="0" baseline="0" noProof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Simplon BP Regular"/>
                <a:sym typeface="Simplon BP Regular"/>
              </a:rPr>
              <a:t>30/08</a:t>
            </a:r>
            <a:endParaRPr kumimoji="0" lang="en-US" sz="1000" b="1" i="0" u="none" strike="noStrike" kern="0" cap="none" spc="0" normalizeH="0" baseline="0" noProof="0">
              <a:ln>
                <a:noFill/>
              </a:ln>
              <a:solidFill>
                <a:srgbClr val="535353"/>
              </a:solidFill>
              <a:effectLst/>
              <a:uLnTx/>
              <a:uFillTx/>
              <a:latin typeface="Simplon BP Regular"/>
              <a:sym typeface="Simplon BP Regular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88FD4497-103E-1498-456A-D9764CFAE0D8}"/>
              </a:ext>
            </a:extLst>
          </p:cNvPr>
          <p:cNvSpPr txBox="1"/>
          <p:nvPr/>
        </p:nvSpPr>
        <p:spPr>
          <a:xfrm>
            <a:off x="9397848" y="5035526"/>
            <a:ext cx="704004" cy="15388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lvl="0" eaLnBrk="1">
              <a:defRPr sz="1200" kern="0">
                <a:solidFill>
                  <a:srgbClr val="00D318"/>
                </a:solidFill>
                <a:uLnTx/>
                <a:latin typeface="Simplon BP Regular"/>
              </a:defRPr>
            </a:lvl1pPr>
          </a:lstStyle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000" b="1" i="0" u="none" strike="noStrike" kern="0" cap="none" spc="0" normalizeH="0" baseline="0" noProof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Simplon BP Regular"/>
                <a:sym typeface="Simplon BP Regular"/>
              </a:rPr>
              <a:t>30/09</a:t>
            </a:r>
            <a:endParaRPr kumimoji="0" lang="en-US" sz="1000" b="1" i="0" u="none" strike="noStrike" kern="0" cap="none" spc="0" normalizeH="0" baseline="0" noProof="0">
              <a:ln>
                <a:noFill/>
              </a:ln>
              <a:solidFill>
                <a:srgbClr val="535353"/>
              </a:solidFill>
              <a:effectLst/>
              <a:uLnTx/>
              <a:uFillTx/>
              <a:latin typeface="Simplon BP Regular"/>
              <a:sym typeface="Simplon BP Regular"/>
            </a:endParaRPr>
          </a:p>
        </p:txBody>
      </p:sp>
      <p:sp>
        <p:nvSpPr>
          <p:cNvPr id="60" name="Diamond 59">
            <a:extLst>
              <a:ext uri="{FF2B5EF4-FFF2-40B4-BE49-F238E27FC236}">
                <a16:creationId xmlns:a16="http://schemas.microsoft.com/office/drawing/2014/main" id="{A5CF6392-692B-CD41-A753-422BB088950E}"/>
              </a:ext>
            </a:extLst>
          </p:cNvPr>
          <p:cNvSpPr/>
          <p:nvPr/>
        </p:nvSpPr>
        <p:spPr>
          <a:xfrm>
            <a:off x="9575588" y="5209362"/>
            <a:ext cx="180000" cy="180000"/>
          </a:xfrm>
          <a:prstGeom prst="diamond">
            <a:avLst/>
          </a:prstGeom>
          <a:solidFill>
            <a:srgbClr val="00D318"/>
          </a:solidFill>
          <a:ln w="12700" cap="flat" cmpd="sng" algn="ctr">
            <a:solidFill>
              <a:schemeClr val="accent1">
                <a:lumMod val="75000"/>
              </a:scheme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implon BP Regular"/>
              <a:ea typeface="+mn-ea"/>
              <a:cs typeface="Helvetica"/>
              <a:sym typeface="Simplon BP Regular"/>
            </a:endParaRP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2A216040-C230-E79E-1C3C-9B003596D9F3}"/>
              </a:ext>
            </a:extLst>
          </p:cNvPr>
          <p:cNvSpPr txBox="1"/>
          <p:nvPr/>
        </p:nvSpPr>
        <p:spPr>
          <a:xfrm>
            <a:off x="9369435" y="5827734"/>
            <a:ext cx="581822" cy="15388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lvl="0" eaLnBrk="1">
              <a:defRPr sz="1200" kern="0">
                <a:solidFill>
                  <a:srgbClr val="00D318"/>
                </a:solidFill>
                <a:uLnTx/>
                <a:latin typeface="Simplon BP Regular"/>
              </a:defRPr>
            </a:lvl1pPr>
          </a:lstStyle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000" b="1" i="0" u="none" strike="noStrike" kern="0" cap="none" spc="0" normalizeH="0" baseline="0" noProof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Simplon BP Regular"/>
                <a:sym typeface="Simplon BP Regular"/>
              </a:rPr>
              <a:t>30/09</a:t>
            </a:r>
            <a:endParaRPr kumimoji="0" lang="en-US" sz="1000" b="1" i="0" u="none" strike="noStrike" kern="0" cap="none" spc="0" normalizeH="0" baseline="0" noProof="0">
              <a:ln>
                <a:noFill/>
              </a:ln>
              <a:solidFill>
                <a:srgbClr val="535353"/>
              </a:solidFill>
              <a:effectLst/>
              <a:uLnTx/>
              <a:uFillTx/>
              <a:latin typeface="Simplon BP Regular"/>
              <a:sym typeface="Simplon BP Regular"/>
            </a:endParaRPr>
          </a:p>
        </p:txBody>
      </p:sp>
      <p:cxnSp>
        <p:nvCxnSpPr>
          <p:cNvPr id="8" name="Conector reto 7">
            <a:extLst>
              <a:ext uri="{FF2B5EF4-FFF2-40B4-BE49-F238E27FC236}">
                <a16:creationId xmlns:a16="http://schemas.microsoft.com/office/drawing/2014/main" id="{C63F1168-71BB-E2C7-D02E-FB263FA29D3F}"/>
              </a:ext>
            </a:extLst>
          </p:cNvPr>
          <p:cNvCxnSpPr>
            <a:cxnSpLocks/>
          </p:cNvCxnSpPr>
          <p:nvPr/>
        </p:nvCxnSpPr>
        <p:spPr>
          <a:xfrm flipV="1">
            <a:off x="390417" y="2103366"/>
            <a:ext cx="11484000" cy="0"/>
          </a:xfrm>
          <a:prstGeom prst="line">
            <a:avLst/>
          </a:prstGeom>
          <a:noFill/>
          <a:ln w="9525" cap="flat">
            <a:solidFill>
              <a:schemeClr val="accent1"/>
            </a:solidFill>
            <a:prstDash val="dash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3" name="Conector reto 12">
            <a:extLst>
              <a:ext uri="{FF2B5EF4-FFF2-40B4-BE49-F238E27FC236}">
                <a16:creationId xmlns:a16="http://schemas.microsoft.com/office/drawing/2014/main" id="{44F42541-F73A-8D6F-97CB-32AC605C39E6}"/>
              </a:ext>
            </a:extLst>
          </p:cNvPr>
          <p:cNvCxnSpPr>
            <a:cxnSpLocks/>
          </p:cNvCxnSpPr>
          <p:nvPr/>
        </p:nvCxnSpPr>
        <p:spPr>
          <a:xfrm flipV="1">
            <a:off x="390417" y="5009322"/>
            <a:ext cx="11484000" cy="0"/>
          </a:xfrm>
          <a:prstGeom prst="line">
            <a:avLst/>
          </a:prstGeom>
          <a:noFill/>
          <a:ln w="9525" cap="flat">
            <a:solidFill>
              <a:schemeClr val="accent1"/>
            </a:solidFill>
            <a:prstDash val="dash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8" name="Conector reto 17">
            <a:extLst>
              <a:ext uri="{FF2B5EF4-FFF2-40B4-BE49-F238E27FC236}">
                <a16:creationId xmlns:a16="http://schemas.microsoft.com/office/drawing/2014/main" id="{157B2F12-3728-344E-17A0-1F8A1C0B207B}"/>
              </a:ext>
            </a:extLst>
          </p:cNvPr>
          <p:cNvCxnSpPr>
            <a:cxnSpLocks/>
          </p:cNvCxnSpPr>
          <p:nvPr/>
        </p:nvCxnSpPr>
        <p:spPr>
          <a:xfrm flipV="1">
            <a:off x="390417" y="5761131"/>
            <a:ext cx="11484000" cy="0"/>
          </a:xfrm>
          <a:prstGeom prst="line">
            <a:avLst/>
          </a:prstGeom>
          <a:noFill/>
          <a:ln w="9525" cap="flat">
            <a:solidFill>
              <a:schemeClr val="accent1"/>
            </a:solidFill>
            <a:prstDash val="dash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1" name="TextBox 8">
            <a:extLst>
              <a:ext uri="{FF2B5EF4-FFF2-40B4-BE49-F238E27FC236}">
                <a16:creationId xmlns:a16="http://schemas.microsoft.com/office/drawing/2014/main" id="{B6C7ADB2-5D55-D8E2-1F50-50E0B039E63D}"/>
              </a:ext>
            </a:extLst>
          </p:cNvPr>
          <p:cNvSpPr txBox="1"/>
          <p:nvPr/>
        </p:nvSpPr>
        <p:spPr>
          <a:xfrm>
            <a:off x="1539413" y="1395733"/>
            <a:ext cx="3600000" cy="52322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171450" lvl="0" indent="-171450" eaLnBrk="1">
              <a:buFont typeface="Arial" panose="020B0604020202020204" pitchFamily="34" charset="0"/>
              <a:buChar char="•"/>
              <a:defRPr sz="1200" kern="0">
                <a:solidFill>
                  <a:srgbClr val="535353"/>
                </a:solidFill>
                <a:uLnTx/>
                <a:latin typeface="Simplon BP Regular"/>
              </a:defRPr>
            </a:lvl1pPr>
          </a:lstStyle>
          <a:p>
            <a:r>
              <a:rPr lang="pt-BR" sz="1100"/>
              <a:t>Definição de lista de processos inicial</a:t>
            </a:r>
          </a:p>
          <a:p>
            <a:r>
              <a:rPr lang="pt-BR" sz="1100" err="1"/>
              <a:t>Onboarding</a:t>
            </a:r>
            <a:r>
              <a:rPr lang="pt-BR" sz="1100"/>
              <a:t> das áreas e mapeamento de processos</a:t>
            </a:r>
          </a:p>
          <a:p>
            <a:r>
              <a:rPr lang="pt-BR" sz="1100"/>
              <a:t>Definição de perímetro de processos</a:t>
            </a:r>
          </a:p>
        </p:txBody>
      </p:sp>
      <p:sp>
        <p:nvSpPr>
          <p:cNvPr id="19" name="TextBox 8">
            <a:extLst>
              <a:ext uri="{FF2B5EF4-FFF2-40B4-BE49-F238E27FC236}">
                <a16:creationId xmlns:a16="http://schemas.microsoft.com/office/drawing/2014/main" id="{9E3DC149-F5B7-B714-BD26-613BE5C0B086}"/>
              </a:ext>
            </a:extLst>
          </p:cNvPr>
          <p:cNvSpPr txBox="1"/>
          <p:nvPr/>
        </p:nvSpPr>
        <p:spPr>
          <a:xfrm>
            <a:off x="1539413" y="5798867"/>
            <a:ext cx="3600000" cy="67710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171450" lvl="0" indent="-171450" eaLnBrk="1">
              <a:buFont typeface="Arial" panose="020B0604020202020204" pitchFamily="34" charset="0"/>
              <a:buChar char="•"/>
              <a:defRPr sz="1200" kern="0">
                <a:solidFill>
                  <a:srgbClr val="535353"/>
                </a:solidFill>
                <a:uLnTx/>
                <a:latin typeface="Simplon BP Regular"/>
              </a:defRPr>
            </a:lvl1pPr>
          </a:lstStyle>
          <a:p>
            <a:r>
              <a:rPr lang="pt-BR" sz="1100"/>
              <a:t>Alinhamento final de processos de suporte ao TSA</a:t>
            </a:r>
          </a:p>
          <a:p>
            <a:r>
              <a:rPr lang="pt-BR" sz="1100"/>
              <a:t>Detalhamento de condições dos processos suporte TSA</a:t>
            </a:r>
          </a:p>
          <a:p>
            <a:r>
              <a:rPr lang="pt-BR" sz="1100"/>
              <a:t>Definição de indicadores, KPIs, </a:t>
            </a:r>
            <a:r>
              <a:rPr lang="pt-BR" sz="1100" err="1"/>
              <a:t>SLAs</a:t>
            </a:r>
            <a:r>
              <a:rPr lang="pt-BR" sz="1100"/>
              <a:t> e matriz de responsabilidades para processos suporte TSA</a:t>
            </a:r>
          </a:p>
        </p:txBody>
      </p:sp>
      <p:sp>
        <p:nvSpPr>
          <p:cNvPr id="23" name="TextBox 8">
            <a:extLst>
              <a:ext uri="{FF2B5EF4-FFF2-40B4-BE49-F238E27FC236}">
                <a16:creationId xmlns:a16="http://schemas.microsoft.com/office/drawing/2014/main" id="{FFD961F4-3A65-4C3A-5EC9-D322ED8328CF}"/>
              </a:ext>
            </a:extLst>
          </p:cNvPr>
          <p:cNvSpPr txBox="1"/>
          <p:nvPr/>
        </p:nvSpPr>
        <p:spPr>
          <a:xfrm>
            <a:off x="1539413" y="2153308"/>
            <a:ext cx="3822666" cy="304698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171450" lvl="0" indent="-171450" eaLnBrk="1">
              <a:buFont typeface="Arial" panose="020B0604020202020204" pitchFamily="34" charset="0"/>
              <a:buChar char="•"/>
              <a:defRPr sz="1200" kern="0">
                <a:solidFill>
                  <a:srgbClr val="535353"/>
                </a:solidFill>
                <a:uLnTx/>
                <a:latin typeface="Simplon BP Regular"/>
              </a:defRPr>
            </a:lvl1pPr>
          </a:lstStyle>
          <a:p>
            <a:r>
              <a:rPr lang="pt-BR" sz="1100"/>
              <a:t>Análise de processos por área</a:t>
            </a:r>
          </a:p>
          <a:p>
            <a:r>
              <a:rPr lang="pt-BR" sz="1100"/>
              <a:t>Sincronização de soluções sistêmicas e possíveis cenários</a:t>
            </a:r>
          </a:p>
          <a:p>
            <a:r>
              <a:rPr lang="pt-BR" sz="1100"/>
              <a:t>Proposta de cenários de separação</a:t>
            </a:r>
          </a:p>
          <a:p>
            <a:pPr marL="182563" indent="-182563"/>
            <a:r>
              <a:rPr lang="pt-BR" sz="1100" b="1"/>
              <a:t>CORE</a:t>
            </a:r>
            <a:r>
              <a:rPr lang="pt-BR" sz="1100"/>
              <a:t>: </a:t>
            </a:r>
          </a:p>
          <a:p>
            <a:pPr marL="263525" indent="-80963"/>
            <a:r>
              <a:rPr lang="pt-BR" sz="1100"/>
              <a:t>Marketing e comunicação</a:t>
            </a:r>
          </a:p>
          <a:p>
            <a:pPr marL="263525" indent="-80963"/>
            <a:r>
              <a:rPr lang="pt-BR" sz="1100"/>
              <a:t>Venda</a:t>
            </a:r>
          </a:p>
          <a:p>
            <a:pPr marL="263525" indent="-80963"/>
            <a:r>
              <a:rPr lang="pt-BR" sz="1100"/>
              <a:t>Atendimento e demais áreas Oi Fibra</a:t>
            </a:r>
          </a:p>
          <a:p>
            <a:pPr marL="263525" indent="-80963"/>
            <a:r>
              <a:rPr lang="pt-BR" sz="1100"/>
              <a:t>Tecnologia e SI</a:t>
            </a:r>
          </a:p>
          <a:p>
            <a:pPr marL="263525" indent="-80963"/>
            <a:r>
              <a:rPr lang="pt-BR" sz="1100"/>
              <a:t>Operação de Rede</a:t>
            </a:r>
          </a:p>
          <a:p>
            <a:r>
              <a:rPr lang="pt-BR" sz="1100" b="1"/>
              <a:t>SUPORTE:</a:t>
            </a:r>
          </a:p>
          <a:p>
            <a:pPr marL="263525" indent="-80963"/>
            <a:r>
              <a:rPr lang="pt-BR" sz="1100"/>
              <a:t>Ciclo da Receita</a:t>
            </a:r>
          </a:p>
          <a:p>
            <a:pPr marL="263525" indent="-80963"/>
            <a:r>
              <a:rPr lang="pt-BR" sz="1100"/>
              <a:t>Pessoas e Cultura</a:t>
            </a:r>
          </a:p>
          <a:p>
            <a:pPr marL="263525" indent="-80963"/>
            <a:r>
              <a:rPr lang="pt-BR" sz="1100"/>
              <a:t>Financeiro</a:t>
            </a:r>
          </a:p>
          <a:p>
            <a:pPr marL="263525" indent="-80963"/>
            <a:r>
              <a:rPr lang="pt-BR" sz="1100"/>
              <a:t>Jurídico</a:t>
            </a:r>
          </a:p>
          <a:p>
            <a:pPr marL="263525" indent="-80963"/>
            <a:r>
              <a:rPr lang="pt-BR" sz="1100"/>
              <a:t>Suporte ao negócio (Patrimonio, Suprimentos, Energia, ...)</a:t>
            </a:r>
          </a:p>
          <a:p>
            <a:pPr marL="263525" indent="-80963"/>
            <a:r>
              <a:rPr lang="pt-BR" sz="1100"/>
              <a:t>Regulatório</a:t>
            </a:r>
          </a:p>
          <a:p>
            <a:pPr marL="263525" indent="-80963"/>
            <a:r>
              <a:rPr lang="pt-BR" sz="1100"/>
              <a:t>Auditoria e GRC</a:t>
            </a:r>
          </a:p>
          <a:p>
            <a:endParaRPr lang="pt-BR" sz="1100"/>
          </a:p>
        </p:txBody>
      </p:sp>
      <p:sp>
        <p:nvSpPr>
          <p:cNvPr id="36" name="TextBox 8">
            <a:extLst>
              <a:ext uri="{FF2B5EF4-FFF2-40B4-BE49-F238E27FC236}">
                <a16:creationId xmlns:a16="http://schemas.microsoft.com/office/drawing/2014/main" id="{A161CFE0-0AF8-D531-EB5D-99C8241E1747}"/>
              </a:ext>
            </a:extLst>
          </p:cNvPr>
          <p:cNvSpPr txBox="1"/>
          <p:nvPr/>
        </p:nvSpPr>
        <p:spPr>
          <a:xfrm>
            <a:off x="1539413" y="5145023"/>
            <a:ext cx="3731230" cy="50783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171450" lvl="0" indent="-171450" eaLnBrk="1">
              <a:buFont typeface="Arial" panose="020B0604020202020204" pitchFamily="34" charset="0"/>
              <a:buChar char="•"/>
              <a:defRPr sz="1200" kern="0">
                <a:solidFill>
                  <a:srgbClr val="535353"/>
                </a:solidFill>
                <a:uLnTx/>
                <a:latin typeface="Simplon BP Regular"/>
              </a:defRPr>
            </a:lvl1pPr>
          </a:lstStyle>
          <a:p>
            <a:r>
              <a:rPr lang="pt-BR" sz="1100"/>
              <a:t>Conciliação de sistemas, pessoas e contratos</a:t>
            </a:r>
          </a:p>
          <a:p>
            <a:r>
              <a:rPr lang="pt-BR" sz="1100"/>
              <a:t>Validação de processos para </a:t>
            </a:r>
            <a:r>
              <a:rPr lang="pt-BR" sz="1100" err="1"/>
              <a:t>drop</a:t>
            </a:r>
            <a:endParaRPr lang="pt-BR" sz="1100"/>
          </a:p>
          <a:p>
            <a:r>
              <a:rPr lang="pt-BR" sz="1100"/>
              <a:t>Detalhamento de perímetro e dissinergias, com visão TSA</a:t>
            </a:r>
          </a:p>
        </p:txBody>
      </p:sp>
      <p:cxnSp>
        <p:nvCxnSpPr>
          <p:cNvPr id="20" name="Conector reto 19">
            <a:extLst>
              <a:ext uri="{FF2B5EF4-FFF2-40B4-BE49-F238E27FC236}">
                <a16:creationId xmlns:a16="http://schemas.microsoft.com/office/drawing/2014/main" id="{B1FC938E-371C-428F-F444-2EB9C054A530}"/>
              </a:ext>
            </a:extLst>
          </p:cNvPr>
          <p:cNvCxnSpPr>
            <a:cxnSpLocks/>
          </p:cNvCxnSpPr>
          <p:nvPr/>
        </p:nvCxnSpPr>
        <p:spPr>
          <a:xfrm flipV="1">
            <a:off x="390417" y="6489292"/>
            <a:ext cx="11484000" cy="0"/>
          </a:xfrm>
          <a:prstGeom prst="line">
            <a:avLst/>
          </a:prstGeom>
          <a:noFill/>
          <a:ln w="9525" cap="flat">
            <a:solidFill>
              <a:schemeClr val="accent1"/>
            </a:solidFill>
            <a:prstDash val="dash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CFB1A5BD-61B0-3477-512C-3C29AAF25161}"/>
              </a:ext>
            </a:extLst>
          </p:cNvPr>
          <p:cNvSpPr txBox="1"/>
          <p:nvPr/>
        </p:nvSpPr>
        <p:spPr>
          <a:xfrm>
            <a:off x="5450803" y="1855308"/>
            <a:ext cx="1247184" cy="15388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lvl="0" eaLnBrk="1">
              <a:defRPr sz="1200" kern="0">
                <a:solidFill>
                  <a:srgbClr val="00D318"/>
                </a:solidFill>
                <a:uLnTx/>
                <a:latin typeface="Simplon BP Regular"/>
              </a:defRPr>
            </a:lvl1pPr>
          </a:lstStyle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000" b="1" err="1">
                <a:solidFill>
                  <a:srgbClr val="535353"/>
                </a:solidFill>
              </a:rPr>
              <a:t>Onboarding</a:t>
            </a:r>
            <a:r>
              <a:rPr lang="pt-BR" sz="1000" b="1">
                <a:solidFill>
                  <a:srgbClr val="535353"/>
                </a:solidFill>
              </a:rPr>
              <a:t> Áreas</a:t>
            </a:r>
            <a:endParaRPr kumimoji="0" lang="en-US" sz="1000" b="1" i="0" u="none" strike="noStrike" kern="0" cap="none" spc="0" normalizeH="0" baseline="0" noProof="0">
              <a:ln>
                <a:noFill/>
              </a:ln>
              <a:solidFill>
                <a:srgbClr val="535353"/>
              </a:solidFill>
              <a:effectLst/>
              <a:uLnTx/>
              <a:uFillTx/>
              <a:latin typeface="Simplon BP Regular"/>
              <a:sym typeface="Simplon BP Regular"/>
            </a:endParaRPr>
          </a:p>
        </p:txBody>
      </p:sp>
      <p:sp>
        <p:nvSpPr>
          <p:cNvPr id="49" name="Diamond 48">
            <a:extLst>
              <a:ext uri="{FF2B5EF4-FFF2-40B4-BE49-F238E27FC236}">
                <a16:creationId xmlns:a16="http://schemas.microsoft.com/office/drawing/2014/main" id="{86383A5D-DB3B-E8E1-E31D-435422EB7CB8}"/>
              </a:ext>
            </a:extLst>
          </p:cNvPr>
          <p:cNvSpPr/>
          <p:nvPr/>
        </p:nvSpPr>
        <p:spPr>
          <a:xfrm>
            <a:off x="6059317" y="1603809"/>
            <a:ext cx="180000" cy="180000"/>
          </a:xfrm>
          <a:prstGeom prst="diamond">
            <a:avLst/>
          </a:prstGeom>
          <a:solidFill>
            <a:srgbClr val="00D318"/>
          </a:solidFill>
          <a:ln w="12700" cap="flat" cmpd="sng" algn="ctr">
            <a:solidFill>
              <a:schemeClr val="accent1">
                <a:lumMod val="75000"/>
              </a:scheme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hangingPunct="1"/>
            <a:endParaRPr lang="en-US" sz="1800" kern="1200">
              <a:solidFill>
                <a:srgbClr val="FFFFFF"/>
              </a:solidFill>
              <a:latin typeface="Simplon BP Regular"/>
              <a:ea typeface="+mn-ea"/>
              <a:cs typeface="Helvetica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FC4ADD98-E4B5-92CE-59E9-95ED42C7B4F2}"/>
              </a:ext>
            </a:extLst>
          </p:cNvPr>
          <p:cNvSpPr txBox="1"/>
          <p:nvPr/>
        </p:nvSpPr>
        <p:spPr>
          <a:xfrm>
            <a:off x="5603661" y="1450796"/>
            <a:ext cx="1030731" cy="15388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lvl="0" eaLnBrk="1">
              <a:defRPr sz="1200" kern="0">
                <a:solidFill>
                  <a:srgbClr val="00D318"/>
                </a:solidFill>
                <a:uLnTx/>
                <a:latin typeface="Simplon BP Regular"/>
              </a:defRPr>
            </a:lvl1pPr>
          </a:lstStyle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000" b="1">
                <a:solidFill>
                  <a:srgbClr val="535353"/>
                </a:solidFill>
              </a:rPr>
              <a:t>28/06</a:t>
            </a:r>
            <a:r>
              <a:rPr kumimoji="0" lang="pt-BR" sz="1000" b="1" i="0" u="none" strike="noStrike" kern="0" cap="none" spc="0" normalizeH="0" baseline="0" noProof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Simplon BP Regular"/>
                <a:sym typeface="Simplon BP Regular"/>
              </a:rPr>
              <a:t> </a:t>
            </a:r>
            <a:endParaRPr kumimoji="0" lang="en-US" sz="1000" b="1" i="0" u="none" strike="noStrike" kern="0" cap="none" spc="0" normalizeH="0" baseline="0" noProof="0">
              <a:ln>
                <a:noFill/>
              </a:ln>
              <a:solidFill>
                <a:srgbClr val="535353"/>
              </a:solidFill>
              <a:effectLst/>
              <a:uLnTx/>
              <a:uFillTx/>
              <a:latin typeface="Simplon BP Regular"/>
              <a:sym typeface="Simplon BP Regular"/>
            </a:endParaRP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23F8A25B-35C4-5306-F985-9C3EBB914453}"/>
              </a:ext>
            </a:extLst>
          </p:cNvPr>
          <p:cNvSpPr txBox="1"/>
          <p:nvPr/>
        </p:nvSpPr>
        <p:spPr>
          <a:xfrm>
            <a:off x="7755291" y="5463983"/>
            <a:ext cx="1691008" cy="30777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lvl="0" algn="ctr" eaLnBrk="1">
              <a:defRPr sz="1000" b="1" kern="0">
                <a:solidFill>
                  <a:schemeClr val="tx2"/>
                </a:solidFill>
                <a:uLnTx/>
                <a:latin typeface="Simplon BP Regular"/>
              </a:defRPr>
            </a:lvl1pPr>
          </a:lstStyle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000" b="1" i="0" u="none" strike="noStrike" kern="0" cap="none" spc="0" normalizeH="0" baseline="0" noProof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Simplon BP Regular"/>
                <a:sym typeface="Simplon BP Regular"/>
              </a:rPr>
              <a:t>Lista de processos,</a:t>
            </a:r>
          </a:p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000" b="1" i="0" u="none" strike="noStrike" kern="0" cap="none" spc="0" normalizeH="0" baseline="0" noProof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Simplon BP Regular"/>
                <a:sym typeface="Simplon BP Regular"/>
              </a:rPr>
              <a:t>sistemas e contratos</a:t>
            </a:r>
            <a:endParaRPr kumimoji="0" lang="en-US" sz="1000" b="1" i="0" u="none" strike="noStrike" kern="0" cap="none" spc="0" normalizeH="0" baseline="0" noProof="0">
              <a:ln>
                <a:noFill/>
              </a:ln>
              <a:solidFill>
                <a:srgbClr val="535353"/>
              </a:solidFill>
              <a:effectLst/>
              <a:uLnTx/>
              <a:uFillTx/>
              <a:latin typeface="Simplon BP Regular"/>
              <a:sym typeface="Simplon BP Regular"/>
            </a:endParaRP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5AAFF8C5-E823-E005-5C60-883266388D91}"/>
              </a:ext>
            </a:extLst>
          </p:cNvPr>
          <p:cNvGrpSpPr/>
          <p:nvPr>
            <p:custDataLst>
              <p:tags r:id="rId1"/>
            </p:custDataLst>
          </p:nvPr>
        </p:nvGrpSpPr>
        <p:grpSpPr>
          <a:xfrm>
            <a:off x="9953370" y="67434"/>
            <a:ext cx="1117294" cy="266244"/>
            <a:chOff x="10312706" y="228600"/>
            <a:chExt cx="1117294" cy="266244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1F32D37F-F33A-98BF-6626-AC9977D1C91C}"/>
                </a:ext>
              </a:extLst>
            </p:cNvPr>
            <p:cNvSpPr txBox="1"/>
            <p:nvPr/>
          </p:nvSpPr>
          <p:spPr>
            <a:xfrm>
              <a:off x="10312706" y="269389"/>
              <a:ext cx="1117294" cy="184666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ctr" anchorCtr="1">
              <a:spAutoFit/>
            </a:bodyPr>
            <a:lstStyle/>
            <a:p>
              <a:pPr marL="0" marR="0" lvl="0" indent="0" algn="ct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200" b="1" i="1" u="sng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/>
                  <a:sym typeface="Simplon BP Regular"/>
                </a:rPr>
                <a:t>PRELIMINAR</a:t>
              </a:r>
            </a:p>
          </p:txBody>
        </p: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1F2B4807-6BD5-8DEF-1D3C-3C767AC9D1A3}"/>
                </a:ext>
              </a:extLst>
            </p:cNvPr>
            <p:cNvCxnSpPr>
              <a:cxnSpLocks/>
            </p:cNvCxnSpPr>
            <p:nvPr/>
          </p:nvCxnSpPr>
          <p:spPr>
            <a:xfrm>
              <a:off x="10312706" y="228600"/>
              <a:ext cx="1117294" cy="0"/>
            </a:xfrm>
            <a:prstGeom prst="line">
              <a:avLst/>
            </a:prstGeom>
            <a:ln w="12700" cmpd="sng">
              <a:solidFill>
                <a:srgbClr val="000000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39636C2A-16D4-D692-9887-41A701D99CA2}"/>
                </a:ext>
              </a:extLst>
            </p:cNvPr>
            <p:cNvCxnSpPr>
              <a:cxnSpLocks/>
            </p:cNvCxnSpPr>
            <p:nvPr/>
          </p:nvCxnSpPr>
          <p:spPr>
            <a:xfrm>
              <a:off x="10312706" y="494844"/>
              <a:ext cx="1117294" cy="0"/>
            </a:xfrm>
            <a:prstGeom prst="line">
              <a:avLst/>
            </a:prstGeom>
            <a:ln w="12700" cmpd="sng">
              <a:solidFill>
                <a:srgbClr val="000000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3" name="TextBox 32">
            <a:extLst>
              <a:ext uri="{FF2B5EF4-FFF2-40B4-BE49-F238E27FC236}">
                <a16:creationId xmlns:a16="http://schemas.microsoft.com/office/drawing/2014/main" id="{7FD16F96-05B1-1F10-2F6B-C37C265945AA}"/>
              </a:ext>
            </a:extLst>
          </p:cNvPr>
          <p:cNvSpPr txBox="1"/>
          <p:nvPr/>
        </p:nvSpPr>
        <p:spPr>
          <a:xfrm>
            <a:off x="400692" y="982007"/>
            <a:ext cx="485710" cy="18466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200" b="1" i="0" u="none" strike="noStrike" kern="0" cap="none" spc="0" normalizeH="0" baseline="0" noProof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Simplon BP Regular"/>
                <a:sym typeface="Simplon BP Regular"/>
              </a:rPr>
              <a:t>FRENTE</a:t>
            </a:r>
            <a:endParaRPr kumimoji="0" lang="en-US" sz="1200" b="1" i="0" u="none" strike="noStrike" kern="0" cap="none" spc="0" normalizeH="0" baseline="0" noProof="0">
              <a:ln>
                <a:noFill/>
              </a:ln>
              <a:solidFill>
                <a:srgbClr val="535353"/>
              </a:solidFill>
              <a:effectLst/>
              <a:uLnTx/>
              <a:uFillTx/>
              <a:latin typeface="Simplon BP Regular"/>
              <a:sym typeface="Simplon BP Regular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D441480-113E-0809-260C-C427DC97503E}"/>
              </a:ext>
            </a:extLst>
          </p:cNvPr>
          <p:cNvSpPr txBox="1"/>
          <p:nvPr/>
        </p:nvSpPr>
        <p:spPr>
          <a:xfrm>
            <a:off x="1638491" y="982007"/>
            <a:ext cx="1461939" cy="18466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200" b="1" i="0" u="none" strike="noStrike" kern="0" cap="none" spc="0" normalizeH="0" baseline="0" noProof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Simplon BP Regular"/>
                <a:sym typeface="Simplon BP Regular"/>
              </a:rPr>
              <a:t>PRINCIPAIS AIVIDADES</a:t>
            </a:r>
            <a:endParaRPr kumimoji="0" lang="en-US" sz="1200" b="1" i="0" u="none" strike="noStrike" kern="0" cap="none" spc="0" normalizeH="0" baseline="0" noProof="0">
              <a:ln>
                <a:noFill/>
              </a:ln>
              <a:solidFill>
                <a:srgbClr val="535353"/>
              </a:solidFill>
              <a:effectLst/>
              <a:uLnTx/>
              <a:uFillTx/>
              <a:latin typeface="Simplon BP Regular"/>
              <a:sym typeface="Simplon BP Regular"/>
            </a:endParaRP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39DC673F-2DA2-0CF7-C7EB-4440A831E334}"/>
              </a:ext>
            </a:extLst>
          </p:cNvPr>
          <p:cNvCxnSpPr>
            <a:cxnSpLocks/>
          </p:cNvCxnSpPr>
          <p:nvPr/>
        </p:nvCxnSpPr>
        <p:spPr>
          <a:xfrm>
            <a:off x="7141029" y="3414532"/>
            <a:ext cx="1116000" cy="0"/>
          </a:xfrm>
          <a:prstGeom prst="line">
            <a:avLst/>
          </a:prstGeom>
          <a:noFill/>
          <a:ln w="25400" cap="flat">
            <a:solidFill>
              <a:schemeClr val="accent1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41" name="Diamond 40">
            <a:extLst>
              <a:ext uri="{FF2B5EF4-FFF2-40B4-BE49-F238E27FC236}">
                <a16:creationId xmlns:a16="http://schemas.microsoft.com/office/drawing/2014/main" id="{FA6158A9-BD1C-8B53-D779-F4649457FAD5}"/>
              </a:ext>
            </a:extLst>
          </p:cNvPr>
          <p:cNvSpPr/>
          <p:nvPr/>
        </p:nvSpPr>
        <p:spPr>
          <a:xfrm>
            <a:off x="8135321" y="3324532"/>
            <a:ext cx="180000" cy="180000"/>
          </a:xfrm>
          <a:prstGeom prst="diamond">
            <a:avLst/>
          </a:prstGeom>
          <a:solidFill>
            <a:srgbClr val="00D318"/>
          </a:solidFill>
          <a:ln w="12700" cap="flat" cmpd="sng" algn="ctr">
            <a:solidFill>
              <a:schemeClr val="accent1">
                <a:lumMod val="75000"/>
              </a:scheme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implon BP Regular"/>
              <a:ea typeface="+mn-ea"/>
              <a:cs typeface="Helvetica"/>
              <a:sym typeface="Simplon BP Regular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989DBCB-B23D-57DB-F357-E8FECFBD1C1E}"/>
              </a:ext>
            </a:extLst>
          </p:cNvPr>
          <p:cNvSpPr txBox="1"/>
          <p:nvPr/>
        </p:nvSpPr>
        <p:spPr>
          <a:xfrm>
            <a:off x="7553250" y="3502952"/>
            <a:ext cx="1398404" cy="15388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lvl="0" algn="ctr" eaLnBrk="1">
              <a:defRPr sz="1000" b="1" kern="0">
                <a:solidFill>
                  <a:schemeClr val="tx2"/>
                </a:solidFill>
                <a:uLnTx/>
                <a:latin typeface="Simplon BP Regular"/>
              </a:defRPr>
            </a:lvl1pPr>
          </a:lstStyle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000" b="1" i="0" u="none" strike="noStrike" kern="0" cap="none" spc="0" normalizeH="0" baseline="0" noProof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Simplon BP Regular"/>
                <a:sym typeface="Simplon BP Regular"/>
              </a:rPr>
              <a:t>Processos Core</a:t>
            </a:r>
            <a:endParaRPr kumimoji="0" lang="en-US" sz="1000" b="1" i="0" u="none" strike="noStrike" kern="0" cap="none" spc="0" normalizeH="0" baseline="0" noProof="0">
              <a:ln>
                <a:noFill/>
              </a:ln>
              <a:solidFill>
                <a:srgbClr val="535353"/>
              </a:solidFill>
              <a:effectLst/>
              <a:uLnTx/>
              <a:uFillTx/>
              <a:latin typeface="Simplon BP Regular"/>
              <a:sym typeface="Simplon BP Regular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E12993C-6741-C99C-58D2-D76B06D062C2}"/>
              </a:ext>
            </a:extLst>
          </p:cNvPr>
          <p:cNvSpPr txBox="1"/>
          <p:nvPr/>
        </p:nvSpPr>
        <p:spPr>
          <a:xfrm>
            <a:off x="7940328" y="3124143"/>
            <a:ext cx="581822" cy="15388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lvl="0" eaLnBrk="1">
              <a:defRPr sz="1200" kern="0">
                <a:solidFill>
                  <a:srgbClr val="00D318"/>
                </a:solidFill>
                <a:uLnTx/>
                <a:latin typeface="Simplon BP Regular"/>
              </a:defRPr>
            </a:lvl1pPr>
          </a:lstStyle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000" b="1">
                <a:solidFill>
                  <a:srgbClr val="535353"/>
                </a:solidFill>
              </a:rPr>
              <a:t>2</a:t>
            </a:r>
            <a:r>
              <a:rPr kumimoji="0" lang="pt-BR" sz="1000" b="1" i="0" u="none" strike="noStrike" kern="0" cap="none" spc="0" normalizeH="0" baseline="0" noProof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Simplon BP Regular"/>
                <a:sym typeface="Simplon BP Regular"/>
              </a:rPr>
              <a:t>0/08</a:t>
            </a:r>
            <a:endParaRPr kumimoji="0" lang="en-US" sz="1000" b="1" i="0" u="none" strike="noStrike" kern="0" cap="none" spc="0" normalizeH="0" baseline="0" noProof="0">
              <a:ln>
                <a:noFill/>
              </a:ln>
              <a:solidFill>
                <a:srgbClr val="535353"/>
              </a:solidFill>
              <a:effectLst/>
              <a:uLnTx/>
              <a:uFillTx/>
              <a:latin typeface="Simplon BP Regular"/>
              <a:sym typeface="Simplon BP Regular"/>
            </a:endParaRPr>
          </a:p>
        </p:txBody>
      </p: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FE9B6A50-B4F7-A8DD-8884-BCCA9AAC9B74}"/>
              </a:ext>
            </a:extLst>
          </p:cNvPr>
          <p:cNvCxnSpPr>
            <a:cxnSpLocks/>
          </p:cNvCxnSpPr>
          <p:nvPr/>
        </p:nvCxnSpPr>
        <p:spPr>
          <a:xfrm>
            <a:off x="7141029" y="4252044"/>
            <a:ext cx="1116000" cy="0"/>
          </a:xfrm>
          <a:prstGeom prst="line">
            <a:avLst/>
          </a:prstGeom>
          <a:noFill/>
          <a:ln w="25400" cap="flat">
            <a:solidFill>
              <a:schemeClr val="accent1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57" name="Diamond 56">
            <a:extLst>
              <a:ext uri="{FF2B5EF4-FFF2-40B4-BE49-F238E27FC236}">
                <a16:creationId xmlns:a16="http://schemas.microsoft.com/office/drawing/2014/main" id="{069C7640-02B3-9EAB-3179-5ACFC7E6127A}"/>
              </a:ext>
            </a:extLst>
          </p:cNvPr>
          <p:cNvSpPr/>
          <p:nvPr/>
        </p:nvSpPr>
        <p:spPr>
          <a:xfrm>
            <a:off x="8135321" y="4162044"/>
            <a:ext cx="180000" cy="180000"/>
          </a:xfrm>
          <a:prstGeom prst="diamond">
            <a:avLst/>
          </a:prstGeom>
          <a:solidFill>
            <a:srgbClr val="00D318"/>
          </a:solidFill>
          <a:ln w="12700" cap="flat" cmpd="sng" algn="ctr">
            <a:solidFill>
              <a:schemeClr val="accent1">
                <a:lumMod val="75000"/>
              </a:scheme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implon BP Regular"/>
              <a:ea typeface="+mn-ea"/>
              <a:cs typeface="Helvetica"/>
              <a:sym typeface="Simplon BP Regular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4D18026C-071A-DAD8-613B-7C50C5B621AB}"/>
              </a:ext>
            </a:extLst>
          </p:cNvPr>
          <p:cNvSpPr txBox="1"/>
          <p:nvPr/>
        </p:nvSpPr>
        <p:spPr>
          <a:xfrm>
            <a:off x="7553250" y="4340464"/>
            <a:ext cx="1398404" cy="15388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lvl="0" algn="ctr" eaLnBrk="1">
              <a:defRPr sz="1000" b="1" kern="0">
                <a:solidFill>
                  <a:schemeClr val="tx2"/>
                </a:solidFill>
                <a:uLnTx/>
                <a:latin typeface="Simplon BP Regular"/>
              </a:defRPr>
            </a:lvl1pPr>
          </a:lstStyle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000" b="1" i="0" u="none" strike="noStrike" kern="0" cap="none" spc="0" normalizeH="0" baseline="0" noProof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Simplon BP Regular"/>
                <a:sym typeface="Simplon BP Regular"/>
              </a:rPr>
              <a:t>Processos Suporte</a:t>
            </a:r>
            <a:endParaRPr kumimoji="0" lang="en-US" sz="1000" b="1" i="0" u="none" strike="noStrike" kern="0" cap="none" spc="0" normalizeH="0" baseline="0" noProof="0">
              <a:ln>
                <a:noFill/>
              </a:ln>
              <a:solidFill>
                <a:srgbClr val="535353"/>
              </a:solidFill>
              <a:effectLst/>
              <a:uLnTx/>
              <a:uFillTx/>
              <a:latin typeface="Simplon BP Regular"/>
              <a:sym typeface="Simplon BP Regular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AD526255-BB4F-FEA0-B558-5E3E4A41BBC0}"/>
              </a:ext>
            </a:extLst>
          </p:cNvPr>
          <p:cNvSpPr txBox="1"/>
          <p:nvPr/>
        </p:nvSpPr>
        <p:spPr>
          <a:xfrm>
            <a:off x="7940328" y="3961655"/>
            <a:ext cx="581822" cy="15388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lvl="0" eaLnBrk="1">
              <a:defRPr sz="1200" kern="0">
                <a:solidFill>
                  <a:srgbClr val="00D318"/>
                </a:solidFill>
                <a:uLnTx/>
                <a:latin typeface="Simplon BP Regular"/>
              </a:defRPr>
            </a:lvl1pPr>
          </a:lstStyle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000" b="1">
                <a:solidFill>
                  <a:srgbClr val="535353"/>
                </a:solidFill>
              </a:rPr>
              <a:t>2</a:t>
            </a:r>
            <a:r>
              <a:rPr kumimoji="0" lang="pt-BR" sz="1000" b="1" i="0" u="none" strike="noStrike" kern="0" cap="none" spc="0" normalizeH="0" baseline="0" noProof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Simplon BP Regular"/>
                <a:sym typeface="Simplon BP Regular"/>
              </a:rPr>
              <a:t>0/08</a:t>
            </a:r>
            <a:endParaRPr kumimoji="0" lang="en-US" sz="1000" b="1" i="0" u="none" strike="noStrike" kern="0" cap="none" spc="0" normalizeH="0" baseline="0" noProof="0">
              <a:ln>
                <a:noFill/>
              </a:ln>
              <a:solidFill>
                <a:srgbClr val="535353"/>
              </a:solidFill>
              <a:effectLst/>
              <a:uLnTx/>
              <a:uFillTx/>
              <a:latin typeface="Simplon BP Regular"/>
              <a:sym typeface="Simplon BP Regular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DA7C4A08-1908-12F0-CC35-D81E40340D12}"/>
              </a:ext>
            </a:extLst>
          </p:cNvPr>
          <p:cNvSpPr txBox="1"/>
          <p:nvPr/>
        </p:nvSpPr>
        <p:spPr>
          <a:xfrm>
            <a:off x="8903067" y="566221"/>
            <a:ext cx="1132777" cy="14106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ctr" defTabSz="914400" rtl="0" fontAlgn="auto" latinLnBrk="0" hangingPunct="0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pt-BR" sz="1050" b="1">
                <a:solidFill>
                  <a:schemeClr val="accent4"/>
                </a:solidFill>
              </a:rPr>
              <a:t>Plano Detalhado</a:t>
            </a:r>
            <a:endParaRPr kumimoji="0" lang="pt-BR" sz="1050" b="1" i="0" u="none" strike="noStrike" cap="none" spc="0" normalizeH="0" baseline="0">
              <a:ln>
                <a:noFill/>
              </a:ln>
              <a:solidFill>
                <a:schemeClr val="accent4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D6834C3-FC9C-53F5-4FEC-4C6F03B1C4E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98709" y="149735"/>
            <a:ext cx="510540" cy="440436"/>
          </a:xfrm>
          <a:prstGeom prst="rect">
            <a:avLst/>
          </a:prstGeom>
        </p:spPr>
      </p:pic>
      <p:sp>
        <p:nvSpPr>
          <p:cNvPr id="15" name="Action Button: Go Back or Previous 14">
            <a:hlinkClick r:id="rId5" action="ppaction://hlinksldjump" highlightClick="1"/>
            <a:extLst>
              <a:ext uri="{FF2B5EF4-FFF2-40B4-BE49-F238E27FC236}">
                <a16:creationId xmlns:a16="http://schemas.microsoft.com/office/drawing/2014/main" id="{A2D69DFD-5B53-70F3-6B34-706A057A290E}"/>
              </a:ext>
            </a:extLst>
          </p:cNvPr>
          <p:cNvSpPr/>
          <p:nvPr/>
        </p:nvSpPr>
        <p:spPr>
          <a:xfrm>
            <a:off x="10915286" y="473300"/>
            <a:ext cx="274320" cy="180000"/>
          </a:xfrm>
          <a:prstGeom prst="actionButtonBackPrevious">
            <a:avLst/>
          </a:prstGeom>
          <a:noFill/>
          <a:ln w="25400" cap="flat">
            <a:solidFill>
              <a:schemeClr val="accent1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pt-BR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</p:spTree>
    <p:extLst>
      <p:ext uri="{BB962C8B-B14F-4D97-AF65-F5344CB8AC3E}">
        <p14:creationId xmlns:p14="http://schemas.microsoft.com/office/powerpoint/2010/main" val="263428205"/>
      </p:ext>
    </p:extLst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" name="Conector reto 19">
            <a:extLst>
              <a:ext uri="{FF2B5EF4-FFF2-40B4-BE49-F238E27FC236}">
                <a16:creationId xmlns:a16="http://schemas.microsoft.com/office/drawing/2014/main" id="{B1FC938E-371C-428F-F444-2EB9C054A530}"/>
              </a:ext>
            </a:extLst>
          </p:cNvPr>
          <p:cNvCxnSpPr>
            <a:cxnSpLocks/>
          </p:cNvCxnSpPr>
          <p:nvPr/>
        </p:nvCxnSpPr>
        <p:spPr>
          <a:xfrm flipV="1">
            <a:off x="390417" y="4804332"/>
            <a:ext cx="11484000" cy="0"/>
          </a:xfrm>
          <a:prstGeom prst="line">
            <a:avLst/>
          </a:prstGeom>
          <a:noFill/>
          <a:ln w="9525" cap="flat">
            <a:solidFill>
              <a:schemeClr val="accent1"/>
            </a:solidFill>
            <a:prstDash val="dash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graphicFrame>
        <p:nvGraphicFramePr>
          <p:cNvPr id="30" name="Table 29">
            <a:extLst>
              <a:ext uri="{FF2B5EF4-FFF2-40B4-BE49-F238E27FC236}">
                <a16:creationId xmlns:a16="http://schemas.microsoft.com/office/drawing/2014/main" id="{E917AEA0-894D-D78C-2775-7D8C03473D80}"/>
              </a:ext>
            </a:extLst>
          </p:cNvPr>
          <p:cNvGraphicFramePr>
            <a:graphicFrameLocks noGrp="1"/>
          </p:cNvGraphicFramePr>
          <p:nvPr/>
        </p:nvGraphicFramePr>
        <p:xfrm>
          <a:off x="5303003" y="730471"/>
          <a:ext cx="6696000" cy="4948113"/>
        </p:xfrm>
        <a:graphic>
          <a:graphicData uri="http://schemas.openxmlformats.org/drawingml/2006/table">
            <a:tbl>
              <a:tblPr firstRow="1" bandRow="1"/>
              <a:tblGrid>
                <a:gridCol w="1116000">
                  <a:extLst>
                    <a:ext uri="{9D8B030D-6E8A-4147-A177-3AD203B41FA5}">
                      <a16:colId xmlns:a16="http://schemas.microsoft.com/office/drawing/2014/main" val="615484032"/>
                    </a:ext>
                  </a:extLst>
                </a:gridCol>
                <a:gridCol w="1116000">
                  <a:extLst>
                    <a:ext uri="{9D8B030D-6E8A-4147-A177-3AD203B41FA5}">
                      <a16:colId xmlns:a16="http://schemas.microsoft.com/office/drawing/2014/main" val="2704344942"/>
                    </a:ext>
                  </a:extLst>
                </a:gridCol>
                <a:gridCol w="1116000">
                  <a:extLst>
                    <a:ext uri="{9D8B030D-6E8A-4147-A177-3AD203B41FA5}">
                      <a16:colId xmlns:a16="http://schemas.microsoft.com/office/drawing/2014/main" val="1163614476"/>
                    </a:ext>
                  </a:extLst>
                </a:gridCol>
                <a:gridCol w="1116000">
                  <a:extLst>
                    <a:ext uri="{9D8B030D-6E8A-4147-A177-3AD203B41FA5}">
                      <a16:colId xmlns:a16="http://schemas.microsoft.com/office/drawing/2014/main" val="1938603679"/>
                    </a:ext>
                  </a:extLst>
                </a:gridCol>
                <a:gridCol w="1116000">
                  <a:extLst>
                    <a:ext uri="{9D8B030D-6E8A-4147-A177-3AD203B41FA5}">
                      <a16:colId xmlns:a16="http://schemas.microsoft.com/office/drawing/2014/main" val="842458018"/>
                    </a:ext>
                  </a:extLst>
                </a:gridCol>
                <a:gridCol w="1116000">
                  <a:extLst>
                    <a:ext uri="{9D8B030D-6E8A-4147-A177-3AD203B41FA5}">
                      <a16:colId xmlns:a16="http://schemas.microsoft.com/office/drawing/2014/main" val="1336793257"/>
                    </a:ext>
                  </a:extLst>
                </a:gridCol>
              </a:tblGrid>
              <a:tr h="484113">
                <a:tc>
                  <a:txBody>
                    <a:bodyPr/>
                    <a:lstStyle>
                      <a:lvl1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1" i="0" u="none" strike="noStrike" cap="none" spc="0" baseline="0">
                          <a:solidFill>
                            <a:schemeClr val="lt1"/>
                          </a:solidFill>
                          <a:uFillTx/>
                          <a:latin typeface="Graphik"/>
                          <a:sym typeface="Simplon BP Regular"/>
                        </a:defRPr>
                      </a:lvl1pPr>
                      <a:lvl2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1" i="0" u="none" strike="noStrike" cap="none" spc="0" baseline="0">
                          <a:solidFill>
                            <a:schemeClr val="lt1"/>
                          </a:solidFill>
                          <a:uFillTx/>
                          <a:latin typeface="Graphik"/>
                          <a:sym typeface="Simplon BP Regular"/>
                        </a:defRPr>
                      </a:lvl2pPr>
                      <a:lvl3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1" i="0" u="none" strike="noStrike" cap="none" spc="0" baseline="0">
                          <a:solidFill>
                            <a:schemeClr val="lt1"/>
                          </a:solidFill>
                          <a:uFillTx/>
                          <a:latin typeface="Graphik"/>
                          <a:sym typeface="Simplon BP Regular"/>
                        </a:defRPr>
                      </a:lvl3pPr>
                      <a:lvl4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1" i="0" u="none" strike="noStrike" cap="none" spc="0" baseline="0">
                          <a:solidFill>
                            <a:schemeClr val="lt1"/>
                          </a:solidFill>
                          <a:uFillTx/>
                          <a:latin typeface="Graphik"/>
                          <a:sym typeface="Simplon BP Regular"/>
                        </a:defRPr>
                      </a:lvl4pPr>
                      <a:lvl5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1" i="0" u="none" strike="noStrike" cap="none" spc="0" baseline="0">
                          <a:solidFill>
                            <a:schemeClr val="lt1"/>
                          </a:solidFill>
                          <a:uFillTx/>
                          <a:latin typeface="Graphik"/>
                          <a:sym typeface="Simplon BP Regular"/>
                        </a:defRPr>
                      </a:lvl5pPr>
                      <a:lvl6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1" i="0" u="none" strike="noStrike" cap="none" spc="0" baseline="0">
                          <a:solidFill>
                            <a:schemeClr val="lt1"/>
                          </a:solidFill>
                          <a:uFillTx/>
                          <a:latin typeface="Graphik"/>
                          <a:sym typeface="Simplon BP Regular"/>
                        </a:defRPr>
                      </a:lvl6pPr>
                      <a:lvl7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1" i="0" u="none" strike="noStrike" cap="none" spc="0" baseline="0">
                          <a:solidFill>
                            <a:schemeClr val="lt1"/>
                          </a:solidFill>
                          <a:uFillTx/>
                          <a:latin typeface="Graphik"/>
                          <a:sym typeface="Simplon BP Regular"/>
                        </a:defRPr>
                      </a:lvl7pPr>
                      <a:lvl8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1" i="0" u="none" strike="noStrike" cap="none" spc="0" baseline="0">
                          <a:solidFill>
                            <a:schemeClr val="lt1"/>
                          </a:solidFill>
                          <a:uFillTx/>
                          <a:latin typeface="Graphik"/>
                          <a:sym typeface="Simplon BP Regular"/>
                        </a:defRPr>
                      </a:lvl8pPr>
                      <a:lvl9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1" i="0" u="none" strike="noStrike" cap="none" spc="0" baseline="0">
                          <a:solidFill>
                            <a:schemeClr val="lt1"/>
                          </a:solidFill>
                          <a:uFillTx/>
                          <a:latin typeface="Graphik"/>
                          <a:sym typeface="Simplon BP Regular"/>
                        </a:defRPr>
                      </a:lvl9pPr>
                    </a:lstStyle>
                    <a:p>
                      <a:pPr algn="ctr"/>
                      <a:r>
                        <a:rPr lang="pt-BR" sz="1200">
                          <a:solidFill>
                            <a:schemeClr val="bg1"/>
                          </a:solidFill>
                          <a:latin typeface="Simplon BP Regular"/>
                        </a:rPr>
                        <a:t>JUNHO</a:t>
                      </a:r>
                    </a:p>
                  </a:txBody>
                  <a:tcPr marL="83127" marR="83127" anchor="ctr">
                    <a:lnL w="762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1" i="0" u="none" strike="noStrike" cap="none" spc="0" baseline="0">
                          <a:solidFill>
                            <a:schemeClr val="lt1"/>
                          </a:solidFill>
                          <a:uFillTx/>
                          <a:latin typeface="Graphik"/>
                          <a:sym typeface="Simplon BP Regular"/>
                        </a:defRPr>
                      </a:lvl1pPr>
                      <a:lvl2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1" i="0" u="none" strike="noStrike" cap="none" spc="0" baseline="0">
                          <a:solidFill>
                            <a:schemeClr val="lt1"/>
                          </a:solidFill>
                          <a:uFillTx/>
                          <a:latin typeface="Graphik"/>
                          <a:sym typeface="Simplon BP Regular"/>
                        </a:defRPr>
                      </a:lvl2pPr>
                      <a:lvl3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1" i="0" u="none" strike="noStrike" cap="none" spc="0" baseline="0">
                          <a:solidFill>
                            <a:schemeClr val="lt1"/>
                          </a:solidFill>
                          <a:uFillTx/>
                          <a:latin typeface="Graphik"/>
                          <a:sym typeface="Simplon BP Regular"/>
                        </a:defRPr>
                      </a:lvl3pPr>
                      <a:lvl4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1" i="0" u="none" strike="noStrike" cap="none" spc="0" baseline="0">
                          <a:solidFill>
                            <a:schemeClr val="lt1"/>
                          </a:solidFill>
                          <a:uFillTx/>
                          <a:latin typeface="Graphik"/>
                          <a:sym typeface="Simplon BP Regular"/>
                        </a:defRPr>
                      </a:lvl4pPr>
                      <a:lvl5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1" i="0" u="none" strike="noStrike" cap="none" spc="0" baseline="0">
                          <a:solidFill>
                            <a:schemeClr val="lt1"/>
                          </a:solidFill>
                          <a:uFillTx/>
                          <a:latin typeface="Graphik"/>
                          <a:sym typeface="Simplon BP Regular"/>
                        </a:defRPr>
                      </a:lvl5pPr>
                      <a:lvl6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1" i="0" u="none" strike="noStrike" cap="none" spc="0" baseline="0">
                          <a:solidFill>
                            <a:schemeClr val="lt1"/>
                          </a:solidFill>
                          <a:uFillTx/>
                          <a:latin typeface="Graphik"/>
                          <a:sym typeface="Simplon BP Regular"/>
                        </a:defRPr>
                      </a:lvl6pPr>
                      <a:lvl7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1" i="0" u="none" strike="noStrike" cap="none" spc="0" baseline="0">
                          <a:solidFill>
                            <a:schemeClr val="lt1"/>
                          </a:solidFill>
                          <a:uFillTx/>
                          <a:latin typeface="Graphik"/>
                          <a:sym typeface="Simplon BP Regular"/>
                        </a:defRPr>
                      </a:lvl7pPr>
                      <a:lvl8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1" i="0" u="none" strike="noStrike" cap="none" spc="0" baseline="0">
                          <a:solidFill>
                            <a:schemeClr val="lt1"/>
                          </a:solidFill>
                          <a:uFillTx/>
                          <a:latin typeface="Graphik"/>
                          <a:sym typeface="Simplon BP Regular"/>
                        </a:defRPr>
                      </a:lvl8pPr>
                      <a:lvl9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1" i="0" u="none" strike="noStrike" cap="none" spc="0" baseline="0">
                          <a:solidFill>
                            <a:schemeClr val="lt1"/>
                          </a:solidFill>
                          <a:uFillTx/>
                          <a:latin typeface="Graphik"/>
                          <a:sym typeface="Simplon BP Regular"/>
                        </a:defRPr>
                      </a:lvl9pPr>
                    </a:lstStyle>
                    <a:p>
                      <a:pPr algn="ctr"/>
                      <a:r>
                        <a:rPr lang="pt-BR" sz="1200">
                          <a:solidFill>
                            <a:schemeClr val="bg1"/>
                          </a:solidFill>
                          <a:latin typeface="Simplon BP Regular"/>
                        </a:rPr>
                        <a:t>JULHO</a:t>
                      </a:r>
                    </a:p>
                  </a:txBody>
                  <a:tcPr marL="83127" marR="83127" anchor="ctr">
                    <a:lnL w="762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1" i="0" u="none" strike="noStrike" cap="none" spc="0" baseline="0">
                          <a:solidFill>
                            <a:schemeClr val="lt1"/>
                          </a:solidFill>
                          <a:uFillTx/>
                          <a:latin typeface="Graphik"/>
                          <a:sym typeface="Simplon BP Regular"/>
                        </a:defRPr>
                      </a:lvl1pPr>
                      <a:lvl2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1" i="0" u="none" strike="noStrike" cap="none" spc="0" baseline="0">
                          <a:solidFill>
                            <a:schemeClr val="lt1"/>
                          </a:solidFill>
                          <a:uFillTx/>
                          <a:latin typeface="Graphik"/>
                          <a:sym typeface="Simplon BP Regular"/>
                        </a:defRPr>
                      </a:lvl2pPr>
                      <a:lvl3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1" i="0" u="none" strike="noStrike" cap="none" spc="0" baseline="0">
                          <a:solidFill>
                            <a:schemeClr val="lt1"/>
                          </a:solidFill>
                          <a:uFillTx/>
                          <a:latin typeface="Graphik"/>
                          <a:sym typeface="Simplon BP Regular"/>
                        </a:defRPr>
                      </a:lvl3pPr>
                      <a:lvl4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1" i="0" u="none" strike="noStrike" cap="none" spc="0" baseline="0">
                          <a:solidFill>
                            <a:schemeClr val="lt1"/>
                          </a:solidFill>
                          <a:uFillTx/>
                          <a:latin typeface="Graphik"/>
                          <a:sym typeface="Simplon BP Regular"/>
                        </a:defRPr>
                      </a:lvl4pPr>
                      <a:lvl5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1" i="0" u="none" strike="noStrike" cap="none" spc="0" baseline="0">
                          <a:solidFill>
                            <a:schemeClr val="lt1"/>
                          </a:solidFill>
                          <a:uFillTx/>
                          <a:latin typeface="Graphik"/>
                          <a:sym typeface="Simplon BP Regular"/>
                        </a:defRPr>
                      </a:lvl5pPr>
                      <a:lvl6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1" i="0" u="none" strike="noStrike" cap="none" spc="0" baseline="0">
                          <a:solidFill>
                            <a:schemeClr val="lt1"/>
                          </a:solidFill>
                          <a:uFillTx/>
                          <a:latin typeface="Graphik"/>
                          <a:sym typeface="Simplon BP Regular"/>
                        </a:defRPr>
                      </a:lvl6pPr>
                      <a:lvl7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1" i="0" u="none" strike="noStrike" cap="none" spc="0" baseline="0">
                          <a:solidFill>
                            <a:schemeClr val="lt1"/>
                          </a:solidFill>
                          <a:uFillTx/>
                          <a:latin typeface="Graphik"/>
                          <a:sym typeface="Simplon BP Regular"/>
                        </a:defRPr>
                      </a:lvl7pPr>
                      <a:lvl8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1" i="0" u="none" strike="noStrike" cap="none" spc="0" baseline="0">
                          <a:solidFill>
                            <a:schemeClr val="lt1"/>
                          </a:solidFill>
                          <a:uFillTx/>
                          <a:latin typeface="Graphik"/>
                          <a:sym typeface="Simplon BP Regular"/>
                        </a:defRPr>
                      </a:lvl8pPr>
                      <a:lvl9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1" i="0" u="none" strike="noStrike" cap="none" spc="0" baseline="0">
                          <a:solidFill>
                            <a:schemeClr val="lt1"/>
                          </a:solidFill>
                          <a:uFillTx/>
                          <a:latin typeface="Graphik"/>
                          <a:sym typeface="Simplon BP Regular"/>
                        </a:defRPr>
                      </a:lvl9pPr>
                    </a:lstStyle>
                    <a:p>
                      <a:pPr algn="ctr"/>
                      <a:r>
                        <a:rPr lang="pt-BR" sz="1200">
                          <a:solidFill>
                            <a:schemeClr val="bg1"/>
                          </a:solidFill>
                          <a:latin typeface="Simplon BP Regular"/>
                        </a:rPr>
                        <a:t>AGOSTO</a:t>
                      </a:r>
                    </a:p>
                  </a:txBody>
                  <a:tcPr marL="83127" marR="83127" anchor="ctr">
                    <a:lnL w="762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1" i="0" u="none" strike="noStrike" cap="none" spc="0" baseline="0">
                          <a:solidFill>
                            <a:schemeClr val="lt1"/>
                          </a:solidFill>
                          <a:uFillTx/>
                          <a:latin typeface="Graphik"/>
                          <a:sym typeface="Simplon BP Regular"/>
                        </a:defRPr>
                      </a:lvl1pPr>
                      <a:lvl2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1" i="0" u="none" strike="noStrike" cap="none" spc="0" baseline="0">
                          <a:solidFill>
                            <a:schemeClr val="lt1"/>
                          </a:solidFill>
                          <a:uFillTx/>
                          <a:latin typeface="Graphik"/>
                          <a:sym typeface="Simplon BP Regular"/>
                        </a:defRPr>
                      </a:lvl2pPr>
                      <a:lvl3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1" i="0" u="none" strike="noStrike" cap="none" spc="0" baseline="0">
                          <a:solidFill>
                            <a:schemeClr val="lt1"/>
                          </a:solidFill>
                          <a:uFillTx/>
                          <a:latin typeface="Graphik"/>
                          <a:sym typeface="Simplon BP Regular"/>
                        </a:defRPr>
                      </a:lvl3pPr>
                      <a:lvl4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1" i="0" u="none" strike="noStrike" cap="none" spc="0" baseline="0">
                          <a:solidFill>
                            <a:schemeClr val="lt1"/>
                          </a:solidFill>
                          <a:uFillTx/>
                          <a:latin typeface="Graphik"/>
                          <a:sym typeface="Simplon BP Regular"/>
                        </a:defRPr>
                      </a:lvl4pPr>
                      <a:lvl5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1" i="0" u="none" strike="noStrike" cap="none" spc="0" baseline="0">
                          <a:solidFill>
                            <a:schemeClr val="lt1"/>
                          </a:solidFill>
                          <a:uFillTx/>
                          <a:latin typeface="Graphik"/>
                          <a:sym typeface="Simplon BP Regular"/>
                        </a:defRPr>
                      </a:lvl5pPr>
                      <a:lvl6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1" i="0" u="none" strike="noStrike" cap="none" spc="0" baseline="0">
                          <a:solidFill>
                            <a:schemeClr val="lt1"/>
                          </a:solidFill>
                          <a:uFillTx/>
                          <a:latin typeface="Graphik"/>
                          <a:sym typeface="Simplon BP Regular"/>
                        </a:defRPr>
                      </a:lvl6pPr>
                      <a:lvl7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1" i="0" u="none" strike="noStrike" cap="none" spc="0" baseline="0">
                          <a:solidFill>
                            <a:schemeClr val="lt1"/>
                          </a:solidFill>
                          <a:uFillTx/>
                          <a:latin typeface="Graphik"/>
                          <a:sym typeface="Simplon BP Regular"/>
                        </a:defRPr>
                      </a:lvl7pPr>
                      <a:lvl8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1" i="0" u="none" strike="noStrike" cap="none" spc="0" baseline="0">
                          <a:solidFill>
                            <a:schemeClr val="lt1"/>
                          </a:solidFill>
                          <a:uFillTx/>
                          <a:latin typeface="Graphik"/>
                          <a:sym typeface="Simplon BP Regular"/>
                        </a:defRPr>
                      </a:lvl8pPr>
                      <a:lvl9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1" i="0" u="none" strike="noStrike" cap="none" spc="0" baseline="0">
                          <a:solidFill>
                            <a:schemeClr val="lt1"/>
                          </a:solidFill>
                          <a:uFillTx/>
                          <a:latin typeface="Graphik"/>
                          <a:sym typeface="Simplon BP Regular"/>
                        </a:defRPr>
                      </a:lvl9pPr>
                    </a:lstStyle>
                    <a:p>
                      <a:pPr algn="ctr"/>
                      <a:r>
                        <a:rPr lang="pt-BR" sz="1200">
                          <a:solidFill>
                            <a:schemeClr val="bg1"/>
                          </a:solidFill>
                          <a:latin typeface="Simplon BP Regular"/>
                        </a:rPr>
                        <a:t>SETEMBRO</a:t>
                      </a:r>
                    </a:p>
                  </a:txBody>
                  <a:tcPr marL="83127" marR="83127" anchor="ctr">
                    <a:lnL w="762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1" i="0" u="none" strike="noStrike" cap="none" spc="0" baseline="0">
                          <a:solidFill>
                            <a:schemeClr val="lt1"/>
                          </a:solidFill>
                          <a:uFillTx/>
                          <a:latin typeface="Graphik"/>
                          <a:sym typeface="Simplon BP Regular"/>
                        </a:defRPr>
                      </a:lvl1pPr>
                      <a:lvl2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1" i="0" u="none" strike="noStrike" cap="none" spc="0" baseline="0">
                          <a:solidFill>
                            <a:schemeClr val="lt1"/>
                          </a:solidFill>
                          <a:uFillTx/>
                          <a:latin typeface="Graphik"/>
                          <a:sym typeface="Simplon BP Regular"/>
                        </a:defRPr>
                      </a:lvl2pPr>
                      <a:lvl3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1" i="0" u="none" strike="noStrike" cap="none" spc="0" baseline="0">
                          <a:solidFill>
                            <a:schemeClr val="lt1"/>
                          </a:solidFill>
                          <a:uFillTx/>
                          <a:latin typeface="Graphik"/>
                          <a:sym typeface="Simplon BP Regular"/>
                        </a:defRPr>
                      </a:lvl3pPr>
                      <a:lvl4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1" i="0" u="none" strike="noStrike" cap="none" spc="0" baseline="0">
                          <a:solidFill>
                            <a:schemeClr val="lt1"/>
                          </a:solidFill>
                          <a:uFillTx/>
                          <a:latin typeface="Graphik"/>
                          <a:sym typeface="Simplon BP Regular"/>
                        </a:defRPr>
                      </a:lvl4pPr>
                      <a:lvl5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1" i="0" u="none" strike="noStrike" cap="none" spc="0" baseline="0">
                          <a:solidFill>
                            <a:schemeClr val="lt1"/>
                          </a:solidFill>
                          <a:uFillTx/>
                          <a:latin typeface="Graphik"/>
                          <a:sym typeface="Simplon BP Regular"/>
                        </a:defRPr>
                      </a:lvl5pPr>
                      <a:lvl6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1" i="0" u="none" strike="noStrike" cap="none" spc="0" baseline="0">
                          <a:solidFill>
                            <a:schemeClr val="lt1"/>
                          </a:solidFill>
                          <a:uFillTx/>
                          <a:latin typeface="Graphik"/>
                          <a:sym typeface="Simplon BP Regular"/>
                        </a:defRPr>
                      </a:lvl6pPr>
                      <a:lvl7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1" i="0" u="none" strike="noStrike" cap="none" spc="0" baseline="0">
                          <a:solidFill>
                            <a:schemeClr val="lt1"/>
                          </a:solidFill>
                          <a:uFillTx/>
                          <a:latin typeface="Graphik"/>
                          <a:sym typeface="Simplon BP Regular"/>
                        </a:defRPr>
                      </a:lvl7pPr>
                      <a:lvl8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1" i="0" u="none" strike="noStrike" cap="none" spc="0" baseline="0">
                          <a:solidFill>
                            <a:schemeClr val="lt1"/>
                          </a:solidFill>
                          <a:uFillTx/>
                          <a:latin typeface="Graphik"/>
                          <a:sym typeface="Simplon BP Regular"/>
                        </a:defRPr>
                      </a:lvl8pPr>
                      <a:lvl9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1" i="0" u="none" strike="noStrike" cap="none" spc="0" baseline="0">
                          <a:solidFill>
                            <a:schemeClr val="lt1"/>
                          </a:solidFill>
                          <a:uFillTx/>
                          <a:latin typeface="Graphik"/>
                          <a:sym typeface="Simplon BP Regular"/>
                        </a:defRPr>
                      </a:lvl9pPr>
                    </a:lstStyle>
                    <a:p>
                      <a:pPr algn="ctr"/>
                      <a:r>
                        <a:rPr lang="pt-BR" sz="1200">
                          <a:solidFill>
                            <a:schemeClr val="bg1"/>
                          </a:solidFill>
                          <a:latin typeface="Simplon BP Regular"/>
                        </a:rPr>
                        <a:t>OUTUBRO</a:t>
                      </a:r>
                    </a:p>
                  </a:txBody>
                  <a:tcPr marL="83127" marR="83127" anchor="ctr">
                    <a:lnL w="762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b="1" i="0" u="none" strike="noStrike" cap="none" spc="0" baseline="0">
                          <a:solidFill>
                            <a:schemeClr val="bg1"/>
                          </a:solidFill>
                          <a:uFillTx/>
                          <a:latin typeface="Simplon BP Bold"/>
                          <a:ea typeface="+mn-ea"/>
                          <a:cs typeface="+mn-cs"/>
                          <a:sym typeface="Simplon BP Regular"/>
                        </a:rPr>
                        <a:t>NOVEMBRO</a:t>
                      </a:r>
                    </a:p>
                  </a:txBody>
                  <a:tcPr marL="83127" marR="83127" anchor="ctr">
                    <a:lnL w="762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83838771"/>
                  </a:ext>
                </a:extLst>
              </a:tr>
              <a:tr h="4464000">
                <a:tc>
                  <a:txBody>
                    <a:bodyPr/>
                    <a:lstStyle>
                      <a:lvl1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dk1"/>
                          </a:solidFill>
                          <a:uFillTx/>
                          <a:latin typeface="Graphik"/>
                          <a:sym typeface="Simplon BP Regular"/>
                        </a:defRPr>
                      </a:lvl1pPr>
                      <a:lvl2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dk1"/>
                          </a:solidFill>
                          <a:uFillTx/>
                          <a:latin typeface="Graphik"/>
                          <a:sym typeface="Simplon BP Regular"/>
                        </a:defRPr>
                      </a:lvl2pPr>
                      <a:lvl3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dk1"/>
                          </a:solidFill>
                          <a:uFillTx/>
                          <a:latin typeface="Graphik"/>
                          <a:sym typeface="Simplon BP Regular"/>
                        </a:defRPr>
                      </a:lvl3pPr>
                      <a:lvl4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dk1"/>
                          </a:solidFill>
                          <a:uFillTx/>
                          <a:latin typeface="Graphik"/>
                          <a:sym typeface="Simplon BP Regular"/>
                        </a:defRPr>
                      </a:lvl4pPr>
                      <a:lvl5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dk1"/>
                          </a:solidFill>
                          <a:uFillTx/>
                          <a:latin typeface="Graphik"/>
                          <a:sym typeface="Simplon BP Regular"/>
                        </a:defRPr>
                      </a:lvl5pPr>
                      <a:lvl6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dk1"/>
                          </a:solidFill>
                          <a:uFillTx/>
                          <a:latin typeface="Graphik"/>
                          <a:sym typeface="Simplon BP Regular"/>
                        </a:defRPr>
                      </a:lvl6pPr>
                      <a:lvl7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dk1"/>
                          </a:solidFill>
                          <a:uFillTx/>
                          <a:latin typeface="Graphik"/>
                          <a:sym typeface="Simplon BP Regular"/>
                        </a:defRPr>
                      </a:lvl7pPr>
                      <a:lvl8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dk1"/>
                          </a:solidFill>
                          <a:uFillTx/>
                          <a:latin typeface="Graphik"/>
                          <a:sym typeface="Simplon BP Regular"/>
                        </a:defRPr>
                      </a:lvl8pPr>
                      <a:lvl9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dk1"/>
                          </a:solidFill>
                          <a:uFillTx/>
                          <a:latin typeface="Graphik"/>
                          <a:sym typeface="Simplon BP Regular"/>
                        </a:defRPr>
                      </a:lvl9pPr>
                    </a:lstStyle>
                    <a:p>
                      <a:pPr algn="ctr"/>
                      <a:endParaRPr lang="pt-BR" sz="1200">
                        <a:latin typeface="Simplon BP Regular"/>
                      </a:endParaRPr>
                    </a:p>
                  </a:txBody>
                  <a:tcPr marL="83127" marR="83127" anchor="ctr">
                    <a:lnL w="762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85000"/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dk1"/>
                          </a:solidFill>
                          <a:uFillTx/>
                          <a:latin typeface="Graphik"/>
                          <a:sym typeface="Simplon BP Regular"/>
                        </a:defRPr>
                      </a:lvl1pPr>
                      <a:lvl2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dk1"/>
                          </a:solidFill>
                          <a:uFillTx/>
                          <a:latin typeface="Graphik"/>
                          <a:sym typeface="Simplon BP Regular"/>
                        </a:defRPr>
                      </a:lvl2pPr>
                      <a:lvl3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dk1"/>
                          </a:solidFill>
                          <a:uFillTx/>
                          <a:latin typeface="Graphik"/>
                          <a:sym typeface="Simplon BP Regular"/>
                        </a:defRPr>
                      </a:lvl3pPr>
                      <a:lvl4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dk1"/>
                          </a:solidFill>
                          <a:uFillTx/>
                          <a:latin typeface="Graphik"/>
                          <a:sym typeface="Simplon BP Regular"/>
                        </a:defRPr>
                      </a:lvl4pPr>
                      <a:lvl5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dk1"/>
                          </a:solidFill>
                          <a:uFillTx/>
                          <a:latin typeface="Graphik"/>
                          <a:sym typeface="Simplon BP Regular"/>
                        </a:defRPr>
                      </a:lvl5pPr>
                      <a:lvl6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dk1"/>
                          </a:solidFill>
                          <a:uFillTx/>
                          <a:latin typeface="Graphik"/>
                          <a:sym typeface="Simplon BP Regular"/>
                        </a:defRPr>
                      </a:lvl6pPr>
                      <a:lvl7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dk1"/>
                          </a:solidFill>
                          <a:uFillTx/>
                          <a:latin typeface="Graphik"/>
                          <a:sym typeface="Simplon BP Regular"/>
                        </a:defRPr>
                      </a:lvl7pPr>
                      <a:lvl8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dk1"/>
                          </a:solidFill>
                          <a:uFillTx/>
                          <a:latin typeface="Graphik"/>
                          <a:sym typeface="Simplon BP Regular"/>
                        </a:defRPr>
                      </a:lvl8pPr>
                      <a:lvl9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dk1"/>
                          </a:solidFill>
                          <a:uFillTx/>
                          <a:latin typeface="Graphik"/>
                          <a:sym typeface="Simplon BP Regular"/>
                        </a:defRPr>
                      </a:lvl9pPr>
                    </a:lstStyle>
                    <a:p>
                      <a:pPr algn="ctr"/>
                      <a:endParaRPr lang="pt-BR" sz="1200">
                        <a:latin typeface="Simplon BP Regular"/>
                      </a:endParaRPr>
                    </a:p>
                  </a:txBody>
                  <a:tcPr marL="83127" marR="83127" anchor="ctr">
                    <a:lnL w="762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85000"/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dk1"/>
                          </a:solidFill>
                          <a:uFillTx/>
                          <a:latin typeface="Graphik"/>
                          <a:sym typeface="Simplon BP Regular"/>
                        </a:defRPr>
                      </a:lvl1pPr>
                      <a:lvl2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dk1"/>
                          </a:solidFill>
                          <a:uFillTx/>
                          <a:latin typeface="Graphik"/>
                          <a:sym typeface="Simplon BP Regular"/>
                        </a:defRPr>
                      </a:lvl2pPr>
                      <a:lvl3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dk1"/>
                          </a:solidFill>
                          <a:uFillTx/>
                          <a:latin typeface="Graphik"/>
                          <a:sym typeface="Simplon BP Regular"/>
                        </a:defRPr>
                      </a:lvl3pPr>
                      <a:lvl4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dk1"/>
                          </a:solidFill>
                          <a:uFillTx/>
                          <a:latin typeface="Graphik"/>
                          <a:sym typeface="Simplon BP Regular"/>
                        </a:defRPr>
                      </a:lvl4pPr>
                      <a:lvl5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dk1"/>
                          </a:solidFill>
                          <a:uFillTx/>
                          <a:latin typeface="Graphik"/>
                          <a:sym typeface="Simplon BP Regular"/>
                        </a:defRPr>
                      </a:lvl5pPr>
                      <a:lvl6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dk1"/>
                          </a:solidFill>
                          <a:uFillTx/>
                          <a:latin typeface="Graphik"/>
                          <a:sym typeface="Simplon BP Regular"/>
                        </a:defRPr>
                      </a:lvl6pPr>
                      <a:lvl7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dk1"/>
                          </a:solidFill>
                          <a:uFillTx/>
                          <a:latin typeface="Graphik"/>
                          <a:sym typeface="Simplon BP Regular"/>
                        </a:defRPr>
                      </a:lvl7pPr>
                      <a:lvl8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dk1"/>
                          </a:solidFill>
                          <a:uFillTx/>
                          <a:latin typeface="Graphik"/>
                          <a:sym typeface="Simplon BP Regular"/>
                        </a:defRPr>
                      </a:lvl8pPr>
                      <a:lvl9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dk1"/>
                          </a:solidFill>
                          <a:uFillTx/>
                          <a:latin typeface="Graphik"/>
                          <a:sym typeface="Simplon BP Regular"/>
                        </a:defRPr>
                      </a:lvl9pPr>
                    </a:lstStyle>
                    <a:p>
                      <a:pPr algn="ctr"/>
                      <a:endParaRPr lang="pt-BR" sz="1200">
                        <a:latin typeface="Simplon BP Regular"/>
                      </a:endParaRPr>
                    </a:p>
                  </a:txBody>
                  <a:tcPr marL="83127" marR="83127" anchor="ctr">
                    <a:lnL w="762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85000"/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dk1"/>
                          </a:solidFill>
                          <a:uFillTx/>
                          <a:latin typeface="Graphik"/>
                          <a:sym typeface="Simplon BP Regular"/>
                        </a:defRPr>
                      </a:lvl1pPr>
                      <a:lvl2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dk1"/>
                          </a:solidFill>
                          <a:uFillTx/>
                          <a:latin typeface="Graphik"/>
                          <a:sym typeface="Simplon BP Regular"/>
                        </a:defRPr>
                      </a:lvl2pPr>
                      <a:lvl3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dk1"/>
                          </a:solidFill>
                          <a:uFillTx/>
                          <a:latin typeface="Graphik"/>
                          <a:sym typeface="Simplon BP Regular"/>
                        </a:defRPr>
                      </a:lvl3pPr>
                      <a:lvl4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dk1"/>
                          </a:solidFill>
                          <a:uFillTx/>
                          <a:latin typeface="Graphik"/>
                          <a:sym typeface="Simplon BP Regular"/>
                        </a:defRPr>
                      </a:lvl4pPr>
                      <a:lvl5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dk1"/>
                          </a:solidFill>
                          <a:uFillTx/>
                          <a:latin typeface="Graphik"/>
                          <a:sym typeface="Simplon BP Regular"/>
                        </a:defRPr>
                      </a:lvl5pPr>
                      <a:lvl6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dk1"/>
                          </a:solidFill>
                          <a:uFillTx/>
                          <a:latin typeface="Graphik"/>
                          <a:sym typeface="Simplon BP Regular"/>
                        </a:defRPr>
                      </a:lvl6pPr>
                      <a:lvl7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dk1"/>
                          </a:solidFill>
                          <a:uFillTx/>
                          <a:latin typeface="Graphik"/>
                          <a:sym typeface="Simplon BP Regular"/>
                        </a:defRPr>
                      </a:lvl7pPr>
                      <a:lvl8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dk1"/>
                          </a:solidFill>
                          <a:uFillTx/>
                          <a:latin typeface="Graphik"/>
                          <a:sym typeface="Simplon BP Regular"/>
                        </a:defRPr>
                      </a:lvl8pPr>
                      <a:lvl9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dk1"/>
                          </a:solidFill>
                          <a:uFillTx/>
                          <a:latin typeface="Graphik"/>
                          <a:sym typeface="Simplon BP Regular"/>
                        </a:defRPr>
                      </a:lvl9pPr>
                    </a:lstStyle>
                    <a:p>
                      <a:pPr algn="ctr"/>
                      <a:endParaRPr lang="pt-BR" sz="1200">
                        <a:latin typeface="Simplon BP Regular"/>
                      </a:endParaRPr>
                    </a:p>
                  </a:txBody>
                  <a:tcPr marL="83127" marR="83127" anchor="ctr">
                    <a:lnL w="762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85000"/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dk1"/>
                          </a:solidFill>
                          <a:uFillTx/>
                          <a:latin typeface="Graphik"/>
                          <a:sym typeface="Simplon BP Regular"/>
                        </a:defRPr>
                      </a:lvl1pPr>
                      <a:lvl2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dk1"/>
                          </a:solidFill>
                          <a:uFillTx/>
                          <a:latin typeface="Graphik"/>
                          <a:sym typeface="Simplon BP Regular"/>
                        </a:defRPr>
                      </a:lvl2pPr>
                      <a:lvl3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dk1"/>
                          </a:solidFill>
                          <a:uFillTx/>
                          <a:latin typeface="Graphik"/>
                          <a:sym typeface="Simplon BP Regular"/>
                        </a:defRPr>
                      </a:lvl3pPr>
                      <a:lvl4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dk1"/>
                          </a:solidFill>
                          <a:uFillTx/>
                          <a:latin typeface="Graphik"/>
                          <a:sym typeface="Simplon BP Regular"/>
                        </a:defRPr>
                      </a:lvl4pPr>
                      <a:lvl5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dk1"/>
                          </a:solidFill>
                          <a:uFillTx/>
                          <a:latin typeface="Graphik"/>
                          <a:sym typeface="Simplon BP Regular"/>
                        </a:defRPr>
                      </a:lvl5pPr>
                      <a:lvl6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dk1"/>
                          </a:solidFill>
                          <a:uFillTx/>
                          <a:latin typeface="Graphik"/>
                          <a:sym typeface="Simplon BP Regular"/>
                        </a:defRPr>
                      </a:lvl6pPr>
                      <a:lvl7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dk1"/>
                          </a:solidFill>
                          <a:uFillTx/>
                          <a:latin typeface="Graphik"/>
                          <a:sym typeface="Simplon BP Regular"/>
                        </a:defRPr>
                      </a:lvl7pPr>
                      <a:lvl8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dk1"/>
                          </a:solidFill>
                          <a:uFillTx/>
                          <a:latin typeface="Graphik"/>
                          <a:sym typeface="Simplon BP Regular"/>
                        </a:defRPr>
                      </a:lvl8pPr>
                      <a:lvl9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dk1"/>
                          </a:solidFill>
                          <a:uFillTx/>
                          <a:latin typeface="Graphik"/>
                          <a:sym typeface="Simplon BP Regular"/>
                        </a:defRPr>
                      </a:lvl9pPr>
                    </a:lstStyle>
                    <a:p>
                      <a:pPr algn="ctr"/>
                      <a:endParaRPr lang="pt-BR" sz="1200">
                        <a:latin typeface="Simplon BP Regular"/>
                      </a:endParaRPr>
                    </a:p>
                  </a:txBody>
                  <a:tcPr marL="83127" marR="83127" anchor="ctr">
                    <a:lnL w="762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85000"/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200"/>
                    </a:p>
                  </a:txBody>
                  <a:tcPr marL="83127" marR="83127" anchor="ctr">
                    <a:lnL w="762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85000"/>
                        <a:alpha val="3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5513756"/>
                  </a:ext>
                </a:extLst>
              </a:tr>
            </a:tbl>
          </a:graphicData>
        </a:graphic>
      </p:graphicFrame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31424D3-0069-5390-CEE4-3FB1723DB61D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CB4B4D-7CA3-9044-876B-883B54F8677D}" type="slidenum">
              <a:rPr kumimoji="0" lang="en-US" sz="1200" b="0" i="0" u="none" strike="noStrike" kern="0" cap="none" spc="0" normalizeH="0" baseline="0" noProof="0" smtClean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Simplon BP Regular"/>
                <a:sym typeface="Simplon BP Regular"/>
              </a:rPr>
              <a:pPr marL="0" marR="0" lvl="0" indent="0" algn="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sz="1200" b="0" i="0" u="none" strike="noStrike" kern="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Simplon BP Regular"/>
              <a:sym typeface="Simplon BP Regular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2050BBC-73CE-011C-9051-CC39B73D48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pt-BR" sz="2800">
                <a:solidFill>
                  <a:schemeClr val="accent6"/>
                </a:solidFill>
              </a:rPr>
              <a:t>Plano de Trabalho alto nível - Pessoas</a:t>
            </a:r>
            <a:endParaRPr lang="en-US" sz="2800">
              <a:solidFill>
                <a:schemeClr val="accent6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4E7CA93-EC42-FFB7-92C9-DDF4CD538C38}"/>
              </a:ext>
            </a:extLst>
          </p:cNvPr>
          <p:cNvSpPr/>
          <p:nvPr/>
        </p:nvSpPr>
        <p:spPr>
          <a:xfrm>
            <a:off x="390418" y="1207368"/>
            <a:ext cx="1078786" cy="86400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1905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spcFirstLastPara="0" vert="horz" wrap="square" lIns="72000" tIns="36000" rIns="72000" bIns="6350" numCol="1" spcCol="1270" rtlCol="0" anchor="ctr" anchorCtr="0">
            <a:noAutofit/>
          </a:bodyPr>
          <a:lstStyle/>
          <a:p>
            <a:pPr marL="0" marR="0" lvl="0" indent="0" algn="l" defTabSz="4445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100" b="1" i="1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Simplon BP Regular"/>
                <a:ea typeface="+mn-ea"/>
                <a:cs typeface="Helvetica"/>
                <a:sym typeface="Simplon BP Regular"/>
              </a:rPr>
              <a:t>PERÍMETRO PESSOAS</a:t>
            </a:r>
            <a:endParaRPr kumimoji="0" lang="en-US" sz="1100" b="1" i="1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Simplon BP Regular"/>
              <a:ea typeface="+mn-ea"/>
              <a:cs typeface="Helvetica"/>
              <a:sym typeface="Simplon BP Regular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B54913E-8C09-2F41-C76B-75D0BD0F9DBA}"/>
              </a:ext>
            </a:extLst>
          </p:cNvPr>
          <p:cNvSpPr/>
          <p:nvPr/>
        </p:nvSpPr>
        <p:spPr>
          <a:xfrm>
            <a:off x="390418" y="2133894"/>
            <a:ext cx="1078786" cy="86400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1905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spcFirstLastPara="0" vert="horz" wrap="square" lIns="72000" tIns="36000" rIns="72000" bIns="6350" numCol="1" spcCol="1270" rtlCol="0" anchor="ctr" anchorCtr="0">
            <a:noAutofit/>
          </a:bodyPr>
          <a:lstStyle/>
          <a:p>
            <a:pPr marL="0" marR="0" lvl="0" indent="0" algn="l" defTabSz="4445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100" b="1" i="1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Simplon BP Regular"/>
                <a:ea typeface="+mn-ea"/>
                <a:cs typeface="Helvetica"/>
                <a:sym typeface="Simplon BP Regular"/>
              </a:rPr>
              <a:t>PROPOSTA ORGANIZAÇÃO</a:t>
            </a:r>
            <a:endParaRPr kumimoji="0" lang="en-US" sz="1100" b="1" i="1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Simplon BP Regular"/>
              <a:ea typeface="+mn-ea"/>
              <a:cs typeface="Helvetica"/>
              <a:sym typeface="Simplon BP Regular"/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FCC97739-AFCD-0816-C0A5-2A8398FCC83F}"/>
              </a:ext>
            </a:extLst>
          </p:cNvPr>
          <p:cNvCxnSpPr/>
          <p:nvPr/>
        </p:nvCxnSpPr>
        <p:spPr>
          <a:xfrm>
            <a:off x="400692" y="1154608"/>
            <a:ext cx="1068512" cy="0"/>
          </a:xfrm>
          <a:prstGeom prst="line">
            <a:avLst/>
          </a:prstGeom>
          <a:noFill/>
          <a:ln w="25400" cap="flat">
            <a:solidFill>
              <a:schemeClr val="accent1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221E5828-143D-82FC-600F-756A6D92D638}"/>
              </a:ext>
            </a:extLst>
          </p:cNvPr>
          <p:cNvSpPr txBox="1"/>
          <p:nvPr/>
        </p:nvSpPr>
        <p:spPr>
          <a:xfrm>
            <a:off x="400692" y="906535"/>
            <a:ext cx="504946" cy="18466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t">
            <a:spAutoFit/>
          </a:bodyPr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200" b="1" i="0" u="none" strike="noStrike" kern="0" cap="none" spc="0" normalizeH="0" baseline="0" noProof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Simplon BP Regular"/>
                <a:ea typeface="+mj-ea"/>
                <a:cs typeface="+mj-cs"/>
                <a:sym typeface="Simplon BP Regular"/>
              </a:rPr>
              <a:t>FRENTE</a:t>
            </a:r>
            <a:endParaRPr kumimoji="0" lang="en-US" sz="1200" b="1" i="0" u="none" strike="noStrike" kern="0" cap="none" spc="0" normalizeH="0" baseline="0" noProof="0">
              <a:ln>
                <a:noFill/>
              </a:ln>
              <a:solidFill>
                <a:srgbClr val="535353"/>
              </a:solidFill>
              <a:effectLst/>
              <a:uLnTx/>
              <a:uFillTx/>
              <a:latin typeface="Simplon BP Regular"/>
              <a:ea typeface="+mj-ea"/>
              <a:cs typeface="+mj-cs"/>
              <a:sym typeface="Simplon BP Regular"/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1E34597-5706-B6E5-2FF6-8D94D954B9A3}"/>
              </a:ext>
            </a:extLst>
          </p:cNvPr>
          <p:cNvCxnSpPr>
            <a:cxnSpLocks/>
          </p:cNvCxnSpPr>
          <p:nvPr/>
        </p:nvCxnSpPr>
        <p:spPr>
          <a:xfrm>
            <a:off x="1623316" y="1154608"/>
            <a:ext cx="3647327" cy="0"/>
          </a:xfrm>
          <a:prstGeom prst="line">
            <a:avLst/>
          </a:prstGeom>
          <a:noFill/>
          <a:ln w="25400" cap="flat">
            <a:solidFill>
              <a:schemeClr val="accent1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DD9B6FA6-3CDD-9331-5F3D-F2B4FA484C15}"/>
              </a:ext>
            </a:extLst>
          </p:cNvPr>
          <p:cNvSpPr txBox="1"/>
          <p:nvPr/>
        </p:nvSpPr>
        <p:spPr>
          <a:xfrm>
            <a:off x="1623316" y="906535"/>
            <a:ext cx="1538883" cy="18466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t">
            <a:spAutoFit/>
          </a:bodyPr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200" b="1" i="0" u="none" strike="noStrike" kern="0" cap="none" spc="0" normalizeH="0" baseline="0" noProof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Simplon BP Regular"/>
                <a:ea typeface="+mj-ea"/>
                <a:cs typeface="+mj-cs"/>
                <a:sym typeface="Simplon BP Regular"/>
              </a:rPr>
              <a:t>PRINCIPAIS ATIVIDADES</a:t>
            </a:r>
            <a:endParaRPr kumimoji="0" lang="en-US" sz="1200" b="1" i="0" u="none" strike="noStrike" kern="0" cap="none" spc="0" normalizeH="0" baseline="0" noProof="0">
              <a:ln>
                <a:noFill/>
              </a:ln>
              <a:solidFill>
                <a:srgbClr val="535353"/>
              </a:solidFill>
              <a:effectLst/>
              <a:uLnTx/>
              <a:uFillTx/>
              <a:latin typeface="Simplon BP Regular"/>
              <a:ea typeface="+mj-ea"/>
              <a:cs typeface="+mj-cs"/>
              <a:sym typeface="Simplon BP Regular"/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18E80CFF-EBA2-F882-683A-DE9F587D214C}"/>
              </a:ext>
            </a:extLst>
          </p:cNvPr>
          <p:cNvSpPr/>
          <p:nvPr/>
        </p:nvSpPr>
        <p:spPr>
          <a:xfrm>
            <a:off x="390418" y="3037270"/>
            <a:ext cx="1078786" cy="86400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1905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spcFirstLastPara="0" vert="horz" wrap="square" lIns="72000" tIns="36000" rIns="72000" bIns="6350" numCol="1" spcCol="1270" rtlCol="0" anchor="ctr" anchorCtr="0">
            <a:noAutofit/>
          </a:bodyPr>
          <a:lstStyle/>
          <a:p>
            <a:pPr marL="0" marR="0" lvl="0" indent="0" algn="l" defTabSz="4445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100" b="1" i="1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Simplon BP Regular"/>
                <a:ea typeface="+mn-ea"/>
                <a:cs typeface="Helvetica"/>
                <a:sym typeface="Simplon BP Regular"/>
              </a:rPr>
              <a:t>FOLHA DE PAGAMENTO  E SINDICATOS</a:t>
            </a:r>
            <a:endParaRPr kumimoji="0" lang="en-US" sz="1100" b="1" i="1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Simplon BP Regular"/>
              <a:ea typeface="+mn-ea"/>
              <a:cs typeface="Helvetica"/>
              <a:sym typeface="Simplon BP Regular"/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09BA05EE-8D03-4DF2-CC11-A46EEDE18CE3}"/>
              </a:ext>
            </a:extLst>
          </p:cNvPr>
          <p:cNvSpPr/>
          <p:nvPr/>
        </p:nvSpPr>
        <p:spPr>
          <a:xfrm>
            <a:off x="390418" y="3929071"/>
            <a:ext cx="1078786" cy="86400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1905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spcFirstLastPara="0" vert="horz" wrap="square" lIns="72000" tIns="36000" rIns="72000" bIns="6350" numCol="1" spcCol="1270" rtlCol="0" anchor="ctr" anchorCtr="0">
            <a:noAutofit/>
          </a:bodyPr>
          <a:lstStyle/>
          <a:p>
            <a:pPr marL="0" marR="0" lvl="0" indent="0" algn="l" defTabSz="4445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100" b="1" i="1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Simplon BP Regular"/>
                <a:ea typeface="+mn-ea"/>
                <a:cs typeface="Helvetica"/>
                <a:sym typeface="Simplon BP Regular"/>
              </a:rPr>
              <a:t>TSA</a:t>
            </a:r>
            <a:endParaRPr kumimoji="0" lang="en-US" sz="1100" b="1" i="1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Simplon BP Regular"/>
              <a:ea typeface="+mn-ea"/>
              <a:cs typeface="Helvetica"/>
              <a:sym typeface="Simplon BP Regular"/>
            </a:endParaRP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C2BA05D8-9EE5-0C9E-AA30-67D804DC0BDA}"/>
              </a:ext>
            </a:extLst>
          </p:cNvPr>
          <p:cNvSpPr/>
          <p:nvPr/>
        </p:nvSpPr>
        <p:spPr>
          <a:xfrm>
            <a:off x="390418" y="4820870"/>
            <a:ext cx="1078786" cy="86400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1905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spcFirstLastPara="0" vert="horz" wrap="square" lIns="72000" tIns="36000" rIns="72000" bIns="6350" numCol="1" spcCol="1270" rtlCol="0" anchor="ctr" anchorCtr="0">
            <a:noAutofit/>
          </a:bodyPr>
          <a:lstStyle/>
          <a:p>
            <a:pPr marL="0" marR="0" lvl="0" indent="0" algn="l" defTabSz="4445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100" b="1" i="1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Simplon BP Regular"/>
                <a:ea typeface="+mn-ea"/>
                <a:cs typeface="Helvetica"/>
                <a:sym typeface="Simplon BP Regular"/>
              </a:rPr>
              <a:t>PLANO DE TRANSIÇÃO E COMUNICAÇÃO</a:t>
            </a:r>
            <a:endParaRPr kumimoji="0" lang="en-US" sz="1100" b="1" i="1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Simplon BP Regular"/>
              <a:ea typeface="+mn-ea"/>
              <a:cs typeface="Helvetica"/>
              <a:sym typeface="Simplon BP Regular"/>
            </a:endParaRPr>
          </a:p>
        </p:txBody>
      </p:sp>
      <p:sp>
        <p:nvSpPr>
          <p:cNvPr id="59" name="TextBox 8">
            <a:extLst>
              <a:ext uri="{FF2B5EF4-FFF2-40B4-BE49-F238E27FC236}">
                <a16:creationId xmlns:a16="http://schemas.microsoft.com/office/drawing/2014/main" id="{A8FBC4FC-0096-0CDD-B2E9-135B0CBF352C}"/>
              </a:ext>
            </a:extLst>
          </p:cNvPr>
          <p:cNvSpPr txBox="1"/>
          <p:nvPr/>
        </p:nvSpPr>
        <p:spPr>
          <a:xfrm>
            <a:off x="1539413" y="4980915"/>
            <a:ext cx="3609477" cy="55399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/>
          <a:p>
            <a:pPr marL="171450" marR="0" lvl="0" indent="-17145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pt-BR" sz="1200" b="0" i="0" u="none" strike="noStrike" kern="0" cap="none" spc="0" normalizeH="0" baseline="0" noProof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Simplon BP Regular"/>
                <a:sym typeface="Simplon BP Regular"/>
              </a:rPr>
              <a:t>Mapeamento de impactos organizacionais</a:t>
            </a:r>
          </a:p>
          <a:p>
            <a:pPr marL="171450" marR="0" lvl="0" indent="-17145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pt-BR" sz="1200" b="0" i="0" u="none" strike="noStrike" kern="0" cap="none" spc="0" normalizeH="0" baseline="0" noProof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Simplon BP Regular"/>
                <a:sym typeface="Simplon BP Regular"/>
              </a:rPr>
              <a:t>Condução de campanha de comunicação interna</a:t>
            </a:r>
          </a:p>
          <a:p>
            <a:pPr marL="171450" marR="0" lvl="0" indent="-17145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pt-BR" sz="1200" b="0" i="0" u="none" strike="noStrike" kern="0" cap="none" spc="0" normalizeH="0" baseline="0" noProof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Simplon BP Regular"/>
                <a:sym typeface="Simplon BP Regular"/>
              </a:rPr>
              <a:t>Plano de transição e comunicação</a:t>
            </a:r>
          </a:p>
        </p:txBody>
      </p:sp>
      <p:sp>
        <p:nvSpPr>
          <p:cNvPr id="61" name="TextBox 8">
            <a:extLst>
              <a:ext uri="{FF2B5EF4-FFF2-40B4-BE49-F238E27FC236}">
                <a16:creationId xmlns:a16="http://schemas.microsoft.com/office/drawing/2014/main" id="{A402587F-0EA4-F325-31CE-70BC371B19DB}"/>
              </a:ext>
            </a:extLst>
          </p:cNvPr>
          <p:cNvSpPr txBox="1"/>
          <p:nvPr/>
        </p:nvSpPr>
        <p:spPr>
          <a:xfrm>
            <a:off x="1539413" y="1339745"/>
            <a:ext cx="3609477" cy="55399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/>
          <a:p>
            <a:pPr marL="171450" marR="0" lvl="0" indent="-17145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pt-BR" sz="1200" b="0" i="0" u="none" strike="noStrike" kern="0" cap="none" spc="0" normalizeH="0" baseline="0" noProof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Simplon BP Regular"/>
                <a:ea typeface="+mj-ea"/>
                <a:cs typeface="+mj-cs"/>
                <a:sym typeface="Simplon BP Regular"/>
              </a:rPr>
              <a:t>Estratégia sobre estrutura de pessoas</a:t>
            </a:r>
          </a:p>
          <a:p>
            <a:pPr marL="171450" marR="0" lvl="0" indent="-17145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pt-BR" sz="1200" b="0" i="0" u="none" strike="noStrike" kern="0" cap="none" spc="0" normalizeH="0" baseline="0" noProof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Simplon BP Regular"/>
                <a:ea typeface="+mj-ea"/>
                <a:cs typeface="+mj-cs"/>
                <a:sym typeface="Simplon BP Regular"/>
              </a:rPr>
              <a:t>Análise de impactos no perímetro</a:t>
            </a:r>
          </a:p>
          <a:p>
            <a:pPr marL="171450" marR="0" lvl="0" indent="-17145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pt-BR" sz="1200" b="0" i="0" u="none" strike="noStrike" kern="0" cap="none" spc="0" normalizeH="0" baseline="0" noProof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Simplon BP Regular"/>
                <a:sym typeface="Simplon BP Regular"/>
              </a:rPr>
              <a:t>Definição de perímetro inicial, preliminar e final</a:t>
            </a:r>
          </a:p>
        </p:txBody>
      </p:sp>
      <p:sp>
        <p:nvSpPr>
          <p:cNvPr id="62" name="TextBox 8">
            <a:extLst>
              <a:ext uri="{FF2B5EF4-FFF2-40B4-BE49-F238E27FC236}">
                <a16:creationId xmlns:a16="http://schemas.microsoft.com/office/drawing/2014/main" id="{C6C391B1-FCA0-12BE-67E7-14D05EEFDCFD}"/>
              </a:ext>
            </a:extLst>
          </p:cNvPr>
          <p:cNvSpPr txBox="1"/>
          <p:nvPr/>
        </p:nvSpPr>
        <p:spPr>
          <a:xfrm>
            <a:off x="1539413" y="4097076"/>
            <a:ext cx="3609477" cy="55399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/>
          <a:p>
            <a:pPr marL="171450" marR="0" lvl="0" indent="-17145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pt-BR" sz="1200" b="0" i="0" u="none" strike="noStrike" kern="0" cap="none" spc="0" normalizeH="0" baseline="0" noProof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Simplon BP Regular"/>
                <a:sym typeface="Simplon BP Regular"/>
              </a:rPr>
              <a:t>Definições de pessoas para potencial TSA</a:t>
            </a:r>
          </a:p>
          <a:p>
            <a:pPr marL="171450" marR="0" lvl="0" indent="-17145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pt-BR" sz="1200" b="0" i="0" u="none" strike="noStrike" kern="0" cap="none" spc="0" normalizeH="0" baseline="0" noProof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Simplon BP Regular"/>
                <a:sym typeface="Simplon BP Regular"/>
              </a:rPr>
              <a:t>Definições de RH para potencial TSA</a:t>
            </a:r>
          </a:p>
          <a:p>
            <a:pPr marL="171450" marR="0" lvl="0" indent="-17145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pt-BR" sz="1200" b="0" i="0" u="none" strike="noStrike" kern="0" cap="none" spc="0" normalizeH="0" baseline="0" noProof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Simplon BP Regular"/>
                <a:sym typeface="Simplon BP Regular"/>
              </a:rPr>
              <a:t>Descrição de TSA</a:t>
            </a:r>
          </a:p>
        </p:txBody>
      </p:sp>
      <p:sp>
        <p:nvSpPr>
          <p:cNvPr id="64" name="TextBox 8">
            <a:extLst>
              <a:ext uri="{FF2B5EF4-FFF2-40B4-BE49-F238E27FC236}">
                <a16:creationId xmlns:a16="http://schemas.microsoft.com/office/drawing/2014/main" id="{3D016FA9-9CA5-AA71-4F7D-71A657ACE827}"/>
              </a:ext>
            </a:extLst>
          </p:cNvPr>
          <p:cNvSpPr txBox="1"/>
          <p:nvPr/>
        </p:nvSpPr>
        <p:spPr>
          <a:xfrm>
            <a:off x="1539413" y="2326193"/>
            <a:ext cx="3609477" cy="55399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/>
          <a:p>
            <a:pPr marL="171450" marR="0" lvl="0" indent="-17145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pt-BR" sz="1200" b="0" i="0" u="none" strike="noStrike" kern="0" cap="none" spc="0" normalizeH="0" baseline="0" noProof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Simplon BP Regular"/>
                <a:ea typeface="+mj-ea"/>
                <a:cs typeface="+mj-cs"/>
                <a:sym typeface="Simplon BP Regular"/>
              </a:rPr>
              <a:t>Lista de pessoas para manutenção e migração</a:t>
            </a:r>
          </a:p>
          <a:p>
            <a:pPr marL="171450" marR="0" lvl="0" indent="-17145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pt-BR" sz="1200" b="0" i="0" u="none" strike="noStrike" kern="0" cap="none" spc="0" normalizeH="0" baseline="0" noProof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Simplon BP Regular"/>
                <a:sym typeface="Simplon BP Regular"/>
              </a:rPr>
              <a:t>Estrutura organizacional da </a:t>
            </a:r>
            <a:r>
              <a:rPr kumimoji="0" lang="pt-BR" sz="1200" b="0" i="0" u="none" strike="noStrike" kern="0" cap="none" spc="0" normalizeH="0" baseline="0" noProof="0" err="1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Simplon BP Regular"/>
                <a:sym typeface="Simplon BP Regular"/>
              </a:rPr>
              <a:t>RemainCo</a:t>
            </a:r>
            <a:endParaRPr kumimoji="0" lang="pt-BR" sz="1200" b="0" i="0" u="none" strike="noStrike" kern="0" cap="none" spc="0" normalizeH="0" baseline="0" noProof="0">
              <a:ln>
                <a:noFill/>
              </a:ln>
              <a:solidFill>
                <a:srgbClr val="535353"/>
              </a:solidFill>
              <a:effectLst/>
              <a:uLnTx/>
              <a:uFillTx/>
              <a:latin typeface="Simplon BP Regular"/>
              <a:sym typeface="Simplon BP Regular"/>
            </a:endParaRPr>
          </a:p>
          <a:p>
            <a:pPr marL="171450" marR="0" lvl="0" indent="-17145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pt-BR" sz="1200" b="0" i="0" u="none" strike="noStrike" kern="0" cap="none" spc="0" normalizeH="0" baseline="0" noProof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Simplon BP Regular"/>
                <a:sym typeface="Simplon BP Regular"/>
              </a:rPr>
              <a:t>Dimensionamento da estrutura final da </a:t>
            </a:r>
            <a:r>
              <a:rPr kumimoji="0" lang="pt-BR" sz="1200" b="0" i="0" u="none" strike="noStrike" kern="0" cap="none" spc="0" normalizeH="0" baseline="0" noProof="0" err="1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Simplon BP Regular"/>
                <a:sym typeface="Simplon BP Regular"/>
              </a:rPr>
              <a:t>RemainCo</a:t>
            </a:r>
            <a:endParaRPr kumimoji="0" lang="pt-BR" sz="1200" b="0" i="0" u="none" strike="noStrike" kern="0" cap="none" spc="0" normalizeH="0" baseline="0" noProof="0">
              <a:ln>
                <a:noFill/>
              </a:ln>
              <a:solidFill>
                <a:srgbClr val="535353"/>
              </a:solidFill>
              <a:effectLst/>
              <a:uLnTx/>
              <a:uFillTx/>
              <a:latin typeface="Simplon BP Regular"/>
              <a:sym typeface="Simplon BP Regular"/>
            </a:endParaRPr>
          </a:p>
        </p:txBody>
      </p:sp>
      <p:sp>
        <p:nvSpPr>
          <p:cNvPr id="65" name="TextBox 8">
            <a:extLst>
              <a:ext uri="{FF2B5EF4-FFF2-40B4-BE49-F238E27FC236}">
                <a16:creationId xmlns:a16="http://schemas.microsoft.com/office/drawing/2014/main" id="{2F9E4C63-0E4F-1197-C9B3-DDDE3A8A7990}"/>
              </a:ext>
            </a:extLst>
          </p:cNvPr>
          <p:cNvSpPr txBox="1"/>
          <p:nvPr/>
        </p:nvSpPr>
        <p:spPr>
          <a:xfrm>
            <a:off x="1539413" y="3208230"/>
            <a:ext cx="3729273" cy="55399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/>
          <a:p>
            <a:pPr marL="171450" marR="0" lvl="0" indent="-17145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pt-BR" sz="1200" b="0" i="0" u="none" strike="noStrike" kern="0" cap="none" spc="0" normalizeH="0" baseline="0" noProof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Simplon BP Regular"/>
                <a:sym typeface="Simplon BP Regular"/>
              </a:rPr>
              <a:t>Definição de modelo de folha de pgto. e previdência</a:t>
            </a:r>
          </a:p>
          <a:p>
            <a:pPr marL="171450" marR="0" lvl="0" indent="-17145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pt-BR" sz="1200" b="0" i="0" u="none" strike="noStrike" kern="0" cap="none" spc="0" normalizeH="0" baseline="0" noProof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Simplon BP Regular"/>
                <a:sym typeface="Simplon BP Regular"/>
              </a:rPr>
              <a:t>Proposta de transição de folha de pagamento</a:t>
            </a:r>
          </a:p>
          <a:p>
            <a:pPr marL="171450" marR="0" lvl="0" indent="-17145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pt-BR" sz="1200" b="0" i="0" u="none" strike="noStrike" kern="0" cap="none" spc="0" normalizeH="0" baseline="0" noProof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Simplon BP Regular"/>
                <a:sym typeface="Simplon BP Regular"/>
              </a:rPr>
              <a:t>Definições de políticas de RH (jornada, remuneração)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A1B52A7-DE70-05B5-5641-D4866AEA95FB}"/>
              </a:ext>
            </a:extLst>
          </p:cNvPr>
          <p:cNvCxnSpPr>
            <a:cxnSpLocks/>
            <a:endCxn id="79" idx="1"/>
          </p:cNvCxnSpPr>
          <p:nvPr/>
        </p:nvCxnSpPr>
        <p:spPr>
          <a:xfrm flipV="1">
            <a:off x="6890657" y="2510270"/>
            <a:ext cx="4729244" cy="6595"/>
          </a:xfrm>
          <a:prstGeom prst="line">
            <a:avLst/>
          </a:prstGeom>
          <a:noFill/>
          <a:ln w="25400" cap="flat">
            <a:solidFill>
              <a:schemeClr val="accent1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1" name="Diamond 20">
            <a:extLst>
              <a:ext uri="{FF2B5EF4-FFF2-40B4-BE49-F238E27FC236}">
                <a16:creationId xmlns:a16="http://schemas.microsoft.com/office/drawing/2014/main" id="{4EFEAE56-081D-3838-F07F-5F2A0906D138}"/>
              </a:ext>
            </a:extLst>
          </p:cNvPr>
          <p:cNvSpPr/>
          <p:nvPr/>
        </p:nvSpPr>
        <p:spPr>
          <a:xfrm>
            <a:off x="8389501" y="2420270"/>
            <a:ext cx="180000" cy="180000"/>
          </a:xfrm>
          <a:prstGeom prst="diamond">
            <a:avLst/>
          </a:prstGeom>
          <a:solidFill>
            <a:srgbClr val="00D318"/>
          </a:solidFill>
          <a:ln w="12700" cap="flat" cmpd="sng" algn="ctr">
            <a:solidFill>
              <a:schemeClr val="accent1">
                <a:lumMod val="75000"/>
              </a:scheme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implon BP Regular"/>
              <a:ea typeface="+mn-ea"/>
              <a:cs typeface="Helvetica"/>
              <a:sym typeface="Simplon BP Regular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F0A3F9D-112B-76DE-7072-9304178A71E5}"/>
              </a:ext>
            </a:extLst>
          </p:cNvPr>
          <p:cNvSpPr txBox="1"/>
          <p:nvPr/>
        </p:nvSpPr>
        <p:spPr>
          <a:xfrm>
            <a:off x="7861860" y="2598690"/>
            <a:ext cx="1398404" cy="30777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lvl="0" algn="ctr" eaLnBrk="1">
              <a:defRPr sz="1000" b="1" kern="0">
                <a:solidFill>
                  <a:schemeClr val="tx2"/>
                </a:solidFill>
                <a:uLnTx/>
                <a:latin typeface="Simplon BP Regular"/>
              </a:defRPr>
            </a:lvl1pPr>
          </a:lstStyle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000" b="1" i="0" u="none" strike="noStrike" kern="0" cap="none" spc="0" normalizeH="0" baseline="0" noProof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Simplon BP Regular"/>
                <a:sym typeface="Simplon BP Regular"/>
              </a:rPr>
              <a:t>Estrutura</a:t>
            </a:r>
            <a:br>
              <a:rPr kumimoji="0" lang="pt-BR" sz="1000" b="1" i="0" u="none" strike="noStrike" kern="0" cap="none" spc="0" normalizeH="0" baseline="0" noProof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Simplon BP Regular"/>
                <a:sym typeface="Simplon BP Regular"/>
              </a:rPr>
            </a:br>
            <a:r>
              <a:rPr kumimoji="0" lang="pt-BR" sz="1000" b="1" i="0" u="none" strike="noStrike" kern="0" cap="none" spc="0" normalizeH="0" baseline="0" noProof="0" err="1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Simplon BP Regular"/>
                <a:sym typeface="Simplon BP Regular"/>
              </a:rPr>
              <a:t>RemainCo</a:t>
            </a:r>
            <a:r>
              <a:rPr kumimoji="0" lang="pt-BR" sz="1000" b="1" i="0" u="none" strike="noStrike" kern="0" cap="none" spc="0" normalizeH="0" baseline="0" noProof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Simplon BP Regular"/>
                <a:sym typeface="Simplon BP Regular"/>
              </a:rPr>
              <a:t> Preliminar</a:t>
            </a:r>
            <a:endParaRPr kumimoji="0" lang="en-US" sz="1000" b="1" i="0" u="none" strike="noStrike" kern="0" cap="none" spc="0" normalizeH="0" baseline="0" noProof="0">
              <a:ln>
                <a:noFill/>
              </a:ln>
              <a:solidFill>
                <a:srgbClr val="535353"/>
              </a:solidFill>
              <a:effectLst/>
              <a:uLnTx/>
              <a:uFillTx/>
              <a:latin typeface="Simplon BP Regular"/>
              <a:sym typeface="Simplon BP Regular"/>
            </a:endParaRP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C84F13E6-634B-9176-E70C-03486B2D3950}"/>
              </a:ext>
            </a:extLst>
          </p:cNvPr>
          <p:cNvCxnSpPr>
            <a:cxnSpLocks/>
          </p:cNvCxnSpPr>
          <p:nvPr/>
        </p:nvCxnSpPr>
        <p:spPr>
          <a:xfrm>
            <a:off x="6542314" y="5115411"/>
            <a:ext cx="5332103" cy="0"/>
          </a:xfrm>
          <a:prstGeom prst="line">
            <a:avLst/>
          </a:prstGeom>
          <a:noFill/>
          <a:ln w="25400" cap="flat">
            <a:solidFill>
              <a:schemeClr val="accent1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7" name="Diamond 26">
            <a:extLst>
              <a:ext uri="{FF2B5EF4-FFF2-40B4-BE49-F238E27FC236}">
                <a16:creationId xmlns:a16="http://schemas.microsoft.com/office/drawing/2014/main" id="{EFD10F2F-539C-49D2-E236-AA6BFD6A7AF0}"/>
              </a:ext>
            </a:extLst>
          </p:cNvPr>
          <p:cNvSpPr/>
          <p:nvPr/>
        </p:nvSpPr>
        <p:spPr>
          <a:xfrm>
            <a:off x="9575588" y="5018816"/>
            <a:ext cx="180000" cy="180000"/>
          </a:xfrm>
          <a:prstGeom prst="diamond">
            <a:avLst/>
          </a:prstGeom>
          <a:solidFill>
            <a:srgbClr val="00D318"/>
          </a:solidFill>
          <a:ln w="12700" cap="flat" cmpd="sng" algn="ctr">
            <a:solidFill>
              <a:schemeClr val="accent1">
                <a:lumMod val="75000"/>
              </a:scheme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implon BP Regular"/>
              <a:ea typeface="+mn-ea"/>
              <a:cs typeface="Helvetica"/>
              <a:sym typeface="Simplon BP Regular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DC08D0E-0079-28EF-ADEB-6DB4700FBA3E}"/>
              </a:ext>
            </a:extLst>
          </p:cNvPr>
          <p:cNvSpPr txBox="1"/>
          <p:nvPr/>
        </p:nvSpPr>
        <p:spPr>
          <a:xfrm>
            <a:off x="8894921" y="5244927"/>
            <a:ext cx="1622239" cy="30777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lvl="0" algn="ctr" eaLnBrk="1">
              <a:defRPr sz="1000" b="1" kern="0">
                <a:solidFill>
                  <a:schemeClr val="tx2"/>
                </a:solidFill>
                <a:uLnTx/>
                <a:latin typeface="Simplon BP Regular"/>
              </a:defRPr>
            </a:lvl1pPr>
          </a:lstStyle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000" b="1" i="0" u="none" strike="noStrike" kern="0" cap="none" spc="0" normalizeH="0" baseline="0" noProof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Simplon BP Regular"/>
                <a:sym typeface="Simplon BP Regular"/>
              </a:rPr>
              <a:t>Plano de Transição </a:t>
            </a:r>
            <a:br>
              <a:rPr kumimoji="0" lang="pt-BR" sz="1000" b="1" i="0" u="none" strike="noStrike" kern="0" cap="none" spc="0" normalizeH="0" baseline="0" noProof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Simplon BP Regular"/>
                <a:sym typeface="Simplon BP Regular"/>
              </a:rPr>
            </a:br>
            <a:r>
              <a:rPr kumimoji="0" lang="pt-BR" sz="1000" b="1" i="0" u="none" strike="noStrike" kern="0" cap="none" spc="0" normalizeH="0" baseline="0" noProof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Simplon BP Regular"/>
                <a:sym typeface="Simplon BP Regular"/>
              </a:rPr>
              <a:t>e Comunicação</a:t>
            </a:r>
            <a:endParaRPr kumimoji="0" lang="en-US" sz="1000" b="1" i="0" u="none" strike="noStrike" kern="0" cap="none" spc="0" normalizeH="0" baseline="0" noProof="0">
              <a:ln>
                <a:noFill/>
              </a:ln>
              <a:solidFill>
                <a:srgbClr val="535353"/>
              </a:solidFill>
              <a:effectLst/>
              <a:uLnTx/>
              <a:uFillTx/>
              <a:latin typeface="Simplon BP Regular"/>
              <a:sym typeface="Simplon BP Regular"/>
            </a:endParaRPr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204EF591-B5A5-6E58-AC37-8B38C4CDC57B}"/>
              </a:ext>
            </a:extLst>
          </p:cNvPr>
          <p:cNvCxnSpPr>
            <a:cxnSpLocks/>
          </p:cNvCxnSpPr>
          <p:nvPr/>
        </p:nvCxnSpPr>
        <p:spPr>
          <a:xfrm>
            <a:off x="8060715" y="4322092"/>
            <a:ext cx="1636214" cy="0"/>
          </a:xfrm>
          <a:prstGeom prst="line">
            <a:avLst/>
          </a:prstGeom>
          <a:noFill/>
          <a:ln w="25400" cap="flat">
            <a:solidFill>
              <a:schemeClr val="accent1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8E834ED2-3F2A-FB7A-0F04-43A8BFD4B536}"/>
              </a:ext>
            </a:extLst>
          </p:cNvPr>
          <p:cNvSpPr txBox="1"/>
          <p:nvPr/>
        </p:nvSpPr>
        <p:spPr>
          <a:xfrm>
            <a:off x="8867862" y="4480118"/>
            <a:ext cx="1415452" cy="15388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lvl="0" algn="ctr" eaLnBrk="1">
              <a:defRPr sz="1000" b="1" kern="0">
                <a:solidFill>
                  <a:schemeClr val="tx2"/>
                </a:solidFill>
                <a:uLnTx/>
                <a:latin typeface="Simplon BP Regular"/>
              </a:defRPr>
            </a:lvl1pPr>
          </a:lstStyle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000" b="1" i="0" u="none" strike="noStrike" kern="0" cap="none" spc="0" normalizeH="0" baseline="0" noProof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Simplon BP Regular"/>
                <a:sym typeface="Simplon BP Regular"/>
              </a:rPr>
              <a:t>Estrutura TSA</a:t>
            </a:r>
            <a:endParaRPr kumimoji="0" lang="en-US" sz="1000" b="1" i="0" u="none" strike="noStrike" kern="0" cap="none" spc="0" normalizeH="0" baseline="0" noProof="0">
              <a:ln>
                <a:noFill/>
              </a:ln>
              <a:solidFill>
                <a:srgbClr val="535353"/>
              </a:solidFill>
              <a:effectLst/>
              <a:uLnTx/>
              <a:uFillTx/>
              <a:latin typeface="Simplon BP Regular"/>
              <a:sym typeface="Simplon BP Regular"/>
            </a:endParaRPr>
          </a:p>
        </p:txBody>
      </p:sp>
      <p:sp>
        <p:nvSpPr>
          <p:cNvPr id="48" name="Diamond 47">
            <a:extLst>
              <a:ext uri="{FF2B5EF4-FFF2-40B4-BE49-F238E27FC236}">
                <a16:creationId xmlns:a16="http://schemas.microsoft.com/office/drawing/2014/main" id="{D3855828-2C31-FA7B-605B-356A3A49424F}"/>
              </a:ext>
            </a:extLst>
          </p:cNvPr>
          <p:cNvSpPr/>
          <p:nvPr/>
        </p:nvSpPr>
        <p:spPr>
          <a:xfrm>
            <a:off x="9575588" y="4225497"/>
            <a:ext cx="180000" cy="180000"/>
          </a:xfrm>
          <a:prstGeom prst="diamond">
            <a:avLst/>
          </a:prstGeom>
          <a:solidFill>
            <a:srgbClr val="00D318"/>
          </a:solidFill>
          <a:ln w="12700" cap="flat" cmpd="sng" algn="ctr">
            <a:solidFill>
              <a:schemeClr val="accent1">
                <a:lumMod val="75000"/>
              </a:scheme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implon BP Regular"/>
              <a:ea typeface="+mn-ea"/>
              <a:cs typeface="Helvetica"/>
              <a:sym typeface="Simplon BP Regular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7C850596-02C6-CD6E-F319-1A82AF02E64A}"/>
              </a:ext>
            </a:extLst>
          </p:cNvPr>
          <p:cNvSpPr txBox="1"/>
          <p:nvPr/>
        </p:nvSpPr>
        <p:spPr>
          <a:xfrm>
            <a:off x="10099178" y="3596143"/>
            <a:ext cx="1537280" cy="15388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lvl="0" algn="ctr" eaLnBrk="1">
              <a:defRPr sz="1000" b="1" kern="0">
                <a:solidFill>
                  <a:schemeClr val="tx2"/>
                </a:solidFill>
                <a:uLnTx/>
                <a:latin typeface="Simplon BP Regular"/>
              </a:defRPr>
            </a:lvl1pPr>
          </a:lstStyle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000" b="1" i="0" u="none" strike="noStrike" kern="0" cap="none" spc="0" normalizeH="0" baseline="0" noProof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Simplon BP Regular"/>
                <a:sym typeface="Simplon BP Regular"/>
              </a:rPr>
              <a:t>Definições sobre políticas RH</a:t>
            </a:r>
            <a:endParaRPr kumimoji="0" lang="en-US" sz="1000" b="1" i="0" u="none" strike="noStrike" kern="0" cap="none" spc="0" normalizeH="0" baseline="0" noProof="0">
              <a:ln>
                <a:noFill/>
              </a:ln>
              <a:solidFill>
                <a:srgbClr val="535353"/>
              </a:solidFill>
              <a:effectLst/>
              <a:uLnTx/>
              <a:uFillTx/>
              <a:latin typeface="Simplon BP Regular"/>
              <a:sym typeface="Simplon BP Regular"/>
            </a:endParaRPr>
          </a:p>
        </p:txBody>
      </p: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B2F1E18B-1E82-C719-7F85-23EFA5F8C001}"/>
              </a:ext>
            </a:extLst>
          </p:cNvPr>
          <p:cNvCxnSpPr>
            <a:cxnSpLocks/>
            <a:endCxn id="60" idx="1"/>
          </p:cNvCxnSpPr>
          <p:nvPr/>
        </p:nvCxnSpPr>
        <p:spPr>
          <a:xfrm>
            <a:off x="6923315" y="3430217"/>
            <a:ext cx="3166104" cy="1305"/>
          </a:xfrm>
          <a:prstGeom prst="line">
            <a:avLst/>
          </a:prstGeom>
          <a:noFill/>
          <a:ln w="25400" cap="flat">
            <a:solidFill>
              <a:schemeClr val="accent1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73" name="Diamond 72">
            <a:extLst>
              <a:ext uri="{FF2B5EF4-FFF2-40B4-BE49-F238E27FC236}">
                <a16:creationId xmlns:a16="http://schemas.microsoft.com/office/drawing/2014/main" id="{A53031B3-CF2A-A37A-AFE6-00E4058386CE}"/>
              </a:ext>
            </a:extLst>
          </p:cNvPr>
          <p:cNvSpPr/>
          <p:nvPr/>
        </p:nvSpPr>
        <p:spPr>
          <a:xfrm>
            <a:off x="7644711" y="3333622"/>
            <a:ext cx="180000" cy="180000"/>
          </a:xfrm>
          <a:prstGeom prst="diamond">
            <a:avLst/>
          </a:prstGeom>
          <a:solidFill>
            <a:srgbClr val="00D318"/>
          </a:solidFill>
          <a:ln w="12700" cap="flat" cmpd="sng" algn="ctr">
            <a:solidFill>
              <a:schemeClr val="accent1">
                <a:lumMod val="75000"/>
              </a:scheme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implon BP Regular"/>
              <a:ea typeface="+mn-ea"/>
              <a:cs typeface="Helvetica"/>
              <a:sym typeface="Simplon BP Regular"/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C766EE63-8AD7-645F-7AFC-CC734ACC6035}"/>
              </a:ext>
            </a:extLst>
          </p:cNvPr>
          <p:cNvSpPr txBox="1"/>
          <p:nvPr/>
        </p:nvSpPr>
        <p:spPr>
          <a:xfrm>
            <a:off x="6837938" y="3577356"/>
            <a:ext cx="1861275" cy="15388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lvl="0" algn="ctr" eaLnBrk="1">
              <a:defRPr sz="1000" b="1" kern="0">
                <a:solidFill>
                  <a:schemeClr val="tx2"/>
                </a:solidFill>
                <a:uLnTx/>
                <a:latin typeface="Simplon BP Regular"/>
              </a:defRPr>
            </a:lvl1pPr>
          </a:lstStyle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000" b="1" i="0" u="none" strike="noStrike" kern="0" cap="none" spc="0" normalizeH="0" baseline="0" noProof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Simplon BP Regular"/>
                <a:sym typeface="Simplon BP Regular"/>
              </a:rPr>
              <a:t>Modelo Folha de Pagamento</a:t>
            </a:r>
            <a:endParaRPr kumimoji="0" lang="en-US" sz="1000" b="1" i="0" u="none" strike="noStrike" kern="0" cap="none" spc="0" normalizeH="0" baseline="0" noProof="0">
              <a:ln>
                <a:noFill/>
              </a:ln>
              <a:solidFill>
                <a:srgbClr val="535353"/>
              </a:solidFill>
              <a:effectLst/>
              <a:uLnTx/>
              <a:uFillTx/>
              <a:latin typeface="Simplon BP Regular"/>
              <a:sym typeface="Simplon BP Regular"/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8166D651-B078-43E5-A47C-C181B87464D9}"/>
              </a:ext>
            </a:extLst>
          </p:cNvPr>
          <p:cNvSpPr txBox="1"/>
          <p:nvPr/>
        </p:nvSpPr>
        <p:spPr>
          <a:xfrm>
            <a:off x="10973114" y="2598690"/>
            <a:ext cx="1155705" cy="30777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lvl="0" algn="ctr" eaLnBrk="1">
              <a:defRPr sz="1000" b="1" kern="0">
                <a:solidFill>
                  <a:schemeClr val="tx2"/>
                </a:solidFill>
                <a:uLnTx/>
                <a:latin typeface="Simplon BP Regular"/>
              </a:defRPr>
            </a:lvl1pPr>
          </a:lstStyle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000" b="1" i="0" u="none" strike="noStrike" kern="0" cap="none" spc="0" normalizeH="0" baseline="0" noProof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Simplon BP Regular"/>
                <a:sym typeface="Simplon BP Regular"/>
              </a:rPr>
              <a:t>Estrutura </a:t>
            </a:r>
            <a:r>
              <a:rPr kumimoji="0" lang="pt-BR" sz="1000" b="1" i="0" u="none" strike="noStrike" kern="0" cap="none" spc="0" normalizeH="0" baseline="0" noProof="0" err="1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Simplon BP Regular"/>
                <a:sym typeface="Simplon BP Regular"/>
              </a:rPr>
              <a:t>RemainCo</a:t>
            </a:r>
            <a:r>
              <a:rPr kumimoji="0" lang="pt-BR" sz="1000" b="1" i="0" u="none" strike="noStrike" kern="0" cap="none" spc="0" normalizeH="0" baseline="0" noProof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Simplon BP Regular"/>
                <a:sym typeface="Simplon BP Regular"/>
              </a:rPr>
              <a:t> </a:t>
            </a:r>
            <a:br>
              <a:rPr kumimoji="0" lang="pt-BR" sz="1000" b="1" i="0" u="none" strike="noStrike" kern="0" cap="none" spc="0" normalizeH="0" baseline="0" noProof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Simplon BP Regular"/>
                <a:sym typeface="Simplon BP Regular"/>
              </a:rPr>
            </a:br>
            <a:r>
              <a:rPr kumimoji="0" lang="pt-BR" sz="1000" b="1" i="0" u="none" strike="noStrike" kern="0" cap="none" spc="0" normalizeH="0" baseline="0" noProof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Simplon BP Regular"/>
                <a:sym typeface="Simplon BP Regular"/>
              </a:rPr>
              <a:t>Final</a:t>
            </a:r>
            <a:endParaRPr kumimoji="0" lang="en-US" sz="1000" b="1" i="0" u="none" strike="noStrike" kern="0" cap="none" spc="0" normalizeH="0" baseline="0" noProof="0">
              <a:ln>
                <a:noFill/>
              </a:ln>
              <a:solidFill>
                <a:srgbClr val="535353"/>
              </a:solidFill>
              <a:effectLst/>
              <a:uLnTx/>
              <a:uFillTx/>
              <a:latin typeface="Simplon BP Regular"/>
              <a:sym typeface="Simplon BP Regular"/>
            </a:endParaRPr>
          </a:p>
        </p:txBody>
      </p:sp>
      <p:sp>
        <p:nvSpPr>
          <p:cNvPr id="79" name="Diamond 78">
            <a:extLst>
              <a:ext uri="{FF2B5EF4-FFF2-40B4-BE49-F238E27FC236}">
                <a16:creationId xmlns:a16="http://schemas.microsoft.com/office/drawing/2014/main" id="{5FEF683E-E31D-A67D-E34B-9AC650045EB7}"/>
              </a:ext>
            </a:extLst>
          </p:cNvPr>
          <p:cNvSpPr/>
          <p:nvPr/>
        </p:nvSpPr>
        <p:spPr>
          <a:xfrm>
            <a:off x="11619901" y="2420270"/>
            <a:ext cx="180000" cy="180000"/>
          </a:xfrm>
          <a:prstGeom prst="diamond">
            <a:avLst/>
          </a:prstGeom>
          <a:solidFill>
            <a:srgbClr val="00D318"/>
          </a:solidFill>
          <a:ln w="12700" cap="flat" cmpd="sng" algn="ctr">
            <a:solidFill>
              <a:schemeClr val="accent1">
                <a:lumMod val="75000"/>
              </a:scheme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implon BP Regular"/>
              <a:ea typeface="+mn-ea"/>
              <a:cs typeface="Helvetica"/>
              <a:sym typeface="Simplon BP Regular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EF6CB55-C8A0-00A1-37F1-B2820CEE154F}"/>
              </a:ext>
            </a:extLst>
          </p:cNvPr>
          <p:cNvCxnSpPr>
            <a:cxnSpLocks/>
            <a:endCxn id="68" idx="1"/>
          </p:cNvCxnSpPr>
          <p:nvPr/>
        </p:nvCxnSpPr>
        <p:spPr>
          <a:xfrm>
            <a:off x="6542314" y="1513506"/>
            <a:ext cx="3033274" cy="0"/>
          </a:xfrm>
          <a:prstGeom prst="line">
            <a:avLst/>
          </a:prstGeom>
          <a:noFill/>
          <a:ln w="25400" cap="flat">
            <a:solidFill>
              <a:schemeClr val="accent1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5" name="Diamond 4">
            <a:extLst>
              <a:ext uri="{FF2B5EF4-FFF2-40B4-BE49-F238E27FC236}">
                <a16:creationId xmlns:a16="http://schemas.microsoft.com/office/drawing/2014/main" id="{5C459142-96DC-B8D4-4FE0-51872E36B9D6}"/>
              </a:ext>
            </a:extLst>
          </p:cNvPr>
          <p:cNvSpPr/>
          <p:nvPr/>
        </p:nvSpPr>
        <p:spPr>
          <a:xfrm>
            <a:off x="8262581" y="1414397"/>
            <a:ext cx="180000" cy="180000"/>
          </a:xfrm>
          <a:prstGeom prst="diamond">
            <a:avLst/>
          </a:prstGeom>
          <a:solidFill>
            <a:srgbClr val="00D318"/>
          </a:solidFill>
          <a:ln w="12700" cap="flat" cmpd="sng" algn="ctr">
            <a:solidFill>
              <a:schemeClr val="accent1">
                <a:lumMod val="75000"/>
              </a:scheme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implon BP Regular"/>
              <a:ea typeface="+mn-ea"/>
              <a:cs typeface="Helvetica"/>
              <a:sym typeface="Simplon BP Regular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4A74A9F-4424-4924-2DB0-D779872CDE6A}"/>
              </a:ext>
            </a:extLst>
          </p:cNvPr>
          <p:cNvSpPr txBox="1"/>
          <p:nvPr/>
        </p:nvSpPr>
        <p:spPr>
          <a:xfrm>
            <a:off x="6171237" y="1643531"/>
            <a:ext cx="1030731" cy="15388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lvl="0" eaLnBrk="1">
              <a:defRPr sz="1200" kern="0">
                <a:solidFill>
                  <a:srgbClr val="00D318"/>
                </a:solidFill>
                <a:uLnTx/>
                <a:latin typeface="Simplon BP Regular"/>
              </a:defRPr>
            </a:lvl1pPr>
          </a:lstStyle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000" b="1" i="0" u="none" strike="noStrike" kern="0" cap="none" spc="0" normalizeH="0" baseline="0" noProof="0" dirty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Simplon BP Regular"/>
                <a:sym typeface="Simplon BP Regular"/>
              </a:rPr>
              <a:t>Perímetro Inicial</a:t>
            </a:r>
            <a:endParaRPr kumimoji="0" lang="en-US" sz="1000" b="1" i="0" u="none" strike="noStrike" kern="0" cap="none" spc="0" normalizeH="0" baseline="0" noProof="0" dirty="0">
              <a:ln>
                <a:noFill/>
              </a:ln>
              <a:solidFill>
                <a:srgbClr val="535353"/>
              </a:solidFill>
              <a:effectLst/>
              <a:uLnTx/>
              <a:uFillTx/>
              <a:latin typeface="Simplon BP Regular"/>
              <a:sym typeface="Simplon BP Regular"/>
            </a:endParaRPr>
          </a:p>
        </p:txBody>
      </p:sp>
      <p:sp>
        <p:nvSpPr>
          <p:cNvPr id="68" name="Diamond 67">
            <a:extLst>
              <a:ext uri="{FF2B5EF4-FFF2-40B4-BE49-F238E27FC236}">
                <a16:creationId xmlns:a16="http://schemas.microsoft.com/office/drawing/2014/main" id="{B67CD52A-B63E-3949-265A-00775AA8C079}"/>
              </a:ext>
            </a:extLst>
          </p:cNvPr>
          <p:cNvSpPr/>
          <p:nvPr/>
        </p:nvSpPr>
        <p:spPr>
          <a:xfrm>
            <a:off x="9575588" y="1423506"/>
            <a:ext cx="180000" cy="180000"/>
          </a:xfrm>
          <a:prstGeom prst="diamond">
            <a:avLst/>
          </a:prstGeom>
          <a:solidFill>
            <a:srgbClr val="00D318"/>
          </a:solidFill>
          <a:ln w="12700" cap="flat" cmpd="sng" algn="ctr">
            <a:solidFill>
              <a:schemeClr val="accent1">
                <a:lumMod val="75000"/>
              </a:scheme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implon BP Regular"/>
              <a:ea typeface="+mn-ea"/>
              <a:cs typeface="Helvetica"/>
              <a:sym typeface="Simplon BP Regular"/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B8B2D980-9E04-8BFE-2091-47C1F38F630D}"/>
              </a:ext>
            </a:extLst>
          </p:cNvPr>
          <p:cNvSpPr txBox="1"/>
          <p:nvPr/>
        </p:nvSpPr>
        <p:spPr>
          <a:xfrm>
            <a:off x="9274786" y="1670912"/>
            <a:ext cx="1184355" cy="15388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lvl="0" algn="ctr" eaLnBrk="1">
              <a:defRPr sz="1000" b="1" kern="0">
                <a:solidFill>
                  <a:schemeClr val="tx2"/>
                </a:solidFill>
                <a:uLnTx/>
                <a:latin typeface="Simplon BP Regular"/>
              </a:defRPr>
            </a:lvl1pPr>
          </a:lstStyle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000" b="1" i="0" u="none" strike="noStrike" kern="0" cap="none" spc="0" normalizeH="0" baseline="0" noProof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Simplon BP Regular"/>
                <a:sym typeface="Simplon BP Regular"/>
              </a:rPr>
              <a:t> Perímetro SPA</a:t>
            </a:r>
            <a:endParaRPr kumimoji="0" lang="en-US" sz="1000" b="1" i="0" u="none" strike="noStrike" kern="0" cap="none" spc="0" normalizeH="0" baseline="0" noProof="0">
              <a:ln>
                <a:noFill/>
              </a:ln>
              <a:solidFill>
                <a:srgbClr val="535353"/>
              </a:solidFill>
              <a:effectLst/>
              <a:uLnTx/>
              <a:uFillTx/>
              <a:latin typeface="Simplon BP Regular"/>
              <a:sym typeface="Simplon BP Regular"/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1DC285F8-AA58-8E39-2A3B-887E7B727209}"/>
              </a:ext>
            </a:extLst>
          </p:cNvPr>
          <p:cNvSpPr txBox="1"/>
          <p:nvPr/>
        </p:nvSpPr>
        <p:spPr>
          <a:xfrm>
            <a:off x="8159399" y="1660640"/>
            <a:ext cx="1312860" cy="15388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lvl="0" algn="ctr" eaLnBrk="1">
              <a:defRPr sz="1000" b="1" kern="0">
                <a:solidFill>
                  <a:schemeClr val="tx2"/>
                </a:solidFill>
                <a:uLnTx/>
                <a:latin typeface="Simplon BP Regular"/>
              </a:defRPr>
            </a:lvl1pPr>
          </a:lstStyle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000" b="1" i="0" u="none" strike="noStrike" kern="0" cap="none" spc="0" normalizeH="0" baseline="0" noProof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Simplon BP Regular"/>
                <a:sym typeface="Simplon BP Regular"/>
              </a:rPr>
              <a:t>Perímetro 2ª Rodada</a:t>
            </a:r>
            <a:endParaRPr kumimoji="0" lang="en-US" sz="1000" b="1" i="0" u="none" strike="noStrike" kern="0" cap="none" spc="0" normalizeH="0" baseline="0" noProof="0">
              <a:ln>
                <a:noFill/>
              </a:ln>
              <a:solidFill>
                <a:srgbClr val="535353"/>
              </a:solidFill>
              <a:effectLst/>
              <a:uLnTx/>
              <a:uFillTx/>
              <a:latin typeface="Simplon BP Regular"/>
              <a:sym typeface="Simplon BP Regular"/>
            </a:endParaRPr>
          </a:p>
        </p:txBody>
      </p:sp>
      <p:sp>
        <p:nvSpPr>
          <p:cNvPr id="25" name="Diamond 24">
            <a:extLst>
              <a:ext uri="{FF2B5EF4-FFF2-40B4-BE49-F238E27FC236}">
                <a16:creationId xmlns:a16="http://schemas.microsoft.com/office/drawing/2014/main" id="{2480CAB5-E5C3-FD11-F853-D379292E1E05}"/>
              </a:ext>
            </a:extLst>
          </p:cNvPr>
          <p:cNvSpPr/>
          <p:nvPr/>
        </p:nvSpPr>
        <p:spPr>
          <a:xfrm>
            <a:off x="7053323" y="1414397"/>
            <a:ext cx="180000" cy="180000"/>
          </a:xfrm>
          <a:prstGeom prst="diamond">
            <a:avLst/>
          </a:prstGeom>
          <a:solidFill>
            <a:srgbClr val="00D318"/>
          </a:solidFill>
          <a:ln w="12700" cap="flat" cmpd="sng" algn="ctr">
            <a:solidFill>
              <a:schemeClr val="accent1">
                <a:lumMod val="75000"/>
              </a:scheme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implon BP Regular"/>
              <a:ea typeface="+mn-ea"/>
              <a:cs typeface="Helvetica"/>
              <a:sym typeface="Simplon BP Regular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174DC8E-8F3B-1CFE-EAC3-4748606A64C2}"/>
              </a:ext>
            </a:extLst>
          </p:cNvPr>
          <p:cNvSpPr txBox="1"/>
          <p:nvPr/>
        </p:nvSpPr>
        <p:spPr>
          <a:xfrm>
            <a:off x="6598103" y="1261384"/>
            <a:ext cx="1030731" cy="15388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lvl="0" eaLnBrk="1">
              <a:defRPr sz="1200" kern="0">
                <a:solidFill>
                  <a:srgbClr val="00D318"/>
                </a:solidFill>
                <a:uLnTx/>
                <a:latin typeface="Simplon BP Regular"/>
              </a:defRPr>
            </a:lvl1pPr>
          </a:lstStyle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000" b="1" i="0" u="none" strike="noStrike" kern="0" cap="none" spc="0" normalizeH="0" baseline="0" noProof="0" dirty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Simplon BP Regular"/>
                <a:sym typeface="Simplon BP Regular"/>
              </a:rPr>
              <a:t>26/07</a:t>
            </a:r>
            <a:endParaRPr kumimoji="0" lang="en-US" sz="1000" b="1" i="0" u="none" strike="noStrike" kern="0" cap="none" spc="0" normalizeH="0" baseline="0" noProof="0" dirty="0">
              <a:ln>
                <a:noFill/>
              </a:ln>
              <a:solidFill>
                <a:srgbClr val="535353"/>
              </a:solidFill>
              <a:effectLst/>
              <a:uLnTx/>
              <a:uFillTx/>
              <a:latin typeface="Simplon BP Regular"/>
              <a:sym typeface="Simplon BP Regular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9DAAE8A-78F0-5ED6-696F-AD401251DB54}"/>
              </a:ext>
            </a:extLst>
          </p:cNvPr>
          <p:cNvSpPr txBox="1"/>
          <p:nvPr/>
        </p:nvSpPr>
        <p:spPr>
          <a:xfrm>
            <a:off x="7867876" y="1261384"/>
            <a:ext cx="1030731" cy="15388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lvl="0" eaLnBrk="1">
              <a:defRPr sz="1200" kern="0">
                <a:solidFill>
                  <a:srgbClr val="00D318"/>
                </a:solidFill>
                <a:uLnTx/>
                <a:latin typeface="Simplon BP Regular"/>
              </a:defRPr>
            </a:lvl1pPr>
          </a:lstStyle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000" b="1" i="0" u="none" strike="noStrike" kern="0" cap="none" spc="0" normalizeH="0" baseline="0" noProof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Simplon BP Regular"/>
                <a:sym typeface="Simplon BP Regular"/>
              </a:rPr>
              <a:t>20/08 </a:t>
            </a:r>
            <a:endParaRPr kumimoji="0" lang="en-US" sz="1000" b="1" i="0" u="none" strike="noStrike" kern="0" cap="none" spc="0" normalizeH="0" baseline="0" noProof="0">
              <a:ln>
                <a:noFill/>
              </a:ln>
              <a:solidFill>
                <a:srgbClr val="535353"/>
              </a:solidFill>
              <a:effectLst/>
              <a:uLnTx/>
              <a:uFillTx/>
              <a:latin typeface="Simplon BP Regular"/>
              <a:sym typeface="Simplon BP Regular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4C33AD1-5D25-2E4A-E99E-266EC3DB6B03}"/>
              </a:ext>
            </a:extLst>
          </p:cNvPr>
          <p:cNvSpPr txBox="1"/>
          <p:nvPr/>
        </p:nvSpPr>
        <p:spPr>
          <a:xfrm>
            <a:off x="9369435" y="1261384"/>
            <a:ext cx="581822" cy="15388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lvl="0" eaLnBrk="1">
              <a:defRPr sz="1200" kern="0">
                <a:solidFill>
                  <a:srgbClr val="00D318"/>
                </a:solidFill>
                <a:uLnTx/>
                <a:latin typeface="Simplon BP Regular"/>
              </a:defRPr>
            </a:lvl1pPr>
          </a:lstStyle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000" b="1" i="0" u="none" strike="noStrike" kern="0" cap="none" spc="0" normalizeH="0" baseline="0" noProof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Simplon BP Regular"/>
                <a:sym typeface="Simplon BP Regular"/>
              </a:rPr>
              <a:t>30/09</a:t>
            </a:r>
            <a:endParaRPr kumimoji="0" lang="en-US" sz="1000" b="1" i="0" u="none" strike="noStrike" kern="0" cap="none" spc="0" normalizeH="0" baseline="0" noProof="0">
              <a:ln>
                <a:noFill/>
              </a:ln>
              <a:solidFill>
                <a:srgbClr val="535353"/>
              </a:solidFill>
              <a:effectLst/>
              <a:uLnTx/>
              <a:uFillTx/>
              <a:latin typeface="Simplon BP Regular"/>
              <a:sym typeface="Simplon BP Regular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A76C6BB-1C79-779D-2015-58FC4FC4EFC8}"/>
              </a:ext>
            </a:extLst>
          </p:cNvPr>
          <p:cNvSpPr txBox="1"/>
          <p:nvPr/>
        </p:nvSpPr>
        <p:spPr>
          <a:xfrm>
            <a:off x="7970054" y="2219881"/>
            <a:ext cx="1030731" cy="15388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lvl="0" eaLnBrk="1">
              <a:defRPr sz="1200" kern="0">
                <a:solidFill>
                  <a:srgbClr val="00D318"/>
                </a:solidFill>
                <a:uLnTx/>
                <a:latin typeface="Simplon BP Regular"/>
              </a:defRPr>
            </a:lvl1pPr>
          </a:lstStyle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000" b="1" i="0" u="none" strike="noStrike" kern="0" cap="none" spc="0" normalizeH="0" baseline="0" noProof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Simplon BP Regular"/>
                <a:sym typeface="Simplon BP Regular"/>
              </a:rPr>
              <a:t>30/08</a:t>
            </a:r>
            <a:endParaRPr kumimoji="0" lang="en-US" sz="1000" b="1" i="0" u="none" strike="noStrike" kern="0" cap="none" spc="0" normalizeH="0" baseline="0" noProof="0">
              <a:ln>
                <a:noFill/>
              </a:ln>
              <a:solidFill>
                <a:srgbClr val="535353"/>
              </a:solidFill>
              <a:effectLst/>
              <a:uLnTx/>
              <a:uFillTx/>
              <a:latin typeface="Simplon BP Regular"/>
              <a:sym typeface="Simplon BP Regular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D873E8CA-184D-57B5-7351-271E0DDB67D6}"/>
              </a:ext>
            </a:extLst>
          </p:cNvPr>
          <p:cNvSpPr txBox="1"/>
          <p:nvPr/>
        </p:nvSpPr>
        <p:spPr>
          <a:xfrm>
            <a:off x="11381149" y="2219881"/>
            <a:ext cx="704004" cy="15388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lvl="0" eaLnBrk="1">
              <a:defRPr sz="1200" kern="0">
                <a:solidFill>
                  <a:srgbClr val="00D318"/>
                </a:solidFill>
                <a:uLnTx/>
                <a:latin typeface="Simplon BP Regular"/>
              </a:defRPr>
            </a:lvl1pPr>
          </a:lstStyle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000" b="1" i="0" u="none" strike="noStrike" kern="0" cap="none" spc="0" normalizeH="0" baseline="0" noProof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Simplon BP Regular"/>
                <a:sym typeface="Simplon BP Regular"/>
              </a:rPr>
              <a:t>25/11</a:t>
            </a:r>
            <a:endParaRPr kumimoji="0" lang="en-US" sz="1000" b="1" i="0" u="none" strike="noStrike" kern="0" cap="none" spc="0" normalizeH="0" baseline="0" noProof="0">
              <a:ln>
                <a:noFill/>
              </a:ln>
              <a:solidFill>
                <a:srgbClr val="535353"/>
              </a:solidFill>
              <a:effectLst/>
              <a:uLnTx/>
              <a:uFillTx/>
              <a:latin typeface="Simplon BP Regular"/>
              <a:sym typeface="Simplon BP Regular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169D8E03-6080-D833-6D40-499D4A4FB807}"/>
              </a:ext>
            </a:extLst>
          </p:cNvPr>
          <p:cNvSpPr txBox="1"/>
          <p:nvPr/>
        </p:nvSpPr>
        <p:spPr>
          <a:xfrm>
            <a:off x="7238423" y="3156800"/>
            <a:ext cx="1030731" cy="15388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lvl="0" eaLnBrk="1">
              <a:defRPr sz="1200" kern="0">
                <a:solidFill>
                  <a:srgbClr val="00D318"/>
                </a:solidFill>
                <a:uLnTx/>
                <a:latin typeface="Simplon BP Regular"/>
              </a:defRPr>
            </a:lvl1pPr>
          </a:lstStyle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000" b="1" i="0" u="none" strike="noStrike" kern="0" cap="none" spc="0" normalizeH="0" baseline="0" noProof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Simplon BP Regular"/>
                <a:sym typeface="Simplon BP Regular"/>
              </a:rPr>
              <a:t>02/08</a:t>
            </a:r>
            <a:endParaRPr kumimoji="0" lang="en-US" sz="1000" b="1" i="0" u="none" strike="noStrike" kern="0" cap="none" spc="0" normalizeH="0" baseline="0" noProof="0">
              <a:ln>
                <a:noFill/>
              </a:ln>
              <a:solidFill>
                <a:srgbClr val="535353"/>
              </a:solidFill>
              <a:effectLst/>
              <a:uLnTx/>
              <a:uFillTx/>
              <a:latin typeface="Simplon BP Regular"/>
              <a:sym typeface="Simplon BP Regular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88FD4497-103E-1498-456A-D9764CFAE0D8}"/>
              </a:ext>
            </a:extLst>
          </p:cNvPr>
          <p:cNvSpPr txBox="1"/>
          <p:nvPr/>
        </p:nvSpPr>
        <p:spPr>
          <a:xfrm>
            <a:off x="9861407" y="3167686"/>
            <a:ext cx="704004" cy="15388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lvl="0" eaLnBrk="1">
              <a:defRPr sz="1200" kern="0">
                <a:solidFill>
                  <a:srgbClr val="00D318"/>
                </a:solidFill>
                <a:uLnTx/>
                <a:latin typeface="Simplon BP Regular"/>
              </a:defRPr>
            </a:lvl1pPr>
          </a:lstStyle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000" b="1" i="0" u="none" strike="noStrike" kern="0" cap="none" spc="0" normalizeH="0" baseline="0" noProof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Simplon BP Regular"/>
                <a:sym typeface="Simplon BP Regular"/>
              </a:rPr>
              <a:t>10/10</a:t>
            </a:r>
            <a:endParaRPr kumimoji="0" lang="en-US" sz="1000" b="1" i="0" u="none" strike="noStrike" kern="0" cap="none" spc="0" normalizeH="0" baseline="0" noProof="0">
              <a:ln>
                <a:noFill/>
              </a:ln>
              <a:solidFill>
                <a:srgbClr val="535353"/>
              </a:solidFill>
              <a:effectLst/>
              <a:uLnTx/>
              <a:uFillTx/>
              <a:latin typeface="Simplon BP Regular"/>
              <a:sym typeface="Simplon BP Regular"/>
            </a:endParaRPr>
          </a:p>
        </p:txBody>
      </p:sp>
      <p:sp>
        <p:nvSpPr>
          <p:cNvPr id="60" name="Diamond 59">
            <a:extLst>
              <a:ext uri="{FF2B5EF4-FFF2-40B4-BE49-F238E27FC236}">
                <a16:creationId xmlns:a16="http://schemas.microsoft.com/office/drawing/2014/main" id="{A5CF6392-692B-CD41-A753-422BB088950E}"/>
              </a:ext>
            </a:extLst>
          </p:cNvPr>
          <p:cNvSpPr/>
          <p:nvPr/>
        </p:nvSpPr>
        <p:spPr>
          <a:xfrm>
            <a:off x="10089419" y="3341522"/>
            <a:ext cx="180000" cy="180000"/>
          </a:xfrm>
          <a:prstGeom prst="diamond">
            <a:avLst/>
          </a:prstGeom>
          <a:solidFill>
            <a:srgbClr val="00D318"/>
          </a:solidFill>
          <a:ln w="12700" cap="flat" cmpd="sng" algn="ctr">
            <a:solidFill>
              <a:schemeClr val="accent1">
                <a:lumMod val="75000"/>
              </a:scheme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implon BP Regular"/>
              <a:ea typeface="+mn-ea"/>
              <a:cs typeface="Helvetica"/>
              <a:sym typeface="Simplon BP Regular"/>
            </a:endParaRPr>
          </a:p>
        </p:txBody>
      </p:sp>
      <p:sp>
        <p:nvSpPr>
          <p:cNvPr id="56" name="Diamond 55">
            <a:extLst>
              <a:ext uri="{FF2B5EF4-FFF2-40B4-BE49-F238E27FC236}">
                <a16:creationId xmlns:a16="http://schemas.microsoft.com/office/drawing/2014/main" id="{61E69EE4-22E1-B159-AB7C-C0A20115E58A}"/>
              </a:ext>
            </a:extLst>
          </p:cNvPr>
          <p:cNvSpPr/>
          <p:nvPr/>
        </p:nvSpPr>
        <p:spPr>
          <a:xfrm>
            <a:off x="7946031" y="2420270"/>
            <a:ext cx="180000" cy="180000"/>
          </a:xfrm>
          <a:prstGeom prst="diamond">
            <a:avLst/>
          </a:prstGeom>
          <a:solidFill>
            <a:srgbClr val="00D318"/>
          </a:solidFill>
          <a:ln w="12700" cap="flat" cmpd="sng" algn="ctr">
            <a:solidFill>
              <a:schemeClr val="accent1">
                <a:lumMod val="75000"/>
              </a:scheme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hangingPunct="1"/>
            <a:endParaRPr lang="en-US" sz="1800" kern="1200">
              <a:solidFill>
                <a:srgbClr val="FFFFFF"/>
              </a:solidFill>
              <a:latin typeface="Simplon BP Regular"/>
              <a:ea typeface="+mn-ea"/>
              <a:cs typeface="Helvetica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A8AE2114-60E5-1CAE-E271-0DEEC284B8E9}"/>
              </a:ext>
            </a:extLst>
          </p:cNvPr>
          <p:cNvSpPr txBox="1"/>
          <p:nvPr/>
        </p:nvSpPr>
        <p:spPr>
          <a:xfrm>
            <a:off x="7008545" y="2598690"/>
            <a:ext cx="1398404" cy="15388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lvl="0" algn="ctr" eaLnBrk="1">
              <a:defRPr sz="1000" b="1" kern="0">
                <a:solidFill>
                  <a:schemeClr val="tx2"/>
                </a:solidFill>
                <a:uLnTx/>
                <a:latin typeface="Simplon BP Regular"/>
              </a:defRPr>
            </a:lvl1pPr>
          </a:lstStyle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000" b="1" i="0" u="none" strike="noStrike" kern="0" cap="none" spc="0" normalizeH="0" baseline="0" noProof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Simplon BP Regular"/>
                <a:sym typeface="Simplon BP Regular"/>
              </a:rPr>
              <a:t>Lista de pessoas</a:t>
            </a:r>
            <a:endParaRPr kumimoji="0" lang="en-US" sz="1000" b="1" i="0" u="none" strike="noStrike" kern="0" cap="none" spc="0" normalizeH="0" baseline="0" noProof="0">
              <a:ln>
                <a:noFill/>
              </a:ln>
              <a:solidFill>
                <a:srgbClr val="535353"/>
              </a:solidFill>
              <a:effectLst/>
              <a:uLnTx/>
              <a:uFillTx/>
              <a:latin typeface="Simplon BP Regular"/>
              <a:sym typeface="Simplon BP Regular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DC237CF-4461-88A2-F30C-E008FD3FFA5C}"/>
              </a:ext>
            </a:extLst>
          </p:cNvPr>
          <p:cNvSpPr txBox="1"/>
          <p:nvPr/>
        </p:nvSpPr>
        <p:spPr>
          <a:xfrm>
            <a:off x="7526584" y="2219881"/>
            <a:ext cx="1030731" cy="15388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lvl="0" eaLnBrk="1">
              <a:defRPr sz="1200" kern="0">
                <a:solidFill>
                  <a:srgbClr val="00D318"/>
                </a:solidFill>
                <a:uLnTx/>
                <a:latin typeface="Simplon BP Regular"/>
              </a:defRPr>
            </a:lvl1pPr>
          </a:lstStyle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000" b="1" i="0" u="none" strike="noStrike" kern="0" cap="none" spc="0" normalizeH="0" baseline="0" noProof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Simplon BP Regular"/>
                <a:sym typeface="Simplon BP Regular"/>
              </a:rPr>
              <a:t>13/08</a:t>
            </a:r>
            <a:endParaRPr kumimoji="0" lang="en-US" sz="1000" b="1" i="0" u="none" strike="noStrike" kern="0" cap="none" spc="0" normalizeH="0" baseline="0" noProof="0">
              <a:ln>
                <a:noFill/>
              </a:ln>
              <a:solidFill>
                <a:srgbClr val="535353"/>
              </a:solidFill>
              <a:effectLst/>
              <a:uLnTx/>
              <a:uFillTx/>
              <a:latin typeface="Simplon BP Regular"/>
              <a:sym typeface="Simplon BP Regular"/>
            </a:endParaRP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2A216040-C230-E79E-1C3C-9B003596D9F3}"/>
              </a:ext>
            </a:extLst>
          </p:cNvPr>
          <p:cNvSpPr txBox="1"/>
          <p:nvPr/>
        </p:nvSpPr>
        <p:spPr>
          <a:xfrm>
            <a:off x="9369435" y="4017044"/>
            <a:ext cx="581822" cy="15388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lvl="0" eaLnBrk="1">
              <a:defRPr sz="1200" kern="0">
                <a:solidFill>
                  <a:srgbClr val="00D318"/>
                </a:solidFill>
                <a:uLnTx/>
                <a:latin typeface="Simplon BP Regular"/>
              </a:defRPr>
            </a:lvl1pPr>
          </a:lstStyle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000" b="1" i="0" u="none" strike="noStrike" kern="0" cap="none" spc="0" normalizeH="0" baseline="0" noProof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Simplon BP Regular"/>
                <a:sym typeface="Simplon BP Regular"/>
              </a:rPr>
              <a:t>30/09</a:t>
            </a:r>
            <a:endParaRPr kumimoji="0" lang="en-US" sz="1000" b="1" i="0" u="none" strike="noStrike" kern="0" cap="none" spc="0" normalizeH="0" baseline="0" noProof="0">
              <a:ln>
                <a:noFill/>
              </a:ln>
              <a:solidFill>
                <a:srgbClr val="535353"/>
              </a:solidFill>
              <a:effectLst/>
              <a:uLnTx/>
              <a:uFillTx/>
              <a:latin typeface="Simplon BP Regular"/>
              <a:sym typeface="Simplon BP Regular"/>
            </a:endParaRP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0DA76357-D080-144A-1057-2A3D147A192B}"/>
              </a:ext>
            </a:extLst>
          </p:cNvPr>
          <p:cNvSpPr txBox="1"/>
          <p:nvPr/>
        </p:nvSpPr>
        <p:spPr>
          <a:xfrm>
            <a:off x="9369435" y="4856506"/>
            <a:ext cx="581822" cy="15388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lvl="0" eaLnBrk="1">
              <a:defRPr sz="1200" kern="0">
                <a:solidFill>
                  <a:srgbClr val="00D318"/>
                </a:solidFill>
                <a:uLnTx/>
                <a:latin typeface="Simplon BP Regular"/>
              </a:defRPr>
            </a:lvl1pPr>
          </a:lstStyle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000" b="1" i="0" u="none" strike="noStrike" kern="0" cap="none" spc="0" normalizeH="0" baseline="0" noProof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Simplon BP Regular"/>
                <a:sym typeface="Simplon BP Regular"/>
              </a:rPr>
              <a:t>30/09</a:t>
            </a:r>
            <a:endParaRPr kumimoji="0" lang="en-US" sz="1000" b="1" i="0" u="none" strike="noStrike" kern="0" cap="none" spc="0" normalizeH="0" baseline="0" noProof="0">
              <a:ln>
                <a:noFill/>
              </a:ln>
              <a:solidFill>
                <a:srgbClr val="535353"/>
              </a:solidFill>
              <a:effectLst/>
              <a:uLnTx/>
              <a:uFillTx/>
              <a:latin typeface="Simplon BP Regular"/>
              <a:sym typeface="Simplon BP Regular"/>
            </a:endParaRPr>
          </a:p>
        </p:txBody>
      </p:sp>
      <p:cxnSp>
        <p:nvCxnSpPr>
          <p:cNvPr id="8" name="Conector reto 7">
            <a:extLst>
              <a:ext uri="{FF2B5EF4-FFF2-40B4-BE49-F238E27FC236}">
                <a16:creationId xmlns:a16="http://schemas.microsoft.com/office/drawing/2014/main" id="{C63F1168-71BB-E2C7-D02E-FB263FA29D3F}"/>
              </a:ext>
            </a:extLst>
          </p:cNvPr>
          <p:cNvCxnSpPr>
            <a:cxnSpLocks/>
          </p:cNvCxnSpPr>
          <p:nvPr/>
        </p:nvCxnSpPr>
        <p:spPr>
          <a:xfrm flipV="1">
            <a:off x="390417" y="2099545"/>
            <a:ext cx="11484000" cy="0"/>
          </a:xfrm>
          <a:prstGeom prst="line">
            <a:avLst/>
          </a:prstGeom>
          <a:noFill/>
          <a:ln w="9525" cap="flat">
            <a:solidFill>
              <a:schemeClr val="accent1"/>
            </a:solidFill>
            <a:prstDash val="dash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3" name="Conector reto 12">
            <a:extLst>
              <a:ext uri="{FF2B5EF4-FFF2-40B4-BE49-F238E27FC236}">
                <a16:creationId xmlns:a16="http://schemas.microsoft.com/office/drawing/2014/main" id="{44F42541-F73A-8D6F-97CB-32AC605C39E6}"/>
              </a:ext>
            </a:extLst>
          </p:cNvPr>
          <p:cNvCxnSpPr>
            <a:cxnSpLocks/>
          </p:cNvCxnSpPr>
          <p:nvPr/>
        </p:nvCxnSpPr>
        <p:spPr>
          <a:xfrm flipV="1">
            <a:off x="390417" y="3008835"/>
            <a:ext cx="11484000" cy="0"/>
          </a:xfrm>
          <a:prstGeom prst="line">
            <a:avLst/>
          </a:prstGeom>
          <a:noFill/>
          <a:ln w="9525" cap="flat">
            <a:solidFill>
              <a:schemeClr val="accent1"/>
            </a:solidFill>
            <a:prstDash val="dash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8" name="Conector reto 17">
            <a:extLst>
              <a:ext uri="{FF2B5EF4-FFF2-40B4-BE49-F238E27FC236}">
                <a16:creationId xmlns:a16="http://schemas.microsoft.com/office/drawing/2014/main" id="{157B2F12-3728-344E-17A0-1F8A1C0B207B}"/>
              </a:ext>
            </a:extLst>
          </p:cNvPr>
          <p:cNvCxnSpPr>
            <a:cxnSpLocks/>
          </p:cNvCxnSpPr>
          <p:nvPr/>
        </p:nvCxnSpPr>
        <p:spPr>
          <a:xfrm flipV="1">
            <a:off x="390417" y="3913612"/>
            <a:ext cx="11484000" cy="0"/>
          </a:xfrm>
          <a:prstGeom prst="line">
            <a:avLst/>
          </a:prstGeom>
          <a:noFill/>
          <a:ln w="9525" cap="flat">
            <a:solidFill>
              <a:schemeClr val="accent1"/>
            </a:solidFill>
            <a:prstDash val="dash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93" name="Diamond 92">
            <a:extLst>
              <a:ext uri="{FF2B5EF4-FFF2-40B4-BE49-F238E27FC236}">
                <a16:creationId xmlns:a16="http://schemas.microsoft.com/office/drawing/2014/main" id="{68C8EEF7-4279-C0BC-1002-2B4C33F34543}"/>
              </a:ext>
            </a:extLst>
          </p:cNvPr>
          <p:cNvSpPr/>
          <p:nvPr/>
        </p:nvSpPr>
        <p:spPr>
          <a:xfrm>
            <a:off x="8873268" y="4238957"/>
            <a:ext cx="180000" cy="180000"/>
          </a:xfrm>
          <a:prstGeom prst="diamond">
            <a:avLst/>
          </a:prstGeom>
          <a:solidFill>
            <a:srgbClr val="00D318"/>
          </a:solidFill>
          <a:ln w="12700" cap="flat" cmpd="sng" algn="ctr">
            <a:solidFill>
              <a:schemeClr val="accent1">
                <a:lumMod val="75000"/>
              </a:scheme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hangingPunct="1"/>
            <a:endParaRPr lang="en-US" sz="1800" kern="1200">
              <a:solidFill>
                <a:srgbClr val="FFFFFF"/>
              </a:solidFill>
              <a:latin typeface="Simplon BP Regular"/>
              <a:ea typeface="+mn-ea"/>
              <a:cs typeface="Helvetica"/>
            </a:endParaRP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01E8635D-C985-ECC1-C8AA-7EF4218BE80B}"/>
              </a:ext>
            </a:extLst>
          </p:cNvPr>
          <p:cNvSpPr txBox="1"/>
          <p:nvPr/>
        </p:nvSpPr>
        <p:spPr>
          <a:xfrm>
            <a:off x="7935782" y="4482693"/>
            <a:ext cx="1398404" cy="15388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lvl="0" algn="ctr" eaLnBrk="1">
              <a:defRPr sz="1000" b="1" kern="0">
                <a:solidFill>
                  <a:schemeClr val="tx2"/>
                </a:solidFill>
                <a:uLnTx/>
                <a:latin typeface="Simplon BP Regular"/>
              </a:defRPr>
            </a:lvl1pPr>
          </a:lstStyle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000" b="1" i="0" u="none" strike="noStrike" kern="0" cap="none" spc="0" normalizeH="0" baseline="0" noProof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Simplon BP Regular"/>
                <a:sym typeface="Simplon BP Regular"/>
              </a:rPr>
              <a:t>Definições para TSA</a:t>
            </a:r>
            <a:endParaRPr kumimoji="0" lang="en-US" sz="1000" b="1" i="0" u="none" strike="noStrike" kern="0" cap="none" spc="0" normalizeH="0" baseline="0" noProof="0">
              <a:ln>
                <a:noFill/>
              </a:ln>
              <a:solidFill>
                <a:srgbClr val="535353"/>
              </a:solidFill>
              <a:effectLst/>
              <a:uLnTx/>
              <a:uFillTx/>
              <a:latin typeface="Simplon BP Regular"/>
              <a:sym typeface="Simplon BP Regular"/>
            </a:endParaRP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E500CE60-8006-BB36-CECF-E2B5B8E7BE8B}"/>
              </a:ext>
            </a:extLst>
          </p:cNvPr>
          <p:cNvSpPr txBox="1"/>
          <p:nvPr/>
        </p:nvSpPr>
        <p:spPr>
          <a:xfrm>
            <a:off x="8453821" y="4038568"/>
            <a:ext cx="1030731" cy="15388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lvl="0" eaLnBrk="1">
              <a:defRPr sz="1200" kern="0">
                <a:solidFill>
                  <a:srgbClr val="00D318"/>
                </a:solidFill>
                <a:uLnTx/>
                <a:latin typeface="Simplon BP Regular"/>
              </a:defRPr>
            </a:lvl1pPr>
          </a:lstStyle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000" b="1" i="0" u="none" strike="noStrike" kern="0" cap="none" spc="0" normalizeH="0" baseline="0" noProof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Simplon BP Regular"/>
                <a:sym typeface="Simplon BP Regular"/>
              </a:rPr>
              <a:t>04/09</a:t>
            </a:r>
            <a:endParaRPr kumimoji="0" lang="en-US" sz="1000" b="1" i="0" u="none" strike="noStrike" kern="0" cap="none" spc="0" normalizeH="0" baseline="0" noProof="0">
              <a:ln>
                <a:noFill/>
              </a:ln>
              <a:solidFill>
                <a:srgbClr val="535353"/>
              </a:solidFill>
              <a:effectLst/>
              <a:uLnTx/>
              <a:uFillTx/>
              <a:latin typeface="Simplon BP Regular"/>
              <a:sym typeface="Simplon BP Regular"/>
            </a:endParaRPr>
          </a:p>
        </p:txBody>
      </p:sp>
      <p:cxnSp>
        <p:nvCxnSpPr>
          <p:cNvPr id="7" name="Conector reto 19">
            <a:extLst>
              <a:ext uri="{FF2B5EF4-FFF2-40B4-BE49-F238E27FC236}">
                <a16:creationId xmlns:a16="http://schemas.microsoft.com/office/drawing/2014/main" id="{EFB662E2-C8EF-240F-7E7B-20F9D2BEA1A7}"/>
              </a:ext>
            </a:extLst>
          </p:cNvPr>
          <p:cNvCxnSpPr>
            <a:cxnSpLocks/>
          </p:cNvCxnSpPr>
          <p:nvPr/>
        </p:nvCxnSpPr>
        <p:spPr>
          <a:xfrm flipV="1">
            <a:off x="390417" y="5695756"/>
            <a:ext cx="11484000" cy="0"/>
          </a:xfrm>
          <a:prstGeom prst="line">
            <a:avLst/>
          </a:prstGeom>
          <a:noFill/>
          <a:ln w="9525" cap="flat">
            <a:solidFill>
              <a:schemeClr val="accent1"/>
            </a:solidFill>
            <a:prstDash val="dash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grpSp>
        <p:nvGrpSpPr>
          <p:cNvPr id="19" name="Group 18">
            <a:extLst>
              <a:ext uri="{FF2B5EF4-FFF2-40B4-BE49-F238E27FC236}">
                <a16:creationId xmlns:a16="http://schemas.microsoft.com/office/drawing/2014/main" id="{11C4EB38-D574-AB5F-F805-60F0C9E2D15B}"/>
              </a:ext>
            </a:extLst>
          </p:cNvPr>
          <p:cNvGrpSpPr/>
          <p:nvPr>
            <p:custDataLst>
              <p:tags r:id="rId1"/>
            </p:custDataLst>
          </p:nvPr>
        </p:nvGrpSpPr>
        <p:grpSpPr>
          <a:xfrm>
            <a:off x="9953370" y="67434"/>
            <a:ext cx="1117294" cy="266244"/>
            <a:chOff x="10312706" y="228600"/>
            <a:chExt cx="1117294" cy="266244"/>
          </a:xfrm>
        </p:grpSpPr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C7F5EE9C-1BAC-1F29-B514-423843385F57}"/>
                </a:ext>
              </a:extLst>
            </p:cNvPr>
            <p:cNvSpPr txBox="1"/>
            <p:nvPr/>
          </p:nvSpPr>
          <p:spPr>
            <a:xfrm>
              <a:off x="10312706" y="269389"/>
              <a:ext cx="1117294" cy="184666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ctr" anchorCtr="1">
              <a:spAutoFit/>
            </a:bodyPr>
            <a:lstStyle/>
            <a:p>
              <a:pPr marL="0" marR="0" lvl="0" indent="0" algn="ct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200" b="1" i="1" u="sng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/>
                  <a:sym typeface="Simplon BP Regular"/>
                </a:rPr>
                <a:t>PRELIMINAR</a:t>
              </a:r>
            </a:p>
          </p:txBody>
        </p: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B993F2C7-65A4-ABC8-D822-95F7D83096C1}"/>
                </a:ext>
              </a:extLst>
            </p:cNvPr>
            <p:cNvCxnSpPr>
              <a:cxnSpLocks/>
            </p:cNvCxnSpPr>
            <p:nvPr/>
          </p:nvCxnSpPr>
          <p:spPr>
            <a:xfrm>
              <a:off x="10312706" y="228600"/>
              <a:ext cx="1117294" cy="0"/>
            </a:xfrm>
            <a:prstGeom prst="line">
              <a:avLst/>
            </a:prstGeom>
            <a:ln w="12700" cmpd="sng">
              <a:solidFill>
                <a:srgbClr val="000000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4EE6A7D5-B122-14FF-337E-1FE944EDD493}"/>
                </a:ext>
              </a:extLst>
            </p:cNvPr>
            <p:cNvCxnSpPr>
              <a:cxnSpLocks/>
            </p:cNvCxnSpPr>
            <p:nvPr/>
          </p:nvCxnSpPr>
          <p:spPr>
            <a:xfrm>
              <a:off x="10312706" y="494844"/>
              <a:ext cx="1117294" cy="0"/>
            </a:xfrm>
            <a:prstGeom prst="line">
              <a:avLst/>
            </a:prstGeom>
            <a:ln w="12700" cmpd="sng">
              <a:solidFill>
                <a:srgbClr val="000000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5" name="TextBox 34">
            <a:extLst>
              <a:ext uri="{FF2B5EF4-FFF2-40B4-BE49-F238E27FC236}">
                <a16:creationId xmlns:a16="http://schemas.microsoft.com/office/drawing/2014/main" id="{E403553D-7047-B6AE-D760-36B345DC1D00}"/>
              </a:ext>
            </a:extLst>
          </p:cNvPr>
          <p:cNvSpPr txBox="1"/>
          <p:nvPr/>
        </p:nvSpPr>
        <p:spPr>
          <a:xfrm>
            <a:off x="9168404" y="3587719"/>
            <a:ext cx="966773" cy="30777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lvl="0" algn="ctr" eaLnBrk="1">
              <a:defRPr sz="1000" b="1" kern="0">
                <a:solidFill>
                  <a:schemeClr val="tx2"/>
                </a:solidFill>
                <a:uLnTx/>
                <a:latin typeface="Simplon BP Regular"/>
              </a:defRPr>
            </a:lvl1pPr>
          </a:lstStyle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000" b="1" i="0" u="none" strike="noStrike" kern="0" cap="none" spc="0" normalizeH="0" baseline="0" noProof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Simplon BP Regular"/>
                <a:sym typeface="Simplon BP Regular"/>
              </a:rPr>
              <a:t>Estratégia transição Folha</a:t>
            </a:r>
            <a:endParaRPr kumimoji="0" lang="en-US" sz="1000" b="1" i="0" u="none" strike="noStrike" kern="0" cap="none" spc="0" normalizeH="0" baseline="0" noProof="0">
              <a:ln>
                <a:noFill/>
              </a:ln>
              <a:solidFill>
                <a:srgbClr val="535353"/>
              </a:solidFill>
              <a:effectLst/>
              <a:uLnTx/>
              <a:uFillTx/>
              <a:latin typeface="Simplon BP Regular"/>
              <a:sym typeface="Simplon BP Regular"/>
            </a:endParaRPr>
          </a:p>
        </p:txBody>
      </p:sp>
      <p:sp>
        <p:nvSpPr>
          <p:cNvPr id="36" name="Diamond 35">
            <a:extLst>
              <a:ext uri="{FF2B5EF4-FFF2-40B4-BE49-F238E27FC236}">
                <a16:creationId xmlns:a16="http://schemas.microsoft.com/office/drawing/2014/main" id="{2DA9DE0D-4779-2E81-6F91-3D088DF6B42C}"/>
              </a:ext>
            </a:extLst>
          </p:cNvPr>
          <p:cNvSpPr/>
          <p:nvPr/>
        </p:nvSpPr>
        <p:spPr>
          <a:xfrm>
            <a:off x="9575588" y="3341522"/>
            <a:ext cx="180000" cy="180000"/>
          </a:xfrm>
          <a:prstGeom prst="diamond">
            <a:avLst/>
          </a:prstGeom>
          <a:solidFill>
            <a:srgbClr val="00D318"/>
          </a:solidFill>
          <a:ln w="12700" cap="flat" cmpd="sng" algn="ctr">
            <a:solidFill>
              <a:schemeClr val="accent1">
                <a:lumMod val="75000"/>
              </a:scheme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implon BP Regular"/>
              <a:ea typeface="+mn-ea"/>
              <a:cs typeface="Helvetica"/>
              <a:sym typeface="Simplon BP Regular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AABCA6F8-E07C-9BFF-3ECE-A22187E809B4}"/>
              </a:ext>
            </a:extLst>
          </p:cNvPr>
          <p:cNvSpPr txBox="1"/>
          <p:nvPr/>
        </p:nvSpPr>
        <p:spPr>
          <a:xfrm>
            <a:off x="9369435" y="3167686"/>
            <a:ext cx="581822" cy="15388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lvl="0" eaLnBrk="1">
              <a:defRPr sz="1200" kern="0">
                <a:solidFill>
                  <a:srgbClr val="00D318"/>
                </a:solidFill>
                <a:uLnTx/>
                <a:latin typeface="Simplon BP Regular"/>
              </a:defRPr>
            </a:lvl1pPr>
          </a:lstStyle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000" b="1" i="0" u="none" strike="noStrike" kern="0" cap="none" spc="0" normalizeH="0" baseline="0" noProof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Simplon BP Regular"/>
                <a:sym typeface="Simplon BP Regular"/>
              </a:rPr>
              <a:t>30/09</a:t>
            </a:r>
            <a:endParaRPr kumimoji="0" lang="en-US" sz="1000" b="1" i="0" u="none" strike="noStrike" kern="0" cap="none" spc="0" normalizeH="0" baseline="0" noProof="0">
              <a:ln>
                <a:noFill/>
              </a:ln>
              <a:solidFill>
                <a:srgbClr val="535353"/>
              </a:solidFill>
              <a:effectLst/>
              <a:uLnTx/>
              <a:uFillTx/>
              <a:latin typeface="Simplon BP Regular"/>
              <a:sym typeface="Simplon BP Regular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893B312F-FE32-134D-7566-4B2F570D07E7}"/>
              </a:ext>
            </a:extLst>
          </p:cNvPr>
          <p:cNvSpPr txBox="1"/>
          <p:nvPr/>
        </p:nvSpPr>
        <p:spPr>
          <a:xfrm>
            <a:off x="8903067" y="566221"/>
            <a:ext cx="1132777" cy="14106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ctr" defTabSz="914400" rtl="0" fontAlgn="auto" latinLnBrk="0" hangingPunct="0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pt-BR" sz="1050" b="1">
                <a:solidFill>
                  <a:schemeClr val="accent4"/>
                </a:solidFill>
              </a:rPr>
              <a:t>Plano Detalhado</a:t>
            </a:r>
            <a:endParaRPr kumimoji="0" lang="pt-BR" sz="1050" b="1" i="0" u="none" strike="noStrike" cap="none" spc="0" normalizeH="0" baseline="0">
              <a:ln>
                <a:noFill/>
              </a:ln>
              <a:solidFill>
                <a:schemeClr val="accent4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DBD133F-C86D-6003-6E55-87929628C66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98709" y="149735"/>
            <a:ext cx="510540" cy="440436"/>
          </a:xfrm>
          <a:prstGeom prst="rect">
            <a:avLst/>
          </a:prstGeom>
        </p:spPr>
      </p:pic>
      <p:sp>
        <p:nvSpPr>
          <p:cNvPr id="41" name="TextBox 40">
            <a:extLst>
              <a:ext uri="{FF2B5EF4-FFF2-40B4-BE49-F238E27FC236}">
                <a16:creationId xmlns:a16="http://schemas.microsoft.com/office/drawing/2014/main" id="{821DD22C-4256-08FF-E76B-D9B404CC5DF3}"/>
              </a:ext>
            </a:extLst>
          </p:cNvPr>
          <p:cNvSpPr txBox="1"/>
          <p:nvPr/>
        </p:nvSpPr>
        <p:spPr>
          <a:xfrm>
            <a:off x="7346494" y="1643531"/>
            <a:ext cx="756000" cy="15388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lvl="0" eaLnBrk="1">
              <a:defRPr sz="1200" kern="0">
                <a:solidFill>
                  <a:srgbClr val="00D318"/>
                </a:solidFill>
                <a:uLnTx/>
                <a:latin typeface="Simplon BP Regular"/>
              </a:defRPr>
            </a:lvl1pPr>
          </a:lstStyle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000" b="1" i="0" u="none" strike="noStrike" kern="0" cap="none" spc="0" normalizeH="0" baseline="0" noProof="0" dirty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Simplon BP Regular"/>
                <a:sym typeface="Simplon BP Regular"/>
              </a:rPr>
              <a:t>Perímetro </a:t>
            </a:r>
            <a:r>
              <a:rPr kumimoji="0" lang="pt-BR" sz="1000" b="1" i="0" u="none" strike="noStrike" kern="0" cap="none" spc="0" normalizeH="0" baseline="0" noProof="0" dirty="0" err="1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Simplon BP Regular"/>
                <a:sym typeface="Simplon BP Regular"/>
              </a:rPr>
              <a:t>tuning</a:t>
            </a:r>
            <a:endParaRPr kumimoji="0" lang="en-US" sz="1000" b="1" i="0" u="none" strike="noStrike" kern="0" cap="none" spc="0" normalizeH="0" baseline="0" noProof="0" dirty="0">
              <a:ln>
                <a:noFill/>
              </a:ln>
              <a:solidFill>
                <a:srgbClr val="535353"/>
              </a:solidFill>
              <a:effectLst/>
              <a:uLnTx/>
              <a:uFillTx/>
              <a:latin typeface="Simplon BP Regular"/>
              <a:sym typeface="Simplon BP Regular"/>
            </a:endParaRPr>
          </a:p>
        </p:txBody>
      </p:sp>
      <p:sp>
        <p:nvSpPr>
          <p:cNvPr id="44" name="Diamond 43">
            <a:extLst>
              <a:ext uri="{FF2B5EF4-FFF2-40B4-BE49-F238E27FC236}">
                <a16:creationId xmlns:a16="http://schemas.microsoft.com/office/drawing/2014/main" id="{7E4D4341-50C4-DCD8-7187-481EF8AA5CB3}"/>
              </a:ext>
            </a:extLst>
          </p:cNvPr>
          <p:cNvSpPr/>
          <p:nvPr/>
        </p:nvSpPr>
        <p:spPr>
          <a:xfrm>
            <a:off x="7681966" y="1414397"/>
            <a:ext cx="180000" cy="180000"/>
          </a:xfrm>
          <a:prstGeom prst="diamond">
            <a:avLst/>
          </a:prstGeom>
          <a:solidFill>
            <a:srgbClr val="00D318"/>
          </a:solidFill>
          <a:ln w="12700" cap="flat" cmpd="sng" algn="ctr">
            <a:solidFill>
              <a:schemeClr val="accent1">
                <a:lumMod val="75000"/>
              </a:scheme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implon BP Regular"/>
              <a:ea typeface="+mn-ea"/>
              <a:cs typeface="Helvetica"/>
              <a:sym typeface="Simplon BP Regular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6077D015-11F4-E5BA-39F1-765839EDDB37}"/>
              </a:ext>
            </a:extLst>
          </p:cNvPr>
          <p:cNvSpPr txBox="1"/>
          <p:nvPr/>
        </p:nvSpPr>
        <p:spPr>
          <a:xfrm>
            <a:off x="7226746" y="1261384"/>
            <a:ext cx="1030731" cy="15388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lvl="0" eaLnBrk="1">
              <a:defRPr sz="1200" kern="0">
                <a:solidFill>
                  <a:srgbClr val="00D318"/>
                </a:solidFill>
                <a:uLnTx/>
                <a:latin typeface="Simplon BP Regular"/>
              </a:defRPr>
            </a:lvl1pPr>
          </a:lstStyle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000" b="1" i="0" u="none" strike="noStrike" kern="0" cap="none" spc="0" normalizeH="0" baseline="0" noProof="0" dirty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Simplon BP Regular"/>
                <a:sym typeface="Simplon BP Regular"/>
              </a:rPr>
              <a:t>05/08</a:t>
            </a:r>
            <a:endParaRPr kumimoji="0" lang="en-US" sz="1000" b="1" i="0" u="none" strike="noStrike" kern="0" cap="none" spc="0" normalizeH="0" baseline="0" noProof="0" dirty="0">
              <a:ln>
                <a:noFill/>
              </a:ln>
              <a:solidFill>
                <a:srgbClr val="535353"/>
              </a:solidFill>
              <a:effectLst/>
              <a:uLnTx/>
              <a:uFillTx/>
              <a:latin typeface="Simplon BP Regular"/>
              <a:sym typeface="Simplon BP Regular"/>
            </a:endParaRPr>
          </a:p>
        </p:txBody>
      </p:sp>
      <p:sp>
        <p:nvSpPr>
          <p:cNvPr id="47" name="Action Button: Go Back or Previous 46">
            <a:hlinkClick r:id="rId5" action="ppaction://hlinksldjump" highlightClick="1"/>
            <a:extLst>
              <a:ext uri="{FF2B5EF4-FFF2-40B4-BE49-F238E27FC236}">
                <a16:creationId xmlns:a16="http://schemas.microsoft.com/office/drawing/2014/main" id="{070F1935-F0C6-43F3-F7C7-C298445592A4}"/>
              </a:ext>
            </a:extLst>
          </p:cNvPr>
          <p:cNvSpPr/>
          <p:nvPr/>
        </p:nvSpPr>
        <p:spPr>
          <a:xfrm>
            <a:off x="10915286" y="473300"/>
            <a:ext cx="274320" cy="180000"/>
          </a:xfrm>
          <a:prstGeom prst="actionButtonBackPrevious">
            <a:avLst/>
          </a:prstGeom>
          <a:noFill/>
          <a:ln w="25400" cap="flat">
            <a:solidFill>
              <a:schemeClr val="accent1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pt-BR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</p:spTree>
    <p:extLst>
      <p:ext uri="{BB962C8B-B14F-4D97-AF65-F5344CB8AC3E}">
        <p14:creationId xmlns:p14="http://schemas.microsoft.com/office/powerpoint/2010/main" val="66327653"/>
      </p:ext>
    </p:extLst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0" name="Table 69">
            <a:extLst>
              <a:ext uri="{FF2B5EF4-FFF2-40B4-BE49-F238E27FC236}">
                <a16:creationId xmlns:a16="http://schemas.microsoft.com/office/drawing/2014/main" id="{64C402D5-D823-597E-D23B-104FBA6F8AEF}"/>
              </a:ext>
            </a:extLst>
          </p:cNvPr>
          <p:cNvGraphicFramePr>
            <a:graphicFrameLocks noGrp="1"/>
          </p:cNvGraphicFramePr>
          <p:nvPr/>
        </p:nvGraphicFramePr>
        <p:xfrm>
          <a:off x="5026976" y="755750"/>
          <a:ext cx="7073584" cy="6125399"/>
        </p:xfrm>
        <a:graphic>
          <a:graphicData uri="http://schemas.openxmlformats.org/drawingml/2006/table">
            <a:tbl>
              <a:tblPr firstRow="1" bandRow="1"/>
              <a:tblGrid>
                <a:gridCol w="1324554">
                  <a:extLst>
                    <a:ext uri="{9D8B030D-6E8A-4147-A177-3AD203B41FA5}">
                      <a16:colId xmlns:a16="http://schemas.microsoft.com/office/drawing/2014/main" val="615484032"/>
                    </a:ext>
                  </a:extLst>
                </a:gridCol>
                <a:gridCol w="1324554">
                  <a:extLst>
                    <a:ext uri="{9D8B030D-6E8A-4147-A177-3AD203B41FA5}">
                      <a16:colId xmlns:a16="http://schemas.microsoft.com/office/drawing/2014/main" val="2704344942"/>
                    </a:ext>
                  </a:extLst>
                </a:gridCol>
                <a:gridCol w="1324554">
                  <a:extLst>
                    <a:ext uri="{9D8B030D-6E8A-4147-A177-3AD203B41FA5}">
                      <a16:colId xmlns:a16="http://schemas.microsoft.com/office/drawing/2014/main" val="1163614476"/>
                    </a:ext>
                  </a:extLst>
                </a:gridCol>
                <a:gridCol w="1324554">
                  <a:extLst>
                    <a:ext uri="{9D8B030D-6E8A-4147-A177-3AD203B41FA5}">
                      <a16:colId xmlns:a16="http://schemas.microsoft.com/office/drawing/2014/main" val="1938603679"/>
                    </a:ext>
                  </a:extLst>
                </a:gridCol>
                <a:gridCol w="1422284">
                  <a:extLst>
                    <a:ext uri="{9D8B030D-6E8A-4147-A177-3AD203B41FA5}">
                      <a16:colId xmlns:a16="http://schemas.microsoft.com/office/drawing/2014/main" val="842458018"/>
                    </a:ext>
                  </a:extLst>
                </a:gridCol>
                <a:gridCol w="353084">
                  <a:extLst>
                    <a:ext uri="{9D8B030D-6E8A-4147-A177-3AD203B41FA5}">
                      <a16:colId xmlns:a16="http://schemas.microsoft.com/office/drawing/2014/main" val="2797363758"/>
                    </a:ext>
                  </a:extLst>
                </a:gridCol>
              </a:tblGrid>
              <a:tr h="464557">
                <a:tc>
                  <a:txBody>
                    <a:bodyPr/>
                    <a:lstStyle>
                      <a:lvl1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1" i="0" u="none" strike="noStrike" cap="none" spc="0" baseline="0">
                          <a:solidFill>
                            <a:schemeClr val="lt1"/>
                          </a:solidFill>
                          <a:uFillTx/>
                          <a:latin typeface="Graphik"/>
                          <a:sym typeface="Simplon BP Regular"/>
                        </a:defRPr>
                      </a:lvl1pPr>
                      <a:lvl2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1" i="0" u="none" strike="noStrike" cap="none" spc="0" baseline="0">
                          <a:solidFill>
                            <a:schemeClr val="lt1"/>
                          </a:solidFill>
                          <a:uFillTx/>
                          <a:latin typeface="Graphik"/>
                          <a:sym typeface="Simplon BP Regular"/>
                        </a:defRPr>
                      </a:lvl2pPr>
                      <a:lvl3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1" i="0" u="none" strike="noStrike" cap="none" spc="0" baseline="0">
                          <a:solidFill>
                            <a:schemeClr val="lt1"/>
                          </a:solidFill>
                          <a:uFillTx/>
                          <a:latin typeface="Graphik"/>
                          <a:sym typeface="Simplon BP Regular"/>
                        </a:defRPr>
                      </a:lvl3pPr>
                      <a:lvl4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1" i="0" u="none" strike="noStrike" cap="none" spc="0" baseline="0">
                          <a:solidFill>
                            <a:schemeClr val="lt1"/>
                          </a:solidFill>
                          <a:uFillTx/>
                          <a:latin typeface="Graphik"/>
                          <a:sym typeface="Simplon BP Regular"/>
                        </a:defRPr>
                      </a:lvl4pPr>
                      <a:lvl5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1" i="0" u="none" strike="noStrike" cap="none" spc="0" baseline="0">
                          <a:solidFill>
                            <a:schemeClr val="lt1"/>
                          </a:solidFill>
                          <a:uFillTx/>
                          <a:latin typeface="Graphik"/>
                          <a:sym typeface="Simplon BP Regular"/>
                        </a:defRPr>
                      </a:lvl5pPr>
                      <a:lvl6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1" i="0" u="none" strike="noStrike" cap="none" spc="0" baseline="0">
                          <a:solidFill>
                            <a:schemeClr val="lt1"/>
                          </a:solidFill>
                          <a:uFillTx/>
                          <a:latin typeface="Graphik"/>
                          <a:sym typeface="Simplon BP Regular"/>
                        </a:defRPr>
                      </a:lvl6pPr>
                      <a:lvl7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1" i="0" u="none" strike="noStrike" cap="none" spc="0" baseline="0">
                          <a:solidFill>
                            <a:schemeClr val="lt1"/>
                          </a:solidFill>
                          <a:uFillTx/>
                          <a:latin typeface="Graphik"/>
                          <a:sym typeface="Simplon BP Regular"/>
                        </a:defRPr>
                      </a:lvl7pPr>
                      <a:lvl8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1" i="0" u="none" strike="noStrike" cap="none" spc="0" baseline="0">
                          <a:solidFill>
                            <a:schemeClr val="lt1"/>
                          </a:solidFill>
                          <a:uFillTx/>
                          <a:latin typeface="Graphik"/>
                          <a:sym typeface="Simplon BP Regular"/>
                        </a:defRPr>
                      </a:lvl8pPr>
                      <a:lvl9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1" i="0" u="none" strike="noStrike" cap="none" spc="0" baseline="0">
                          <a:solidFill>
                            <a:schemeClr val="lt1"/>
                          </a:solidFill>
                          <a:uFillTx/>
                          <a:latin typeface="Graphik"/>
                          <a:sym typeface="Simplon BP Regular"/>
                        </a:defRPr>
                      </a:lvl9pPr>
                    </a:lstStyle>
                    <a:p>
                      <a:pPr algn="ctr"/>
                      <a:r>
                        <a:rPr lang="pt-BR" sz="1200">
                          <a:solidFill>
                            <a:schemeClr val="bg1"/>
                          </a:solidFill>
                          <a:latin typeface="Simplon BP Regular"/>
                        </a:rPr>
                        <a:t>JUNHO</a:t>
                      </a:r>
                    </a:p>
                  </a:txBody>
                  <a:tcPr marL="83127" marR="83127" anchor="ctr">
                    <a:lnL w="762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1" i="0" u="none" strike="noStrike" cap="none" spc="0" baseline="0">
                          <a:solidFill>
                            <a:schemeClr val="lt1"/>
                          </a:solidFill>
                          <a:uFillTx/>
                          <a:latin typeface="Graphik"/>
                          <a:sym typeface="Simplon BP Regular"/>
                        </a:defRPr>
                      </a:lvl1pPr>
                      <a:lvl2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1" i="0" u="none" strike="noStrike" cap="none" spc="0" baseline="0">
                          <a:solidFill>
                            <a:schemeClr val="lt1"/>
                          </a:solidFill>
                          <a:uFillTx/>
                          <a:latin typeface="Graphik"/>
                          <a:sym typeface="Simplon BP Regular"/>
                        </a:defRPr>
                      </a:lvl2pPr>
                      <a:lvl3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1" i="0" u="none" strike="noStrike" cap="none" spc="0" baseline="0">
                          <a:solidFill>
                            <a:schemeClr val="lt1"/>
                          </a:solidFill>
                          <a:uFillTx/>
                          <a:latin typeface="Graphik"/>
                          <a:sym typeface="Simplon BP Regular"/>
                        </a:defRPr>
                      </a:lvl3pPr>
                      <a:lvl4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1" i="0" u="none" strike="noStrike" cap="none" spc="0" baseline="0">
                          <a:solidFill>
                            <a:schemeClr val="lt1"/>
                          </a:solidFill>
                          <a:uFillTx/>
                          <a:latin typeface="Graphik"/>
                          <a:sym typeface="Simplon BP Regular"/>
                        </a:defRPr>
                      </a:lvl4pPr>
                      <a:lvl5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1" i="0" u="none" strike="noStrike" cap="none" spc="0" baseline="0">
                          <a:solidFill>
                            <a:schemeClr val="lt1"/>
                          </a:solidFill>
                          <a:uFillTx/>
                          <a:latin typeface="Graphik"/>
                          <a:sym typeface="Simplon BP Regular"/>
                        </a:defRPr>
                      </a:lvl5pPr>
                      <a:lvl6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1" i="0" u="none" strike="noStrike" cap="none" spc="0" baseline="0">
                          <a:solidFill>
                            <a:schemeClr val="lt1"/>
                          </a:solidFill>
                          <a:uFillTx/>
                          <a:latin typeface="Graphik"/>
                          <a:sym typeface="Simplon BP Regular"/>
                        </a:defRPr>
                      </a:lvl6pPr>
                      <a:lvl7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1" i="0" u="none" strike="noStrike" cap="none" spc="0" baseline="0">
                          <a:solidFill>
                            <a:schemeClr val="lt1"/>
                          </a:solidFill>
                          <a:uFillTx/>
                          <a:latin typeface="Graphik"/>
                          <a:sym typeface="Simplon BP Regular"/>
                        </a:defRPr>
                      </a:lvl7pPr>
                      <a:lvl8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1" i="0" u="none" strike="noStrike" cap="none" spc="0" baseline="0">
                          <a:solidFill>
                            <a:schemeClr val="lt1"/>
                          </a:solidFill>
                          <a:uFillTx/>
                          <a:latin typeface="Graphik"/>
                          <a:sym typeface="Simplon BP Regular"/>
                        </a:defRPr>
                      </a:lvl8pPr>
                      <a:lvl9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1" i="0" u="none" strike="noStrike" cap="none" spc="0" baseline="0">
                          <a:solidFill>
                            <a:schemeClr val="lt1"/>
                          </a:solidFill>
                          <a:uFillTx/>
                          <a:latin typeface="Graphik"/>
                          <a:sym typeface="Simplon BP Regular"/>
                        </a:defRPr>
                      </a:lvl9pPr>
                    </a:lstStyle>
                    <a:p>
                      <a:pPr algn="ctr"/>
                      <a:r>
                        <a:rPr lang="pt-BR" sz="1200">
                          <a:solidFill>
                            <a:schemeClr val="bg1"/>
                          </a:solidFill>
                          <a:latin typeface="Simplon BP Regular"/>
                        </a:rPr>
                        <a:t>JULHO</a:t>
                      </a:r>
                    </a:p>
                  </a:txBody>
                  <a:tcPr marL="83127" marR="83127" anchor="ctr">
                    <a:lnL w="762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1" i="0" u="none" strike="noStrike" cap="none" spc="0" baseline="0">
                          <a:solidFill>
                            <a:schemeClr val="lt1"/>
                          </a:solidFill>
                          <a:uFillTx/>
                          <a:latin typeface="Graphik"/>
                          <a:sym typeface="Simplon BP Regular"/>
                        </a:defRPr>
                      </a:lvl1pPr>
                      <a:lvl2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1" i="0" u="none" strike="noStrike" cap="none" spc="0" baseline="0">
                          <a:solidFill>
                            <a:schemeClr val="lt1"/>
                          </a:solidFill>
                          <a:uFillTx/>
                          <a:latin typeface="Graphik"/>
                          <a:sym typeface="Simplon BP Regular"/>
                        </a:defRPr>
                      </a:lvl2pPr>
                      <a:lvl3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1" i="0" u="none" strike="noStrike" cap="none" spc="0" baseline="0">
                          <a:solidFill>
                            <a:schemeClr val="lt1"/>
                          </a:solidFill>
                          <a:uFillTx/>
                          <a:latin typeface="Graphik"/>
                          <a:sym typeface="Simplon BP Regular"/>
                        </a:defRPr>
                      </a:lvl3pPr>
                      <a:lvl4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1" i="0" u="none" strike="noStrike" cap="none" spc="0" baseline="0">
                          <a:solidFill>
                            <a:schemeClr val="lt1"/>
                          </a:solidFill>
                          <a:uFillTx/>
                          <a:latin typeface="Graphik"/>
                          <a:sym typeface="Simplon BP Regular"/>
                        </a:defRPr>
                      </a:lvl4pPr>
                      <a:lvl5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1" i="0" u="none" strike="noStrike" cap="none" spc="0" baseline="0">
                          <a:solidFill>
                            <a:schemeClr val="lt1"/>
                          </a:solidFill>
                          <a:uFillTx/>
                          <a:latin typeface="Graphik"/>
                          <a:sym typeface="Simplon BP Regular"/>
                        </a:defRPr>
                      </a:lvl5pPr>
                      <a:lvl6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1" i="0" u="none" strike="noStrike" cap="none" spc="0" baseline="0">
                          <a:solidFill>
                            <a:schemeClr val="lt1"/>
                          </a:solidFill>
                          <a:uFillTx/>
                          <a:latin typeface="Graphik"/>
                          <a:sym typeface="Simplon BP Regular"/>
                        </a:defRPr>
                      </a:lvl6pPr>
                      <a:lvl7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1" i="0" u="none" strike="noStrike" cap="none" spc="0" baseline="0">
                          <a:solidFill>
                            <a:schemeClr val="lt1"/>
                          </a:solidFill>
                          <a:uFillTx/>
                          <a:latin typeface="Graphik"/>
                          <a:sym typeface="Simplon BP Regular"/>
                        </a:defRPr>
                      </a:lvl7pPr>
                      <a:lvl8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1" i="0" u="none" strike="noStrike" cap="none" spc="0" baseline="0">
                          <a:solidFill>
                            <a:schemeClr val="lt1"/>
                          </a:solidFill>
                          <a:uFillTx/>
                          <a:latin typeface="Graphik"/>
                          <a:sym typeface="Simplon BP Regular"/>
                        </a:defRPr>
                      </a:lvl8pPr>
                      <a:lvl9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1" i="0" u="none" strike="noStrike" cap="none" spc="0" baseline="0">
                          <a:solidFill>
                            <a:schemeClr val="lt1"/>
                          </a:solidFill>
                          <a:uFillTx/>
                          <a:latin typeface="Graphik"/>
                          <a:sym typeface="Simplon BP Regular"/>
                        </a:defRPr>
                      </a:lvl9pPr>
                    </a:lstStyle>
                    <a:p>
                      <a:pPr algn="ctr"/>
                      <a:r>
                        <a:rPr lang="pt-BR" sz="1200">
                          <a:solidFill>
                            <a:schemeClr val="bg1"/>
                          </a:solidFill>
                          <a:latin typeface="Simplon BP Regular"/>
                        </a:rPr>
                        <a:t>AGOSTO</a:t>
                      </a:r>
                    </a:p>
                  </a:txBody>
                  <a:tcPr marL="83127" marR="83127" anchor="ctr">
                    <a:lnL w="762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1" i="0" u="none" strike="noStrike" cap="none" spc="0" baseline="0">
                          <a:solidFill>
                            <a:schemeClr val="lt1"/>
                          </a:solidFill>
                          <a:uFillTx/>
                          <a:latin typeface="Graphik"/>
                          <a:sym typeface="Simplon BP Regular"/>
                        </a:defRPr>
                      </a:lvl1pPr>
                      <a:lvl2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1" i="0" u="none" strike="noStrike" cap="none" spc="0" baseline="0">
                          <a:solidFill>
                            <a:schemeClr val="lt1"/>
                          </a:solidFill>
                          <a:uFillTx/>
                          <a:latin typeface="Graphik"/>
                          <a:sym typeface="Simplon BP Regular"/>
                        </a:defRPr>
                      </a:lvl2pPr>
                      <a:lvl3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1" i="0" u="none" strike="noStrike" cap="none" spc="0" baseline="0">
                          <a:solidFill>
                            <a:schemeClr val="lt1"/>
                          </a:solidFill>
                          <a:uFillTx/>
                          <a:latin typeface="Graphik"/>
                          <a:sym typeface="Simplon BP Regular"/>
                        </a:defRPr>
                      </a:lvl3pPr>
                      <a:lvl4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1" i="0" u="none" strike="noStrike" cap="none" spc="0" baseline="0">
                          <a:solidFill>
                            <a:schemeClr val="lt1"/>
                          </a:solidFill>
                          <a:uFillTx/>
                          <a:latin typeface="Graphik"/>
                          <a:sym typeface="Simplon BP Regular"/>
                        </a:defRPr>
                      </a:lvl4pPr>
                      <a:lvl5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1" i="0" u="none" strike="noStrike" cap="none" spc="0" baseline="0">
                          <a:solidFill>
                            <a:schemeClr val="lt1"/>
                          </a:solidFill>
                          <a:uFillTx/>
                          <a:latin typeface="Graphik"/>
                          <a:sym typeface="Simplon BP Regular"/>
                        </a:defRPr>
                      </a:lvl5pPr>
                      <a:lvl6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1" i="0" u="none" strike="noStrike" cap="none" spc="0" baseline="0">
                          <a:solidFill>
                            <a:schemeClr val="lt1"/>
                          </a:solidFill>
                          <a:uFillTx/>
                          <a:latin typeface="Graphik"/>
                          <a:sym typeface="Simplon BP Regular"/>
                        </a:defRPr>
                      </a:lvl6pPr>
                      <a:lvl7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1" i="0" u="none" strike="noStrike" cap="none" spc="0" baseline="0">
                          <a:solidFill>
                            <a:schemeClr val="lt1"/>
                          </a:solidFill>
                          <a:uFillTx/>
                          <a:latin typeface="Graphik"/>
                          <a:sym typeface="Simplon BP Regular"/>
                        </a:defRPr>
                      </a:lvl7pPr>
                      <a:lvl8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1" i="0" u="none" strike="noStrike" cap="none" spc="0" baseline="0">
                          <a:solidFill>
                            <a:schemeClr val="lt1"/>
                          </a:solidFill>
                          <a:uFillTx/>
                          <a:latin typeface="Graphik"/>
                          <a:sym typeface="Simplon BP Regular"/>
                        </a:defRPr>
                      </a:lvl8pPr>
                      <a:lvl9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1" i="0" u="none" strike="noStrike" cap="none" spc="0" baseline="0">
                          <a:solidFill>
                            <a:schemeClr val="lt1"/>
                          </a:solidFill>
                          <a:uFillTx/>
                          <a:latin typeface="Graphik"/>
                          <a:sym typeface="Simplon BP Regular"/>
                        </a:defRPr>
                      </a:lvl9pPr>
                    </a:lstStyle>
                    <a:p>
                      <a:pPr algn="ctr"/>
                      <a:r>
                        <a:rPr lang="pt-BR" sz="1200">
                          <a:solidFill>
                            <a:schemeClr val="bg1"/>
                          </a:solidFill>
                          <a:latin typeface="Simplon BP Regular"/>
                        </a:rPr>
                        <a:t>SETEMBRO</a:t>
                      </a:r>
                    </a:p>
                  </a:txBody>
                  <a:tcPr marL="83127" marR="83127" anchor="ctr">
                    <a:lnL w="762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1" i="0" u="none" strike="noStrike" cap="none" spc="0" baseline="0">
                          <a:solidFill>
                            <a:schemeClr val="lt1"/>
                          </a:solidFill>
                          <a:uFillTx/>
                          <a:latin typeface="Graphik"/>
                          <a:sym typeface="Simplon BP Regular"/>
                        </a:defRPr>
                      </a:lvl1pPr>
                      <a:lvl2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1" i="0" u="none" strike="noStrike" cap="none" spc="0" baseline="0">
                          <a:solidFill>
                            <a:schemeClr val="lt1"/>
                          </a:solidFill>
                          <a:uFillTx/>
                          <a:latin typeface="Graphik"/>
                          <a:sym typeface="Simplon BP Regular"/>
                        </a:defRPr>
                      </a:lvl2pPr>
                      <a:lvl3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1" i="0" u="none" strike="noStrike" cap="none" spc="0" baseline="0">
                          <a:solidFill>
                            <a:schemeClr val="lt1"/>
                          </a:solidFill>
                          <a:uFillTx/>
                          <a:latin typeface="Graphik"/>
                          <a:sym typeface="Simplon BP Regular"/>
                        </a:defRPr>
                      </a:lvl3pPr>
                      <a:lvl4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1" i="0" u="none" strike="noStrike" cap="none" spc="0" baseline="0">
                          <a:solidFill>
                            <a:schemeClr val="lt1"/>
                          </a:solidFill>
                          <a:uFillTx/>
                          <a:latin typeface="Graphik"/>
                          <a:sym typeface="Simplon BP Regular"/>
                        </a:defRPr>
                      </a:lvl4pPr>
                      <a:lvl5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1" i="0" u="none" strike="noStrike" cap="none" spc="0" baseline="0">
                          <a:solidFill>
                            <a:schemeClr val="lt1"/>
                          </a:solidFill>
                          <a:uFillTx/>
                          <a:latin typeface="Graphik"/>
                          <a:sym typeface="Simplon BP Regular"/>
                        </a:defRPr>
                      </a:lvl5pPr>
                      <a:lvl6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1" i="0" u="none" strike="noStrike" cap="none" spc="0" baseline="0">
                          <a:solidFill>
                            <a:schemeClr val="lt1"/>
                          </a:solidFill>
                          <a:uFillTx/>
                          <a:latin typeface="Graphik"/>
                          <a:sym typeface="Simplon BP Regular"/>
                        </a:defRPr>
                      </a:lvl6pPr>
                      <a:lvl7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1" i="0" u="none" strike="noStrike" cap="none" spc="0" baseline="0">
                          <a:solidFill>
                            <a:schemeClr val="lt1"/>
                          </a:solidFill>
                          <a:uFillTx/>
                          <a:latin typeface="Graphik"/>
                          <a:sym typeface="Simplon BP Regular"/>
                        </a:defRPr>
                      </a:lvl7pPr>
                      <a:lvl8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1" i="0" u="none" strike="noStrike" cap="none" spc="0" baseline="0">
                          <a:solidFill>
                            <a:schemeClr val="lt1"/>
                          </a:solidFill>
                          <a:uFillTx/>
                          <a:latin typeface="Graphik"/>
                          <a:sym typeface="Simplon BP Regular"/>
                        </a:defRPr>
                      </a:lvl8pPr>
                      <a:lvl9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1" i="0" u="none" strike="noStrike" cap="none" spc="0" baseline="0">
                          <a:solidFill>
                            <a:schemeClr val="lt1"/>
                          </a:solidFill>
                          <a:uFillTx/>
                          <a:latin typeface="Graphik"/>
                          <a:sym typeface="Simplon BP Regular"/>
                        </a:defRPr>
                      </a:lvl9pPr>
                    </a:lstStyle>
                    <a:p>
                      <a:pPr algn="ctr"/>
                      <a:r>
                        <a:rPr lang="pt-BR" sz="1200">
                          <a:solidFill>
                            <a:schemeClr val="bg1"/>
                          </a:solidFill>
                          <a:latin typeface="Simplon BP Regular"/>
                        </a:rPr>
                        <a:t>OUTUBRO</a:t>
                      </a:r>
                    </a:p>
                  </a:txBody>
                  <a:tcPr marL="83127" marR="83127" anchor="ctr">
                    <a:lnL w="762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bg1"/>
                        </a:solidFill>
                      </a:endParaRPr>
                    </a:p>
                  </a:txBody>
                  <a:tcPr marL="83127" marR="83127" anchor="ctr">
                    <a:lnL w="762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83838771"/>
                  </a:ext>
                </a:extLst>
              </a:tr>
              <a:tr h="5660842">
                <a:tc>
                  <a:txBody>
                    <a:bodyPr/>
                    <a:lstStyle>
                      <a:lvl1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dk1"/>
                          </a:solidFill>
                          <a:uFillTx/>
                          <a:latin typeface="Graphik"/>
                          <a:sym typeface="Simplon BP Regular"/>
                        </a:defRPr>
                      </a:lvl1pPr>
                      <a:lvl2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dk1"/>
                          </a:solidFill>
                          <a:uFillTx/>
                          <a:latin typeface="Graphik"/>
                          <a:sym typeface="Simplon BP Regular"/>
                        </a:defRPr>
                      </a:lvl2pPr>
                      <a:lvl3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dk1"/>
                          </a:solidFill>
                          <a:uFillTx/>
                          <a:latin typeface="Graphik"/>
                          <a:sym typeface="Simplon BP Regular"/>
                        </a:defRPr>
                      </a:lvl3pPr>
                      <a:lvl4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dk1"/>
                          </a:solidFill>
                          <a:uFillTx/>
                          <a:latin typeface="Graphik"/>
                          <a:sym typeface="Simplon BP Regular"/>
                        </a:defRPr>
                      </a:lvl4pPr>
                      <a:lvl5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dk1"/>
                          </a:solidFill>
                          <a:uFillTx/>
                          <a:latin typeface="Graphik"/>
                          <a:sym typeface="Simplon BP Regular"/>
                        </a:defRPr>
                      </a:lvl5pPr>
                      <a:lvl6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dk1"/>
                          </a:solidFill>
                          <a:uFillTx/>
                          <a:latin typeface="Graphik"/>
                          <a:sym typeface="Simplon BP Regular"/>
                        </a:defRPr>
                      </a:lvl6pPr>
                      <a:lvl7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dk1"/>
                          </a:solidFill>
                          <a:uFillTx/>
                          <a:latin typeface="Graphik"/>
                          <a:sym typeface="Simplon BP Regular"/>
                        </a:defRPr>
                      </a:lvl7pPr>
                      <a:lvl8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dk1"/>
                          </a:solidFill>
                          <a:uFillTx/>
                          <a:latin typeface="Graphik"/>
                          <a:sym typeface="Simplon BP Regular"/>
                        </a:defRPr>
                      </a:lvl8pPr>
                      <a:lvl9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dk1"/>
                          </a:solidFill>
                          <a:uFillTx/>
                          <a:latin typeface="Graphik"/>
                          <a:sym typeface="Simplon BP Regular"/>
                        </a:defRPr>
                      </a:lvl9pPr>
                    </a:lstStyle>
                    <a:p>
                      <a:pPr algn="ctr"/>
                      <a:endParaRPr lang="pt-BR" sz="1200">
                        <a:latin typeface="Simplon BP Regular"/>
                      </a:endParaRPr>
                    </a:p>
                  </a:txBody>
                  <a:tcPr marL="83127" marR="83127" anchor="ctr">
                    <a:lnL w="762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85000"/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dk1"/>
                          </a:solidFill>
                          <a:uFillTx/>
                          <a:latin typeface="Graphik"/>
                          <a:sym typeface="Simplon BP Regular"/>
                        </a:defRPr>
                      </a:lvl1pPr>
                      <a:lvl2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dk1"/>
                          </a:solidFill>
                          <a:uFillTx/>
                          <a:latin typeface="Graphik"/>
                          <a:sym typeface="Simplon BP Regular"/>
                        </a:defRPr>
                      </a:lvl2pPr>
                      <a:lvl3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dk1"/>
                          </a:solidFill>
                          <a:uFillTx/>
                          <a:latin typeface="Graphik"/>
                          <a:sym typeface="Simplon BP Regular"/>
                        </a:defRPr>
                      </a:lvl3pPr>
                      <a:lvl4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dk1"/>
                          </a:solidFill>
                          <a:uFillTx/>
                          <a:latin typeface="Graphik"/>
                          <a:sym typeface="Simplon BP Regular"/>
                        </a:defRPr>
                      </a:lvl4pPr>
                      <a:lvl5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dk1"/>
                          </a:solidFill>
                          <a:uFillTx/>
                          <a:latin typeface="Graphik"/>
                          <a:sym typeface="Simplon BP Regular"/>
                        </a:defRPr>
                      </a:lvl5pPr>
                      <a:lvl6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dk1"/>
                          </a:solidFill>
                          <a:uFillTx/>
                          <a:latin typeface="Graphik"/>
                          <a:sym typeface="Simplon BP Regular"/>
                        </a:defRPr>
                      </a:lvl6pPr>
                      <a:lvl7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dk1"/>
                          </a:solidFill>
                          <a:uFillTx/>
                          <a:latin typeface="Graphik"/>
                          <a:sym typeface="Simplon BP Regular"/>
                        </a:defRPr>
                      </a:lvl7pPr>
                      <a:lvl8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dk1"/>
                          </a:solidFill>
                          <a:uFillTx/>
                          <a:latin typeface="Graphik"/>
                          <a:sym typeface="Simplon BP Regular"/>
                        </a:defRPr>
                      </a:lvl8pPr>
                      <a:lvl9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dk1"/>
                          </a:solidFill>
                          <a:uFillTx/>
                          <a:latin typeface="Graphik"/>
                          <a:sym typeface="Simplon BP Regular"/>
                        </a:defRPr>
                      </a:lvl9pPr>
                    </a:lstStyle>
                    <a:p>
                      <a:pPr algn="ctr"/>
                      <a:endParaRPr lang="pt-BR" sz="1200">
                        <a:latin typeface="Simplon BP Regular"/>
                      </a:endParaRPr>
                    </a:p>
                  </a:txBody>
                  <a:tcPr marL="83127" marR="83127" anchor="ctr">
                    <a:lnL w="762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85000"/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dk1"/>
                          </a:solidFill>
                          <a:uFillTx/>
                          <a:latin typeface="Graphik"/>
                          <a:sym typeface="Simplon BP Regular"/>
                        </a:defRPr>
                      </a:lvl1pPr>
                      <a:lvl2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dk1"/>
                          </a:solidFill>
                          <a:uFillTx/>
                          <a:latin typeface="Graphik"/>
                          <a:sym typeface="Simplon BP Regular"/>
                        </a:defRPr>
                      </a:lvl2pPr>
                      <a:lvl3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dk1"/>
                          </a:solidFill>
                          <a:uFillTx/>
                          <a:latin typeface="Graphik"/>
                          <a:sym typeface="Simplon BP Regular"/>
                        </a:defRPr>
                      </a:lvl3pPr>
                      <a:lvl4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dk1"/>
                          </a:solidFill>
                          <a:uFillTx/>
                          <a:latin typeface="Graphik"/>
                          <a:sym typeface="Simplon BP Regular"/>
                        </a:defRPr>
                      </a:lvl4pPr>
                      <a:lvl5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dk1"/>
                          </a:solidFill>
                          <a:uFillTx/>
                          <a:latin typeface="Graphik"/>
                          <a:sym typeface="Simplon BP Regular"/>
                        </a:defRPr>
                      </a:lvl5pPr>
                      <a:lvl6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dk1"/>
                          </a:solidFill>
                          <a:uFillTx/>
                          <a:latin typeface="Graphik"/>
                          <a:sym typeface="Simplon BP Regular"/>
                        </a:defRPr>
                      </a:lvl6pPr>
                      <a:lvl7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dk1"/>
                          </a:solidFill>
                          <a:uFillTx/>
                          <a:latin typeface="Graphik"/>
                          <a:sym typeface="Simplon BP Regular"/>
                        </a:defRPr>
                      </a:lvl7pPr>
                      <a:lvl8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dk1"/>
                          </a:solidFill>
                          <a:uFillTx/>
                          <a:latin typeface="Graphik"/>
                          <a:sym typeface="Simplon BP Regular"/>
                        </a:defRPr>
                      </a:lvl8pPr>
                      <a:lvl9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dk1"/>
                          </a:solidFill>
                          <a:uFillTx/>
                          <a:latin typeface="Graphik"/>
                          <a:sym typeface="Simplon BP Regular"/>
                        </a:defRPr>
                      </a:lvl9pPr>
                    </a:lstStyle>
                    <a:p>
                      <a:pPr algn="ctr"/>
                      <a:endParaRPr lang="pt-BR" sz="1200">
                        <a:latin typeface="Simplon BP Regular"/>
                      </a:endParaRPr>
                    </a:p>
                  </a:txBody>
                  <a:tcPr marL="83127" marR="83127" anchor="ctr">
                    <a:lnL w="762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85000"/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dk1"/>
                          </a:solidFill>
                          <a:uFillTx/>
                          <a:latin typeface="Graphik"/>
                          <a:sym typeface="Simplon BP Regular"/>
                        </a:defRPr>
                      </a:lvl1pPr>
                      <a:lvl2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dk1"/>
                          </a:solidFill>
                          <a:uFillTx/>
                          <a:latin typeface="Graphik"/>
                          <a:sym typeface="Simplon BP Regular"/>
                        </a:defRPr>
                      </a:lvl2pPr>
                      <a:lvl3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dk1"/>
                          </a:solidFill>
                          <a:uFillTx/>
                          <a:latin typeface="Graphik"/>
                          <a:sym typeface="Simplon BP Regular"/>
                        </a:defRPr>
                      </a:lvl3pPr>
                      <a:lvl4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dk1"/>
                          </a:solidFill>
                          <a:uFillTx/>
                          <a:latin typeface="Graphik"/>
                          <a:sym typeface="Simplon BP Regular"/>
                        </a:defRPr>
                      </a:lvl4pPr>
                      <a:lvl5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dk1"/>
                          </a:solidFill>
                          <a:uFillTx/>
                          <a:latin typeface="Graphik"/>
                          <a:sym typeface="Simplon BP Regular"/>
                        </a:defRPr>
                      </a:lvl5pPr>
                      <a:lvl6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dk1"/>
                          </a:solidFill>
                          <a:uFillTx/>
                          <a:latin typeface="Graphik"/>
                          <a:sym typeface="Simplon BP Regular"/>
                        </a:defRPr>
                      </a:lvl6pPr>
                      <a:lvl7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dk1"/>
                          </a:solidFill>
                          <a:uFillTx/>
                          <a:latin typeface="Graphik"/>
                          <a:sym typeface="Simplon BP Regular"/>
                        </a:defRPr>
                      </a:lvl7pPr>
                      <a:lvl8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dk1"/>
                          </a:solidFill>
                          <a:uFillTx/>
                          <a:latin typeface="Graphik"/>
                          <a:sym typeface="Simplon BP Regular"/>
                        </a:defRPr>
                      </a:lvl8pPr>
                      <a:lvl9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dk1"/>
                          </a:solidFill>
                          <a:uFillTx/>
                          <a:latin typeface="Graphik"/>
                          <a:sym typeface="Simplon BP Regular"/>
                        </a:defRPr>
                      </a:lvl9pPr>
                    </a:lstStyle>
                    <a:p>
                      <a:pPr algn="ctr"/>
                      <a:endParaRPr lang="pt-BR" sz="1200">
                        <a:latin typeface="Simplon BP Regular"/>
                      </a:endParaRPr>
                    </a:p>
                  </a:txBody>
                  <a:tcPr marL="83127" marR="83127" anchor="ctr">
                    <a:lnL w="762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85000"/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dk1"/>
                          </a:solidFill>
                          <a:uFillTx/>
                          <a:latin typeface="Graphik"/>
                          <a:sym typeface="Simplon BP Regular"/>
                        </a:defRPr>
                      </a:lvl1pPr>
                      <a:lvl2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dk1"/>
                          </a:solidFill>
                          <a:uFillTx/>
                          <a:latin typeface="Graphik"/>
                          <a:sym typeface="Simplon BP Regular"/>
                        </a:defRPr>
                      </a:lvl2pPr>
                      <a:lvl3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dk1"/>
                          </a:solidFill>
                          <a:uFillTx/>
                          <a:latin typeface="Graphik"/>
                          <a:sym typeface="Simplon BP Regular"/>
                        </a:defRPr>
                      </a:lvl3pPr>
                      <a:lvl4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dk1"/>
                          </a:solidFill>
                          <a:uFillTx/>
                          <a:latin typeface="Graphik"/>
                          <a:sym typeface="Simplon BP Regular"/>
                        </a:defRPr>
                      </a:lvl4pPr>
                      <a:lvl5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dk1"/>
                          </a:solidFill>
                          <a:uFillTx/>
                          <a:latin typeface="Graphik"/>
                          <a:sym typeface="Simplon BP Regular"/>
                        </a:defRPr>
                      </a:lvl5pPr>
                      <a:lvl6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dk1"/>
                          </a:solidFill>
                          <a:uFillTx/>
                          <a:latin typeface="Graphik"/>
                          <a:sym typeface="Simplon BP Regular"/>
                        </a:defRPr>
                      </a:lvl6pPr>
                      <a:lvl7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dk1"/>
                          </a:solidFill>
                          <a:uFillTx/>
                          <a:latin typeface="Graphik"/>
                          <a:sym typeface="Simplon BP Regular"/>
                        </a:defRPr>
                      </a:lvl7pPr>
                      <a:lvl8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dk1"/>
                          </a:solidFill>
                          <a:uFillTx/>
                          <a:latin typeface="Graphik"/>
                          <a:sym typeface="Simplon BP Regular"/>
                        </a:defRPr>
                      </a:lvl8pPr>
                      <a:lvl9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dk1"/>
                          </a:solidFill>
                          <a:uFillTx/>
                          <a:latin typeface="Graphik"/>
                          <a:sym typeface="Simplon BP Regular"/>
                        </a:defRPr>
                      </a:lvl9pPr>
                    </a:lstStyle>
                    <a:p>
                      <a:pPr algn="ctr"/>
                      <a:endParaRPr lang="pt-BR" sz="1200">
                        <a:latin typeface="Simplon BP Regular"/>
                      </a:endParaRPr>
                    </a:p>
                  </a:txBody>
                  <a:tcPr marL="83127" marR="83127" anchor="ctr">
                    <a:lnL w="762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85000"/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200"/>
                    </a:p>
                  </a:txBody>
                  <a:tcPr marL="83127" marR="83127" anchor="ctr">
                    <a:lnL w="762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85000"/>
                        <a:alpha val="3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5513756"/>
                  </a:ext>
                </a:extLst>
              </a:tr>
            </a:tbl>
          </a:graphicData>
        </a:graphic>
      </p:graphicFrame>
      <p:sp>
        <p:nvSpPr>
          <p:cNvPr id="3" name="Title 2">
            <a:extLst>
              <a:ext uri="{FF2B5EF4-FFF2-40B4-BE49-F238E27FC236}">
                <a16:creationId xmlns:a16="http://schemas.microsoft.com/office/drawing/2014/main" id="{E2050BBC-73CE-011C-9051-CC39B73D48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pt-BR" sz="2800">
                <a:solidFill>
                  <a:schemeClr val="accent6"/>
                </a:solidFill>
              </a:rPr>
              <a:t>Plano de Trabalho alto nível - Tecnologia</a:t>
            </a:r>
            <a:endParaRPr lang="en-US" sz="2800">
              <a:solidFill>
                <a:schemeClr val="accent6"/>
              </a:solidFill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FCC97739-AFCD-0816-C0A5-2A8398FCC83F}"/>
              </a:ext>
            </a:extLst>
          </p:cNvPr>
          <p:cNvCxnSpPr>
            <a:cxnSpLocks/>
          </p:cNvCxnSpPr>
          <p:nvPr/>
        </p:nvCxnSpPr>
        <p:spPr>
          <a:xfrm>
            <a:off x="410966" y="1183383"/>
            <a:ext cx="1068512" cy="0"/>
          </a:xfrm>
          <a:prstGeom prst="line">
            <a:avLst/>
          </a:prstGeom>
          <a:noFill/>
          <a:ln w="25400" cap="flat">
            <a:solidFill>
              <a:schemeClr val="accent1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221E5828-143D-82FC-600F-756A6D92D638}"/>
              </a:ext>
            </a:extLst>
          </p:cNvPr>
          <p:cNvSpPr txBox="1"/>
          <p:nvPr/>
        </p:nvSpPr>
        <p:spPr>
          <a:xfrm>
            <a:off x="400692" y="923735"/>
            <a:ext cx="485710" cy="18466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t">
            <a:spAutoFit/>
          </a:bodyPr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200" b="1" i="0" u="none" strike="noStrike" kern="0" cap="none" spc="0" normalizeH="0" baseline="0" noProof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Simplon BP Regular"/>
                <a:sym typeface="Simplon BP Regular"/>
              </a:rPr>
              <a:t>FRENTE</a:t>
            </a:r>
            <a:endParaRPr kumimoji="0" lang="en-US" sz="1200" b="1" i="0" u="none" strike="noStrike" kern="0" cap="none" spc="0" normalizeH="0" baseline="0" noProof="0">
              <a:ln>
                <a:noFill/>
              </a:ln>
              <a:solidFill>
                <a:srgbClr val="535353"/>
              </a:solidFill>
              <a:effectLst/>
              <a:uLnTx/>
              <a:uFillTx/>
              <a:latin typeface="Simplon BP Regular"/>
              <a:sym typeface="Simplon BP Regular"/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1E34597-5706-B6E5-2FF6-8D94D954B9A3}"/>
              </a:ext>
            </a:extLst>
          </p:cNvPr>
          <p:cNvCxnSpPr>
            <a:cxnSpLocks/>
          </p:cNvCxnSpPr>
          <p:nvPr/>
        </p:nvCxnSpPr>
        <p:spPr>
          <a:xfrm>
            <a:off x="1623316" y="1183383"/>
            <a:ext cx="3355848" cy="0"/>
          </a:xfrm>
          <a:prstGeom prst="line">
            <a:avLst/>
          </a:prstGeom>
          <a:noFill/>
          <a:ln w="25400" cap="flat">
            <a:solidFill>
              <a:schemeClr val="accent1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DD9B6FA6-3CDD-9331-5F3D-F2B4FA484C15}"/>
              </a:ext>
            </a:extLst>
          </p:cNvPr>
          <p:cNvSpPr txBox="1"/>
          <p:nvPr/>
        </p:nvSpPr>
        <p:spPr>
          <a:xfrm>
            <a:off x="1623316" y="923735"/>
            <a:ext cx="1461939" cy="18466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t">
            <a:spAutoFit/>
          </a:bodyPr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200" b="1" i="0" u="none" strike="noStrike" kern="0" cap="none" spc="0" normalizeH="0" baseline="0" noProof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Simplon BP Regular"/>
                <a:sym typeface="Simplon BP Regular"/>
              </a:rPr>
              <a:t>PRINCIPAIS AIVIDADES</a:t>
            </a:r>
            <a:endParaRPr kumimoji="0" lang="en-US" sz="1200" b="1" i="0" u="none" strike="noStrike" kern="0" cap="none" spc="0" normalizeH="0" baseline="0" noProof="0">
              <a:ln>
                <a:noFill/>
              </a:ln>
              <a:solidFill>
                <a:srgbClr val="535353"/>
              </a:solidFill>
              <a:effectLst/>
              <a:uLnTx/>
              <a:uFillTx/>
              <a:latin typeface="Simplon BP Regular"/>
              <a:sym typeface="Simplon BP Regular"/>
            </a:endParaRPr>
          </a:p>
        </p:txBody>
      </p:sp>
      <p:sp>
        <p:nvSpPr>
          <p:cNvPr id="43" name="Rettangolo 19">
            <a:extLst>
              <a:ext uri="{FF2B5EF4-FFF2-40B4-BE49-F238E27FC236}">
                <a16:creationId xmlns:a16="http://schemas.microsoft.com/office/drawing/2014/main" id="{B650BE24-4A0B-C79F-CED1-19FC1F126EA2}"/>
              </a:ext>
            </a:extLst>
          </p:cNvPr>
          <p:cNvSpPr/>
          <p:nvPr/>
        </p:nvSpPr>
        <p:spPr>
          <a:xfrm>
            <a:off x="410966" y="1310162"/>
            <a:ext cx="1068512" cy="41148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1905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spcFirstLastPara="0" vert="horz" wrap="square" lIns="72000" tIns="36000" rIns="72000" bIns="6350" numCol="1" spcCol="1270" rtlCol="0" anchor="ctr" anchorCtr="0">
            <a:noAutofit/>
          </a:bodyPr>
          <a:lstStyle/>
          <a:p>
            <a:pPr marL="0" marR="0" lvl="0" indent="0" algn="l" defTabSz="4445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100" b="1" i="1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Simplon BP Regular"/>
                <a:ea typeface="+mn-ea"/>
                <a:cs typeface="Helvetica"/>
                <a:sym typeface="Simplon BP Regular"/>
              </a:rPr>
              <a:t>MAPA DE SEPARAÇÃO</a:t>
            </a:r>
          </a:p>
        </p:txBody>
      </p:sp>
      <p:sp>
        <p:nvSpPr>
          <p:cNvPr id="53" name="Rettangolo 19">
            <a:extLst>
              <a:ext uri="{FF2B5EF4-FFF2-40B4-BE49-F238E27FC236}">
                <a16:creationId xmlns:a16="http://schemas.microsoft.com/office/drawing/2014/main" id="{FB0822B7-2355-56E5-052A-85D05758CD1E}"/>
              </a:ext>
            </a:extLst>
          </p:cNvPr>
          <p:cNvSpPr/>
          <p:nvPr/>
        </p:nvSpPr>
        <p:spPr>
          <a:xfrm>
            <a:off x="410966" y="1815167"/>
            <a:ext cx="1068512" cy="41148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1905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spcFirstLastPara="0" vert="horz" wrap="square" lIns="72000" tIns="36000" rIns="72000" bIns="6350" numCol="1" spcCol="1270" rtlCol="0" anchor="ctr" anchorCtr="0">
            <a:noAutofit/>
          </a:bodyPr>
          <a:lstStyle/>
          <a:p>
            <a:pPr marL="0" marR="0" lvl="0" indent="0" algn="l" defTabSz="4445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100" b="1" i="1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Simplon BP Regular"/>
                <a:ea typeface="+mn-ea"/>
                <a:cs typeface="Helvetica"/>
                <a:sym typeface="Simplon BP Regular"/>
              </a:rPr>
              <a:t>CANAIS (URA, APPs, FE...)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F0CF46A3-DE8D-5D78-F330-1E6A807AD4B2}"/>
              </a:ext>
            </a:extLst>
          </p:cNvPr>
          <p:cNvSpPr txBox="1"/>
          <p:nvPr/>
        </p:nvSpPr>
        <p:spPr>
          <a:xfrm>
            <a:off x="1657101" y="1351233"/>
            <a:ext cx="2565934" cy="36933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111125" marR="0" lvl="0" indent="-111125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pt-BR" sz="1200" b="0" i="0" u="none" strike="noStrike" kern="0" cap="none" spc="0" normalizeH="0" baseline="0" noProof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Simplon BP Regular"/>
                <a:sym typeface="Simplon BP Regular"/>
              </a:rPr>
              <a:t>Preenchimento de Data Request</a:t>
            </a:r>
          </a:p>
          <a:p>
            <a:pPr marL="111125" marR="0" lvl="0" indent="-111125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pt-BR" sz="1200" b="0" i="0" u="none" strike="noStrike" kern="0" cap="none" spc="0" normalizeH="0" baseline="0" noProof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Simplon BP Regular"/>
                <a:sym typeface="Simplon BP Regular"/>
              </a:rPr>
              <a:t>Mapeamento processo x sistema</a:t>
            </a:r>
          </a:p>
        </p:txBody>
      </p: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FCEE816E-389B-7B6D-07AB-7AE007C9CF8E}"/>
              </a:ext>
            </a:extLst>
          </p:cNvPr>
          <p:cNvCxnSpPr>
            <a:cxnSpLocks/>
            <a:endCxn id="58" idx="3"/>
          </p:cNvCxnSpPr>
          <p:nvPr/>
        </p:nvCxnSpPr>
        <p:spPr>
          <a:xfrm>
            <a:off x="6765982" y="1500057"/>
            <a:ext cx="1607888" cy="5591"/>
          </a:xfrm>
          <a:prstGeom prst="line">
            <a:avLst/>
          </a:prstGeom>
          <a:noFill/>
          <a:ln w="25400" cap="flat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67" name="Rettangolo 19">
            <a:extLst>
              <a:ext uri="{FF2B5EF4-FFF2-40B4-BE49-F238E27FC236}">
                <a16:creationId xmlns:a16="http://schemas.microsoft.com/office/drawing/2014/main" id="{62EC0298-0DDE-8A1E-D46A-62C6527A1C28}"/>
              </a:ext>
            </a:extLst>
          </p:cNvPr>
          <p:cNvSpPr/>
          <p:nvPr/>
        </p:nvSpPr>
        <p:spPr>
          <a:xfrm>
            <a:off x="410966" y="2320172"/>
            <a:ext cx="1068512" cy="41148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1905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spcFirstLastPara="0" vert="horz" wrap="square" lIns="72000" tIns="36000" rIns="72000" bIns="6350" numCol="1" spcCol="1270" rtlCol="0" anchor="ctr" anchorCtr="0">
            <a:noAutofit/>
          </a:bodyPr>
          <a:lstStyle/>
          <a:p>
            <a:pPr marL="0" marR="0" lvl="0" indent="0" algn="l" defTabSz="4445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100" b="1" i="1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Simplon BP Regular"/>
                <a:ea typeface="+mn-ea"/>
                <a:cs typeface="Helvetica"/>
                <a:sym typeface="Simplon BP Regular"/>
              </a:rPr>
              <a:t>BSS</a:t>
            </a:r>
          </a:p>
        </p:txBody>
      </p:sp>
      <p:sp>
        <p:nvSpPr>
          <p:cNvPr id="177" name="Rettangolo 19">
            <a:extLst>
              <a:ext uri="{FF2B5EF4-FFF2-40B4-BE49-F238E27FC236}">
                <a16:creationId xmlns:a16="http://schemas.microsoft.com/office/drawing/2014/main" id="{1B14C087-43BB-F11F-E02B-757981B20E69}"/>
              </a:ext>
            </a:extLst>
          </p:cNvPr>
          <p:cNvSpPr/>
          <p:nvPr/>
        </p:nvSpPr>
        <p:spPr>
          <a:xfrm>
            <a:off x="410966" y="2825177"/>
            <a:ext cx="1068512" cy="41148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1905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spcFirstLastPara="0" vert="horz" wrap="square" lIns="72000" tIns="36000" rIns="72000" bIns="6350" numCol="1" spcCol="1270" rtlCol="0" anchor="ctr" anchorCtr="0">
            <a:noAutofit/>
          </a:bodyPr>
          <a:lstStyle/>
          <a:p>
            <a:pPr marL="0" marR="0" lvl="0" indent="0" algn="l" defTabSz="4445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100" b="1" i="1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Simplon BP Regular"/>
                <a:ea typeface="+mn-ea"/>
                <a:cs typeface="Helvetica"/>
                <a:sym typeface="Simplon BP Regular"/>
              </a:rPr>
              <a:t>OSS</a:t>
            </a:r>
          </a:p>
        </p:txBody>
      </p:sp>
      <p:sp>
        <p:nvSpPr>
          <p:cNvPr id="182" name="Rettangolo 19">
            <a:extLst>
              <a:ext uri="{FF2B5EF4-FFF2-40B4-BE49-F238E27FC236}">
                <a16:creationId xmlns:a16="http://schemas.microsoft.com/office/drawing/2014/main" id="{7C61389D-51BE-FE59-5C70-6DE144BA9EC1}"/>
              </a:ext>
            </a:extLst>
          </p:cNvPr>
          <p:cNvSpPr/>
          <p:nvPr/>
        </p:nvSpPr>
        <p:spPr>
          <a:xfrm>
            <a:off x="410966" y="3330182"/>
            <a:ext cx="1068512" cy="41148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1905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spcFirstLastPara="0" vert="horz" wrap="square" lIns="72000" tIns="36000" rIns="72000" bIns="6350" numCol="1" spcCol="1270" rtlCol="0" anchor="ctr" anchorCtr="0">
            <a:noAutofit/>
          </a:bodyPr>
          <a:lstStyle/>
          <a:p>
            <a:pPr marL="0" marR="0" lvl="0" indent="0" algn="l" defTabSz="4445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100" b="1" i="1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Simplon BP Regular"/>
                <a:ea typeface="+mn-ea"/>
                <a:cs typeface="Helvetica"/>
                <a:sym typeface="Simplon BP Regular"/>
              </a:rPr>
              <a:t>INTEGRAÇÃO</a:t>
            </a:r>
            <a:endParaRPr kumimoji="0" lang="pt-BR" sz="1100" b="1" i="1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Simplon BP Regular"/>
              <a:ea typeface="+mn-ea"/>
              <a:cs typeface="Helvetica"/>
              <a:sym typeface="Simplon BP Regular"/>
            </a:endParaRPr>
          </a:p>
        </p:txBody>
      </p:sp>
      <p:sp>
        <p:nvSpPr>
          <p:cNvPr id="187" name="Rettangolo 19">
            <a:extLst>
              <a:ext uri="{FF2B5EF4-FFF2-40B4-BE49-F238E27FC236}">
                <a16:creationId xmlns:a16="http://schemas.microsoft.com/office/drawing/2014/main" id="{EDBC8EF4-48C5-71F1-1DEB-D14F5CD3A940}"/>
              </a:ext>
            </a:extLst>
          </p:cNvPr>
          <p:cNvSpPr/>
          <p:nvPr/>
        </p:nvSpPr>
        <p:spPr>
          <a:xfrm>
            <a:off x="410966" y="3835187"/>
            <a:ext cx="1068512" cy="41148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1905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spcFirstLastPara="0" vert="horz" wrap="square" lIns="72000" tIns="36000" rIns="72000" bIns="6350" numCol="1" spcCol="1270" rtlCol="0" anchor="ctr" anchorCtr="0">
            <a:noAutofit/>
          </a:bodyPr>
          <a:lstStyle/>
          <a:p>
            <a:pPr marL="0" marR="0" lvl="0" indent="0" algn="l" defTabSz="4445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100" b="1" i="1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Simplon BP Regular"/>
                <a:ea typeface="+mn-ea"/>
                <a:cs typeface="Helvetica"/>
                <a:sym typeface="Simplon BP Regular"/>
              </a:rPr>
              <a:t>CORPORATIVO</a:t>
            </a:r>
          </a:p>
        </p:txBody>
      </p:sp>
      <p:sp>
        <p:nvSpPr>
          <p:cNvPr id="192" name="Rettangolo 19">
            <a:extLst>
              <a:ext uri="{FF2B5EF4-FFF2-40B4-BE49-F238E27FC236}">
                <a16:creationId xmlns:a16="http://schemas.microsoft.com/office/drawing/2014/main" id="{75234524-8196-75CF-6D6B-1AD29B9221EC}"/>
              </a:ext>
            </a:extLst>
          </p:cNvPr>
          <p:cNvSpPr/>
          <p:nvPr/>
        </p:nvSpPr>
        <p:spPr>
          <a:xfrm>
            <a:off x="410966" y="4340192"/>
            <a:ext cx="1068512" cy="41148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1905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spcFirstLastPara="0" vert="horz" wrap="square" lIns="72000" tIns="36000" rIns="72000" bIns="6350" numCol="1" spcCol="1270" rtlCol="0" anchor="ctr" anchorCtr="0">
            <a:noAutofit/>
          </a:bodyPr>
          <a:lstStyle/>
          <a:p>
            <a:pPr marL="0" marR="0" lvl="0" indent="0" algn="l" defTabSz="4445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100" b="1" i="1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Simplon BP Regular"/>
                <a:ea typeface="+mn-ea"/>
                <a:cs typeface="Helvetica"/>
                <a:sym typeface="Simplon BP Regular"/>
              </a:rPr>
              <a:t>OPERAÇÃO E INFRA</a:t>
            </a:r>
          </a:p>
        </p:txBody>
      </p:sp>
      <p:sp>
        <p:nvSpPr>
          <p:cNvPr id="197" name="Rettangolo 19">
            <a:extLst>
              <a:ext uri="{FF2B5EF4-FFF2-40B4-BE49-F238E27FC236}">
                <a16:creationId xmlns:a16="http://schemas.microsoft.com/office/drawing/2014/main" id="{6F3E6606-CA1D-59FF-3B67-BF5386545FC3}"/>
              </a:ext>
            </a:extLst>
          </p:cNvPr>
          <p:cNvSpPr/>
          <p:nvPr/>
        </p:nvSpPr>
        <p:spPr>
          <a:xfrm>
            <a:off x="410966" y="4845197"/>
            <a:ext cx="1068512" cy="41148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1905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spcFirstLastPara="0" vert="horz" wrap="square" lIns="72000" tIns="36000" rIns="72000" bIns="6350" numCol="1" spcCol="1270" rtlCol="0" anchor="ctr" anchorCtr="0">
            <a:noAutofit/>
          </a:bodyPr>
          <a:lstStyle/>
          <a:p>
            <a:pPr marL="0" marR="0" lvl="0" indent="0" algn="l" defTabSz="4445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100" b="1" i="1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Simplon BP Regular"/>
                <a:ea typeface="+mn-ea"/>
                <a:cs typeface="Helvetica"/>
                <a:sym typeface="Simplon BP Regular"/>
              </a:rPr>
              <a:t>SI</a:t>
            </a:r>
          </a:p>
        </p:txBody>
      </p:sp>
      <p:sp>
        <p:nvSpPr>
          <p:cNvPr id="202" name="Rettangolo 19">
            <a:extLst>
              <a:ext uri="{FF2B5EF4-FFF2-40B4-BE49-F238E27FC236}">
                <a16:creationId xmlns:a16="http://schemas.microsoft.com/office/drawing/2014/main" id="{A3AADAF6-13E4-4FE0-9DD5-8005DF885C91}"/>
              </a:ext>
            </a:extLst>
          </p:cNvPr>
          <p:cNvSpPr/>
          <p:nvPr/>
        </p:nvSpPr>
        <p:spPr>
          <a:xfrm>
            <a:off x="400692" y="5350202"/>
            <a:ext cx="1068512" cy="41148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1905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spcFirstLastPara="0" vert="horz" wrap="square" lIns="72000" tIns="36000" rIns="72000" bIns="6350" numCol="1" spcCol="1270" rtlCol="0" anchor="ctr" anchorCtr="0">
            <a:noAutofit/>
          </a:bodyPr>
          <a:lstStyle/>
          <a:p>
            <a:pPr marL="0" marR="0" lvl="0" indent="0" algn="l" defTabSz="4445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100" b="1" i="1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Simplon BP Regular"/>
                <a:ea typeface="+mn-ea"/>
                <a:cs typeface="Helvetica"/>
                <a:sym typeface="Simplon BP Regular"/>
              </a:rPr>
              <a:t>DATA ANALYTICS</a:t>
            </a:r>
          </a:p>
        </p:txBody>
      </p:sp>
      <p:sp>
        <p:nvSpPr>
          <p:cNvPr id="208" name="Rettangolo 19">
            <a:extLst>
              <a:ext uri="{FF2B5EF4-FFF2-40B4-BE49-F238E27FC236}">
                <a16:creationId xmlns:a16="http://schemas.microsoft.com/office/drawing/2014/main" id="{E9DDE42A-F864-BC36-6198-94E058821837}"/>
              </a:ext>
            </a:extLst>
          </p:cNvPr>
          <p:cNvSpPr/>
          <p:nvPr/>
        </p:nvSpPr>
        <p:spPr>
          <a:xfrm>
            <a:off x="400692" y="5855207"/>
            <a:ext cx="1068512" cy="41148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1905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spcFirstLastPara="0" vert="horz" wrap="square" lIns="72000" tIns="36000" rIns="72000" bIns="6350" numCol="1" spcCol="1270" rtlCol="0" anchor="ctr" anchorCtr="0">
            <a:noAutofit/>
          </a:bodyPr>
          <a:lstStyle/>
          <a:p>
            <a:pPr marL="0" marR="0" lvl="0" indent="0" algn="l" defTabSz="4445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100" b="1" i="1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Simplon BP Regular"/>
                <a:ea typeface="+mn-ea"/>
                <a:cs typeface="Helvetica"/>
                <a:sym typeface="Simplon BP Regular"/>
              </a:rPr>
              <a:t>ENGENHARIA</a:t>
            </a:r>
          </a:p>
        </p:txBody>
      </p:sp>
      <p:cxnSp>
        <p:nvCxnSpPr>
          <p:cNvPr id="213" name="Straight Connector 212">
            <a:extLst>
              <a:ext uri="{FF2B5EF4-FFF2-40B4-BE49-F238E27FC236}">
                <a16:creationId xmlns:a16="http://schemas.microsoft.com/office/drawing/2014/main" id="{A3E836BF-89B8-D56F-5356-7D25F7D9AD9B}"/>
              </a:ext>
            </a:extLst>
          </p:cNvPr>
          <p:cNvCxnSpPr>
            <a:cxnSpLocks/>
            <a:endCxn id="10" idx="3"/>
          </p:cNvCxnSpPr>
          <p:nvPr/>
        </p:nvCxnSpPr>
        <p:spPr>
          <a:xfrm>
            <a:off x="7422307" y="2035940"/>
            <a:ext cx="1337139" cy="1453"/>
          </a:xfrm>
          <a:prstGeom prst="line">
            <a:avLst/>
          </a:prstGeom>
          <a:noFill/>
          <a:ln w="25400" cap="flat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16" name="Straight Connector 215">
            <a:extLst>
              <a:ext uri="{FF2B5EF4-FFF2-40B4-BE49-F238E27FC236}">
                <a16:creationId xmlns:a16="http://schemas.microsoft.com/office/drawing/2014/main" id="{97B8B4ED-6335-1DE8-3C2B-1390900A73AC}"/>
              </a:ext>
            </a:extLst>
          </p:cNvPr>
          <p:cNvCxnSpPr>
            <a:cxnSpLocks/>
            <a:endCxn id="19" idx="3"/>
          </p:cNvCxnSpPr>
          <p:nvPr/>
        </p:nvCxnSpPr>
        <p:spPr>
          <a:xfrm>
            <a:off x="7311641" y="2515376"/>
            <a:ext cx="1316344" cy="5677"/>
          </a:xfrm>
          <a:prstGeom prst="line">
            <a:avLst/>
          </a:prstGeom>
          <a:noFill/>
          <a:ln w="25400" cap="flat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" name="Diamond 1">
            <a:extLst>
              <a:ext uri="{FF2B5EF4-FFF2-40B4-BE49-F238E27FC236}">
                <a16:creationId xmlns:a16="http://schemas.microsoft.com/office/drawing/2014/main" id="{3301E8BD-3538-7E4F-EFA0-18F825237187}"/>
              </a:ext>
            </a:extLst>
          </p:cNvPr>
          <p:cNvSpPr/>
          <p:nvPr/>
        </p:nvSpPr>
        <p:spPr>
          <a:xfrm>
            <a:off x="7398662" y="1414326"/>
            <a:ext cx="180000" cy="180000"/>
          </a:xfrm>
          <a:prstGeom prst="diamond">
            <a:avLst/>
          </a:prstGeom>
          <a:solidFill>
            <a:srgbClr val="00D318"/>
          </a:solidFill>
          <a:ln w="12700" cap="flat" cmpd="sng" algn="ctr">
            <a:solidFill>
              <a:schemeClr val="accent1">
                <a:lumMod val="75000"/>
              </a:scheme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implon BP Regular"/>
              <a:ea typeface="+mn-ea"/>
              <a:cs typeface="Helvetica"/>
              <a:sym typeface="Simplon BP Regular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B8CEE80-B886-A90B-16FD-9F34A518088E}"/>
              </a:ext>
            </a:extLst>
          </p:cNvPr>
          <p:cNvSpPr txBox="1"/>
          <p:nvPr/>
        </p:nvSpPr>
        <p:spPr>
          <a:xfrm>
            <a:off x="7026634" y="1586048"/>
            <a:ext cx="2781219" cy="15388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lvl="0" algn="ctr" eaLnBrk="1">
              <a:defRPr sz="1000" b="1" kern="0">
                <a:solidFill>
                  <a:schemeClr val="tx2"/>
                </a:solidFill>
                <a:uLnTx/>
                <a:latin typeface="Simplon BP Regular"/>
              </a:defRPr>
            </a:lvl1pPr>
          </a:lstStyle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000" b="1" i="0" u="none" strike="noStrike" kern="0" cap="none" spc="0" normalizeH="0" baseline="0" noProof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Simplon BP Regular"/>
                <a:sym typeface="Simplon BP Regular"/>
              </a:rPr>
              <a:t>26/07 Mapeamento processo x Sistema</a:t>
            </a:r>
            <a:endParaRPr kumimoji="0" lang="en-US" sz="1000" b="1" i="0" u="none" strike="noStrike" kern="0" cap="none" spc="0" normalizeH="0" baseline="0" noProof="0">
              <a:ln>
                <a:noFill/>
              </a:ln>
              <a:solidFill>
                <a:srgbClr val="535353"/>
              </a:solidFill>
              <a:effectLst/>
              <a:uLnTx/>
              <a:uFillTx/>
              <a:latin typeface="Simplon BP Regular"/>
              <a:sym typeface="Simplon BP Regular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70C43D7-81B2-8B0B-37FC-7995748E1F2E}"/>
              </a:ext>
            </a:extLst>
          </p:cNvPr>
          <p:cNvSpPr txBox="1"/>
          <p:nvPr/>
        </p:nvSpPr>
        <p:spPr>
          <a:xfrm>
            <a:off x="6179235" y="2110030"/>
            <a:ext cx="1770844" cy="15388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lvl="0" eaLnBrk="1">
              <a:defRPr sz="1200" kern="0">
                <a:solidFill>
                  <a:srgbClr val="00D318"/>
                </a:solidFill>
                <a:uLnTx/>
                <a:latin typeface="Simplon BP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000" b="1" i="0" u="none" strike="noStrike" kern="0" cap="none" spc="0" normalizeH="0" baseline="0" noProof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Simplon BP Regular"/>
                <a:sym typeface="Simplon BP Regular"/>
              </a:rPr>
              <a:t>25/07 Visão Inicial de Separação</a:t>
            </a:r>
            <a:endParaRPr lang="en-US" sz="1000" b="1">
              <a:solidFill>
                <a:srgbClr val="535353"/>
              </a:solidFill>
            </a:endParaRPr>
          </a:p>
        </p:txBody>
      </p:sp>
      <p:sp>
        <p:nvSpPr>
          <p:cNvPr id="9" name="Diamond 8">
            <a:extLst>
              <a:ext uri="{FF2B5EF4-FFF2-40B4-BE49-F238E27FC236}">
                <a16:creationId xmlns:a16="http://schemas.microsoft.com/office/drawing/2014/main" id="{F85E85E6-8579-71B9-51F5-29803CA8A842}"/>
              </a:ext>
            </a:extLst>
          </p:cNvPr>
          <p:cNvSpPr/>
          <p:nvPr/>
        </p:nvSpPr>
        <p:spPr>
          <a:xfrm>
            <a:off x="7297059" y="1947393"/>
            <a:ext cx="180000" cy="180000"/>
          </a:xfrm>
          <a:prstGeom prst="diamond">
            <a:avLst/>
          </a:prstGeom>
          <a:solidFill>
            <a:srgbClr val="00D318"/>
          </a:solidFill>
          <a:ln w="12700" cap="flat" cmpd="sng" algn="ctr">
            <a:solidFill>
              <a:schemeClr val="accent1">
                <a:lumMod val="75000"/>
              </a:scheme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implon BP Regular"/>
              <a:ea typeface="+mn-ea"/>
              <a:cs typeface="Helvetica"/>
              <a:sym typeface="Simplon BP Regular"/>
            </a:endParaRPr>
          </a:p>
        </p:txBody>
      </p:sp>
      <p:sp>
        <p:nvSpPr>
          <p:cNvPr id="10" name="Diamond 9">
            <a:extLst>
              <a:ext uri="{FF2B5EF4-FFF2-40B4-BE49-F238E27FC236}">
                <a16:creationId xmlns:a16="http://schemas.microsoft.com/office/drawing/2014/main" id="{23258DF9-61FE-139A-EAF5-B92F5F554817}"/>
              </a:ext>
            </a:extLst>
          </p:cNvPr>
          <p:cNvSpPr/>
          <p:nvPr/>
        </p:nvSpPr>
        <p:spPr>
          <a:xfrm>
            <a:off x="8579446" y="1947393"/>
            <a:ext cx="180000" cy="180000"/>
          </a:xfrm>
          <a:prstGeom prst="diamond">
            <a:avLst/>
          </a:prstGeom>
          <a:solidFill>
            <a:srgbClr val="00D318"/>
          </a:solidFill>
          <a:ln w="12700" cap="flat" cmpd="sng" algn="ctr">
            <a:solidFill>
              <a:schemeClr val="accent1">
                <a:lumMod val="75000"/>
              </a:scheme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implon BP Regular"/>
              <a:ea typeface="+mn-ea"/>
              <a:cs typeface="Helvetica"/>
              <a:sym typeface="Simplon BP Regular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77C309E-EF89-4C40-29E2-EAE0C0EC388B}"/>
              </a:ext>
            </a:extLst>
          </p:cNvPr>
          <p:cNvSpPr txBox="1"/>
          <p:nvPr/>
        </p:nvSpPr>
        <p:spPr>
          <a:xfrm>
            <a:off x="8579446" y="2110030"/>
            <a:ext cx="2061664" cy="15388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lvl="0" eaLnBrk="1">
              <a:defRPr sz="1200" kern="0">
                <a:solidFill>
                  <a:srgbClr val="00D318"/>
                </a:solidFill>
                <a:uLnTx/>
                <a:latin typeface="Simplon BP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000" b="1" i="0" u="none" strike="noStrike" kern="0" cap="none" spc="0" normalizeH="0" baseline="0" noProof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Simplon BP Regular"/>
                <a:sym typeface="Simplon BP Regular"/>
              </a:rPr>
              <a:t>21/08 Ficha final</a:t>
            </a:r>
            <a:endParaRPr kumimoji="0" lang="en-US" sz="1000" b="1" i="0" u="none" strike="noStrike" kern="0" cap="none" spc="0" normalizeH="0" baseline="0" noProof="0">
              <a:ln>
                <a:noFill/>
              </a:ln>
              <a:solidFill>
                <a:srgbClr val="535353"/>
              </a:solidFill>
              <a:effectLst/>
              <a:uLnTx/>
              <a:uFillTx/>
              <a:latin typeface="Simplon BP Regular"/>
              <a:sym typeface="Simplon BP Regular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1119920-5606-75EB-48BA-DEFE5A210C6F}"/>
              </a:ext>
            </a:extLst>
          </p:cNvPr>
          <p:cNvSpPr txBox="1"/>
          <p:nvPr/>
        </p:nvSpPr>
        <p:spPr>
          <a:xfrm>
            <a:off x="5964882" y="2592494"/>
            <a:ext cx="1709477" cy="15388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lvl="0" eaLnBrk="1">
              <a:defRPr sz="1200" kern="0">
                <a:solidFill>
                  <a:srgbClr val="00D318"/>
                </a:solidFill>
                <a:uLnTx/>
                <a:latin typeface="Simplon BP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000" b="1" i="0" u="none" strike="noStrike" kern="0" cap="none" spc="0" normalizeH="0" baseline="0" noProof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Simplon BP Regular"/>
                <a:sym typeface="Simplon BP Regular"/>
              </a:rPr>
              <a:t>22/07 Visão Inicial de Separação</a:t>
            </a:r>
            <a:endParaRPr kumimoji="0" lang="en-US" sz="1000" b="1" i="0" u="none" strike="noStrike" kern="0" cap="none" spc="0" normalizeH="0" baseline="0" noProof="0">
              <a:ln>
                <a:noFill/>
              </a:ln>
              <a:solidFill>
                <a:srgbClr val="535353"/>
              </a:solidFill>
              <a:effectLst/>
              <a:uLnTx/>
              <a:uFillTx/>
              <a:latin typeface="Simplon BP Regular"/>
              <a:sym typeface="Simplon BP Regular"/>
            </a:endParaRPr>
          </a:p>
        </p:txBody>
      </p:sp>
      <p:sp>
        <p:nvSpPr>
          <p:cNvPr id="18" name="Diamond 17">
            <a:extLst>
              <a:ext uri="{FF2B5EF4-FFF2-40B4-BE49-F238E27FC236}">
                <a16:creationId xmlns:a16="http://schemas.microsoft.com/office/drawing/2014/main" id="{1D6206DA-3C2F-0784-D46C-FAF62622D2E0}"/>
              </a:ext>
            </a:extLst>
          </p:cNvPr>
          <p:cNvSpPr/>
          <p:nvPr/>
        </p:nvSpPr>
        <p:spPr>
          <a:xfrm>
            <a:off x="7315195" y="2431053"/>
            <a:ext cx="180000" cy="180000"/>
          </a:xfrm>
          <a:prstGeom prst="diamond">
            <a:avLst/>
          </a:prstGeom>
          <a:solidFill>
            <a:srgbClr val="00D318"/>
          </a:solidFill>
          <a:ln w="12700" cap="flat" cmpd="sng" algn="ctr">
            <a:solidFill>
              <a:schemeClr val="accent1">
                <a:lumMod val="75000"/>
              </a:scheme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implon BP Regular"/>
              <a:ea typeface="+mn-ea"/>
              <a:cs typeface="Helvetica"/>
              <a:sym typeface="Simplon BP Regular"/>
            </a:endParaRPr>
          </a:p>
        </p:txBody>
      </p:sp>
      <p:sp>
        <p:nvSpPr>
          <p:cNvPr id="19" name="Diamond 18">
            <a:extLst>
              <a:ext uri="{FF2B5EF4-FFF2-40B4-BE49-F238E27FC236}">
                <a16:creationId xmlns:a16="http://schemas.microsoft.com/office/drawing/2014/main" id="{CFF2C480-E1C7-0244-E809-AC8D8F1B0205}"/>
              </a:ext>
            </a:extLst>
          </p:cNvPr>
          <p:cNvSpPr/>
          <p:nvPr/>
        </p:nvSpPr>
        <p:spPr>
          <a:xfrm>
            <a:off x="8447985" y="2431053"/>
            <a:ext cx="180000" cy="180000"/>
          </a:xfrm>
          <a:prstGeom prst="diamond">
            <a:avLst/>
          </a:prstGeom>
          <a:solidFill>
            <a:srgbClr val="00D318"/>
          </a:solidFill>
          <a:ln w="12700" cap="flat" cmpd="sng" algn="ctr">
            <a:solidFill>
              <a:schemeClr val="accent1">
                <a:lumMod val="75000"/>
              </a:scheme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implon BP Regular"/>
              <a:ea typeface="+mn-ea"/>
              <a:cs typeface="Helvetica"/>
              <a:sym typeface="Simplon BP Regular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46E3483-7BE2-BEBD-3A71-968EF130EB3B}"/>
              </a:ext>
            </a:extLst>
          </p:cNvPr>
          <p:cNvSpPr txBox="1"/>
          <p:nvPr/>
        </p:nvSpPr>
        <p:spPr>
          <a:xfrm>
            <a:off x="8484917" y="2597689"/>
            <a:ext cx="2061664" cy="15388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lvl="0" eaLnBrk="1">
              <a:defRPr sz="1200" kern="0">
                <a:solidFill>
                  <a:srgbClr val="00D318"/>
                </a:solidFill>
                <a:uLnTx/>
                <a:latin typeface="Simplon BP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000" b="1" i="0" u="none" strike="noStrike" kern="0" cap="none" spc="0" normalizeH="0" baseline="0" noProof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Simplon BP Regular"/>
                <a:sym typeface="Simplon BP Regular"/>
              </a:rPr>
              <a:t>19/08 Ficha final</a:t>
            </a:r>
            <a:endParaRPr kumimoji="0" lang="en-US" sz="1000" b="1" i="0" u="none" strike="noStrike" kern="0" cap="none" spc="0" normalizeH="0" baseline="0" noProof="0">
              <a:ln>
                <a:noFill/>
              </a:ln>
              <a:solidFill>
                <a:srgbClr val="535353"/>
              </a:solidFill>
              <a:effectLst/>
              <a:uLnTx/>
              <a:uFillTx/>
              <a:latin typeface="Simplon BP Regular"/>
              <a:sym typeface="Simplon BP Regular"/>
            </a:endParaRPr>
          </a:p>
        </p:txBody>
      </p:sp>
      <p:sp>
        <p:nvSpPr>
          <p:cNvPr id="50" name="Rettangolo 19">
            <a:extLst>
              <a:ext uri="{FF2B5EF4-FFF2-40B4-BE49-F238E27FC236}">
                <a16:creationId xmlns:a16="http://schemas.microsoft.com/office/drawing/2014/main" id="{558A7143-307D-3466-4563-3F1ED1562662}"/>
              </a:ext>
            </a:extLst>
          </p:cNvPr>
          <p:cNvSpPr/>
          <p:nvPr/>
        </p:nvSpPr>
        <p:spPr>
          <a:xfrm>
            <a:off x="400692" y="6360216"/>
            <a:ext cx="1068512" cy="41148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1905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spcFirstLastPara="0" vert="horz" wrap="square" lIns="72000" tIns="36000" rIns="72000" bIns="6350" numCol="1" spcCol="1270" rtlCol="0" anchor="ctr" anchorCtr="0">
            <a:noAutofit/>
          </a:bodyPr>
          <a:lstStyle/>
          <a:p>
            <a:pPr marL="0" marR="0" lvl="0" indent="0" algn="l" defTabSz="4445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100" b="1" i="1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Simplon BP Regular"/>
                <a:ea typeface="+mn-ea"/>
                <a:cs typeface="Helvetica"/>
                <a:sym typeface="Simplon BP Regular"/>
              </a:rPr>
              <a:t>PLANO SEPARAÇÃO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0D405725-5242-9F85-0DBE-1F90FF70C1BC}"/>
              </a:ext>
            </a:extLst>
          </p:cNvPr>
          <p:cNvSpPr txBox="1"/>
          <p:nvPr/>
        </p:nvSpPr>
        <p:spPr>
          <a:xfrm>
            <a:off x="1657101" y="6346929"/>
            <a:ext cx="3183075" cy="42319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111125" marR="0" lvl="0" indent="-111125" algn="l" defTabSz="914400" rtl="0" eaLnBrk="1" fontAlgn="auto" latinLnBrk="0" hangingPunct="0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pt-BR" sz="1200" b="0" i="0" u="none" strike="noStrike" kern="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Simplon BP Regular"/>
                <a:ea typeface="+mj-ea"/>
                <a:cs typeface="+mj-cs"/>
                <a:sym typeface="Simplon BP Regular"/>
              </a:rPr>
              <a:t>Consolidação projetos em programas</a:t>
            </a:r>
            <a:endParaRPr kumimoji="0" lang="pt-BR" sz="1200" b="0" i="1" u="none" strike="noStrike" kern="0" cap="none" spc="0" normalizeH="0" baseline="0" noProof="0">
              <a:ln>
                <a:noFill/>
              </a:ln>
              <a:solidFill>
                <a:srgbClr val="404040"/>
              </a:solidFill>
              <a:effectLst/>
              <a:uLnTx/>
              <a:uFillTx/>
              <a:latin typeface="Simplon BP Regular"/>
              <a:sym typeface="Simplon BP Regular"/>
            </a:endParaRPr>
          </a:p>
          <a:p>
            <a:pPr marL="111125" marR="0" lvl="0" indent="-111125" algn="l" defTabSz="914400" rtl="0" eaLnBrk="1" fontAlgn="auto" latinLnBrk="0" hangingPunct="0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pt-BR" sz="1200" b="0" i="0" u="none" strike="noStrike" kern="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Simplon BP Regular"/>
                <a:sym typeface="Simplon BP Regular"/>
              </a:rPr>
              <a:t>Avaliação sinergia entre projetos</a:t>
            </a:r>
          </a:p>
          <a:p>
            <a:pPr marL="111125" marR="0" lvl="0" indent="-111125" algn="l" defTabSz="914400" rtl="0" eaLnBrk="1" fontAlgn="auto" latinLnBrk="0" hangingPunct="0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pt-BR" sz="1200" b="0" i="0" u="none" strike="noStrike" kern="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Simplon BP Regular"/>
                <a:sym typeface="Simplon BP Regular"/>
              </a:rPr>
              <a:t>Custos de Plano de Separação de TI (preliminar)</a:t>
            </a:r>
            <a:endParaRPr kumimoji="0" lang="pt-BR" sz="1200" b="0" i="0" u="none" strike="noStrike" kern="0" cap="none" spc="0" normalizeH="0" baseline="0" noProof="0">
              <a:ln>
                <a:noFill/>
              </a:ln>
              <a:solidFill>
                <a:srgbClr val="404040"/>
              </a:solidFill>
              <a:effectLst/>
              <a:uLnTx/>
              <a:uFillTx/>
              <a:latin typeface="Simplon BP Regular"/>
              <a:ea typeface="+mj-ea"/>
              <a:cs typeface="+mj-cs"/>
              <a:sym typeface="Simplon BP Regular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3892C441-937C-B5C7-A5A8-62577F91D951}"/>
              </a:ext>
            </a:extLst>
          </p:cNvPr>
          <p:cNvSpPr txBox="1"/>
          <p:nvPr/>
        </p:nvSpPr>
        <p:spPr>
          <a:xfrm>
            <a:off x="8057078" y="1791037"/>
            <a:ext cx="2061664" cy="15388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lvl="0" eaLnBrk="1">
              <a:defRPr sz="1200" kern="0">
                <a:solidFill>
                  <a:srgbClr val="00D318"/>
                </a:solidFill>
                <a:uLnTx/>
                <a:latin typeface="Simplon BP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000" b="1" i="0" u="none" strike="noStrike" kern="0" cap="none" spc="0" normalizeH="0" baseline="0" noProof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Simplon BP Regular"/>
                <a:sym typeface="Simplon BP Regular"/>
              </a:rPr>
              <a:t>13/08 Ficha D0</a:t>
            </a:r>
            <a:endParaRPr kumimoji="0" lang="en-US" sz="1000" b="1" i="0" u="none" strike="noStrike" kern="0" cap="none" spc="0" normalizeH="0" baseline="0" noProof="0">
              <a:ln>
                <a:noFill/>
              </a:ln>
              <a:solidFill>
                <a:srgbClr val="535353"/>
              </a:solidFill>
              <a:effectLst/>
              <a:uLnTx/>
              <a:uFillTx/>
              <a:latin typeface="Simplon BP Regular"/>
              <a:sym typeface="Simplon BP Regular"/>
            </a:endParaRPr>
          </a:p>
        </p:txBody>
      </p:sp>
      <p:sp>
        <p:nvSpPr>
          <p:cNvPr id="57" name="Diamond 56">
            <a:extLst>
              <a:ext uri="{FF2B5EF4-FFF2-40B4-BE49-F238E27FC236}">
                <a16:creationId xmlns:a16="http://schemas.microsoft.com/office/drawing/2014/main" id="{3E0705ED-3F3D-B1F1-4A4E-29C90D1AF387}"/>
              </a:ext>
            </a:extLst>
          </p:cNvPr>
          <p:cNvSpPr/>
          <p:nvPr/>
        </p:nvSpPr>
        <p:spPr>
          <a:xfrm>
            <a:off x="8057078" y="1947393"/>
            <a:ext cx="180000" cy="180000"/>
          </a:xfrm>
          <a:prstGeom prst="diamond">
            <a:avLst/>
          </a:prstGeom>
          <a:solidFill>
            <a:srgbClr val="00D318"/>
          </a:solidFill>
          <a:ln w="12700" cap="flat" cmpd="sng" algn="ctr">
            <a:solidFill>
              <a:schemeClr val="accent1">
                <a:lumMod val="75000"/>
              </a:scheme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implon BP Regular"/>
              <a:ea typeface="+mn-ea"/>
              <a:cs typeface="Helvetica"/>
              <a:sym typeface="Simplon BP Regular"/>
            </a:endParaRPr>
          </a:p>
        </p:txBody>
      </p:sp>
      <p:sp>
        <p:nvSpPr>
          <p:cNvPr id="58" name="Diamond 57">
            <a:extLst>
              <a:ext uri="{FF2B5EF4-FFF2-40B4-BE49-F238E27FC236}">
                <a16:creationId xmlns:a16="http://schemas.microsoft.com/office/drawing/2014/main" id="{1DFE191C-C0C2-BB06-8370-FA10AA7114FE}"/>
              </a:ext>
            </a:extLst>
          </p:cNvPr>
          <p:cNvSpPr/>
          <p:nvPr/>
        </p:nvSpPr>
        <p:spPr>
          <a:xfrm>
            <a:off x="8193870" y="1415648"/>
            <a:ext cx="180000" cy="180000"/>
          </a:xfrm>
          <a:prstGeom prst="diamond">
            <a:avLst/>
          </a:prstGeom>
          <a:solidFill>
            <a:srgbClr val="00D318"/>
          </a:solidFill>
          <a:ln w="12700" cap="flat" cmpd="sng" algn="ctr">
            <a:solidFill>
              <a:schemeClr val="accent1">
                <a:lumMod val="75000"/>
              </a:scheme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implon BP Regular"/>
              <a:ea typeface="+mn-ea"/>
              <a:cs typeface="Helvetica"/>
              <a:sym typeface="Simplon BP Regular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8C12F19C-778F-58BA-A8E4-FD06C61BB00F}"/>
              </a:ext>
            </a:extLst>
          </p:cNvPr>
          <p:cNvSpPr txBox="1"/>
          <p:nvPr/>
        </p:nvSpPr>
        <p:spPr>
          <a:xfrm>
            <a:off x="8193870" y="1250493"/>
            <a:ext cx="1310898" cy="15388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lvl="0" algn="ctr" eaLnBrk="1">
              <a:defRPr sz="1000" b="1" kern="0">
                <a:solidFill>
                  <a:schemeClr val="tx2"/>
                </a:solidFill>
                <a:uLnTx/>
                <a:latin typeface="Simplon BP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000" b="1" i="0" u="none" strike="noStrike" kern="0" cap="none" spc="0" normalizeH="0" baseline="0" noProof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Simplon BP Regular"/>
                <a:sym typeface="Simplon BP Regular"/>
              </a:rPr>
              <a:t>09/08 Data Request</a:t>
            </a:r>
            <a:endParaRPr kumimoji="0" lang="en-US" sz="1000" b="1" i="0" u="none" strike="noStrike" kern="0" cap="none" spc="0" normalizeH="0" baseline="0" noProof="0">
              <a:ln>
                <a:noFill/>
              </a:ln>
              <a:solidFill>
                <a:srgbClr val="535353"/>
              </a:solidFill>
              <a:effectLst/>
              <a:uLnTx/>
              <a:uFillTx/>
              <a:latin typeface="Simplon BP Regular"/>
              <a:sym typeface="Simplon BP Regular"/>
            </a:endParaRPr>
          </a:p>
        </p:txBody>
      </p:sp>
      <p:sp>
        <p:nvSpPr>
          <p:cNvPr id="61" name="Diamond 60">
            <a:extLst>
              <a:ext uri="{FF2B5EF4-FFF2-40B4-BE49-F238E27FC236}">
                <a16:creationId xmlns:a16="http://schemas.microsoft.com/office/drawing/2014/main" id="{A83FA473-4972-C048-8DF6-47BE30B81649}"/>
              </a:ext>
            </a:extLst>
          </p:cNvPr>
          <p:cNvSpPr/>
          <p:nvPr/>
        </p:nvSpPr>
        <p:spPr>
          <a:xfrm>
            <a:off x="7736553" y="2431053"/>
            <a:ext cx="180000" cy="180000"/>
          </a:xfrm>
          <a:prstGeom prst="diamond">
            <a:avLst/>
          </a:prstGeom>
          <a:solidFill>
            <a:srgbClr val="00D318"/>
          </a:solidFill>
          <a:ln w="12700" cap="flat" cmpd="sng" algn="ctr">
            <a:solidFill>
              <a:schemeClr val="accent1">
                <a:lumMod val="75000"/>
              </a:scheme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implon BP Regular"/>
              <a:ea typeface="+mn-ea"/>
              <a:cs typeface="Helvetica"/>
              <a:sym typeface="Simplon BP Regular"/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620CE80B-5F69-7DDD-2207-6880466F20C7}"/>
              </a:ext>
            </a:extLst>
          </p:cNvPr>
          <p:cNvSpPr txBox="1"/>
          <p:nvPr/>
        </p:nvSpPr>
        <p:spPr>
          <a:xfrm>
            <a:off x="7767868" y="2285232"/>
            <a:ext cx="2061664" cy="15388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lvl="0" eaLnBrk="1">
              <a:defRPr sz="1200" kern="0">
                <a:solidFill>
                  <a:srgbClr val="00D318"/>
                </a:solidFill>
                <a:uLnTx/>
                <a:latin typeface="Simplon BP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000" b="1">
                <a:solidFill>
                  <a:srgbClr val="535353"/>
                </a:solidFill>
              </a:rPr>
              <a:t>08/</a:t>
            </a:r>
            <a:r>
              <a:rPr kumimoji="0" lang="pt-BR" sz="1000" b="1" i="0" u="none" strike="noStrike" kern="0" cap="none" spc="0" normalizeH="0" baseline="0" noProof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Simplon BP Regular"/>
                <a:sym typeface="Simplon BP Regular"/>
              </a:rPr>
              <a:t>0</a:t>
            </a:r>
            <a:r>
              <a:rPr lang="pt-BR" sz="1000" b="1">
                <a:solidFill>
                  <a:srgbClr val="535353"/>
                </a:solidFill>
              </a:rPr>
              <a:t>8</a:t>
            </a:r>
            <a:r>
              <a:rPr kumimoji="0" lang="pt-BR" sz="1000" b="1" i="0" u="none" strike="noStrike" kern="0" cap="none" spc="0" normalizeH="0" baseline="0" noProof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Simplon BP Regular"/>
                <a:sym typeface="Simplon BP Regular"/>
              </a:rPr>
              <a:t> Ficha D0</a:t>
            </a:r>
            <a:endParaRPr kumimoji="0" lang="en-US" sz="1000" b="1" i="0" u="none" strike="noStrike" kern="0" cap="none" spc="0" normalizeH="0" baseline="0" noProof="0">
              <a:ln>
                <a:noFill/>
              </a:ln>
              <a:solidFill>
                <a:srgbClr val="535353"/>
              </a:solidFill>
              <a:effectLst/>
              <a:uLnTx/>
              <a:uFillTx/>
              <a:latin typeface="Simplon BP Regular"/>
              <a:sym typeface="Simplon BP Regular"/>
            </a:endParaRPr>
          </a:p>
        </p:txBody>
      </p: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F4BF1FB3-2CBE-F652-EC82-46544B06760A}"/>
              </a:ext>
            </a:extLst>
          </p:cNvPr>
          <p:cNvCxnSpPr>
            <a:cxnSpLocks/>
            <a:endCxn id="66" idx="3"/>
          </p:cNvCxnSpPr>
          <p:nvPr/>
        </p:nvCxnSpPr>
        <p:spPr>
          <a:xfrm>
            <a:off x="7581271" y="3015008"/>
            <a:ext cx="1272640" cy="5677"/>
          </a:xfrm>
          <a:prstGeom prst="line">
            <a:avLst/>
          </a:prstGeom>
          <a:noFill/>
          <a:ln w="25400" cap="flat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64" name="TextBox 63">
            <a:extLst>
              <a:ext uri="{FF2B5EF4-FFF2-40B4-BE49-F238E27FC236}">
                <a16:creationId xmlns:a16="http://schemas.microsoft.com/office/drawing/2014/main" id="{B58F9D78-5088-FEF2-046A-231D075BC6B9}"/>
              </a:ext>
            </a:extLst>
          </p:cNvPr>
          <p:cNvSpPr txBox="1"/>
          <p:nvPr/>
        </p:nvSpPr>
        <p:spPr>
          <a:xfrm>
            <a:off x="6179235" y="3092126"/>
            <a:ext cx="1733962" cy="15388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lvl="0" eaLnBrk="1">
              <a:defRPr sz="1200" kern="0">
                <a:solidFill>
                  <a:srgbClr val="00D318"/>
                </a:solidFill>
                <a:uLnTx/>
                <a:latin typeface="Simplon BP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000" b="1" i="0" u="none" strike="noStrike" kern="0" cap="none" spc="0" normalizeH="0" baseline="0" noProof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Simplon BP Regular"/>
                <a:sym typeface="Simplon BP Regular"/>
              </a:rPr>
              <a:t>30/07 Visão Inicial de Separação</a:t>
            </a:r>
            <a:endParaRPr kumimoji="0" lang="en-US" sz="1000" b="1" i="0" u="none" strike="noStrike" kern="0" cap="none" spc="0" normalizeH="0" baseline="0" noProof="0">
              <a:ln>
                <a:noFill/>
              </a:ln>
              <a:solidFill>
                <a:srgbClr val="535353"/>
              </a:solidFill>
              <a:effectLst/>
              <a:uLnTx/>
              <a:uFillTx/>
              <a:latin typeface="Simplon BP Regular"/>
              <a:sym typeface="Simplon BP Regular"/>
            </a:endParaRPr>
          </a:p>
        </p:txBody>
      </p:sp>
      <p:sp>
        <p:nvSpPr>
          <p:cNvPr id="65" name="Diamond 64">
            <a:extLst>
              <a:ext uri="{FF2B5EF4-FFF2-40B4-BE49-F238E27FC236}">
                <a16:creationId xmlns:a16="http://schemas.microsoft.com/office/drawing/2014/main" id="{2F93C320-D339-89B6-41DC-81483B427962}"/>
              </a:ext>
            </a:extLst>
          </p:cNvPr>
          <p:cNvSpPr/>
          <p:nvPr/>
        </p:nvSpPr>
        <p:spPr>
          <a:xfrm>
            <a:off x="7435522" y="2930685"/>
            <a:ext cx="180000" cy="180000"/>
          </a:xfrm>
          <a:prstGeom prst="diamond">
            <a:avLst/>
          </a:prstGeom>
          <a:solidFill>
            <a:srgbClr val="00D318"/>
          </a:solidFill>
          <a:ln w="12700" cap="flat" cmpd="sng" algn="ctr">
            <a:solidFill>
              <a:schemeClr val="accent1">
                <a:lumMod val="75000"/>
              </a:scheme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implon BP Regular"/>
              <a:ea typeface="+mn-ea"/>
              <a:cs typeface="Helvetica"/>
              <a:sym typeface="Simplon BP Regular"/>
            </a:endParaRPr>
          </a:p>
        </p:txBody>
      </p:sp>
      <p:sp>
        <p:nvSpPr>
          <p:cNvPr id="66" name="Diamond 65">
            <a:extLst>
              <a:ext uri="{FF2B5EF4-FFF2-40B4-BE49-F238E27FC236}">
                <a16:creationId xmlns:a16="http://schemas.microsoft.com/office/drawing/2014/main" id="{6C418112-EA7F-FAA0-DC68-E4CF38AB7BD6}"/>
              </a:ext>
            </a:extLst>
          </p:cNvPr>
          <p:cNvSpPr/>
          <p:nvPr/>
        </p:nvSpPr>
        <p:spPr>
          <a:xfrm>
            <a:off x="8673911" y="2930685"/>
            <a:ext cx="180000" cy="180000"/>
          </a:xfrm>
          <a:prstGeom prst="diamond">
            <a:avLst/>
          </a:prstGeom>
          <a:solidFill>
            <a:srgbClr val="00D318"/>
          </a:solidFill>
          <a:ln w="12700" cap="flat" cmpd="sng" algn="ctr">
            <a:solidFill>
              <a:schemeClr val="accent1">
                <a:lumMod val="75000"/>
              </a:scheme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implon BP Regular"/>
              <a:ea typeface="+mn-ea"/>
              <a:cs typeface="Helvetica"/>
              <a:sym typeface="Simplon BP Regular"/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BBF9ACA7-3276-D6AF-6927-EC06FC386913}"/>
              </a:ext>
            </a:extLst>
          </p:cNvPr>
          <p:cNvSpPr txBox="1"/>
          <p:nvPr/>
        </p:nvSpPr>
        <p:spPr>
          <a:xfrm>
            <a:off x="8673911" y="3097321"/>
            <a:ext cx="2061664" cy="15388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lvl="0" eaLnBrk="1">
              <a:defRPr sz="1200" kern="0">
                <a:solidFill>
                  <a:srgbClr val="00D318"/>
                </a:solidFill>
                <a:uLnTx/>
                <a:latin typeface="Simplon BP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000" b="1" i="0" u="none" strike="noStrike" kern="0" cap="none" spc="0" normalizeH="0" baseline="0" noProof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Simplon BP Regular"/>
                <a:sym typeface="Simplon BP Regular"/>
              </a:rPr>
              <a:t>22/08 Ficha final</a:t>
            </a:r>
            <a:endParaRPr kumimoji="0" lang="en-US" sz="1000" b="1" i="0" u="none" strike="noStrike" kern="0" cap="none" spc="0" normalizeH="0" baseline="0" noProof="0">
              <a:ln>
                <a:noFill/>
              </a:ln>
              <a:solidFill>
                <a:srgbClr val="535353"/>
              </a:solidFill>
              <a:effectLst/>
              <a:uLnTx/>
              <a:uFillTx/>
              <a:latin typeface="Simplon BP Regular"/>
              <a:sym typeface="Simplon BP Regular"/>
            </a:endParaRPr>
          </a:p>
        </p:txBody>
      </p:sp>
      <p:sp>
        <p:nvSpPr>
          <p:cNvPr id="68" name="Diamond 67">
            <a:extLst>
              <a:ext uri="{FF2B5EF4-FFF2-40B4-BE49-F238E27FC236}">
                <a16:creationId xmlns:a16="http://schemas.microsoft.com/office/drawing/2014/main" id="{4B793334-216A-0F7F-79C8-F1D1C9D4A8EF}"/>
              </a:ext>
            </a:extLst>
          </p:cNvPr>
          <p:cNvSpPr/>
          <p:nvPr/>
        </p:nvSpPr>
        <p:spPr>
          <a:xfrm>
            <a:off x="8082157" y="2930685"/>
            <a:ext cx="180000" cy="180000"/>
          </a:xfrm>
          <a:prstGeom prst="diamond">
            <a:avLst/>
          </a:prstGeom>
          <a:solidFill>
            <a:srgbClr val="00D318"/>
          </a:solidFill>
          <a:ln w="12700" cap="flat" cmpd="sng" algn="ctr">
            <a:solidFill>
              <a:schemeClr val="accent1">
                <a:lumMod val="75000"/>
              </a:scheme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implon BP Regular"/>
              <a:ea typeface="+mn-ea"/>
              <a:cs typeface="Helvetica"/>
              <a:sym typeface="Simplon BP Regular"/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B835B3A2-9910-3C97-A9CC-1A636078BCE6}"/>
              </a:ext>
            </a:extLst>
          </p:cNvPr>
          <p:cNvSpPr txBox="1"/>
          <p:nvPr/>
        </p:nvSpPr>
        <p:spPr>
          <a:xfrm>
            <a:off x="8082157" y="2784864"/>
            <a:ext cx="2061664" cy="15388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lvl="0" eaLnBrk="1">
              <a:defRPr sz="1200" kern="0">
                <a:solidFill>
                  <a:srgbClr val="00D318"/>
                </a:solidFill>
                <a:uLnTx/>
                <a:latin typeface="Simplon BP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000" b="1" i="0" u="none" strike="noStrike" kern="0" cap="none" spc="0" normalizeH="0" baseline="0" noProof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Simplon BP Regular"/>
                <a:sym typeface="Simplon BP Regular"/>
              </a:rPr>
              <a:t>14/08 Ficha D0</a:t>
            </a:r>
            <a:endParaRPr kumimoji="0" lang="en-US" sz="1000" b="1" i="0" u="none" strike="noStrike" kern="0" cap="none" spc="0" normalizeH="0" baseline="0" noProof="0">
              <a:ln>
                <a:noFill/>
              </a:ln>
              <a:solidFill>
                <a:srgbClr val="535353"/>
              </a:solidFill>
              <a:effectLst/>
              <a:uLnTx/>
              <a:uFillTx/>
              <a:latin typeface="Simplon BP Regular"/>
              <a:sym typeface="Simplon BP Regular"/>
            </a:endParaRPr>
          </a:p>
        </p:txBody>
      </p: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0BE67996-AB72-0ECA-F14B-1AB47F7A82EF}"/>
              </a:ext>
            </a:extLst>
          </p:cNvPr>
          <p:cNvCxnSpPr>
            <a:cxnSpLocks/>
            <a:stCxn id="79" idx="3"/>
            <a:endCxn id="80" idx="3"/>
          </p:cNvCxnSpPr>
          <p:nvPr/>
        </p:nvCxnSpPr>
        <p:spPr>
          <a:xfrm>
            <a:off x="7515806" y="3515325"/>
            <a:ext cx="1141254" cy="0"/>
          </a:xfrm>
          <a:prstGeom prst="line">
            <a:avLst/>
          </a:prstGeom>
          <a:noFill/>
          <a:ln w="25400" cap="flat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78" name="TextBox 77">
            <a:extLst>
              <a:ext uri="{FF2B5EF4-FFF2-40B4-BE49-F238E27FC236}">
                <a16:creationId xmlns:a16="http://schemas.microsoft.com/office/drawing/2014/main" id="{6D6962AC-BE28-E3C4-D8CA-37141AE1C30A}"/>
              </a:ext>
            </a:extLst>
          </p:cNvPr>
          <p:cNvSpPr txBox="1"/>
          <p:nvPr/>
        </p:nvSpPr>
        <p:spPr>
          <a:xfrm>
            <a:off x="6028440" y="3586766"/>
            <a:ext cx="1739428" cy="15388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lvl="0" eaLnBrk="1">
              <a:defRPr sz="1200" kern="0">
                <a:solidFill>
                  <a:srgbClr val="00D318"/>
                </a:solidFill>
                <a:uLnTx/>
                <a:latin typeface="Simplon BP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000" b="1" i="0" u="none" strike="noStrike" kern="0" cap="none" spc="0" normalizeH="0" baseline="0" noProof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Simplon BP Regular"/>
                <a:sym typeface="Simplon BP Regular"/>
              </a:rPr>
              <a:t>26/07 Visão Inicial de Separação</a:t>
            </a:r>
            <a:endParaRPr kumimoji="0" lang="en-US" sz="1000" b="1" i="0" u="none" strike="noStrike" kern="0" cap="none" spc="0" normalizeH="0" baseline="0" noProof="0">
              <a:ln>
                <a:noFill/>
              </a:ln>
              <a:solidFill>
                <a:srgbClr val="535353"/>
              </a:solidFill>
              <a:effectLst/>
              <a:uLnTx/>
              <a:uFillTx/>
              <a:latin typeface="Simplon BP Regular"/>
              <a:sym typeface="Simplon BP Regular"/>
            </a:endParaRPr>
          </a:p>
        </p:txBody>
      </p:sp>
      <p:sp>
        <p:nvSpPr>
          <p:cNvPr id="79" name="Diamond 78">
            <a:extLst>
              <a:ext uri="{FF2B5EF4-FFF2-40B4-BE49-F238E27FC236}">
                <a16:creationId xmlns:a16="http://schemas.microsoft.com/office/drawing/2014/main" id="{4D6A2349-3512-E6FF-C7C6-BE46A2BE8F92}"/>
              </a:ext>
            </a:extLst>
          </p:cNvPr>
          <p:cNvSpPr/>
          <p:nvPr/>
        </p:nvSpPr>
        <p:spPr>
          <a:xfrm>
            <a:off x="7335806" y="3425325"/>
            <a:ext cx="180000" cy="180000"/>
          </a:xfrm>
          <a:prstGeom prst="diamond">
            <a:avLst/>
          </a:prstGeom>
          <a:solidFill>
            <a:srgbClr val="00D318"/>
          </a:solidFill>
          <a:ln w="12700" cap="flat" cmpd="sng" algn="ctr">
            <a:solidFill>
              <a:schemeClr val="accent1">
                <a:lumMod val="75000"/>
              </a:scheme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implon BP Regular"/>
              <a:ea typeface="+mn-ea"/>
              <a:cs typeface="Helvetica"/>
              <a:sym typeface="Simplon BP Regular"/>
            </a:endParaRPr>
          </a:p>
        </p:txBody>
      </p:sp>
      <p:sp>
        <p:nvSpPr>
          <p:cNvPr id="80" name="Diamond 79">
            <a:extLst>
              <a:ext uri="{FF2B5EF4-FFF2-40B4-BE49-F238E27FC236}">
                <a16:creationId xmlns:a16="http://schemas.microsoft.com/office/drawing/2014/main" id="{556D4A00-252C-83B3-64B8-7337410F8641}"/>
              </a:ext>
            </a:extLst>
          </p:cNvPr>
          <p:cNvSpPr/>
          <p:nvPr/>
        </p:nvSpPr>
        <p:spPr>
          <a:xfrm>
            <a:off x="8477060" y="3425325"/>
            <a:ext cx="180000" cy="180000"/>
          </a:xfrm>
          <a:prstGeom prst="diamond">
            <a:avLst/>
          </a:prstGeom>
          <a:solidFill>
            <a:srgbClr val="00D318"/>
          </a:solidFill>
          <a:ln w="12700" cap="flat" cmpd="sng" algn="ctr">
            <a:solidFill>
              <a:schemeClr val="accent1">
                <a:lumMod val="75000"/>
              </a:scheme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implon BP Regular"/>
              <a:ea typeface="+mn-ea"/>
              <a:cs typeface="Helvetica"/>
              <a:sym typeface="Simplon BP Regular"/>
            </a:endParaRP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5EDDA2F0-6A17-6B43-846F-B07DFF40D099}"/>
              </a:ext>
            </a:extLst>
          </p:cNvPr>
          <p:cNvSpPr txBox="1"/>
          <p:nvPr/>
        </p:nvSpPr>
        <p:spPr>
          <a:xfrm>
            <a:off x="8477060" y="3591961"/>
            <a:ext cx="2061664" cy="15388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lvl="0" eaLnBrk="1">
              <a:defRPr sz="1200" kern="0">
                <a:solidFill>
                  <a:srgbClr val="00D318"/>
                </a:solidFill>
                <a:uLnTx/>
                <a:latin typeface="Simplon BP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000" b="1">
                <a:solidFill>
                  <a:srgbClr val="535353"/>
                </a:solidFill>
              </a:rPr>
              <a:t>19</a:t>
            </a:r>
            <a:r>
              <a:rPr kumimoji="0" lang="pt-BR" sz="1000" b="1" i="0" u="none" strike="noStrike" kern="0" cap="none" spc="0" normalizeH="0" baseline="0" noProof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Simplon BP Regular"/>
                <a:sym typeface="Simplon BP Regular"/>
              </a:rPr>
              <a:t>/08 Ficha final</a:t>
            </a:r>
            <a:endParaRPr kumimoji="0" lang="en-US" sz="1000" b="1" i="0" u="none" strike="noStrike" kern="0" cap="none" spc="0" normalizeH="0" baseline="0" noProof="0">
              <a:ln>
                <a:noFill/>
              </a:ln>
              <a:solidFill>
                <a:srgbClr val="535353"/>
              </a:solidFill>
              <a:effectLst/>
              <a:uLnTx/>
              <a:uFillTx/>
              <a:latin typeface="Simplon BP Regular"/>
              <a:sym typeface="Simplon BP Regular"/>
            </a:endParaRPr>
          </a:p>
        </p:txBody>
      </p:sp>
      <p:sp>
        <p:nvSpPr>
          <p:cNvPr id="82" name="Diamond 81">
            <a:extLst>
              <a:ext uri="{FF2B5EF4-FFF2-40B4-BE49-F238E27FC236}">
                <a16:creationId xmlns:a16="http://schemas.microsoft.com/office/drawing/2014/main" id="{64D5C6FB-8AAA-46ED-E6CF-7C624753D3F3}"/>
              </a:ext>
            </a:extLst>
          </p:cNvPr>
          <p:cNvSpPr/>
          <p:nvPr/>
        </p:nvSpPr>
        <p:spPr>
          <a:xfrm>
            <a:off x="7750818" y="3425325"/>
            <a:ext cx="180000" cy="180000"/>
          </a:xfrm>
          <a:prstGeom prst="diamond">
            <a:avLst/>
          </a:prstGeom>
          <a:solidFill>
            <a:srgbClr val="00D318"/>
          </a:solidFill>
          <a:ln w="12700" cap="flat" cmpd="sng" algn="ctr">
            <a:solidFill>
              <a:schemeClr val="accent1">
                <a:lumMod val="75000"/>
              </a:scheme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implon BP Regular"/>
              <a:ea typeface="+mn-ea"/>
              <a:cs typeface="Helvetica"/>
              <a:sym typeface="Simplon BP Regular"/>
            </a:endParaRP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B9627291-B927-77F6-AC29-D97004CBD545}"/>
              </a:ext>
            </a:extLst>
          </p:cNvPr>
          <p:cNvSpPr txBox="1"/>
          <p:nvPr/>
        </p:nvSpPr>
        <p:spPr>
          <a:xfrm>
            <a:off x="7750818" y="3279504"/>
            <a:ext cx="2061664" cy="15388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lvl="0" eaLnBrk="1">
              <a:defRPr sz="1200" kern="0">
                <a:solidFill>
                  <a:srgbClr val="00D318"/>
                </a:solidFill>
                <a:uLnTx/>
                <a:latin typeface="Simplon BP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000" b="1" i="0" u="none" strike="noStrike" kern="0" cap="none" spc="0" normalizeH="0" baseline="0" noProof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Simplon BP Regular"/>
                <a:sym typeface="Simplon BP Regular"/>
              </a:rPr>
              <a:t>08/08 Ficha D0</a:t>
            </a:r>
            <a:endParaRPr kumimoji="0" lang="en-US" sz="1000" b="1" i="0" u="none" strike="noStrike" kern="0" cap="none" spc="0" normalizeH="0" baseline="0" noProof="0">
              <a:ln>
                <a:noFill/>
              </a:ln>
              <a:solidFill>
                <a:srgbClr val="535353"/>
              </a:solidFill>
              <a:effectLst/>
              <a:uLnTx/>
              <a:uFillTx/>
              <a:latin typeface="Simplon BP Regular"/>
              <a:sym typeface="Simplon BP Regular"/>
            </a:endParaRPr>
          </a:p>
        </p:txBody>
      </p: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F1FA671A-7D92-5C9D-71C8-6E1120E72821}"/>
              </a:ext>
            </a:extLst>
          </p:cNvPr>
          <p:cNvCxnSpPr>
            <a:cxnSpLocks/>
            <a:stCxn id="88" idx="3"/>
            <a:endCxn id="89" idx="3"/>
          </p:cNvCxnSpPr>
          <p:nvPr/>
        </p:nvCxnSpPr>
        <p:spPr>
          <a:xfrm>
            <a:off x="7630325" y="4035134"/>
            <a:ext cx="1271852" cy="0"/>
          </a:xfrm>
          <a:prstGeom prst="line">
            <a:avLst/>
          </a:prstGeom>
          <a:noFill/>
          <a:ln w="25400" cap="flat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87" name="TextBox 86">
            <a:extLst>
              <a:ext uri="{FF2B5EF4-FFF2-40B4-BE49-F238E27FC236}">
                <a16:creationId xmlns:a16="http://schemas.microsoft.com/office/drawing/2014/main" id="{63CDCE4F-EA85-4E27-F73D-1D19C23A9A76}"/>
              </a:ext>
            </a:extLst>
          </p:cNvPr>
          <p:cNvSpPr txBox="1"/>
          <p:nvPr/>
        </p:nvSpPr>
        <p:spPr>
          <a:xfrm>
            <a:off x="6354843" y="4106575"/>
            <a:ext cx="1727313" cy="15388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lvl="0" eaLnBrk="1">
              <a:defRPr sz="1200" kern="0">
                <a:solidFill>
                  <a:srgbClr val="00D318"/>
                </a:solidFill>
                <a:uLnTx/>
                <a:latin typeface="Simplon BP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000" b="1" i="0" u="none" strike="noStrike" kern="0" cap="none" spc="0" normalizeH="0" baseline="0" noProof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Simplon BP Regular"/>
                <a:sym typeface="Simplon BP Regular"/>
              </a:rPr>
              <a:t>31/07 Visão Inicial de Separação</a:t>
            </a:r>
            <a:endParaRPr kumimoji="0" lang="en-US" sz="1000" b="1" i="0" u="none" strike="noStrike" kern="0" cap="none" spc="0" normalizeH="0" baseline="0" noProof="0">
              <a:ln>
                <a:noFill/>
              </a:ln>
              <a:solidFill>
                <a:srgbClr val="535353"/>
              </a:solidFill>
              <a:effectLst/>
              <a:uLnTx/>
              <a:uFillTx/>
              <a:latin typeface="Simplon BP Regular"/>
              <a:sym typeface="Simplon BP Regular"/>
            </a:endParaRPr>
          </a:p>
        </p:txBody>
      </p:sp>
      <p:sp>
        <p:nvSpPr>
          <p:cNvPr id="88" name="Diamond 87">
            <a:extLst>
              <a:ext uri="{FF2B5EF4-FFF2-40B4-BE49-F238E27FC236}">
                <a16:creationId xmlns:a16="http://schemas.microsoft.com/office/drawing/2014/main" id="{5861DA97-BDB7-E797-4C69-6CF0CB89C834}"/>
              </a:ext>
            </a:extLst>
          </p:cNvPr>
          <p:cNvSpPr/>
          <p:nvPr/>
        </p:nvSpPr>
        <p:spPr>
          <a:xfrm>
            <a:off x="7450325" y="3945134"/>
            <a:ext cx="180000" cy="180000"/>
          </a:xfrm>
          <a:prstGeom prst="diamond">
            <a:avLst/>
          </a:prstGeom>
          <a:solidFill>
            <a:srgbClr val="00D318"/>
          </a:solidFill>
          <a:ln w="12700" cap="flat" cmpd="sng" algn="ctr">
            <a:solidFill>
              <a:schemeClr val="accent1">
                <a:lumMod val="75000"/>
              </a:scheme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implon BP Regular"/>
              <a:ea typeface="+mn-ea"/>
              <a:cs typeface="Helvetica"/>
              <a:sym typeface="Simplon BP Regular"/>
            </a:endParaRPr>
          </a:p>
        </p:txBody>
      </p:sp>
      <p:sp>
        <p:nvSpPr>
          <p:cNvPr id="89" name="Diamond 88">
            <a:extLst>
              <a:ext uri="{FF2B5EF4-FFF2-40B4-BE49-F238E27FC236}">
                <a16:creationId xmlns:a16="http://schemas.microsoft.com/office/drawing/2014/main" id="{45D01995-3D9C-CBC7-BD36-397D74BDCABC}"/>
              </a:ext>
            </a:extLst>
          </p:cNvPr>
          <p:cNvSpPr/>
          <p:nvPr/>
        </p:nvSpPr>
        <p:spPr>
          <a:xfrm>
            <a:off x="8722177" y="3945134"/>
            <a:ext cx="180000" cy="180000"/>
          </a:xfrm>
          <a:prstGeom prst="diamond">
            <a:avLst/>
          </a:prstGeom>
          <a:solidFill>
            <a:srgbClr val="00D318"/>
          </a:solidFill>
          <a:ln w="12700" cap="flat" cmpd="sng" algn="ctr">
            <a:solidFill>
              <a:schemeClr val="accent1">
                <a:lumMod val="75000"/>
              </a:scheme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implon BP Regular"/>
              <a:ea typeface="+mn-ea"/>
              <a:cs typeface="Helvetica"/>
              <a:sym typeface="Simplon BP Regular"/>
            </a:endParaRP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34F7BDF3-8243-5805-E965-3049F291CB9E}"/>
              </a:ext>
            </a:extLst>
          </p:cNvPr>
          <p:cNvSpPr txBox="1"/>
          <p:nvPr/>
        </p:nvSpPr>
        <p:spPr>
          <a:xfrm>
            <a:off x="8722177" y="4111770"/>
            <a:ext cx="2061664" cy="15388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lvl="0" eaLnBrk="1">
              <a:defRPr sz="1200" kern="0">
                <a:solidFill>
                  <a:srgbClr val="00D318"/>
                </a:solidFill>
                <a:uLnTx/>
                <a:latin typeface="Simplon BP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000" b="1" i="0" u="none" strike="noStrike" kern="0" cap="none" spc="0" normalizeH="0" baseline="0" noProof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Simplon BP Regular"/>
                <a:sym typeface="Simplon BP Regular"/>
              </a:rPr>
              <a:t>27/08 Ficha final</a:t>
            </a:r>
            <a:endParaRPr kumimoji="0" lang="en-US" sz="1000" b="1" i="0" u="none" strike="noStrike" kern="0" cap="none" spc="0" normalizeH="0" baseline="0" noProof="0">
              <a:ln>
                <a:noFill/>
              </a:ln>
              <a:solidFill>
                <a:srgbClr val="535353"/>
              </a:solidFill>
              <a:effectLst/>
              <a:uLnTx/>
              <a:uFillTx/>
              <a:latin typeface="Simplon BP Regular"/>
              <a:sym typeface="Simplon BP Regular"/>
            </a:endParaRPr>
          </a:p>
        </p:txBody>
      </p:sp>
      <p:sp>
        <p:nvSpPr>
          <p:cNvPr id="92" name="Diamond 91">
            <a:extLst>
              <a:ext uri="{FF2B5EF4-FFF2-40B4-BE49-F238E27FC236}">
                <a16:creationId xmlns:a16="http://schemas.microsoft.com/office/drawing/2014/main" id="{0264D999-78C6-98D0-F67A-B5EBE7DE2A96}"/>
              </a:ext>
            </a:extLst>
          </p:cNvPr>
          <p:cNvSpPr/>
          <p:nvPr/>
        </p:nvSpPr>
        <p:spPr>
          <a:xfrm>
            <a:off x="7914605" y="3945134"/>
            <a:ext cx="180000" cy="180000"/>
          </a:xfrm>
          <a:prstGeom prst="diamond">
            <a:avLst/>
          </a:prstGeom>
          <a:solidFill>
            <a:srgbClr val="00D318"/>
          </a:solidFill>
          <a:ln w="12700" cap="flat" cmpd="sng" algn="ctr">
            <a:solidFill>
              <a:schemeClr val="accent1">
                <a:lumMod val="75000"/>
              </a:scheme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implon BP Regular"/>
              <a:ea typeface="+mn-ea"/>
              <a:cs typeface="Helvetica"/>
              <a:sym typeface="Simplon BP Regular"/>
            </a:endParaRP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F0141225-54AA-5D53-49E4-9B5A2F730B17}"/>
              </a:ext>
            </a:extLst>
          </p:cNvPr>
          <p:cNvSpPr txBox="1"/>
          <p:nvPr/>
        </p:nvSpPr>
        <p:spPr>
          <a:xfrm>
            <a:off x="7915759" y="3799313"/>
            <a:ext cx="2061664" cy="15388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lvl="0" eaLnBrk="1">
              <a:defRPr sz="1200" kern="0">
                <a:solidFill>
                  <a:srgbClr val="00D318"/>
                </a:solidFill>
                <a:uLnTx/>
                <a:latin typeface="Simplon BP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000" b="1" i="0" u="none" strike="noStrike" kern="0" cap="none" spc="0" normalizeH="0" baseline="0" noProof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Simplon BP Regular"/>
                <a:sym typeface="Simplon BP Regular"/>
              </a:rPr>
              <a:t>14/08 Ficha D0</a:t>
            </a:r>
            <a:endParaRPr kumimoji="0" lang="en-US" sz="1000" b="1" i="0" u="none" strike="noStrike" kern="0" cap="none" spc="0" normalizeH="0" baseline="0" noProof="0">
              <a:ln>
                <a:noFill/>
              </a:ln>
              <a:solidFill>
                <a:srgbClr val="535353"/>
              </a:solidFill>
              <a:effectLst/>
              <a:uLnTx/>
              <a:uFillTx/>
              <a:latin typeface="Simplon BP Regular"/>
              <a:sym typeface="Simplon BP Regular"/>
            </a:endParaRPr>
          </a:p>
        </p:txBody>
      </p:sp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id="{0C40F77F-89E5-5081-22DE-739D296E42BF}"/>
              </a:ext>
            </a:extLst>
          </p:cNvPr>
          <p:cNvCxnSpPr>
            <a:cxnSpLocks/>
            <a:stCxn id="98" idx="3"/>
            <a:endCxn id="99" idx="3"/>
          </p:cNvCxnSpPr>
          <p:nvPr/>
        </p:nvCxnSpPr>
        <p:spPr>
          <a:xfrm>
            <a:off x="7657059" y="4540783"/>
            <a:ext cx="1126530" cy="0"/>
          </a:xfrm>
          <a:prstGeom prst="line">
            <a:avLst/>
          </a:prstGeom>
          <a:noFill/>
          <a:ln w="25400" cap="flat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97" name="TextBox 96">
            <a:extLst>
              <a:ext uri="{FF2B5EF4-FFF2-40B4-BE49-F238E27FC236}">
                <a16:creationId xmlns:a16="http://schemas.microsoft.com/office/drawing/2014/main" id="{2CE6441C-5313-3BB6-CC9F-EE017B7BFE3D}"/>
              </a:ext>
            </a:extLst>
          </p:cNvPr>
          <p:cNvSpPr txBox="1"/>
          <p:nvPr/>
        </p:nvSpPr>
        <p:spPr>
          <a:xfrm>
            <a:off x="6270419" y="4612224"/>
            <a:ext cx="1726748" cy="15388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lvl="0" eaLnBrk="1">
              <a:defRPr sz="1200" kern="0">
                <a:solidFill>
                  <a:srgbClr val="00D318"/>
                </a:solidFill>
                <a:uLnTx/>
                <a:latin typeface="Simplon BP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000" b="1" i="0" u="none" strike="noStrike" kern="0" cap="none" spc="0" normalizeH="0" baseline="0" noProof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Simplon BP Regular"/>
                <a:sym typeface="Simplon BP Regular"/>
              </a:rPr>
              <a:t>24/07 Visão Inicial de Separação</a:t>
            </a:r>
            <a:endParaRPr kumimoji="0" lang="en-US" sz="1000" b="1" i="0" u="none" strike="noStrike" kern="0" cap="none" spc="0" normalizeH="0" baseline="0" noProof="0">
              <a:ln>
                <a:noFill/>
              </a:ln>
              <a:solidFill>
                <a:srgbClr val="535353"/>
              </a:solidFill>
              <a:effectLst/>
              <a:uLnTx/>
              <a:uFillTx/>
              <a:latin typeface="Simplon BP Regular"/>
              <a:sym typeface="Simplon BP Regular"/>
            </a:endParaRPr>
          </a:p>
        </p:txBody>
      </p:sp>
      <p:sp>
        <p:nvSpPr>
          <p:cNvPr id="98" name="Diamond 97">
            <a:extLst>
              <a:ext uri="{FF2B5EF4-FFF2-40B4-BE49-F238E27FC236}">
                <a16:creationId xmlns:a16="http://schemas.microsoft.com/office/drawing/2014/main" id="{6B0A5EC3-8425-8E10-F56A-529053E01DC8}"/>
              </a:ext>
            </a:extLst>
          </p:cNvPr>
          <p:cNvSpPr/>
          <p:nvPr/>
        </p:nvSpPr>
        <p:spPr>
          <a:xfrm>
            <a:off x="7477059" y="4450783"/>
            <a:ext cx="180000" cy="180000"/>
          </a:xfrm>
          <a:prstGeom prst="diamond">
            <a:avLst/>
          </a:prstGeom>
          <a:solidFill>
            <a:srgbClr val="00D318"/>
          </a:solidFill>
          <a:ln w="12700" cap="flat" cmpd="sng" algn="ctr">
            <a:solidFill>
              <a:schemeClr val="accent1">
                <a:lumMod val="75000"/>
              </a:scheme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implon BP Regular"/>
              <a:ea typeface="+mn-ea"/>
              <a:cs typeface="Helvetica"/>
              <a:sym typeface="Simplon BP Regular"/>
            </a:endParaRPr>
          </a:p>
        </p:txBody>
      </p:sp>
      <p:sp>
        <p:nvSpPr>
          <p:cNvPr id="99" name="Diamond 98">
            <a:extLst>
              <a:ext uri="{FF2B5EF4-FFF2-40B4-BE49-F238E27FC236}">
                <a16:creationId xmlns:a16="http://schemas.microsoft.com/office/drawing/2014/main" id="{AAE17F99-6F20-2D83-8165-F3E4211408B3}"/>
              </a:ext>
            </a:extLst>
          </p:cNvPr>
          <p:cNvSpPr/>
          <p:nvPr/>
        </p:nvSpPr>
        <p:spPr>
          <a:xfrm>
            <a:off x="8603589" y="4450783"/>
            <a:ext cx="180000" cy="180000"/>
          </a:xfrm>
          <a:prstGeom prst="diamond">
            <a:avLst/>
          </a:prstGeom>
          <a:solidFill>
            <a:srgbClr val="00D318"/>
          </a:solidFill>
          <a:ln w="12700" cap="flat" cmpd="sng" algn="ctr">
            <a:solidFill>
              <a:schemeClr val="accent1">
                <a:lumMod val="75000"/>
              </a:scheme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implon BP Regular"/>
              <a:ea typeface="+mn-ea"/>
              <a:cs typeface="Helvetica"/>
              <a:sym typeface="Simplon BP Regular"/>
            </a:endParaRP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BAF5EEC7-8312-29A1-2736-57F652F1FA5D}"/>
              </a:ext>
            </a:extLst>
          </p:cNvPr>
          <p:cNvSpPr txBox="1"/>
          <p:nvPr/>
        </p:nvSpPr>
        <p:spPr>
          <a:xfrm>
            <a:off x="8621904" y="4617419"/>
            <a:ext cx="2061664" cy="15388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lvl="0" eaLnBrk="1">
              <a:defRPr sz="1200" kern="0">
                <a:solidFill>
                  <a:srgbClr val="00D318"/>
                </a:solidFill>
                <a:uLnTx/>
                <a:latin typeface="Simplon BP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000" b="1" i="0" u="none" strike="noStrike" kern="0" cap="none" spc="0" normalizeH="0" baseline="0" noProof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Simplon BP Regular"/>
                <a:sym typeface="Simplon BP Regular"/>
              </a:rPr>
              <a:t>26/08 Ficha final</a:t>
            </a:r>
            <a:endParaRPr kumimoji="0" lang="en-US" sz="1000" b="1" i="0" u="none" strike="noStrike" kern="0" cap="none" spc="0" normalizeH="0" baseline="0" noProof="0">
              <a:ln>
                <a:noFill/>
              </a:ln>
              <a:solidFill>
                <a:srgbClr val="535353"/>
              </a:solidFill>
              <a:effectLst/>
              <a:uLnTx/>
              <a:uFillTx/>
              <a:latin typeface="Simplon BP Regular"/>
              <a:sym typeface="Simplon BP Regular"/>
            </a:endParaRPr>
          </a:p>
        </p:txBody>
      </p:sp>
      <p:sp>
        <p:nvSpPr>
          <p:cNvPr id="101" name="Diamond 100">
            <a:extLst>
              <a:ext uri="{FF2B5EF4-FFF2-40B4-BE49-F238E27FC236}">
                <a16:creationId xmlns:a16="http://schemas.microsoft.com/office/drawing/2014/main" id="{C77C932C-67F4-E517-9170-92190997D16A}"/>
              </a:ext>
            </a:extLst>
          </p:cNvPr>
          <p:cNvSpPr/>
          <p:nvPr/>
        </p:nvSpPr>
        <p:spPr>
          <a:xfrm>
            <a:off x="7923138" y="4450783"/>
            <a:ext cx="180000" cy="180000"/>
          </a:xfrm>
          <a:prstGeom prst="diamond">
            <a:avLst/>
          </a:prstGeom>
          <a:solidFill>
            <a:srgbClr val="00D318"/>
          </a:solidFill>
          <a:ln w="12700" cap="flat" cmpd="sng" algn="ctr">
            <a:solidFill>
              <a:schemeClr val="accent1">
                <a:lumMod val="75000"/>
              </a:scheme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implon BP Regular"/>
              <a:ea typeface="+mn-ea"/>
              <a:cs typeface="Helvetica"/>
              <a:sym typeface="Simplon BP Regular"/>
            </a:endParaRP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51908D92-FE13-00A0-60A0-E991BF462E4B}"/>
              </a:ext>
            </a:extLst>
          </p:cNvPr>
          <p:cNvSpPr txBox="1"/>
          <p:nvPr/>
        </p:nvSpPr>
        <p:spPr>
          <a:xfrm>
            <a:off x="7950079" y="4304962"/>
            <a:ext cx="2061664" cy="15388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lvl="0" eaLnBrk="1">
              <a:defRPr sz="1200" kern="0">
                <a:solidFill>
                  <a:srgbClr val="00D318"/>
                </a:solidFill>
                <a:uLnTx/>
                <a:latin typeface="Simplon BP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000" b="1" i="0" u="none" strike="noStrike" kern="0" cap="none" spc="0" normalizeH="0" baseline="0" noProof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Simplon BP Regular"/>
                <a:sym typeface="Simplon BP Regular"/>
              </a:rPr>
              <a:t>14/08 Ficha D0</a:t>
            </a:r>
            <a:endParaRPr kumimoji="0" lang="en-US" sz="1000" b="1" i="0" u="none" strike="noStrike" kern="0" cap="none" spc="0" normalizeH="0" baseline="0" noProof="0">
              <a:ln>
                <a:noFill/>
              </a:ln>
              <a:solidFill>
                <a:srgbClr val="535353"/>
              </a:solidFill>
              <a:effectLst/>
              <a:uLnTx/>
              <a:uFillTx/>
              <a:latin typeface="Simplon BP Regular"/>
              <a:sym typeface="Simplon BP Regular"/>
            </a:endParaRPr>
          </a:p>
        </p:txBody>
      </p:sp>
      <p:cxnSp>
        <p:nvCxnSpPr>
          <p:cNvPr id="103" name="Straight Connector 102">
            <a:extLst>
              <a:ext uri="{FF2B5EF4-FFF2-40B4-BE49-F238E27FC236}">
                <a16:creationId xmlns:a16="http://schemas.microsoft.com/office/drawing/2014/main" id="{B791144D-0FC0-2BAC-0AE4-1EFCE621F196}"/>
              </a:ext>
            </a:extLst>
          </p:cNvPr>
          <p:cNvCxnSpPr>
            <a:cxnSpLocks/>
            <a:stCxn id="105" idx="3"/>
            <a:endCxn id="106" idx="3"/>
          </p:cNvCxnSpPr>
          <p:nvPr/>
        </p:nvCxnSpPr>
        <p:spPr>
          <a:xfrm>
            <a:off x="7686376" y="5034985"/>
            <a:ext cx="1314322" cy="0"/>
          </a:xfrm>
          <a:prstGeom prst="line">
            <a:avLst/>
          </a:prstGeom>
          <a:noFill/>
          <a:ln w="25400" cap="flat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04" name="TextBox 103">
            <a:extLst>
              <a:ext uri="{FF2B5EF4-FFF2-40B4-BE49-F238E27FC236}">
                <a16:creationId xmlns:a16="http://schemas.microsoft.com/office/drawing/2014/main" id="{3A9C51C4-2AF1-F246-23DE-E6E6FAD4147F}"/>
              </a:ext>
            </a:extLst>
          </p:cNvPr>
          <p:cNvSpPr txBox="1"/>
          <p:nvPr/>
        </p:nvSpPr>
        <p:spPr>
          <a:xfrm>
            <a:off x="6072454" y="5106426"/>
            <a:ext cx="1718848" cy="15388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lvl="0" eaLnBrk="1">
              <a:defRPr sz="1200" kern="0">
                <a:solidFill>
                  <a:srgbClr val="00D318"/>
                </a:solidFill>
                <a:uLnTx/>
                <a:latin typeface="Simplon BP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000" b="1" i="0" u="none" strike="noStrike" kern="0" cap="none" spc="0" normalizeH="0" baseline="0" noProof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Simplon BP Regular"/>
                <a:sym typeface="Simplon BP Regular"/>
              </a:rPr>
              <a:t>29/07 Visão Inicial de Separação</a:t>
            </a:r>
            <a:endParaRPr kumimoji="0" lang="en-US" sz="1000" b="1" i="0" u="none" strike="noStrike" kern="0" cap="none" spc="0" normalizeH="0" baseline="0" noProof="0">
              <a:ln>
                <a:noFill/>
              </a:ln>
              <a:solidFill>
                <a:srgbClr val="535353"/>
              </a:solidFill>
              <a:effectLst/>
              <a:uLnTx/>
              <a:uFillTx/>
              <a:latin typeface="Simplon BP Regular"/>
              <a:sym typeface="Simplon BP Regular"/>
            </a:endParaRPr>
          </a:p>
        </p:txBody>
      </p:sp>
      <p:sp>
        <p:nvSpPr>
          <p:cNvPr id="105" name="Diamond 104">
            <a:extLst>
              <a:ext uri="{FF2B5EF4-FFF2-40B4-BE49-F238E27FC236}">
                <a16:creationId xmlns:a16="http://schemas.microsoft.com/office/drawing/2014/main" id="{538214FB-D16C-9EC4-95B6-1530AF856858}"/>
              </a:ext>
            </a:extLst>
          </p:cNvPr>
          <p:cNvSpPr/>
          <p:nvPr/>
        </p:nvSpPr>
        <p:spPr>
          <a:xfrm>
            <a:off x="7506376" y="4944985"/>
            <a:ext cx="180000" cy="180000"/>
          </a:xfrm>
          <a:prstGeom prst="diamond">
            <a:avLst/>
          </a:prstGeom>
          <a:solidFill>
            <a:srgbClr val="00D318"/>
          </a:solidFill>
          <a:ln w="12700" cap="flat" cmpd="sng" algn="ctr">
            <a:solidFill>
              <a:schemeClr val="accent1">
                <a:lumMod val="75000"/>
              </a:scheme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implon BP Regular"/>
              <a:ea typeface="+mn-ea"/>
              <a:cs typeface="Helvetica"/>
              <a:sym typeface="Simplon BP Regular"/>
            </a:endParaRPr>
          </a:p>
        </p:txBody>
      </p:sp>
      <p:sp>
        <p:nvSpPr>
          <p:cNvPr id="106" name="Diamond 105">
            <a:extLst>
              <a:ext uri="{FF2B5EF4-FFF2-40B4-BE49-F238E27FC236}">
                <a16:creationId xmlns:a16="http://schemas.microsoft.com/office/drawing/2014/main" id="{AB4F4F19-1A67-3407-C47B-B144C866EDEC}"/>
              </a:ext>
            </a:extLst>
          </p:cNvPr>
          <p:cNvSpPr/>
          <p:nvPr/>
        </p:nvSpPr>
        <p:spPr>
          <a:xfrm>
            <a:off x="8820698" y="4944985"/>
            <a:ext cx="180000" cy="180000"/>
          </a:xfrm>
          <a:prstGeom prst="diamond">
            <a:avLst/>
          </a:prstGeom>
          <a:solidFill>
            <a:srgbClr val="00D318"/>
          </a:solidFill>
          <a:ln w="12700" cap="flat" cmpd="sng" algn="ctr">
            <a:solidFill>
              <a:schemeClr val="accent1">
                <a:lumMod val="75000"/>
              </a:scheme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implon BP Regular"/>
              <a:ea typeface="+mn-ea"/>
              <a:cs typeface="Helvetica"/>
              <a:sym typeface="Simplon BP Regular"/>
            </a:endParaRP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45755314-2C5D-44B4-246B-7F46C7A5C4E8}"/>
              </a:ext>
            </a:extLst>
          </p:cNvPr>
          <p:cNvSpPr txBox="1"/>
          <p:nvPr/>
        </p:nvSpPr>
        <p:spPr>
          <a:xfrm>
            <a:off x="8861127" y="5111621"/>
            <a:ext cx="2061664" cy="15388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lvl="0" eaLnBrk="1">
              <a:defRPr sz="1200" kern="0">
                <a:solidFill>
                  <a:srgbClr val="00D318"/>
                </a:solidFill>
                <a:uLnTx/>
                <a:latin typeface="Simplon BP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000" b="1" i="0" u="none" strike="noStrike" kern="0" cap="none" spc="0" normalizeH="0" baseline="0" noProof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Simplon BP Regular"/>
                <a:sym typeface="Simplon BP Regular"/>
              </a:rPr>
              <a:t>28/08 Ficha final</a:t>
            </a:r>
            <a:endParaRPr kumimoji="0" lang="en-US" sz="1000" b="1" i="0" u="none" strike="noStrike" kern="0" cap="none" spc="0" normalizeH="0" baseline="0" noProof="0">
              <a:ln>
                <a:noFill/>
              </a:ln>
              <a:solidFill>
                <a:srgbClr val="535353"/>
              </a:solidFill>
              <a:effectLst/>
              <a:uLnTx/>
              <a:uFillTx/>
              <a:latin typeface="Simplon BP Regular"/>
              <a:sym typeface="Simplon BP Regular"/>
            </a:endParaRPr>
          </a:p>
        </p:txBody>
      </p:sp>
      <p:sp>
        <p:nvSpPr>
          <p:cNvPr id="108" name="Diamond 107">
            <a:extLst>
              <a:ext uri="{FF2B5EF4-FFF2-40B4-BE49-F238E27FC236}">
                <a16:creationId xmlns:a16="http://schemas.microsoft.com/office/drawing/2014/main" id="{7251404C-8A14-FF81-1D64-A355B739E8DC}"/>
              </a:ext>
            </a:extLst>
          </p:cNvPr>
          <p:cNvSpPr/>
          <p:nvPr/>
        </p:nvSpPr>
        <p:spPr>
          <a:xfrm>
            <a:off x="8439704" y="4944985"/>
            <a:ext cx="180000" cy="180000"/>
          </a:xfrm>
          <a:prstGeom prst="diamond">
            <a:avLst/>
          </a:prstGeom>
          <a:solidFill>
            <a:srgbClr val="00D318"/>
          </a:solidFill>
          <a:ln w="12700" cap="flat" cmpd="sng" algn="ctr">
            <a:solidFill>
              <a:schemeClr val="accent1">
                <a:lumMod val="75000"/>
              </a:scheme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implon BP Regular"/>
              <a:ea typeface="+mn-ea"/>
              <a:cs typeface="Helvetica"/>
              <a:sym typeface="Simplon BP Regular"/>
            </a:endParaRP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02AE78F8-7A04-2619-A5B5-148A798A9C26}"/>
              </a:ext>
            </a:extLst>
          </p:cNvPr>
          <p:cNvSpPr txBox="1"/>
          <p:nvPr/>
        </p:nvSpPr>
        <p:spPr>
          <a:xfrm>
            <a:off x="8439704" y="4799164"/>
            <a:ext cx="2061664" cy="15388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lvl="0" eaLnBrk="1">
              <a:defRPr sz="1200" kern="0">
                <a:solidFill>
                  <a:srgbClr val="00D318"/>
                </a:solidFill>
                <a:uLnTx/>
                <a:latin typeface="Simplon BP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000" b="1" i="0" u="none" strike="noStrike" kern="0" cap="none" spc="0" normalizeH="0" baseline="0" noProof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Simplon BP Regular"/>
                <a:sym typeface="Simplon BP Regular"/>
              </a:rPr>
              <a:t>20/08 Ficha D0</a:t>
            </a:r>
            <a:endParaRPr kumimoji="0" lang="en-US" sz="1000" b="1" i="0" u="none" strike="noStrike" kern="0" cap="none" spc="0" normalizeH="0" baseline="0" noProof="0">
              <a:ln>
                <a:noFill/>
              </a:ln>
              <a:solidFill>
                <a:srgbClr val="535353"/>
              </a:solidFill>
              <a:effectLst/>
              <a:uLnTx/>
              <a:uFillTx/>
              <a:latin typeface="Simplon BP Regular"/>
              <a:sym typeface="Simplon BP Regular"/>
            </a:endParaRPr>
          </a:p>
        </p:txBody>
      </p:sp>
      <p:cxnSp>
        <p:nvCxnSpPr>
          <p:cNvPr id="110" name="Straight Connector 109">
            <a:extLst>
              <a:ext uri="{FF2B5EF4-FFF2-40B4-BE49-F238E27FC236}">
                <a16:creationId xmlns:a16="http://schemas.microsoft.com/office/drawing/2014/main" id="{DC61DAAF-0AC4-89BA-CE53-484AD7562D85}"/>
              </a:ext>
            </a:extLst>
          </p:cNvPr>
          <p:cNvCxnSpPr>
            <a:cxnSpLocks/>
            <a:endCxn id="113" idx="3"/>
          </p:cNvCxnSpPr>
          <p:nvPr/>
        </p:nvCxnSpPr>
        <p:spPr>
          <a:xfrm>
            <a:off x="7580681" y="5563758"/>
            <a:ext cx="1412013" cy="0"/>
          </a:xfrm>
          <a:prstGeom prst="line">
            <a:avLst/>
          </a:prstGeom>
          <a:noFill/>
          <a:ln w="25400" cap="flat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11" name="TextBox 110">
            <a:extLst>
              <a:ext uri="{FF2B5EF4-FFF2-40B4-BE49-F238E27FC236}">
                <a16:creationId xmlns:a16="http://schemas.microsoft.com/office/drawing/2014/main" id="{15342709-861B-4132-D963-7D6E5E5D4E6B}"/>
              </a:ext>
            </a:extLst>
          </p:cNvPr>
          <p:cNvSpPr txBox="1"/>
          <p:nvPr/>
        </p:nvSpPr>
        <p:spPr>
          <a:xfrm>
            <a:off x="5905291" y="5635199"/>
            <a:ext cx="1786044" cy="15388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lvl="0" eaLnBrk="1">
              <a:defRPr sz="1200" kern="0">
                <a:solidFill>
                  <a:srgbClr val="00D318"/>
                </a:solidFill>
                <a:uLnTx/>
                <a:latin typeface="Simplon BP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000" b="1" i="0" u="none" strike="noStrike" kern="0" cap="none" spc="0" normalizeH="0" baseline="0" noProof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Simplon BP Regular"/>
                <a:sym typeface="Simplon BP Regular"/>
              </a:rPr>
              <a:t>26/07 Visão Inicial de Separação</a:t>
            </a:r>
            <a:endParaRPr kumimoji="0" lang="en-US" sz="1000" b="1" i="0" u="none" strike="noStrike" kern="0" cap="none" spc="0" normalizeH="0" baseline="0" noProof="0">
              <a:ln>
                <a:noFill/>
              </a:ln>
              <a:solidFill>
                <a:srgbClr val="535353"/>
              </a:solidFill>
              <a:effectLst/>
              <a:uLnTx/>
              <a:uFillTx/>
              <a:latin typeface="Simplon BP Regular"/>
              <a:sym typeface="Simplon BP Regular"/>
            </a:endParaRPr>
          </a:p>
        </p:txBody>
      </p:sp>
      <p:sp>
        <p:nvSpPr>
          <p:cNvPr id="112" name="Diamond 111">
            <a:extLst>
              <a:ext uri="{FF2B5EF4-FFF2-40B4-BE49-F238E27FC236}">
                <a16:creationId xmlns:a16="http://schemas.microsoft.com/office/drawing/2014/main" id="{E2D4E952-C662-B064-C6FF-E04A3BAE620F}"/>
              </a:ext>
            </a:extLst>
          </p:cNvPr>
          <p:cNvSpPr/>
          <p:nvPr/>
        </p:nvSpPr>
        <p:spPr>
          <a:xfrm>
            <a:off x="7472112" y="5473758"/>
            <a:ext cx="180000" cy="180000"/>
          </a:xfrm>
          <a:prstGeom prst="diamond">
            <a:avLst/>
          </a:prstGeom>
          <a:solidFill>
            <a:srgbClr val="00D318"/>
          </a:solidFill>
          <a:ln w="12700" cap="flat" cmpd="sng" algn="ctr">
            <a:solidFill>
              <a:schemeClr val="accent1">
                <a:lumMod val="75000"/>
              </a:scheme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implon BP Regular"/>
              <a:ea typeface="+mn-ea"/>
              <a:cs typeface="Helvetica"/>
              <a:sym typeface="Simplon BP Regular"/>
            </a:endParaRPr>
          </a:p>
        </p:txBody>
      </p:sp>
      <p:sp>
        <p:nvSpPr>
          <p:cNvPr id="113" name="Diamond 112">
            <a:extLst>
              <a:ext uri="{FF2B5EF4-FFF2-40B4-BE49-F238E27FC236}">
                <a16:creationId xmlns:a16="http://schemas.microsoft.com/office/drawing/2014/main" id="{8DA6DFBE-193C-8B58-47DD-9B6C722BCF45}"/>
              </a:ext>
            </a:extLst>
          </p:cNvPr>
          <p:cNvSpPr/>
          <p:nvPr/>
        </p:nvSpPr>
        <p:spPr>
          <a:xfrm>
            <a:off x="8812694" y="5473758"/>
            <a:ext cx="180000" cy="180000"/>
          </a:xfrm>
          <a:prstGeom prst="diamond">
            <a:avLst/>
          </a:prstGeom>
          <a:solidFill>
            <a:srgbClr val="00D318"/>
          </a:solidFill>
          <a:ln w="12700" cap="flat" cmpd="sng" algn="ctr">
            <a:solidFill>
              <a:schemeClr val="accent1">
                <a:lumMod val="75000"/>
              </a:scheme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implon BP Regular"/>
              <a:ea typeface="+mn-ea"/>
              <a:cs typeface="Helvetica"/>
              <a:sym typeface="Simplon BP Regular"/>
            </a:endParaRP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AD818C22-8E3E-6CB9-C9AB-B6CF82D1B500}"/>
              </a:ext>
            </a:extLst>
          </p:cNvPr>
          <p:cNvSpPr txBox="1"/>
          <p:nvPr/>
        </p:nvSpPr>
        <p:spPr>
          <a:xfrm>
            <a:off x="8842448" y="5640394"/>
            <a:ext cx="2061664" cy="15388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lvl="0" eaLnBrk="1">
              <a:defRPr sz="1200" kern="0">
                <a:solidFill>
                  <a:srgbClr val="00D318"/>
                </a:solidFill>
                <a:uLnTx/>
                <a:latin typeface="Simplon BP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000" b="1">
                <a:solidFill>
                  <a:srgbClr val="535353"/>
                </a:solidFill>
              </a:rPr>
              <a:t>28</a:t>
            </a:r>
            <a:r>
              <a:rPr kumimoji="0" lang="pt-BR" sz="1000" b="1" i="0" u="none" strike="noStrike" kern="0" cap="none" spc="0" normalizeH="0" baseline="0" noProof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Simplon BP Regular"/>
                <a:sym typeface="Simplon BP Regular"/>
              </a:rPr>
              <a:t>/08 Ficha final</a:t>
            </a:r>
            <a:endParaRPr kumimoji="0" lang="en-US" sz="1000" b="1" i="0" u="none" strike="noStrike" kern="0" cap="none" spc="0" normalizeH="0" baseline="0" noProof="0">
              <a:ln>
                <a:noFill/>
              </a:ln>
              <a:solidFill>
                <a:srgbClr val="535353"/>
              </a:solidFill>
              <a:effectLst/>
              <a:uLnTx/>
              <a:uFillTx/>
              <a:latin typeface="Simplon BP Regular"/>
              <a:sym typeface="Simplon BP Regular"/>
            </a:endParaRPr>
          </a:p>
        </p:txBody>
      </p:sp>
      <p:sp>
        <p:nvSpPr>
          <p:cNvPr id="115" name="Diamond 114">
            <a:extLst>
              <a:ext uri="{FF2B5EF4-FFF2-40B4-BE49-F238E27FC236}">
                <a16:creationId xmlns:a16="http://schemas.microsoft.com/office/drawing/2014/main" id="{8975C658-A3C9-01A9-B40D-814D906ED406}"/>
              </a:ext>
            </a:extLst>
          </p:cNvPr>
          <p:cNvSpPr/>
          <p:nvPr/>
        </p:nvSpPr>
        <p:spPr>
          <a:xfrm>
            <a:off x="8103138" y="5473758"/>
            <a:ext cx="180000" cy="180000"/>
          </a:xfrm>
          <a:prstGeom prst="diamond">
            <a:avLst/>
          </a:prstGeom>
          <a:solidFill>
            <a:srgbClr val="00D318"/>
          </a:solidFill>
          <a:ln w="12700" cap="flat" cmpd="sng" algn="ctr">
            <a:solidFill>
              <a:schemeClr val="accent1">
                <a:lumMod val="75000"/>
              </a:scheme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implon BP Regular"/>
              <a:ea typeface="+mn-ea"/>
              <a:cs typeface="Helvetica"/>
              <a:sym typeface="Simplon BP Regular"/>
            </a:endParaRP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71608E6E-9BA8-525D-06C0-D026BB0CAE1A}"/>
              </a:ext>
            </a:extLst>
          </p:cNvPr>
          <p:cNvSpPr txBox="1"/>
          <p:nvPr/>
        </p:nvSpPr>
        <p:spPr>
          <a:xfrm>
            <a:off x="8103138" y="5327937"/>
            <a:ext cx="2061664" cy="15388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lvl="0" eaLnBrk="1">
              <a:defRPr sz="1200" kern="0">
                <a:solidFill>
                  <a:srgbClr val="00D318"/>
                </a:solidFill>
                <a:uLnTx/>
                <a:latin typeface="Simplon BP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000" b="1" i="0" u="none" strike="noStrike" kern="0" cap="none" spc="0" normalizeH="0" baseline="0" noProof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Simplon BP Regular"/>
                <a:sym typeface="Simplon BP Regular"/>
              </a:rPr>
              <a:t>19/08 Ficha D0</a:t>
            </a:r>
            <a:endParaRPr kumimoji="0" lang="en-US" sz="1000" b="1" i="0" u="none" strike="noStrike" kern="0" cap="none" spc="0" normalizeH="0" baseline="0" noProof="0">
              <a:ln>
                <a:noFill/>
              </a:ln>
              <a:solidFill>
                <a:srgbClr val="535353"/>
              </a:solidFill>
              <a:effectLst/>
              <a:uLnTx/>
              <a:uFillTx/>
              <a:latin typeface="Simplon BP Regular"/>
              <a:sym typeface="Simplon BP Regular"/>
            </a:endParaRPr>
          </a:p>
        </p:txBody>
      </p:sp>
      <p:cxnSp>
        <p:nvCxnSpPr>
          <p:cNvPr id="118" name="Straight Connector 117">
            <a:extLst>
              <a:ext uri="{FF2B5EF4-FFF2-40B4-BE49-F238E27FC236}">
                <a16:creationId xmlns:a16="http://schemas.microsoft.com/office/drawing/2014/main" id="{F81CC9CA-0196-926D-5FB2-BD9686E33658}"/>
              </a:ext>
            </a:extLst>
          </p:cNvPr>
          <p:cNvCxnSpPr>
            <a:cxnSpLocks/>
            <a:stCxn id="120" idx="3"/>
            <a:endCxn id="121" idx="3"/>
          </p:cNvCxnSpPr>
          <p:nvPr/>
        </p:nvCxnSpPr>
        <p:spPr>
          <a:xfrm>
            <a:off x="7428272" y="6073849"/>
            <a:ext cx="1195839" cy="0"/>
          </a:xfrm>
          <a:prstGeom prst="line">
            <a:avLst/>
          </a:prstGeom>
          <a:noFill/>
          <a:ln w="25400" cap="flat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19" name="TextBox 118">
            <a:extLst>
              <a:ext uri="{FF2B5EF4-FFF2-40B4-BE49-F238E27FC236}">
                <a16:creationId xmlns:a16="http://schemas.microsoft.com/office/drawing/2014/main" id="{F62C7080-27D9-CCED-900D-F91D10B5490E}"/>
              </a:ext>
            </a:extLst>
          </p:cNvPr>
          <p:cNvSpPr txBox="1"/>
          <p:nvPr/>
        </p:nvSpPr>
        <p:spPr>
          <a:xfrm>
            <a:off x="5809010" y="6145290"/>
            <a:ext cx="1726453" cy="15388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lvl="0" eaLnBrk="1">
              <a:defRPr sz="1200" kern="0">
                <a:solidFill>
                  <a:srgbClr val="00D318"/>
                </a:solidFill>
                <a:uLnTx/>
                <a:latin typeface="Simplon BP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000" b="1" i="0" u="none" strike="noStrike" kern="0" cap="none" spc="0" normalizeH="0" baseline="0" noProof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Simplon BP Regular"/>
                <a:sym typeface="Simplon BP Regular"/>
              </a:rPr>
              <a:t>23/07 Visão Inicial de Separação</a:t>
            </a:r>
            <a:endParaRPr kumimoji="0" lang="en-US" sz="1000" b="1" i="0" u="none" strike="noStrike" kern="0" cap="none" spc="0" normalizeH="0" baseline="0" noProof="0">
              <a:ln>
                <a:noFill/>
              </a:ln>
              <a:solidFill>
                <a:srgbClr val="535353"/>
              </a:solidFill>
              <a:effectLst/>
              <a:uLnTx/>
              <a:uFillTx/>
              <a:latin typeface="Simplon BP Regular"/>
              <a:sym typeface="Simplon BP Regular"/>
            </a:endParaRPr>
          </a:p>
        </p:txBody>
      </p:sp>
      <p:sp>
        <p:nvSpPr>
          <p:cNvPr id="120" name="Diamond 119">
            <a:extLst>
              <a:ext uri="{FF2B5EF4-FFF2-40B4-BE49-F238E27FC236}">
                <a16:creationId xmlns:a16="http://schemas.microsoft.com/office/drawing/2014/main" id="{191B49CD-9062-09CE-9A34-47A00F13E7EC}"/>
              </a:ext>
            </a:extLst>
          </p:cNvPr>
          <p:cNvSpPr/>
          <p:nvPr/>
        </p:nvSpPr>
        <p:spPr>
          <a:xfrm>
            <a:off x="7248272" y="5983849"/>
            <a:ext cx="180000" cy="180000"/>
          </a:xfrm>
          <a:prstGeom prst="diamond">
            <a:avLst/>
          </a:prstGeom>
          <a:solidFill>
            <a:srgbClr val="00D318"/>
          </a:solidFill>
          <a:ln w="12700" cap="flat" cmpd="sng" algn="ctr">
            <a:solidFill>
              <a:schemeClr val="accent1">
                <a:lumMod val="75000"/>
              </a:scheme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implon BP Regular"/>
              <a:ea typeface="+mn-ea"/>
              <a:cs typeface="Helvetica"/>
              <a:sym typeface="Simplon BP Regular"/>
            </a:endParaRPr>
          </a:p>
        </p:txBody>
      </p:sp>
      <p:sp>
        <p:nvSpPr>
          <p:cNvPr id="121" name="Diamond 120">
            <a:extLst>
              <a:ext uri="{FF2B5EF4-FFF2-40B4-BE49-F238E27FC236}">
                <a16:creationId xmlns:a16="http://schemas.microsoft.com/office/drawing/2014/main" id="{D7649F69-3BCF-39D7-2F0C-8AB06356C54D}"/>
              </a:ext>
            </a:extLst>
          </p:cNvPr>
          <p:cNvSpPr/>
          <p:nvPr/>
        </p:nvSpPr>
        <p:spPr>
          <a:xfrm>
            <a:off x="8444111" y="5983849"/>
            <a:ext cx="180000" cy="180000"/>
          </a:xfrm>
          <a:prstGeom prst="diamond">
            <a:avLst/>
          </a:prstGeom>
          <a:solidFill>
            <a:srgbClr val="00D318"/>
          </a:solidFill>
          <a:ln w="12700" cap="flat" cmpd="sng" algn="ctr">
            <a:solidFill>
              <a:schemeClr val="accent1">
                <a:lumMod val="75000"/>
              </a:scheme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implon BP Regular"/>
              <a:ea typeface="+mn-ea"/>
              <a:cs typeface="Helvetica"/>
              <a:sym typeface="Simplon BP Regular"/>
            </a:endParaRPr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E995D8D6-A08D-07EC-BBE0-9658B65701FB}"/>
              </a:ext>
            </a:extLst>
          </p:cNvPr>
          <p:cNvSpPr txBox="1"/>
          <p:nvPr/>
        </p:nvSpPr>
        <p:spPr>
          <a:xfrm>
            <a:off x="8355907" y="6150485"/>
            <a:ext cx="2061664" cy="15388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lvl="0" eaLnBrk="1">
              <a:defRPr sz="1200" kern="0">
                <a:solidFill>
                  <a:srgbClr val="00D318"/>
                </a:solidFill>
                <a:uLnTx/>
                <a:latin typeface="Simplon BP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000" b="1" i="0" u="none" strike="noStrike" kern="0" cap="none" spc="0" normalizeH="0" baseline="0" noProof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Simplon BP Regular"/>
                <a:sym typeface="Simplon BP Regular"/>
              </a:rPr>
              <a:t>16/08 Ficha final</a:t>
            </a:r>
            <a:endParaRPr kumimoji="0" lang="en-US" sz="1000" b="1" i="0" u="none" strike="noStrike" kern="0" cap="none" spc="0" normalizeH="0" baseline="0" noProof="0">
              <a:ln>
                <a:noFill/>
              </a:ln>
              <a:solidFill>
                <a:srgbClr val="535353"/>
              </a:solidFill>
              <a:effectLst/>
              <a:uLnTx/>
              <a:uFillTx/>
              <a:latin typeface="Simplon BP Regular"/>
              <a:sym typeface="Simplon BP Regular"/>
            </a:endParaRPr>
          </a:p>
        </p:txBody>
      </p:sp>
      <p:sp>
        <p:nvSpPr>
          <p:cNvPr id="123" name="Diamond 122">
            <a:extLst>
              <a:ext uri="{FF2B5EF4-FFF2-40B4-BE49-F238E27FC236}">
                <a16:creationId xmlns:a16="http://schemas.microsoft.com/office/drawing/2014/main" id="{2BCDD9AA-AE20-62FE-D8CC-70AB214D5B7C}"/>
              </a:ext>
            </a:extLst>
          </p:cNvPr>
          <p:cNvSpPr/>
          <p:nvPr/>
        </p:nvSpPr>
        <p:spPr>
          <a:xfrm>
            <a:off x="7540325" y="5983849"/>
            <a:ext cx="180000" cy="180000"/>
          </a:xfrm>
          <a:prstGeom prst="diamond">
            <a:avLst/>
          </a:prstGeom>
          <a:solidFill>
            <a:srgbClr val="00D318"/>
          </a:solidFill>
          <a:ln w="12700" cap="flat" cmpd="sng" algn="ctr">
            <a:solidFill>
              <a:schemeClr val="accent1">
                <a:lumMod val="75000"/>
              </a:scheme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implon BP Regular"/>
              <a:ea typeface="+mn-ea"/>
              <a:cs typeface="Helvetica"/>
              <a:sym typeface="Simplon BP Regular"/>
            </a:endParaRPr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59D56CC9-B23C-C4C5-F754-ED7FC8B479E4}"/>
              </a:ext>
            </a:extLst>
          </p:cNvPr>
          <p:cNvSpPr txBox="1"/>
          <p:nvPr/>
        </p:nvSpPr>
        <p:spPr>
          <a:xfrm>
            <a:off x="7643079" y="5838028"/>
            <a:ext cx="2061664" cy="15388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lvl="0" eaLnBrk="1">
              <a:defRPr sz="1200" kern="0">
                <a:solidFill>
                  <a:srgbClr val="00D318"/>
                </a:solidFill>
                <a:uLnTx/>
                <a:latin typeface="Simplon BP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000" b="1" i="0" u="none" strike="noStrike" kern="0" cap="none" spc="0" normalizeH="0" baseline="0" noProof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Simplon BP Regular"/>
                <a:sym typeface="Simplon BP Regular"/>
              </a:rPr>
              <a:t>08/08 Ficha D0</a:t>
            </a:r>
            <a:endParaRPr kumimoji="0" lang="en-US" sz="1000" b="1" i="0" u="none" strike="noStrike" kern="0" cap="none" spc="0" normalizeH="0" baseline="0" noProof="0">
              <a:ln>
                <a:noFill/>
              </a:ln>
              <a:solidFill>
                <a:srgbClr val="535353"/>
              </a:solidFill>
              <a:effectLst/>
              <a:uLnTx/>
              <a:uFillTx/>
              <a:latin typeface="Simplon BP Regular"/>
              <a:sym typeface="Simplon BP Regular"/>
            </a:endParaRPr>
          </a:p>
        </p:txBody>
      </p:sp>
      <p:cxnSp>
        <p:nvCxnSpPr>
          <p:cNvPr id="126" name="Straight Connector 125">
            <a:extLst>
              <a:ext uri="{FF2B5EF4-FFF2-40B4-BE49-F238E27FC236}">
                <a16:creationId xmlns:a16="http://schemas.microsoft.com/office/drawing/2014/main" id="{889F7E9E-FC78-9ECA-2D78-90010FA21341}"/>
              </a:ext>
            </a:extLst>
          </p:cNvPr>
          <p:cNvCxnSpPr>
            <a:cxnSpLocks/>
            <a:endCxn id="44" idx="3"/>
          </p:cNvCxnSpPr>
          <p:nvPr/>
        </p:nvCxnSpPr>
        <p:spPr>
          <a:xfrm flipV="1">
            <a:off x="9033368" y="6504874"/>
            <a:ext cx="1770434" cy="625"/>
          </a:xfrm>
          <a:prstGeom prst="line">
            <a:avLst/>
          </a:prstGeom>
          <a:noFill/>
          <a:ln w="25400" cap="flat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27" name="TextBox 126">
            <a:extLst>
              <a:ext uri="{FF2B5EF4-FFF2-40B4-BE49-F238E27FC236}">
                <a16:creationId xmlns:a16="http://schemas.microsoft.com/office/drawing/2014/main" id="{2F25EE2C-16EC-0C7D-ECA4-7C9E59898B2F}"/>
              </a:ext>
            </a:extLst>
          </p:cNvPr>
          <p:cNvSpPr txBox="1"/>
          <p:nvPr/>
        </p:nvSpPr>
        <p:spPr>
          <a:xfrm>
            <a:off x="8311160" y="6616678"/>
            <a:ext cx="1163364" cy="15388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lvl="0" eaLnBrk="1">
              <a:defRPr sz="1000" b="1" kern="0">
                <a:solidFill>
                  <a:srgbClr val="535353"/>
                </a:solidFill>
                <a:uLnTx/>
                <a:latin typeface="Simplon BP Regular"/>
              </a:defRPr>
            </a:lvl1pPr>
          </a:lstStyle>
          <a:p>
            <a:r>
              <a:rPr lang="pt-BR"/>
              <a:t>06/09 Consolidação</a:t>
            </a:r>
            <a:endParaRPr lang="en-US"/>
          </a:p>
        </p:txBody>
      </p:sp>
      <p:sp>
        <p:nvSpPr>
          <p:cNvPr id="128" name="Diamond 127">
            <a:extLst>
              <a:ext uri="{FF2B5EF4-FFF2-40B4-BE49-F238E27FC236}">
                <a16:creationId xmlns:a16="http://schemas.microsoft.com/office/drawing/2014/main" id="{DA6B6394-D11D-44A0-E7BD-CB48FDE2BD5A}"/>
              </a:ext>
            </a:extLst>
          </p:cNvPr>
          <p:cNvSpPr/>
          <p:nvPr/>
        </p:nvSpPr>
        <p:spPr>
          <a:xfrm>
            <a:off x="9153539" y="6408322"/>
            <a:ext cx="180000" cy="180000"/>
          </a:xfrm>
          <a:prstGeom prst="diamond">
            <a:avLst/>
          </a:prstGeom>
          <a:solidFill>
            <a:srgbClr val="00D318"/>
          </a:solidFill>
          <a:ln w="12700" cap="flat" cmpd="sng" algn="ctr">
            <a:solidFill>
              <a:schemeClr val="accent1">
                <a:lumMod val="75000"/>
              </a:scheme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implon BP Regular"/>
              <a:ea typeface="+mn-ea"/>
              <a:cs typeface="Helvetica"/>
              <a:sym typeface="Simplon BP Regular"/>
            </a:endParaRPr>
          </a:p>
        </p:txBody>
      </p:sp>
      <p:sp>
        <p:nvSpPr>
          <p:cNvPr id="129" name="Diamond 128">
            <a:extLst>
              <a:ext uri="{FF2B5EF4-FFF2-40B4-BE49-F238E27FC236}">
                <a16:creationId xmlns:a16="http://schemas.microsoft.com/office/drawing/2014/main" id="{D90302B8-EA0A-3F27-66D9-70C432AB25B1}"/>
              </a:ext>
            </a:extLst>
          </p:cNvPr>
          <p:cNvSpPr/>
          <p:nvPr/>
        </p:nvSpPr>
        <p:spPr>
          <a:xfrm>
            <a:off x="10206946" y="6415499"/>
            <a:ext cx="180000" cy="180000"/>
          </a:xfrm>
          <a:prstGeom prst="diamond">
            <a:avLst/>
          </a:prstGeom>
          <a:solidFill>
            <a:srgbClr val="00D318"/>
          </a:solidFill>
          <a:ln w="12700" cap="flat" cmpd="sng" algn="ctr">
            <a:solidFill>
              <a:schemeClr val="accent1">
                <a:lumMod val="75000"/>
              </a:scheme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implon BP Regular"/>
              <a:ea typeface="+mn-ea"/>
              <a:cs typeface="Helvetica"/>
              <a:sym typeface="Simplon BP Regular"/>
            </a:endParaRPr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DA885A97-F089-528D-866F-4EBBFB681646}"/>
              </a:ext>
            </a:extLst>
          </p:cNvPr>
          <p:cNvSpPr txBox="1"/>
          <p:nvPr/>
        </p:nvSpPr>
        <p:spPr>
          <a:xfrm>
            <a:off x="10118742" y="6625677"/>
            <a:ext cx="822960" cy="15388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lvl="0" eaLnBrk="1">
              <a:defRPr sz="1200" kern="0">
                <a:solidFill>
                  <a:srgbClr val="00D318"/>
                </a:solidFill>
                <a:uLnTx/>
                <a:latin typeface="Simplon BP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000" b="1" i="0" u="none" strike="noStrike" kern="0" cap="none" spc="0" normalizeH="0" baseline="0" noProof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Simplon BP Regular"/>
                <a:sym typeface="Simplon BP Regular"/>
              </a:rPr>
              <a:t>30/09 Custos</a:t>
            </a:r>
            <a:endParaRPr kumimoji="0" lang="en-US" sz="1000" b="1" i="0" u="none" strike="noStrike" kern="0" cap="none" spc="0" normalizeH="0" baseline="0" noProof="0">
              <a:ln>
                <a:noFill/>
              </a:ln>
              <a:solidFill>
                <a:srgbClr val="535353"/>
              </a:solidFill>
              <a:effectLst/>
              <a:uLnTx/>
              <a:uFillTx/>
              <a:latin typeface="Simplon BP Regular"/>
              <a:sym typeface="Simplon BP Regular"/>
            </a:endParaRPr>
          </a:p>
        </p:txBody>
      </p:sp>
      <p:cxnSp>
        <p:nvCxnSpPr>
          <p:cNvPr id="169" name="Conector reto 6">
            <a:extLst>
              <a:ext uri="{FF2B5EF4-FFF2-40B4-BE49-F238E27FC236}">
                <a16:creationId xmlns:a16="http://schemas.microsoft.com/office/drawing/2014/main" id="{329E2F53-8DDE-9853-3EFB-3649D40C762F}"/>
              </a:ext>
            </a:extLst>
          </p:cNvPr>
          <p:cNvCxnSpPr>
            <a:cxnSpLocks/>
          </p:cNvCxnSpPr>
          <p:nvPr/>
        </p:nvCxnSpPr>
        <p:spPr>
          <a:xfrm flipV="1">
            <a:off x="400692" y="2278312"/>
            <a:ext cx="11420856" cy="0"/>
          </a:xfrm>
          <a:prstGeom prst="line">
            <a:avLst/>
          </a:prstGeom>
          <a:noFill/>
          <a:ln w="9525" cap="flat">
            <a:solidFill>
              <a:schemeClr val="accent1"/>
            </a:solidFill>
            <a:prstDash val="dash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59" name="Conector reto 6">
            <a:extLst>
              <a:ext uri="{FF2B5EF4-FFF2-40B4-BE49-F238E27FC236}">
                <a16:creationId xmlns:a16="http://schemas.microsoft.com/office/drawing/2014/main" id="{9FD0E3F1-DE8E-3FD8-7AF1-0887DC448B4E}"/>
              </a:ext>
            </a:extLst>
          </p:cNvPr>
          <p:cNvCxnSpPr>
            <a:cxnSpLocks/>
          </p:cNvCxnSpPr>
          <p:nvPr/>
        </p:nvCxnSpPr>
        <p:spPr>
          <a:xfrm flipV="1">
            <a:off x="400692" y="1774568"/>
            <a:ext cx="11402568" cy="0"/>
          </a:xfrm>
          <a:prstGeom prst="line">
            <a:avLst/>
          </a:prstGeom>
          <a:noFill/>
          <a:ln w="9525" cap="flat">
            <a:solidFill>
              <a:schemeClr val="accent1"/>
            </a:solidFill>
            <a:prstDash val="dash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79" name="Conector reto 6">
            <a:extLst>
              <a:ext uri="{FF2B5EF4-FFF2-40B4-BE49-F238E27FC236}">
                <a16:creationId xmlns:a16="http://schemas.microsoft.com/office/drawing/2014/main" id="{19D5DA84-4143-05C4-3B8F-8697C4C9BB04}"/>
              </a:ext>
            </a:extLst>
          </p:cNvPr>
          <p:cNvCxnSpPr>
            <a:cxnSpLocks/>
          </p:cNvCxnSpPr>
          <p:nvPr/>
        </p:nvCxnSpPr>
        <p:spPr>
          <a:xfrm flipV="1">
            <a:off x="400692" y="2782056"/>
            <a:ext cx="11420856" cy="0"/>
          </a:xfrm>
          <a:prstGeom prst="line">
            <a:avLst/>
          </a:prstGeom>
          <a:noFill/>
          <a:ln w="9525" cap="flat">
            <a:solidFill>
              <a:schemeClr val="accent1"/>
            </a:solidFill>
            <a:prstDash val="dash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84" name="Conector reto 6">
            <a:extLst>
              <a:ext uri="{FF2B5EF4-FFF2-40B4-BE49-F238E27FC236}">
                <a16:creationId xmlns:a16="http://schemas.microsoft.com/office/drawing/2014/main" id="{1B7F7280-3AD7-2290-4358-770277DF5061}"/>
              </a:ext>
            </a:extLst>
          </p:cNvPr>
          <p:cNvCxnSpPr>
            <a:cxnSpLocks/>
          </p:cNvCxnSpPr>
          <p:nvPr/>
        </p:nvCxnSpPr>
        <p:spPr>
          <a:xfrm flipV="1">
            <a:off x="400692" y="3285800"/>
            <a:ext cx="11420856" cy="0"/>
          </a:xfrm>
          <a:prstGeom prst="line">
            <a:avLst/>
          </a:prstGeom>
          <a:noFill/>
          <a:ln w="9525" cap="flat">
            <a:solidFill>
              <a:schemeClr val="accent1"/>
            </a:solidFill>
            <a:prstDash val="dash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89" name="Conector reto 6">
            <a:extLst>
              <a:ext uri="{FF2B5EF4-FFF2-40B4-BE49-F238E27FC236}">
                <a16:creationId xmlns:a16="http://schemas.microsoft.com/office/drawing/2014/main" id="{097E931E-4F39-7D55-C50B-7D7265AD86FC}"/>
              </a:ext>
            </a:extLst>
          </p:cNvPr>
          <p:cNvCxnSpPr>
            <a:cxnSpLocks/>
          </p:cNvCxnSpPr>
          <p:nvPr/>
        </p:nvCxnSpPr>
        <p:spPr>
          <a:xfrm flipV="1">
            <a:off x="419719" y="3799313"/>
            <a:ext cx="11420856" cy="0"/>
          </a:xfrm>
          <a:prstGeom prst="line">
            <a:avLst/>
          </a:prstGeom>
          <a:noFill/>
          <a:ln w="9525" cap="flat">
            <a:solidFill>
              <a:schemeClr val="accent1"/>
            </a:solidFill>
            <a:prstDash val="dash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94" name="Conector reto 6">
            <a:extLst>
              <a:ext uri="{FF2B5EF4-FFF2-40B4-BE49-F238E27FC236}">
                <a16:creationId xmlns:a16="http://schemas.microsoft.com/office/drawing/2014/main" id="{2E0083A7-AEBF-26D0-20B7-24D65959EDA5}"/>
              </a:ext>
            </a:extLst>
          </p:cNvPr>
          <p:cNvCxnSpPr>
            <a:cxnSpLocks/>
          </p:cNvCxnSpPr>
          <p:nvPr/>
        </p:nvCxnSpPr>
        <p:spPr>
          <a:xfrm flipV="1">
            <a:off x="400692" y="4293288"/>
            <a:ext cx="11420856" cy="0"/>
          </a:xfrm>
          <a:prstGeom prst="line">
            <a:avLst/>
          </a:prstGeom>
          <a:noFill/>
          <a:ln w="9525" cap="flat">
            <a:solidFill>
              <a:schemeClr val="accent1"/>
            </a:solidFill>
            <a:prstDash val="dash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99" name="Conector reto 6">
            <a:extLst>
              <a:ext uri="{FF2B5EF4-FFF2-40B4-BE49-F238E27FC236}">
                <a16:creationId xmlns:a16="http://schemas.microsoft.com/office/drawing/2014/main" id="{E03E0596-2983-B6ED-0CFD-B5AC48F68506}"/>
              </a:ext>
            </a:extLst>
          </p:cNvPr>
          <p:cNvCxnSpPr>
            <a:cxnSpLocks/>
          </p:cNvCxnSpPr>
          <p:nvPr/>
        </p:nvCxnSpPr>
        <p:spPr>
          <a:xfrm flipV="1">
            <a:off x="400692" y="4797032"/>
            <a:ext cx="11420856" cy="0"/>
          </a:xfrm>
          <a:prstGeom prst="line">
            <a:avLst/>
          </a:prstGeom>
          <a:noFill/>
          <a:ln w="9525" cap="flat">
            <a:solidFill>
              <a:schemeClr val="accent1"/>
            </a:solidFill>
            <a:prstDash val="dash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04" name="Conector reto 6">
            <a:extLst>
              <a:ext uri="{FF2B5EF4-FFF2-40B4-BE49-F238E27FC236}">
                <a16:creationId xmlns:a16="http://schemas.microsoft.com/office/drawing/2014/main" id="{F85A886A-4E91-8B43-121E-9B146C48FAB0}"/>
              </a:ext>
            </a:extLst>
          </p:cNvPr>
          <p:cNvCxnSpPr>
            <a:cxnSpLocks/>
          </p:cNvCxnSpPr>
          <p:nvPr/>
        </p:nvCxnSpPr>
        <p:spPr>
          <a:xfrm flipV="1">
            <a:off x="390418" y="5300776"/>
            <a:ext cx="11420856" cy="0"/>
          </a:xfrm>
          <a:prstGeom prst="line">
            <a:avLst/>
          </a:prstGeom>
          <a:noFill/>
          <a:ln w="9525" cap="flat">
            <a:solidFill>
              <a:schemeClr val="accent1"/>
            </a:solidFill>
            <a:prstDash val="dash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10" name="Conector reto 6">
            <a:extLst>
              <a:ext uri="{FF2B5EF4-FFF2-40B4-BE49-F238E27FC236}">
                <a16:creationId xmlns:a16="http://schemas.microsoft.com/office/drawing/2014/main" id="{F13904EE-B7A0-795F-CCBA-CE52496E0A98}"/>
              </a:ext>
            </a:extLst>
          </p:cNvPr>
          <p:cNvCxnSpPr>
            <a:cxnSpLocks/>
          </p:cNvCxnSpPr>
          <p:nvPr/>
        </p:nvCxnSpPr>
        <p:spPr>
          <a:xfrm flipV="1">
            <a:off x="380144" y="5804520"/>
            <a:ext cx="11420856" cy="0"/>
          </a:xfrm>
          <a:prstGeom prst="line">
            <a:avLst/>
          </a:prstGeom>
          <a:noFill/>
          <a:ln w="9525" cap="flat">
            <a:solidFill>
              <a:schemeClr val="accent1"/>
            </a:solidFill>
            <a:prstDash val="dash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52" name="Conector reto 6">
            <a:extLst>
              <a:ext uri="{FF2B5EF4-FFF2-40B4-BE49-F238E27FC236}">
                <a16:creationId xmlns:a16="http://schemas.microsoft.com/office/drawing/2014/main" id="{A253D4DB-784F-ABDA-F175-AD89FA402C48}"/>
              </a:ext>
            </a:extLst>
          </p:cNvPr>
          <p:cNvCxnSpPr>
            <a:cxnSpLocks/>
          </p:cNvCxnSpPr>
          <p:nvPr/>
        </p:nvCxnSpPr>
        <p:spPr>
          <a:xfrm flipV="1">
            <a:off x="380144" y="6308264"/>
            <a:ext cx="11420856" cy="0"/>
          </a:xfrm>
          <a:prstGeom prst="line">
            <a:avLst/>
          </a:prstGeom>
          <a:noFill/>
          <a:ln w="9525" cap="flat">
            <a:solidFill>
              <a:schemeClr val="accent1"/>
            </a:solidFill>
            <a:prstDash val="dash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85" name="Rettangolo 19">
            <a:extLst>
              <a:ext uri="{FF2B5EF4-FFF2-40B4-BE49-F238E27FC236}">
                <a16:creationId xmlns:a16="http://schemas.microsoft.com/office/drawing/2014/main" id="{ACFFA114-6942-B60B-60D8-57DB04E2669A}"/>
              </a:ext>
            </a:extLst>
          </p:cNvPr>
          <p:cNvSpPr/>
          <p:nvPr/>
        </p:nvSpPr>
        <p:spPr>
          <a:xfrm>
            <a:off x="1629128" y="1838528"/>
            <a:ext cx="2728040" cy="4403272"/>
          </a:xfrm>
          <a:prstGeom prst="rect">
            <a:avLst/>
          </a:prstGeom>
          <a:solidFill>
            <a:schemeClr val="bg1"/>
          </a:solidFill>
          <a:ln w="3175" cap="flat" cmpd="sng" algn="ctr">
            <a:solidFill>
              <a:srgbClr val="009E0B"/>
            </a:solidFill>
            <a:prstDash val="lgDash"/>
            <a:miter lim="800000"/>
          </a:ln>
          <a:effectLst/>
        </p:spPr>
        <p:txBody>
          <a:bodyPr spcFirstLastPara="0" vert="horz" wrap="square" lIns="72000" tIns="36000" rIns="72000" bIns="6350" numCol="1" spcCol="1270" rtlCol="0" anchor="ctr" anchorCtr="0">
            <a:noAutofit/>
          </a:bodyPr>
          <a:lstStyle/>
          <a:p>
            <a:pPr marL="111125" marR="0" lvl="0" indent="-111125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pt-BR" sz="1200" b="0" i="0" u="none" strike="noStrike" kern="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Simplon BP Regular"/>
                <a:ea typeface="+mj-ea"/>
                <a:cs typeface="+mj-cs"/>
                <a:sym typeface="Simplon BP Regular"/>
              </a:rPr>
              <a:t>Definição de estratégia de separação</a:t>
            </a:r>
          </a:p>
          <a:p>
            <a:pPr marL="111125" marR="0" lvl="0" indent="-111125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pt-BR" sz="1200" b="0" i="1" u="none" strike="noStrike" kern="0" cap="none" spc="0" normalizeH="0" baseline="0" noProof="0">
              <a:ln>
                <a:noFill/>
              </a:ln>
              <a:solidFill>
                <a:srgbClr val="404040"/>
              </a:solidFill>
              <a:effectLst/>
              <a:uLnTx/>
              <a:uFillTx/>
              <a:latin typeface="Simplon BP Regular"/>
              <a:sym typeface="Simplon BP Regular"/>
            </a:endParaRPr>
          </a:p>
          <a:p>
            <a:pPr marL="111125" marR="0" lvl="0" indent="-111125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pt-BR" sz="1200" b="0" i="0" u="none" strike="noStrike" kern="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Simplon BP Regular"/>
                <a:sym typeface="Simplon BP Regular"/>
              </a:rPr>
              <a:t>Ficha de projetos da separação D0</a:t>
            </a:r>
          </a:p>
          <a:p>
            <a:pPr marL="111125" marR="0" lvl="0" indent="-111125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pt-BR" sz="1200" b="0" i="0" u="none" strike="noStrike" kern="0" cap="none" spc="0" normalizeH="0" baseline="0" noProof="0">
              <a:ln>
                <a:noFill/>
              </a:ln>
              <a:solidFill>
                <a:srgbClr val="404040"/>
              </a:solidFill>
              <a:effectLst/>
              <a:uLnTx/>
              <a:uFillTx/>
              <a:latin typeface="Simplon BP Regular"/>
              <a:sym typeface="Simplon BP Regular"/>
            </a:endParaRPr>
          </a:p>
          <a:p>
            <a:pPr marL="111125" marR="0" lvl="0" indent="-111125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pt-BR" sz="1200" b="0" i="0" u="none" strike="noStrike" kern="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Simplon BP Regular"/>
                <a:sym typeface="Simplon BP Regular"/>
              </a:rPr>
              <a:t>Ficha de projetos da arquitetura final</a:t>
            </a:r>
            <a:endParaRPr kumimoji="0" lang="pt-BR" sz="1200" b="0" i="0" u="none" strike="noStrike" kern="0" cap="none" spc="0" normalizeH="0" baseline="0" noProof="0">
              <a:ln>
                <a:noFill/>
              </a:ln>
              <a:solidFill>
                <a:srgbClr val="404040"/>
              </a:solidFill>
              <a:effectLst/>
              <a:uLnTx/>
              <a:uFillTx/>
              <a:latin typeface="Simplon BP Regular"/>
              <a:ea typeface="+mj-ea"/>
              <a:cs typeface="+mj-cs"/>
              <a:sym typeface="Simplon BP Regular"/>
            </a:endParaRPr>
          </a:p>
          <a:p>
            <a:pPr marL="0" marR="0" lvl="0" indent="0" algn="l" defTabSz="4445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endParaRPr kumimoji="0" lang="pt-BR" sz="1200" b="1" i="1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Simplon BP Regular"/>
              <a:ea typeface="+mn-ea"/>
              <a:cs typeface="Helvetica"/>
              <a:sym typeface="Simplon BP Regular"/>
            </a:endParaRPr>
          </a:p>
        </p:txBody>
      </p:sp>
      <p:sp>
        <p:nvSpPr>
          <p:cNvPr id="40" name="Diamond 39">
            <a:extLst>
              <a:ext uri="{FF2B5EF4-FFF2-40B4-BE49-F238E27FC236}">
                <a16:creationId xmlns:a16="http://schemas.microsoft.com/office/drawing/2014/main" id="{EF68A543-250F-F731-B9D4-AE3EAB0B15ED}"/>
              </a:ext>
            </a:extLst>
          </p:cNvPr>
          <p:cNvSpPr/>
          <p:nvPr/>
        </p:nvSpPr>
        <p:spPr>
          <a:xfrm>
            <a:off x="9645692" y="6408322"/>
            <a:ext cx="180000" cy="180000"/>
          </a:xfrm>
          <a:prstGeom prst="diamond">
            <a:avLst/>
          </a:prstGeom>
          <a:solidFill>
            <a:srgbClr val="00D318"/>
          </a:solidFill>
          <a:ln w="12700" cap="flat" cmpd="sng" algn="ctr">
            <a:solidFill>
              <a:schemeClr val="accent1">
                <a:lumMod val="75000"/>
              </a:scheme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implon BP Regular"/>
              <a:ea typeface="+mn-ea"/>
              <a:cs typeface="Helvetica"/>
              <a:sym typeface="Simplon BP Regular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A71775F2-988D-BEB6-A277-BAF83CF67602}"/>
              </a:ext>
            </a:extLst>
          </p:cNvPr>
          <p:cNvGrpSpPr/>
          <p:nvPr>
            <p:custDataLst>
              <p:tags r:id="rId1"/>
            </p:custDataLst>
          </p:nvPr>
        </p:nvGrpSpPr>
        <p:grpSpPr>
          <a:xfrm>
            <a:off x="9953370" y="67434"/>
            <a:ext cx="1117294" cy="266244"/>
            <a:chOff x="10312706" y="228600"/>
            <a:chExt cx="1117294" cy="266244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9D32386E-37D8-DED0-8FD9-DFF8B27506C0}"/>
                </a:ext>
              </a:extLst>
            </p:cNvPr>
            <p:cNvSpPr txBox="1"/>
            <p:nvPr/>
          </p:nvSpPr>
          <p:spPr>
            <a:xfrm>
              <a:off x="10312706" y="269389"/>
              <a:ext cx="1117294" cy="184666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ctr" anchorCtr="1">
              <a:spAutoFit/>
            </a:bodyPr>
            <a:lstStyle/>
            <a:p>
              <a:pPr marL="0" marR="0" lvl="0" indent="0" algn="ct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200" b="1" i="1" u="sng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/>
                  <a:sym typeface="Simplon BP Regular"/>
                </a:rPr>
                <a:t>PRELIMINAR</a:t>
              </a:r>
            </a:p>
          </p:txBody>
        </p: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C2C3CC4D-0CF2-0F37-D957-2DDE50AD60CE}"/>
                </a:ext>
              </a:extLst>
            </p:cNvPr>
            <p:cNvCxnSpPr>
              <a:cxnSpLocks/>
            </p:cNvCxnSpPr>
            <p:nvPr/>
          </p:nvCxnSpPr>
          <p:spPr>
            <a:xfrm>
              <a:off x="10312706" y="228600"/>
              <a:ext cx="1117294" cy="0"/>
            </a:xfrm>
            <a:prstGeom prst="line">
              <a:avLst/>
            </a:prstGeom>
            <a:ln w="12700" cmpd="sng">
              <a:solidFill>
                <a:srgbClr val="000000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5EF03103-97B3-59E4-D351-F05680852347}"/>
                </a:ext>
              </a:extLst>
            </p:cNvPr>
            <p:cNvCxnSpPr>
              <a:cxnSpLocks/>
            </p:cNvCxnSpPr>
            <p:nvPr/>
          </p:nvCxnSpPr>
          <p:spPr>
            <a:xfrm>
              <a:off x="10312706" y="494844"/>
              <a:ext cx="1117294" cy="0"/>
            </a:xfrm>
            <a:prstGeom prst="line">
              <a:avLst/>
            </a:prstGeom>
            <a:ln w="12700" cmpd="sng">
              <a:solidFill>
                <a:srgbClr val="000000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1" name="TextBox 40">
            <a:extLst>
              <a:ext uri="{FF2B5EF4-FFF2-40B4-BE49-F238E27FC236}">
                <a16:creationId xmlns:a16="http://schemas.microsoft.com/office/drawing/2014/main" id="{859712D0-58D5-9045-3861-09FE47840B2F}"/>
              </a:ext>
            </a:extLst>
          </p:cNvPr>
          <p:cNvSpPr txBox="1"/>
          <p:nvPr/>
        </p:nvSpPr>
        <p:spPr>
          <a:xfrm>
            <a:off x="9337071" y="6215345"/>
            <a:ext cx="822960" cy="153888"/>
          </a:xfrm>
          <a:prstGeom prst="rect">
            <a:avLst/>
          </a:prstGeom>
          <a:solidFill>
            <a:srgbClr val="F4F4F4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lvl="0" eaLnBrk="1">
              <a:defRPr sz="1000" b="1" kern="0">
                <a:solidFill>
                  <a:srgbClr val="535353"/>
                </a:solidFill>
                <a:uLnTx/>
                <a:latin typeface="Simplon BP Regular"/>
              </a:defRPr>
            </a:lvl1pPr>
          </a:lstStyle>
          <a:p>
            <a:r>
              <a:rPr lang="pt-BR"/>
              <a:t>13/09 Sinergia</a:t>
            </a:r>
            <a:endParaRPr lang="en-US"/>
          </a:p>
        </p:txBody>
      </p:sp>
      <p:sp>
        <p:nvSpPr>
          <p:cNvPr id="44" name="Flowchart: Decision 43">
            <a:extLst>
              <a:ext uri="{FF2B5EF4-FFF2-40B4-BE49-F238E27FC236}">
                <a16:creationId xmlns:a16="http://schemas.microsoft.com/office/drawing/2014/main" id="{0FD2363C-2A85-82E7-D5B8-6D0F43BA4C4F}"/>
              </a:ext>
            </a:extLst>
          </p:cNvPr>
          <p:cNvSpPr/>
          <p:nvPr/>
        </p:nvSpPr>
        <p:spPr>
          <a:xfrm>
            <a:off x="10623802" y="6414874"/>
            <a:ext cx="180000" cy="180000"/>
          </a:xfrm>
          <a:prstGeom prst="flowChartDecision">
            <a:avLst/>
          </a:prstGeom>
          <a:solidFill>
            <a:srgbClr val="00D318"/>
          </a:solidFill>
          <a:ln w="12700" cap="flat" cmpd="sng" algn="ctr">
            <a:solidFill>
              <a:schemeClr val="accent1">
                <a:lumMod val="75000"/>
              </a:scheme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hangingPunct="1"/>
            <a:endParaRPr lang="pt-BR" sz="1800" kern="1200">
              <a:solidFill>
                <a:srgbClr val="FFFFFF"/>
              </a:solidFill>
              <a:latin typeface="Simplon BP Regular"/>
              <a:ea typeface="+mn-ea"/>
              <a:cs typeface="Helvetica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5E1F96A1-9F7E-5907-51EC-B5DBE5DB1F2E}"/>
              </a:ext>
            </a:extLst>
          </p:cNvPr>
          <p:cNvSpPr txBox="1"/>
          <p:nvPr/>
        </p:nvSpPr>
        <p:spPr>
          <a:xfrm>
            <a:off x="10533531" y="6231330"/>
            <a:ext cx="344019" cy="153888"/>
          </a:xfrm>
          <a:prstGeom prst="rect">
            <a:avLst/>
          </a:prstGeom>
          <a:solidFill>
            <a:srgbClr val="F4F4F4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lvl="0" eaLnBrk="1">
              <a:defRPr sz="1000" b="1" kern="0">
                <a:solidFill>
                  <a:srgbClr val="535353"/>
                </a:solidFill>
                <a:uLnTx/>
                <a:latin typeface="Simplon BP Regular"/>
              </a:defRPr>
            </a:lvl1pPr>
          </a:lstStyle>
          <a:p>
            <a:r>
              <a:rPr lang="pt-BR"/>
              <a:t>09/10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4F1CC65E-8B3F-779E-1314-4213E3DAFFAC}"/>
              </a:ext>
            </a:extLst>
          </p:cNvPr>
          <p:cNvSpPr txBox="1"/>
          <p:nvPr/>
        </p:nvSpPr>
        <p:spPr>
          <a:xfrm>
            <a:off x="10907031" y="6231330"/>
            <a:ext cx="968739" cy="307777"/>
          </a:xfrm>
          <a:prstGeom prst="rect">
            <a:avLst/>
          </a:prstGeom>
          <a:solidFill>
            <a:srgbClr val="F4F4F4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lvl="0" eaLnBrk="1">
              <a:defRPr sz="1000" b="1" kern="0">
                <a:solidFill>
                  <a:srgbClr val="535353"/>
                </a:solidFill>
                <a:uLnTx/>
                <a:latin typeface="Simplon BP Regular"/>
              </a:defRPr>
            </a:lvl1pPr>
          </a:lstStyle>
          <a:p>
            <a:r>
              <a:rPr lang="pt-BR"/>
              <a:t>Início de Projetos para separação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737EC3C-259A-6A72-5EFE-020A62E90F40}"/>
              </a:ext>
            </a:extLst>
          </p:cNvPr>
          <p:cNvSpPr txBox="1"/>
          <p:nvPr/>
        </p:nvSpPr>
        <p:spPr>
          <a:xfrm>
            <a:off x="8903067" y="566221"/>
            <a:ext cx="1132777" cy="14106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ctr" defTabSz="914400" rtl="0" fontAlgn="auto" latinLnBrk="0" hangingPunct="0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pt-BR" sz="1050" b="1">
                <a:solidFill>
                  <a:schemeClr val="accent4"/>
                </a:solidFill>
              </a:rPr>
              <a:t>Plano Detalhado</a:t>
            </a:r>
            <a:endParaRPr kumimoji="0" lang="pt-BR" sz="1050" b="1" i="0" u="none" strike="noStrike" cap="none" spc="0" normalizeH="0" baseline="0">
              <a:ln>
                <a:noFill/>
              </a:ln>
              <a:solidFill>
                <a:schemeClr val="accent4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D5A2870-24EE-109E-3AF8-341A92A4371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98709" y="149735"/>
            <a:ext cx="510540" cy="440436"/>
          </a:xfrm>
          <a:prstGeom prst="rect">
            <a:avLst/>
          </a:prstGeom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0F470D17-5192-8102-072C-CF5839AA2272}"/>
              </a:ext>
            </a:extLst>
          </p:cNvPr>
          <p:cNvSpPr/>
          <p:nvPr/>
        </p:nvSpPr>
        <p:spPr>
          <a:xfrm>
            <a:off x="5026976" y="5841108"/>
            <a:ext cx="7058983" cy="400692"/>
          </a:xfrm>
          <a:prstGeom prst="rect">
            <a:avLst/>
          </a:prstGeom>
          <a:solidFill>
            <a:srgbClr val="D9D9D9">
              <a:alpha val="92157"/>
            </a:srgbClr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no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pt-BR" sz="4000" b="0" i="0" u="none" strike="noStrike" cap="none" spc="0" normalizeH="0" baseline="0" dirty="0">
              <a:ln>
                <a:noFill/>
              </a:ln>
              <a:solidFill>
                <a:sysClr val="windowText" lastClr="000000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BB2C28B-874B-4747-6FF6-DF8BB10F6F1E}"/>
              </a:ext>
            </a:extLst>
          </p:cNvPr>
          <p:cNvSpPr txBox="1"/>
          <p:nvPr/>
        </p:nvSpPr>
        <p:spPr>
          <a:xfrm>
            <a:off x="5516273" y="5975587"/>
            <a:ext cx="1006686" cy="18466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t">
            <a:spAutoFit/>
          </a:bodyPr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200" b="1" i="0" u="none" strike="noStrike" kern="0" cap="none" spc="0" normalizeH="0" baseline="0" noProof="0" dirty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Simplon BP Regular"/>
                <a:sym typeface="Simplon BP Regular"/>
              </a:rPr>
              <a:t>EM VALIDAÇÃO</a:t>
            </a:r>
            <a:endParaRPr kumimoji="0" lang="en-US" sz="1200" b="1" i="0" u="none" strike="noStrike" kern="0" cap="none" spc="0" normalizeH="0" baseline="0" noProof="0" dirty="0">
              <a:ln>
                <a:noFill/>
              </a:ln>
              <a:solidFill>
                <a:srgbClr val="535353"/>
              </a:solidFill>
              <a:effectLst/>
              <a:uLnTx/>
              <a:uFillTx/>
              <a:latin typeface="Simplon BP Regular"/>
              <a:sym typeface="Simplon BP Regular"/>
            </a:endParaRPr>
          </a:p>
        </p:txBody>
      </p:sp>
      <p:sp>
        <p:nvSpPr>
          <p:cNvPr id="25" name="Action Button: Go Back or Previous 24">
            <a:hlinkClick r:id="rId5" action="ppaction://hlinksldjump" highlightClick="1"/>
            <a:extLst>
              <a:ext uri="{FF2B5EF4-FFF2-40B4-BE49-F238E27FC236}">
                <a16:creationId xmlns:a16="http://schemas.microsoft.com/office/drawing/2014/main" id="{865B0501-6D0C-190F-51CE-DA76980F018E}"/>
              </a:ext>
            </a:extLst>
          </p:cNvPr>
          <p:cNvSpPr/>
          <p:nvPr/>
        </p:nvSpPr>
        <p:spPr>
          <a:xfrm>
            <a:off x="10915286" y="473300"/>
            <a:ext cx="274320" cy="180000"/>
          </a:xfrm>
          <a:prstGeom prst="actionButtonBackPrevious">
            <a:avLst/>
          </a:prstGeom>
          <a:noFill/>
          <a:ln w="25400" cap="flat">
            <a:solidFill>
              <a:schemeClr val="accent1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pt-BR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</p:spTree>
    <p:extLst>
      <p:ext uri="{BB962C8B-B14F-4D97-AF65-F5344CB8AC3E}">
        <p14:creationId xmlns:p14="http://schemas.microsoft.com/office/powerpoint/2010/main" val="3023488700"/>
      </p:ext>
    </p:extLst>
  </p:cSld>
  <p:clrMapOvr>
    <a:masterClrMapping/>
  </p:clrMapOvr>
  <p:transition spd="med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" name="Table 29">
            <a:extLst>
              <a:ext uri="{FF2B5EF4-FFF2-40B4-BE49-F238E27FC236}">
                <a16:creationId xmlns:a16="http://schemas.microsoft.com/office/drawing/2014/main" id="{E917AEA0-894D-D78C-2775-7D8C03473D80}"/>
              </a:ext>
            </a:extLst>
          </p:cNvPr>
          <p:cNvGraphicFramePr>
            <a:graphicFrameLocks noGrp="1"/>
          </p:cNvGraphicFramePr>
          <p:nvPr/>
        </p:nvGraphicFramePr>
        <p:xfrm>
          <a:off x="5353981" y="789846"/>
          <a:ext cx="6520435" cy="4904468"/>
        </p:xfrm>
        <a:graphic>
          <a:graphicData uri="http://schemas.openxmlformats.org/drawingml/2006/table">
            <a:tbl>
              <a:tblPr firstRow="1" bandRow="1"/>
              <a:tblGrid>
                <a:gridCol w="995111">
                  <a:extLst>
                    <a:ext uri="{9D8B030D-6E8A-4147-A177-3AD203B41FA5}">
                      <a16:colId xmlns:a16="http://schemas.microsoft.com/office/drawing/2014/main" val="615484032"/>
                    </a:ext>
                  </a:extLst>
                </a:gridCol>
                <a:gridCol w="995111">
                  <a:extLst>
                    <a:ext uri="{9D8B030D-6E8A-4147-A177-3AD203B41FA5}">
                      <a16:colId xmlns:a16="http://schemas.microsoft.com/office/drawing/2014/main" val="2704344942"/>
                    </a:ext>
                  </a:extLst>
                </a:gridCol>
                <a:gridCol w="986240">
                  <a:extLst>
                    <a:ext uri="{9D8B030D-6E8A-4147-A177-3AD203B41FA5}">
                      <a16:colId xmlns:a16="http://schemas.microsoft.com/office/drawing/2014/main" val="1163614476"/>
                    </a:ext>
                  </a:extLst>
                </a:gridCol>
                <a:gridCol w="1196789">
                  <a:extLst>
                    <a:ext uri="{9D8B030D-6E8A-4147-A177-3AD203B41FA5}">
                      <a16:colId xmlns:a16="http://schemas.microsoft.com/office/drawing/2014/main" val="1938603679"/>
                    </a:ext>
                  </a:extLst>
                </a:gridCol>
                <a:gridCol w="1112925">
                  <a:extLst>
                    <a:ext uri="{9D8B030D-6E8A-4147-A177-3AD203B41FA5}">
                      <a16:colId xmlns:a16="http://schemas.microsoft.com/office/drawing/2014/main" val="842458018"/>
                    </a:ext>
                  </a:extLst>
                </a:gridCol>
                <a:gridCol w="1234259">
                  <a:extLst>
                    <a:ext uri="{9D8B030D-6E8A-4147-A177-3AD203B41FA5}">
                      <a16:colId xmlns:a16="http://schemas.microsoft.com/office/drawing/2014/main" val="3933878886"/>
                    </a:ext>
                  </a:extLst>
                </a:gridCol>
              </a:tblGrid>
              <a:tr h="421188">
                <a:tc>
                  <a:txBody>
                    <a:bodyPr/>
                    <a:lstStyle>
                      <a:lvl1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1" i="0" u="none" strike="noStrike" cap="none" spc="0" baseline="0">
                          <a:solidFill>
                            <a:schemeClr val="lt1"/>
                          </a:solidFill>
                          <a:uFillTx/>
                          <a:latin typeface="Graphik"/>
                          <a:sym typeface="Simplon BP Regular"/>
                        </a:defRPr>
                      </a:lvl1pPr>
                      <a:lvl2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1" i="0" u="none" strike="noStrike" cap="none" spc="0" baseline="0">
                          <a:solidFill>
                            <a:schemeClr val="lt1"/>
                          </a:solidFill>
                          <a:uFillTx/>
                          <a:latin typeface="Graphik"/>
                          <a:sym typeface="Simplon BP Regular"/>
                        </a:defRPr>
                      </a:lvl2pPr>
                      <a:lvl3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1" i="0" u="none" strike="noStrike" cap="none" spc="0" baseline="0">
                          <a:solidFill>
                            <a:schemeClr val="lt1"/>
                          </a:solidFill>
                          <a:uFillTx/>
                          <a:latin typeface="Graphik"/>
                          <a:sym typeface="Simplon BP Regular"/>
                        </a:defRPr>
                      </a:lvl3pPr>
                      <a:lvl4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1" i="0" u="none" strike="noStrike" cap="none" spc="0" baseline="0">
                          <a:solidFill>
                            <a:schemeClr val="lt1"/>
                          </a:solidFill>
                          <a:uFillTx/>
                          <a:latin typeface="Graphik"/>
                          <a:sym typeface="Simplon BP Regular"/>
                        </a:defRPr>
                      </a:lvl4pPr>
                      <a:lvl5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1" i="0" u="none" strike="noStrike" cap="none" spc="0" baseline="0">
                          <a:solidFill>
                            <a:schemeClr val="lt1"/>
                          </a:solidFill>
                          <a:uFillTx/>
                          <a:latin typeface="Graphik"/>
                          <a:sym typeface="Simplon BP Regular"/>
                        </a:defRPr>
                      </a:lvl5pPr>
                      <a:lvl6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1" i="0" u="none" strike="noStrike" cap="none" spc="0" baseline="0">
                          <a:solidFill>
                            <a:schemeClr val="lt1"/>
                          </a:solidFill>
                          <a:uFillTx/>
                          <a:latin typeface="Graphik"/>
                          <a:sym typeface="Simplon BP Regular"/>
                        </a:defRPr>
                      </a:lvl6pPr>
                      <a:lvl7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1" i="0" u="none" strike="noStrike" cap="none" spc="0" baseline="0">
                          <a:solidFill>
                            <a:schemeClr val="lt1"/>
                          </a:solidFill>
                          <a:uFillTx/>
                          <a:latin typeface="Graphik"/>
                          <a:sym typeface="Simplon BP Regular"/>
                        </a:defRPr>
                      </a:lvl7pPr>
                      <a:lvl8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1" i="0" u="none" strike="noStrike" cap="none" spc="0" baseline="0">
                          <a:solidFill>
                            <a:schemeClr val="lt1"/>
                          </a:solidFill>
                          <a:uFillTx/>
                          <a:latin typeface="Graphik"/>
                          <a:sym typeface="Simplon BP Regular"/>
                        </a:defRPr>
                      </a:lvl8pPr>
                      <a:lvl9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1" i="0" u="none" strike="noStrike" cap="none" spc="0" baseline="0">
                          <a:solidFill>
                            <a:schemeClr val="lt1"/>
                          </a:solidFill>
                          <a:uFillTx/>
                          <a:latin typeface="Graphik"/>
                          <a:sym typeface="Simplon BP Regular"/>
                        </a:defRPr>
                      </a:lvl9pPr>
                    </a:lstStyle>
                    <a:p>
                      <a:pPr algn="ctr"/>
                      <a:r>
                        <a:rPr lang="pt-BR" sz="1200">
                          <a:solidFill>
                            <a:schemeClr val="bg1"/>
                          </a:solidFill>
                          <a:latin typeface="Simplon BP Regular"/>
                        </a:rPr>
                        <a:t>JUNHO</a:t>
                      </a:r>
                    </a:p>
                  </a:txBody>
                  <a:tcPr marL="83127" marR="83127" anchor="ctr">
                    <a:lnL w="762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1" i="0" u="none" strike="noStrike" cap="none" spc="0" baseline="0">
                          <a:solidFill>
                            <a:schemeClr val="lt1"/>
                          </a:solidFill>
                          <a:uFillTx/>
                          <a:latin typeface="Graphik"/>
                          <a:sym typeface="Simplon BP Regular"/>
                        </a:defRPr>
                      </a:lvl1pPr>
                      <a:lvl2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1" i="0" u="none" strike="noStrike" cap="none" spc="0" baseline="0">
                          <a:solidFill>
                            <a:schemeClr val="lt1"/>
                          </a:solidFill>
                          <a:uFillTx/>
                          <a:latin typeface="Graphik"/>
                          <a:sym typeface="Simplon BP Regular"/>
                        </a:defRPr>
                      </a:lvl2pPr>
                      <a:lvl3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1" i="0" u="none" strike="noStrike" cap="none" spc="0" baseline="0">
                          <a:solidFill>
                            <a:schemeClr val="lt1"/>
                          </a:solidFill>
                          <a:uFillTx/>
                          <a:latin typeface="Graphik"/>
                          <a:sym typeface="Simplon BP Regular"/>
                        </a:defRPr>
                      </a:lvl3pPr>
                      <a:lvl4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1" i="0" u="none" strike="noStrike" cap="none" spc="0" baseline="0">
                          <a:solidFill>
                            <a:schemeClr val="lt1"/>
                          </a:solidFill>
                          <a:uFillTx/>
                          <a:latin typeface="Graphik"/>
                          <a:sym typeface="Simplon BP Regular"/>
                        </a:defRPr>
                      </a:lvl4pPr>
                      <a:lvl5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1" i="0" u="none" strike="noStrike" cap="none" spc="0" baseline="0">
                          <a:solidFill>
                            <a:schemeClr val="lt1"/>
                          </a:solidFill>
                          <a:uFillTx/>
                          <a:latin typeface="Graphik"/>
                          <a:sym typeface="Simplon BP Regular"/>
                        </a:defRPr>
                      </a:lvl5pPr>
                      <a:lvl6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1" i="0" u="none" strike="noStrike" cap="none" spc="0" baseline="0">
                          <a:solidFill>
                            <a:schemeClr val="lt1"/>
                          </a:solidFill>
                          <a:uFillTx/>
                          <a:latin typeface="Graphik"/>
                          <a:sym typeface="Simplon BP Regular"/>
                        </a:defRPr>
                      </a:lvl6pPr>
                      <a:lvl7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1" i="0" u="none" strike="noStrike" cap="none" spc="0" baseline="0">
                          <a:solidFill>
                            <a:schemeClr val="lt1"/>
                          </a:solidFill>
                          <a:uFillTx/>
                          <a:latin typeface="Graphik"/>
                          <a:sym typeface="Simplon BP Regular"/>
                        </a:defRPr>
                      </a:lvl7pPr>
                      <a:lvl8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1" i="0" u="none" strike="noStrike" cap="none" spc="0" baseline="0">
                          <a:solidFill>
                            <a:schemeClr val="lt1"/>
                          </a:solidFill>
                          <a:uFillTx/>
                          <a:latin typeface="Graphik"/>
                          <a:sym typeface="Simplon BP Regular"/>
                        </a:defRPr>
                      </a:lvl8pPr>
                      <a:lvl9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1" i="0" u="none" strike="noStrike" cap="none" spc="0" baseline="0">
                          <a:solidFill>
                            <a:schemeClr val="lt1"/>
                          </a:solidFill>
                          <a:uFillTx/>
                          <a:latin typeface="Graphik"/>
                          <a:sym typeface="Simplon BP Regular"/>
                        </a:defRPr>
                      </a:lvl9pPr>
                    </a:lstStyle>
                    <a:p>
                      <a:pPr algn="ctr"/>
                      <a:r>
                        <a:rPr lang="pt-BR" sz="1200">
                          <a:solidFill>
                            <a:schemeClr val="bg1"/>
                          </a:solidFill>
                          <a:latin typeface="Simplon BP Regular"/>
                        </a:rPr>
                        <a:t>JULHO</a:t>
                      </a:r>
                    </a:p>
                  </a:txBody>
                  <a:tcPr marL="83127" marR="83127" anchor="ctr">
                    <a:lnL w="762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1" i="0" u="none" strike="noStrike" cap="none" spc="0" baseline="0">
                          <a:solidFill>
                            <a:schemeClr val="lt1"/>
                          </a:solidFill>
                          <a:uFillTx/>
                          <a:latin typeface="Graphik"/>
                          <a:sym typeface="Simplon BP Regular"/>
                        </a:defRPr>
                      </a:lvl1pPr>
                      <a:lvl2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1" i="0" u="none" strike="noStrike" cap="none" spc="0" baseline="0">
                          <a:solidFill>
                            <a:schemeClr val="lt1"/>
                          </a:solidFill>
                          <a:uFillTx/>
                          <a:latin typeface="Graphik"/>
                          <a:sym typeface="Simplon BP Regular"/>
                        </a:defRPr>
                      </a:lvl2pPr>
                      <a:lvl3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1" i="0" u="none" strike="noStrike" cap="none" spc="0" baseline="0">
                          <a:solidFill>
                            <a:schemeClr val="lt1"/>
                          </a:solidFill>
                          <a:uFillTx/>
                          <a:latin typeface="Graphik"/>
                          <a:sym typeface="Simplon BP Regular"/>
                        </a:defRPr>
                      </a:lvl3pPr>
                      <a:lvl4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1" i="0" u="none" strike="noStrike" cap="none" spc="0" baseline="0">
                          <a:solidFill>
                            <a:schemeClr val="lt1"/>
                          </a:solidFill>
                          <a:uFillTx/>
                          <a:latin typeface="Graphik"/>
                          <a:sym typeface="Simplon BP Regular"/>
                        </a:defRPr>
                      </a:lvl4pPr>
                      <a:lvl5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1" i="0" u="none" strike="noStrike" cap="none" spc="0" baseline="0">
                          <a:solidFill>
                            <a:schemeClr val="lt1"/>
                          </a:solidFill>
                          <a:uFillTx/>
                          <a:latin typeface="Graphik"/>
                          <a:sym typeface="Simplon BP Regular"/>
                        </a:defRPr>
                      </a:lvl5pPr>
                      <a:lvl6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1" i="0" u="none" strike="noStrike" cap="none" spc="0" baseline="0">
                          <a:solidFill>
                            <a:schemeClr val="lt1"/>
                          </a:solidFill>
                          <a:uFillTx/>
                          <a:latin typeface="Graphik"/>
                          <a:sym typeface="Simplon BP Regular"/>
                        </a:defRPr>
                      </a:lvl6pPr>
                      <a:lvl7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1" i="0" u="none" strike="noStrike" cap="none" spc="0" baseline="0">
                          <a:solidFill>
                            <a:schemeClr val="lt1"/>
                          </a:solidFill>
                          <a:uFillTx/>
                          <a:latin typeface="Graphik"/>
                          <a:sym typeface="Simplon BP Regular"/>
                        </a:defRPr>
                      </a:lvl7pPr>
                      <a:lvl8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1" i="0" u="none" strike="noStrike" cap="none" spc="0" baseline="0">
                          <a:solidFill>
                            <a:schemeClr val="lt1"/>
                          </a:solidFill>
                          <a:uFillTx/>
                          <a:latin typeface="Graphik"/>
                          <a:sym typeface="Simplon BP Regular"/>
                        </a:defRPr>
                      </a:lvl8pPr>
                      <a:lvl9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1" i="0" u="none" strike="noStrike" cap="none" spc="0" baseline="0">
                          <a:solidFill>
                            <a:schemeClr val="lt1"/>
                          </a:solidFill>
                          <a:uFillTx/>
                          <a:latin typeface="Graphik"/>
                          <a:sym typeface="Simplon BP Regular"/>
                        </a:defRPr>
                      </a:lvl9pPr>
                    </a:lstStyle>
                    <a:p>
                      <a:pPr algn="ctr"/>
                      <a:r>
                        <a:rPr lang="pt-BR" sz="1200">
                          <a:solidFill>
                            <a:schemeClr val="bg1"/>
                          </a:solidFill>
                          <a:latin typeface="Simplon BP Regular"/>
                        </a:rPr>
                        <a:t>AGOSTO</a:t>
                      </a:r>
                    </a:p>
                  </a:txBody>
                  <a:tcPr marL="83127" marR="83127" anchor="ctr">
                    <a:lnL w="762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1" i="0" u="none" strike="noStrike" cap="none" spc="0" baseline="0">
                          <a:solidFill>
                            <a:schemeClr val="lt1"/>
                          </a:solidFill>
                          <a:uFillTx/>
                          <a:latin typeface="Graphik"/>
                          <a:sym typeface="Simplon BP Regular"/>
                        </a:defRPr>
                      </a:lvl1pPr>
                      <a:lvl2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1" i="0" u="none" strike="noStrike" cap="none" spc="0" baseline="0">
                          <a:solidFill>
                            <a:schemeClr val="lt1"/>
                          </a:solidFill>
                          <a:uFillTx/>
                          <a:latin typeface="Graphik"/>
                          <a:sym typeface="Simplon BP Regular"/>
                        </a:defRPr>
                      </a:lvl2pPr>
                      <a:lvl3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1" i="0" u="none" strike="noStrike" cap="none" spc="0" baseline="0">
                          <a:solidFill>
                            <a:schemeClr val="lt1"/>
                          </a:solidFill>
                          <a:uFillTx/>
                          <a:latin typeface="Graphik"/>
                          <a:sym typeface="Simplon BP Regular"/>
                        </a:defRPr>
                      </a:lvl3pPr>
                      <a:lvl4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1" i="0" u="none" strike="noStrike" cap="none" spc="0" baseline="0">
                          <a:solidFill>
                            <a:schemeClr val="lt1"/>
                          </a:solidFill>
                          <a:uFillTx/>
                          <a:latin typeface="Graphik"/>
                          <a:sym typeface="Simplon BP Regular"/>
                        </a:defRPr>
                      </a:lvl4pPr>
                      <a:lvl5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1" i="0" u="none" strike="noStrike" cap="none" spc="0" baseline="0">
                          <a:solidFill>
                            <a:schemeClr val="lt1"/>
                          </a:solidFill>
                          <a:uFillTx/>
                          <a:latin typeface="Graphik"/>
                          <a:sym typeface="Simplon BP Regular"/>
                        </a:defRPr>
                      </a:lvl5pPr>
                      <a:lvl6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1" i="0" u="none" strike="noStrike" cap="none" spc="0" baseline="0">
                          <a:solidFill>
                            <a:schemeClr val="lt1"/>
                          </a:solidFill>
                          <a:uFillTx/>
                          <a:latin typeface="Graphik"/>
                          <a:sym typeface="Simplon BP Regular"/>
                        </a:defRPr>
                      </a:lvl6pPr>
                      <a:lvl7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1" i="0" u="none" strike="noStrike" cap="none" spc="0" baseline="0">
                          <a:solidFill>
                            <a:schemeClr val="lt1"/>
                          </a:solidFill>
                          <a:uFillTx/>
                          <a:latin typeface="Graphik"/>
                          <a:sym typeface="Simplon BP Regular"/>
                        </a:defRPr>
                      </a:lvl7pPr>
                      <a:lvl8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1" i="0" u="none" strike="noStrike" cap="none" spc="0" baseline="0">
                          <a:solidFill>
                            <a:schemeClr val="lt1"/>
                          </a:solidFill>
                          <a:uFillTx/>
                          <a:latin typeface="Graphik"/>
                          <a:sym typeface="Simplon BP Regular"/>
                        </a:defRPr>
                      </a:lvl8pPr>
                      <a:lvl9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1" i="0" u="none" strike="noStrike" cap="none" spc="0" baseline="0">
                          <a:solidFill>
                            <a:schemeClr val="lt1"/>
                          </a:solidFill>
                          <a:uFillTx/>
                          <a:latin typeface="Graphik"/>
                          <a:sym typeface="Simplon BP Regular"/>
                        </a:defRPr>
                      </a:lvl9pPr>
                    </a:lstStyle>
                    <a:p>
                      <a:pPr algn="ctr"/>
                      <a:r>
                        <a:rPr lang="pt-BR" sz="1200">
                          <a:solidFill>
                            <a:schemeClr val="bg1"/>
                          </a:solidFill>
                          <a:latin typeface="Simplon BP Regular"/>
                        </a:rPr>
                        <a:t>SETEMBRO</a:t>
                      </a:r>
                    </a:p>
                  </a:txBody>
                  <a:tcPr marL="83127" marR="83127" anchor="ctr">
                    <a:lnL w="762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1" i="0" u="none" strike="noStrike" cap="none" spc="0" baseline="0">
                          <a:solidFill>
                            <a:schemeClr val="lt1"/>
                          </a:solidFill>
                          <a:uFillTx/>
                          <a:latin typeface="Graphik"/>
                          <a:sym typeface="Simplon BP Regular"/>
                        </a:defRPr>
                      </a:lvl1pPr>
                      <a:lvl2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1" i="0" u="none" strike="noStrike" cap="none" spc="0" baseline="0">
                          <a:solidFill>
                            <a:schemeClr val="lt1"/>
                          </a:solidFill>
                          <a:uFillTx/>
                          <a:latin typeface="Graphik"/>
                          <a:sym typeface="Simplon BP Regular"/>
                        </a:defRPr>
                      </a:lvl2pPr>
                      <a:lvl3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1" i="0" u="none" strike="noStrike" cap="none" spc="0" baseline="0">
                          <a:solidFill>
                            <a:schemeClr val="lt1"/>
                          </a:solidFill>
                          <a:uFillTx/>
                          <a:latin typeface="Graphik"/>
                          <a:sym typeface="Simplon BP Regular"/>
                        </a:defRPr>
                      </a:lvl3pPr>
                      <a:lvl4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1" i="0" u="none" strike="noStrike" cap="none" spc="0" baseline="0">
                          <a:solidFill>
                            <a:schemeClr val="lt1"/>
                          </a:solidFill>
                          <a:uFillTx/>
                          <a:latin typeface="Graphik"/>
                          <a:sym typeface="Simplon BP Regular"/>
                        </a:defRPr>
                      </a:lvl4pPr>
                      <a:lvl5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1" i="0" u="none" strike="noStrike" cap="none" spc="0" baseline="0">
                          <a:solidFill>
                            <a:schemeClr val="lt1"/>
                          </a:solidFill>
                          <a:uFillTx/>
                          <a:latin typeface="Graphik"/>
                          <a:sym typeface="Simplon BP Regular"/>
                        </a:defRPr>
                      </a:lvl5pPr>
                      <a:lvl6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1" i="0" u="none" strike="noStrike" cap="none" spc="0" baseline="0">
                          <a:solidFill>
                            <a:schemeClr val="lt1"/>
                          </a:solidFill>
                          <a:uFillTx/>
                          <a:latin typeface="Graphik"/>
                          <a:sym typeface="Simplon BP Regular"/>
                        </a:defRPr>
                      </a:lvl6pPr>
                      <a:lvl7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1" i="0" u="none" strike="noStrike" cap="none" spc="0" baseline="0">
                          <a:solidFill>
                            <a:schemeClr val="lt1"/>
                          </a:solidFill>
                          <a:uFillTx/>
                          <a:latin typeface="Graphik"/>
                          <a:sym typeface="Simplon BP Regular"/>
                        </a:defRPr>
                      </a:lvl7pPr>
                      <a:lvl8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1" i="0" u="none" strike="noStrike" cap="none" spc="0" baseline="0">
                          <a:solidFill>
                            <a:schemeClr val="lt1"/>
                          </a:solidFill>
                          <a:uFillTx/>
                          <a:latin typeface="Graphik"/>
                          <a:sym typeface="Simplon BP Regular"/>
                        </a:defRPr>
                      </a:lvl8pPr>
                      <a:lvl9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1" i="0" u="none" strike="noStrike" cap="none" spc="0" baseline="0">
                          <a:solidFill>
                            <a:schemeClr val="lt1"/>
                          </a:solidFill>
                          <a:uFillTx/>
                          <a:latin typeface="Graphik"/>
                          <a:sym typeface="Simplon BP Regular"/>
                        </a:defRPr>
                      </a:lvl9pPr>
                    </a:lstStyle>
                    <a:p>
                      <a:pPr algn="ctr"/>
                      <a:r>
                        <a:rPr lang="pt-BR" sz="1200">
                          <a:solidFill>
                            <a:schemeClr val="bg1"/>
                          </a:solidFill>
                          <a:latin typeface="Simplon BP Regular"/>
                        </a:rPr>
                        <a:t>OUTUBRO</a:t>
                      </a:r>
                    </a:p>
                  </a:txBody>
                  <a:tcPr marL="83127" marR="83127" anchor="ctr">
                    <a:lnL w="762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b="1" i="0" u="none" strike="noStrike" cap="none" spc="0" baseline="0">
                          <a:solidFill>
                            <a:schemeClr val="bg1"/>
                          </a:solidFill>
                          <a:uFillTx/>
                          <a:latin typeface="Simplon BP Bold"/>
                          <a:ea typeface="+mn-ea"/>
                          <a:cs typeface="+mn-cs"/>
                          <a:sym typeface="Simplon BP Regular"/>
                        </a:rPr>
                        <a:t>NOVEMBRO</a:t>
                      </a:r>
                    </a:p>
                  </a:txBody>
                  <a:tcPr marL="83127" marR="83127" anchor="ctr">
                    <a:lnL w="762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83838771"/>
                  </a:ext>
                </a:extLst>
              </a:tr>
              <a:tr h="4483280">
                <a:tc>
                  <a:txBody>
                    <a:bodyPr/>
                    <a:lstStyle>
                      <a:lvl1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dk1"/>
                          </a:solidFill>
                          <a:uFillTx/>
                          <a:latin typeface="Graphik"/>
                          <a:sym typeface="Simplon BP Regular"/>
                        </a:defRPr>
                      </a:lvl1pPr>
                      <a:lvl2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dk1"/>
                          </a:solidFill>
                          <a:uFillTx/>
                          <a:latin typeface="Graphik"/>
                          <a:sym typeface="Simplon BP Regular"/>
                        </a:defRPr>
                      </a:lvl2pPr>
                      <a:lvl3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dk1"/>
                          </a:solidFill>
                          <a:uFillTx/>
                          <a:latin typeface="Graphik"/>
                          <a:sym typeface="Simplon BP Regular"/>
                        </a:defRPr>
                      </a:lvl3pPr>
                      <a:lvl4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dk1"/>
                          </a:solidFill>
                          <a:uFillTx/>
                          <a:latin typeface="Graphik"/>
                          <a:sym typeface="Simplon BP Regular"/>
                        </a:defRPr>
                      </a:lvl4pPr>
                      <a:lvl5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dk1"/>
                          </a:solidFill>
                          <a:uFillTx/>
                          <a:latin typeface="Graphik"/>
                          <a:sym typeface="Simplon BP Regular"/>
                        </a:defRPr>
                      </a:lvl5pPr>
                      <a:lvl6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dk1"/>
                          </a:solidFill>
                          <a:uFillTx/>
                          <a:latin typeface="Graphik"/>
                          <a:sym typeface="Simplon BP Regular"/>
                        </a:defRPr>
                      </a:lvl6pPr>
                      <a:lvl7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dk1"/>
                          </a:solidFill>
                          <a:uFillTx/>
                          <a:latin typeface="Graphik"/>
                          <a:sym typeface="Simplon BP Regular"/>
                        </a:defRPr>
                      </a:lvl7pPr>
                      <a:lvl8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dk1"/>
                          </a:solidFill>
                          <a:uFillTx/>
                          <a:latin typeface="Graphik"/>
                          <a:sym typeface="Simplon BP Regular"/>
                        </a:defRPr>
                      </a:lvl8pPr>
                      <a:lvl9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dk1"/>
                          </a:solidFill>
                          <a:uFillTx/>
                          <a:latin typeface="Graphik"/>
                          <a:sym typeface="Simplon BP Regular"/>
                        </a:defRPr>
                      </a:lvl9pPr>
                    </a:lstStyle>
                    <a:p>
                      <a:pPr algn="ctr"/>
                      <a:endParaRPr lang="pt-BR" sz="1200">
                        <a:latin typeface="Simplon BP Regular"/>
                      </a:endParaRPr>
                    </a:p>
                  </a:txBody>
                  <a:tcPr marL="83127" marR="83127" anchor="ctr">
                    <a:lnL w="762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85000"/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dk1"/>
                          </a:solidFill>
                          <a:uFillTx/>
                          <a:latin typeface="Graphik"/>
                          <a:sym typeface="Simplon BP Regular"/>
                        </a:defRPr>
                      </a:lvl1pPr>
                      <a:lvl2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dk1"/>
                          </a:solidFill>
                          <a:uFillTx/>
                          <a:latin typeface="Graphik"/>
                          <a:sym typeface="Simplon BP Regular"/>
                        </a:defRPr>
                      </a:lvl2pPr>
                      <a:lvl3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dk1"/>
                          </a:solidFill>
                          <a:uFillTx/>
                          <a:latin typeface="Graphik"/>
                          <a:sym typeface="Simplon BP Regular"/>
                        </a:defRPr>
                      </a:lvl3pPr>
                      <a:lvl4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dk1"/>
                          </a:solidFill>
                          <a:uFillTx/>
                          <a:latin typeface="Graphik"/>
                          <a:sym typeface="Simplon BP Regular"/>
                        </a:defRPr>
                      </a:lvl4pPr>
                      <a:lvl5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dk1"/>
                          </a:solidFill>
                          <a:uFillTx/>
                          <a:latin typeface="Graphik"/>
                          <a:sym typeface="Simplon BP Regular"/>
                        </a:defRPr>
                      </a:lvl5pPr>
                      <a:lvl6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dk1"/>
                          </a:solidFill>
                          <a:uFillTx/>
                          <a:latin typeface="Graphik"/>
                          <a:sym typeface="Simplon BP Regular"/>
                        </a:defRPr>
                      </a:lvl6pPr>
                      <a:lvl7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dk1"/>
                          </a:solidFill>
                          <a:uFillTx/>
                          <a:latin typeface="Graphik"/>
                          <a:sym typeface="Simplon BP Regular"/>
                        </a:defRPr>
                      </a:lvl7pPr>
                      <a:lvl8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dk1"/>
                          </a:solidFill>
                          <a:uFillTx/>
                          <a:latin typeface="Graphik"/>
                          <a:sym typeface="Simplon BP Regular"/>
                        </a:defRPr>
                      </a:lvl8pPr>
                      <a:lvl9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dk1"/>
                          </a:solidFill>
                          <a:uFillTx/>
                          <a:latin typeface="Graphik"/>
                          <a:sym typeface="Simplon BP Regular"/>
                        </a:defRPr>
                      </a:lvl9pPr>
                    </a:lstStyle>
                    <a:p>
                      <a:pPr algn="ctr"/>
                      <a:endParaRPr lang="pt-BR" sz="1200">
                        <a:latin typeface="Simplon BP Regular"/>
                      </a:endParaRPr>
                    </a:p>
                  </a:txBody>
                  <a:tcPr marL="83127" marR="83127" anchor="ctr">
                    <a:lnL w="762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85000"/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dk1"/>
                          </a:solidFill>
                          <a:uFillTx/>
                          <a:latin typeface="Graphik"/>
                          <a:sym typeface="Simplon BP Regular"/>
                        </a:defRPr>
                      </a:lvl1pPr>
                      <a:lvl2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dk1"/>
                          </a:solidFill>
                          <a:uFillTx/>
                          <a:latin typeface="Graphik"/>
                          <a:sym typeface="Simplon BP Regular"/>
                        </a:defRPr>
                      </a:lvl2pPr>
                      <a:lvl3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dk1"/>
                          </a:solidFill>
                          <a:uFillTx/>
                          <a:latin typeface="Graphik"/>
                          <a:sym typeface="Simplon BP Regular"/>
                        </a:defRPr>
                      </a:lvl3pPr>
                      <a:lvl4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dk1"/>
                          </a:solidFill>
                          <a:uFillTx/>
                          <a:latin typeface="Graphik"/>
                          <a:sym typeface="Simplon BP Regular"/>
                        </a:defRPr>
                      </a:lvl4pPr>
                      <a:lvl5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dk1"/>
                          </a:solidFill>
                          <a:uFillTx/>
                          <a:latin typeface="Graphik"/>
                          <a:sym typeface="Simplon BP Regular"/>
                        </a:defRPr>
                      </a:lvl5pPr>
                      <a:lvl6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dk1"/>
                          </a:solidFill>
                          <a:uFillTx/>
                          <a:latin typeface="Graphik"/>
                          <a:sym typeface="Simplon BP Regular"/>
                        </a:defRPr>
                      </a:lvl6pPr>
                      <a:lvl7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dk1"/>
                          </a:solidFill>
                          <a:uFillTx/>
                          <a:latin typeface="Graphik"/>
                          <a:sym typeface="Simplon BP Regular"/>
                        </a:defRPr>
                      </a:lvl7pPr>
                      <a:lvl8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dk1"/>
                          </a:solidFill>
                          <a:uFillTx/>
                          <a:latin typeface="Graphik"/>
                          <a:sym typeface="Simplon BP Regular"/>
                        </a:defRPr>
                      </a:lvl8pPr>
                      <a:lvl9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dk1"/>
                          </a:solidFill>
                          <a:uFillTx/>
                          <a:latin typeface="Graphik"/>
                          <a:sym typeface="Simplon BP Regular"/>
                        </a:defRPr>
                      </a:lvl9pPr>
                    </a:lstStyle>
                    <a:p>
                      <a:pPr algn="ctr"/>
                      <a:endParaRPr lang="pt-BR" sz="1200">
                        <a:latin typeface="Simplon BP Regular"/>
                      </a:endParaRPr>
                    </a:p>
                  </a:txBody>
                  <a:tcPr marL="83127" marR="83127" anchor="ctr">
                    <a:lnL w="762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85000"/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dk1"/>
                          </a:solidFill>
                          <a:uFillTx/>
                          <a:latin typeface="Graphik"/>
                          <a:sym typeface="Simplon BP Regular"/>
                        </a:defRPr>
                      </a:lvl1pPr>
                      <a:lvl2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dk1"/>
                          </a:solidFill>
                          <a:uFillTx/>
                          <a:latin typeface="Graphik"/>
                          <a:sym typeface="Simplon BP Regular"/>
                        </a:defRPr>
                      </a:lvl2pPr>
                      <a:lvl3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dk1"/>
                          </a:solidFill>
                          <a:uFillTx/>
                          <a:latin typeface="Graphik"/>
                          <a:sym typeface="Simplon BP Regular"/>
                        </a:defRPr>
                      </a:lvl3pPr>
                      <a:lvl4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dk1"/>
                          </a:solidFill>
                          <a:uFillTx/>
                          <a:latin typeface="Graphik"/>
                          <a:sym typeface="Simplon BP Regular"/>
                        </a:defRPr>
                      </a:lvl4pPr>
                      <a:lvl5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dk1"/>
                          </a:solidFill>
                          <a:uFillTx/>
                          <a:latin typeface="Graphik"/>
                          <a:sym typeface="Simplon BP Regular"/>
                        </a:defRPr>
                      </a:lvl5pPr>
                      <a:lvl6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dk1"/>
                          </a:solidFill>
                          <a:uFillTx/>
                          <a:latin typeface="Graphik"/>
                          <a:sym typeface="Simplon BP Regular"/>
                        </a:defRPr>
                      </a:lvl6pPr>
                      <a:lvl7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dk1"/>
                          </a:solidFill>
                          <a:uFillTx/>
                          <a:latin typeface="Graphik"/>
                          <a:sym typeface="Simplon BP Regular"/>
                        </a:defRPr>
                      </a:lvl7pPr>
                      <a:lvl8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dk1"/>
                          </a:solidFill>
                          <a:uFillTx/>
                          <a:latin typeface="Graphik"/>
                          <a:sym typeface="Simplon BP Regular"/>
                        </a:defRPr>
                      </a:lvl8pPr>
                      <a:lvl9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dk1"/>
                          </a:solidFill>
                          <a:uFillTx/>
                          <a:latin typeface="Graphik"/>
                          <a:sym typeface="Simplon BP Regular"/>
                        </a:defRPr>
                      </a:lvl9pPr>
                    </a:lstStyle>
                    <a:p>
                      <a:pPr algn="ctr"/>
                      <a:endParaRPr lang="pt-BR" sz="1200">
                        <a:latin typeface="Simplon BP Regular"/>
                      </a:endParaRPr>
                    </a:p>
                  </a:txBody>
                  <a:tcPr marL="83127" marR="83127" anchor="ctr">
                    <a:lnL w="762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85000"/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dk1"/>
                          </a:solidFill>
                          <a:uFillTx/>
                          <a:latin typeface="Graphik"/>
                          <a:sym typeface="Simplon BP Regular"/>
                        </a:defRPr>
                      </a:lvl1pPr>
                      <a:lvl2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dk1"/>
                          </a:solidFill>
                          <a:uFillTx/>
                          <a:latin typeface="Graphik"/>
                          <a:sym typeface="Simplon BP Regular"/>
                        </a:defRPr>
                      </a:lvl2pPr>
                      <a:lvl3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dk1"/>
                          </a:solidFill>
                          <a:uFillTx/>
                          <a:latin typeface="Graphik"/>
                          <a:sym typeface="Simplon BP Regular"/>
                        </a:defRPr>
                      </a:lvl3pPr>
                      <a:lvl4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dk1"/>
                          </a:solidFill>
                          <a:uFillTx/>
                          <a:latin typeface="Graphik"/>
                          <a:sym typeface="Simplon BP Regular"/>
                        </a:defRPr>
                      </a:lvl4pPr>
                      <a:lvl5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dk1"/>
                          </a:solidFill>
                          <a:uFillTx/>
                          <a:latin typeface="Graphik"/>
                          <a:sym typeface="Simplon BP Regular"/>
                        </a:defRPr>
                      </a:lvl5pPr>
                      <a:lvl6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dk1"/>
                          </a:solidFill>
                          <a:uFillTx/>
                          <a:latin typeface="Graphik"/>
                          <a:sym typeface="Simplon BP Regular"/>
                        </a:defRPr>
                      </a:lvl6pPr>
                      <a:lvl7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dk1"/>
                          </a:solidFill>
                          <a:uFillTx/>
                          <a:latin typeface="Graphik"/>
                          <a:sym typeface="Simplon BP Regular"/>
                        </a:defRPr>
                      </a:lvl7pPr>
                      <a:lvl8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dk1"/>
                          </a:solidFill>
                          <a:uFillTx/>
                          <a:latin typeface="Graphik"/>
                          <a:sym typeface="Simplon BP Regular"/>
                        </a:defRPr>
                      </a:lvl8pPr>
                      <a:lvl9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dk1"/>
                          </a:solidFill>
                          <a:uFillTx/>
                          <a:latin typeface="Graphik"/>
                          <a:sym typeface="Simplon BP Regular"/>
                        </a:defRPr>
                      </a:lvl9pPr>
                    </a:lstStyle>
                    <a:p>
                      <a:pPr algn="ctr"/>
                      <a:endParaRPr lang="pt-BR" sz="1200">
                        <a:latin typeface="Simplon BP Regular"/>
                      </a:endParaRPr>
                    </a:p>
                  </a:txBody>
                  <a:tcPr marL="83127" marR="83127" anchor="ctr">
                    <a:lnL w="762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85000"/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200"/>
                    </a:p>
                  </a:txBody>
                  <a:tcPr marL="83127" marR="83127" anchor="ctr">
                    <a:lnL w="762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85000"/>
                        <a:alpha val="3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5513756"/>
                  </a:ext>
                </a:extLst>
              </a:tr>
            </a:tbl>
          </a:graphicData>
        </a:graphic>
      </p:graphicFrame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31424D3-0069-5390-CEE4-3FB1723DB61D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CB4B4D-7CA3-9044-876B-883B54F8677D}" type="slidenum">
              <a:rPr kumimoji="0" lang="en-US" sz="1200" b="0" i="0" u="none" strike="noStrike" kern="0" cap="none" spc="0" normalizeH="0" baseline="0" noProof="0" smtClean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Simplon BP Regular"/>
                <a:sym typeface="Simplon BP Regular"/>
              </a:rPr>
              <a:pPr marL="0" marR="0" lvl="0" indent="0" algn="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US" sz="1200" b="0" i="0" u="none" strike="noStrike" kern="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Simplon BP Regular"/>
              <a:sym typeface="Simplon BP Regular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2050BBC-73CE-011C-9051-CC39B73D48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pt-BR" sz="2800">
                <a:solidFill>
                  <a:schemeClr val="accent6"/>
                </a:solidFill>
              </a:rPr>
              <a:t>Plano de Trabalho alto nível - Contratos</a:t>
            </a:r>
            <a:endParaRPr lang="en-US" sz="2800">
              <a:solidFill>
                <a:schemeClr val="accent6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4E7CA93-EC42-FFB7-92C9-DDF4CD538C38}"/>
              </a:ext>
            </a:extLst>
          </p:cNvPr>
          <p:cNvSpPr/>
          <p:nvPr/>
        </p:nvSpPr>
        <p:spPr>
          <a:xfrm>
            <a:off x="390418" y="1253669"/>
            <a:ext cx="1078786" cy="68400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1905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spcFirstLastPara="0" vert="horz" wrap="square" lIns="72000" tIns="36000" rIns="72000" bIns="6350" numCol="1" spcCol="1270" rtlCol="0" anchor="ctr" anchorCtr="0">
            <a:noAutofit/>
          </a:bodyPr>
          <a:lstStyle/>
          <a:p>
            <a:pPr defTabSz="444500" hangingPunct="1">
              <a:spcBef>
                <a:spcPct val="0"/>
              </a:spcBef>
              <a:spcAft>
                <a:spcPct val="35000"/>
              </a:spcAft>
            </a:pPr>
            <a:r>
              <a:rPr lang="pt-BR" sz="1100" b="1" i="1" kern="120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+mn-ea"/>
                <a:cs typeface="+mn-cs"/>
              </a:rPr>
              <a:t>SET-UP INFORMAÇÕES</a:t>
            </a:r>
            <a:endParaRPr lang="en-US" sz="1100" b="1" i="1" kern="120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B7F07CA-9288-4542-023E-31EFF57C2059}"/>
              </a:ext>
            </a:extLst>
          </p:cNvPr>
          <p:cNvSpPr/>
          <p:nvPr/>
        </p:nvSpPr>
        <p:spPr>
          <a:xfrm>
            <a:off x="390418" y="1992000"/>
            <a:ext cx="1078786" cy="68400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1905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spcFirstLastPara="0" vert="horz" wrap="square" lIns="72000" tIns="36000" rIns="72000" bIns="6350" numCol="1" spcCol="1270" rtlCol="0" anchor="ctr" anchorCtr="0">
            <a:noAutofit/>
          </a:bodyPr>
          <a:lstStyle/>
          <a:p>
            <a:pPr defTabSz="444500" hangingPunct="1">
              <a:spcBef>
                <a:spcPct val="0"/>
              </a:spcBef>
              <a:spcAft>
                <a:spcPct val="35000"/>
              </a:spcAft>
            </a:pPr>
            <a:r>
              <a:rPr lang="pt-BR" sz="1100" b="1" i="1" kern="120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+mn-ea"/>
                <a:cs typeface="+mn-cs"/>
              </a:rPr>
              <a:t>ANÁLISE DOS CONTRATOS</a:t>
            </a:r>
            <a:endParaRPr lang="en-US" sz="1100" b="1" i="1" kern="120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B54913E-8C09-2F41-C76B-75D0BD0F9DBA}"/>
              </a:ext>
            </a:extLst>
          </p:cNvPr>
          <p:cNvSpPr/>
          <p:nvPr/>
        </p:nvSpPr>
        <p:spPr>
          <a:xfrm>
            <a:off x="390418" y="2730331"/>
            <a:ext cx="1078786" cy="68400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1905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spcFirstLastPara="0" vert="horz" wrap="square" lIns="72000" tIns="36000" rIns="72000" bIns="6350" numCol="1" spcCol="1270" rtlCol="0" anchor="ctr" anchorCtr="0">
            <a:noAutofit/>
          </a:bodyPr>
          <a:lstStyle/>
          <a:p>
            <a:pPr defTabSz="444500" hangingPunct="1">
              <a:spcBef>
                <a:spcPct val="0"/>
              </a:spcBef>
              <a:spcAft>
                <a:spcPct val="35000"/>
              </a:spcAft>
            </a:pPr>
            <a:r>
              <a:rPr lang="pt-BR" sz="1100" b="1" i="1" kern="120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+mn-ea"/>
                <a:cs typeface="+mn-cs"/>
              </a:rPr>
              <a:t>CONTRATOS EXCLUSIVOS CLIENTCO</a:t>
            </a:r>
            <a:endParaRPr lang="en-US" sz="1100" b="1" i="1" kern="120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+mn-ea"/>
              <a:cs typeface="+mn-cs"/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FCC97739-AFCD-0816-C0A5-2A8398FCC83F}"/>
              </a:ext>
            </a:extLst>
          </p:cNvPr>
          <p:cNvCxnSpPr/>
          <p:nvPr/>
        </p:nvCxnSpPr>
        <p:spPr>
          <a:xfrm>
            <a:off x="400692" y="1166183"/>
            <a:ext cx="1068512" cy="0"/>
          </a:xfrm>
          <a:prstGeom prst="line">
            <a:avLst/>
          </a:prstGeom>
          <a:noFill/>
          <a:ln w="25400" cap="flat">
            <a:solidFill>
              <a:schemeClr val="accent1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221E5828-143D-82FC-600F-756A6D92D638}"/>
              </a:ext>
            </a:extLst>
          </p:cNvPr>
          <p:cNvSpPr txBox="1"/>
          <p:nvPr/>
        </p:nvSpPr>
        <p:spPr>
          <a:xfrm>
            <a:off x="400692" y="918110"/>
            <a:ext cx="485710" cy="18466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t">
            <a:spAutoFit/>
          </a:bodyPr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200" b="1" i="0" u="none" strike="noStrike" kern="0" cap="none" spc="0" normalizeH="0" baseline="0" noProof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Simplon BP Regular"/>
                <a:ea typeface="+mj-ea"/>
                <a:cs typeface="+mj-cs"/>
                <a:sym typeface="Simplon BP Regular"/>
              </a:rPr>
              <a:t>FRENTE</a:t>
            </a:r>
            <a:endParaRPr kumimoji="0" lang="en-US" sz="1200" b="1" i="0" u="none" strike="noStrike" kern="0" cap="none" spc="0" normalizeH="0" baseline="0" noProof="0">
              <a:ln>
                <a:noFill/>
              </a:ln>
              <a:solidFill>
                <a:srgbClr val="535353"/>
              </a:solidFill>
              <a:effectLst/>
              <a:uLnTx/>
              <a:uFillTx/>
              <a:latin typeface="Simplon BP Regular"/>
              <a:ea typeface="+mj-ea"/>
              <a:cs typeface="+mj-cs"/>
              <a:sym typeface="Simplon BP Regular"/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1E34597-5706-B6E5-2FF6-8D94D954B9A3}"/>
              </a:ext>
            </a:extLst>
          </p:cNvPr>
          <p:cNvCxnSpPr>
            <a:cxnSpLocks/>
          </p:cNvCxnSpPr>
          <p:nvPr/>
        </p:nvCxnSpPr>
        <p:spPr>
          <a:xfrm>
            <a:off x="1623316" y="1166183"/>
            <a:ext cx="3646800" cy="0"/>
          </a:xfrm>
          <a:prstGeom prst="line">
            <a:avLst/>
          </a:prstGeom>
          <a:noFill/>
          <a:ln w="25400" cap="flat">
            <a:solidFill>
              <a:schemeClr val="accent1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7" name="TextBox 16">
            <a:hlinkClick r:id="rId4"/>
            <a:extLst>
              <a:ext uri="{FF2B5EF4-FFF2-40B4-BE49-F238E27FC236}">
                <a16:creationId xmlns:a16="http://schemas.microsoft.com/office/drawing/2014/main" id="{DD9B6FA6-3CDD-9331-5F3D-F2B4FA484C15}"/>
              </a:ext>
            </a:extLst>
          </p:cNvPr>
          <p:cNvSpPr txBox="1"/>
          <p:nvPr/>
        </p:nvSpPr>
        <p:spPr>
          <a:xfrm>
            <a:off x="1623316" y="918110"/>
            <a:ext cx="1538883" cy="18466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t">
            <a:spAutoFit/>
          </a:bodyPr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200" b="1" i="0" u="none" strike="noStrike" kern="0" cap="none" spc="0" normalizeH="0" baseline="0" noProof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Simplon BP Regular"/>
                <a:ea typeface="+mj-ea"/>
                <a:cs typeface="+mj-cs"/>
                <a:sym typeface="Simplon BP Regular"/>
              </a:rPr>
              <a:t>PRINCIPAIS ATIVIDADES</a:t>
            </a:r>
            <a:endParaRPr kumimoji="0" lang="en-US" sz="1200" b="1" i="0" u="none" strike="noStrike" kern="0" cap="none" spc="0" normalizeH="0" baseline="0" noProof="0">
              <a:ln>
                <a:noFill/>
              </a:ln>
              <a:solidFill>
                <a:srgbClr val="535353"/>
              </a:solidFill>
              <a:effectLst/>
              <a:uLnTx/>
              <a:uFillTx/>
              <a:latin typeface="Simplon BP Regular"/>
              <a:ea typeface="+mj-ea"/>
              <a:cs typeface="+mj-cs"/>
              <a:sym typeface="Simplon BP Regular"/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18E80CFF-EBA2-F882-683A-DE9F587D214C}"/>
              </a:ext>
            </a:extLst>
          </p:cNvPr>
          <p:cNvSpPr/>
          <p:nvPr/>
        </p:nvSpPr>
        <p:spPr>
          <a:xfrm>
            <a:off x="390418" y="3468662"/>
            <a:ext cx="1078786" cy="68400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1905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spcFirstLastPara="0" vert="horz" wrap="square" lIns="72000" tIns="36000" rIns="72000" bIns="6350" numCol="1" spcCol="1270" rtlCol="0" anchor="ctr" anchorCtr="0">
            <a:noAutofit/>
          </a:bodyPr>
          <a:lstStyle/>
          <a:p>
            <a:pPr defTabSz="444500" hangingPunct="1">
              <a:spcBef>
                <a:spcPct val="0"/>
              </a:spcBef>
              <a:spcAft>
                <a:spcPct val="35000"/>
              </a:spcAft>
            </a:pPr>
            <a:r>
              <a:rPr lang="pt-BR" sz="1100" b="1" i="1" kern="120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+mn-ea"/>
                <a:cs typeface="+mn-cs"/>
              </a:rPr>
              <a:t>CONTRATOS HIBRIDOS SEPARÁVEIS</a:t>
            </a:r>
            <a:endParaRPr lang="en-US" sz="1100" b="1" i="1" kern="120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+mn-ea"/>
              <a:cs typeface="+mn-cs"/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925B05E2-333D-8A5C-93C9-201F461CF612}"/>
              </a:ext>
            </a:extLst>
          </p:cNvPr>
          <p:cNvSpPr/>
          <p:nvPr/>
        </p:nvSpPr>
        <p:spPr>
          <a:xfrm>
            <a:off x="390418" y="4206993"/>
            <a:ext cx="1078786" cy="68400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1905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spcFirstLastPara="0" vert="horz" wrap="square" lIns="72000" tIns="36000" rIns="72000" bIns="6350" numCol="1" spcCol="1270" rtlCol="0" anchor="ctr" anchorCtr="0">
            <a:noAutofit/>
          </a:bodyPr>
          <a:lstStyle/>
          <a:p>
            <a:pPr defTabSz="444500" hangingPunct="1">
              <a:spcBef>
                <a:spcPct val="0"/>
              </a:spcBef>
              <a:spcAft>
                <a:spcPct val="35000"/>
              </a:spcAft>
            </a:pPr>
            <a:r>
              <a:rPr lang="pt-BR" sz="1100" b="1" i="1" kern="120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+mn-ea"/>
                <a:cs typeface="+mn-cs"/>
              </a:rPr>
              <a:t>CONTRATOS HIBRIDOS NÃO SEPARÁVEIS</a:t>
            </a:r>
            <a:endParaRPr lang="en-US" sz="1100" b="1" i="1" kern="120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+mn-ea"/>
              <a:cs typeface="+mn-cs"/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09BA05EE-8D03-4DF2-CC11-A46EEDE18CE3}"/>
              </a:ext>
            </a:extLst>
          </p:cNvPr>
          <p:cNvSpPr/>
          <p:nvPr/>
        </p:nvSpPr>
        <p:spPr>
          <a:xfrm>
            <a:off x="390418" y="4945324"/>
            <a:ext cx="1078786" cy="68400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1905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spcFirstLastPara="0" vert="horz" wrap="square" lIns="72000" tIns="36000" rIns="72000" bIns="6350" numCol="1" spcCol="1270" rtlCol="0" anchor="ctr" anchorCtr="0">
            <a:noAutofit/>
          </a:bodyPr>
          <a:lstStyle/>
          <a:p>
            <a:pPr defTabSz="444500" hangingPunct="1">
              <a:spcBef>
                <a:spcPct val="0"/>
              </a:spcBef>
              <a:spcAft>
                <a:spcPct val="35000"/>
              </a:spcAft>
            </a:pPr>
            <a:r>
              <a:rPr lang="pt-BR" sz="1100" b="1" i="1" kern="120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+mn-ea"/>
                <a:cs typeface="+mn-cs"/>
              </a:rPr>
              <a:t>AVALIAÇÃO DE CUSTOS DE SEPARAÇÃO</a:t>
            </a:r>
            <a:endParaRPr lang="en-US" sz="1100" b="1" i="1" kern="120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+mn-ea"/>
              <a:cs typeface="+mn-cs"/>
            </a:endParaRPr>
          </a:p>
        </p:txBody>
      </p:sp>
      <p:cxnSp>
        <p:nvCxnSpPr>
          <p:cNvPr id="7" name="Conector reto 6">
            <a:extLst>
              <a:ext uri="{FF2B5EF4-FFF2-40B4-BE49-F238E27FC236}">
                <a16:creationId xmlns:a16="http://schemas.microsoft.com/office/drawing/2014/main" id="{89B9ACCB-D24E-95C2-029C-49B9B179656F}"/>
              </a:ext>
            </a:extLst>
          </p:cNvPr>
          <p:cNvCxnSpPr>
            <a:cxnSpLocks/>
          </p:cNvCxnSpPr>
          <p:nvPr/>
        </p:nvCxnSpPr>
        <p:spPr>
          <a:xfrm flipV="1">
            <a:off x="390417" y="1952493"/>
            <a:ext cx="11484000" cy="0"/>
          </a:xfrm>
          <a:prstGeom prst="line">
            <a:avLst/>
          </a:prstGeom>
          <a:noFill/>
          <a:ln w="9525" cap="flat">
            <a:solidFill>
              <a:schemeClr val="accent1"/>
            </a:solidFill>
            <a:prstDash val="dash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8" name="Conector reto 7">
            <a:extLst>
              <a:ext uri="{FF2B5EF4-FFF2-40B4-BE49-F238E27FC236}">
                <a16:creationId xmlns:a16="http://schemas.microsoft.com/office/drawing/2014/main" id="{C63F1168-71BB-E2C7-D02E-FB263FA29D3F}"/>
              </a:ext>
            </a:extLst>
          </p:cNvPr>
          <p:cNvCxnSpPr>
            <a:cxnSpLocks/>
          </p:cNvCxnSpPr>
          <p:nvPr/>
        </p:nvCxnSpPr>
        <p:spPr>
          <a:xfrm flipV="1">
            <a:off x="390417" y="2695250"/>
            <a:ext cx="11484000" cy="0"/>
          </a:xfrm>
          <a:prstGeom prst="line">
            <a:avLst/>
          </a:prstGeom>
          <a:noFill/>
          <a:ln w="9525" cap="flat">
            <a:solidFill>
              <a:schemeClr val="accent1"/>
            </a:solidFill>
            <a:prstDash val="dash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3" name="Conector reto 12">
            <a:extLst>
              <a:ext uri="{FF2B5EF4-FFF2-40B4-BE49-F238E27FC236}">
                <a16:creationId xmlns:a16="http://schemas.microsoft.com/office/drawing/2014/main" id="{44F42541-F73A-8D6F-97CB-32AC605C39E6}"/>
              </a:ext>
            </a:extLst>
          </p:cNvPr>
          <p:cNvCxnSpPr>
            <a:cxnSpLocks/>
          </p:cNvCxnSpPr>
          <p:nvPr/>
        </p:nvCxnSpPr>
        <p:spPr>
          <a:xfrm flipV="1">
            <a:off x="390417" y="3434795"/>
            <a:ext cx="11484000" cy="0"/>
          </a:xfrm>
          <a:prstGeom prst="line">
            <a:avLst/>
          </a:prstGeom>
          <a:noFill/>
          <a:ln w="9525" cap="flat">
            <a:solidFill>
              <a:schemeClr val="accent1"/>
            </a:solidFill>
            <a:prstDash val="dash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8" name="Conector reto 17">
            <a:extLst>
              <a:ext uri="{FF2B5EF4-FFF2-40B4-BE49-F238E27FC236}">
                <a16:creationId xmlns:a16="http://schemas.microsoft.com/office/drawing/2014/main" id="{157B2F12-3728-344E-17A0-1F8A1C0B207B}"/>
              </a:ext>
            </a:extLst>
          </p:cNvPr>
          <p:cNvCxnSpPr>
            <a:cxnSpLocks/>
          </p:cNvCxnSpPr>
          <p:nvPr/>
        </p:nvCxnSpPr>
        <p:spPr>
          <a:xfrm flipV="1">
            <a:off x="390417" y="4164711"/>
            <a:ext cx="11484000" cy="0"/>
          </a:xfrm>
          <a:prstGeom prst="line">
            <a:avLst/>
          </a:prstGeom>
          <a:noFill/>
          <a:ln w="9525" cap="flat">
            <a:solidFill>
              <a:schemeClr val="accent1"/>
            </a:solidFill>
            <a:prstDash val="dash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9" name="Conector reto 18">
            <a:extLst>
              <a:ext uri="{FF2B5EF4-FFF2-40B4-BE49-F238E27FC236}">
                <a16:creationId xmlns:a16="http://schemas.microsoft.com/office/drawing/2014/main" id="{2BA9B0CA-679C-AAB9-ED8E-5EC34A6EBD75}"/>
              </a:ext>
            </a:extLst>
          </p:cNvPr>
          <p:cNvCxnSpPr>
            <a:cxnSpLocks/>
          </p:cNvCxnSpPr>
          <p:nvPr/>
        </p:nvCxnSpPr>
        <p:spPr>
          <a:xfrm flipV="1">
            <a:off x="390417" y="4913879"/>
            <a:ext cx="11484000" cy="0"/>
          </a:xfrm>
          <a:prstGeom prst="line">
            <a:avLst/>
          </a:prstGeom>
          <a:noFill/>
          <a:ln w="9525" cap="flat">
            <a:solidFill>
              <a:schemeClr val="accent1"/>
            </a:solidFill>
            <a:prstDash val="dash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0" name="Conector reto 19">
            <a:extLst>
              <a:ext uri="{FF2B5EF4-FFF2-40B4-BE49-F238E27FC236}">
                <a16:creationId xmlns:a16="http://schemas.microsoft.com/office/drawing/2014/main" id="{B1FC938E-371C-428F-F444-2EB9C054A530}"/>
              </a:ext>
            </a:extLst>
          </p:cNvPr>
          <p:cNvCxnSpPr>
            <a:cxnSpLocks/>
          </p:cNvCxnSpPr>
          <p:nvPr/>
        </p:nvCxnSpPr>
        <p:spPr>
          <a:xfrm flipV="1">
            <a:off x="390417" y="5653420"/>
            <a:ext cx="11484000" cy="0"/>
          </a:xfrm>
          <a:prstGeom prst="line">
            <a:avLst/>
          </a:prstGeom>
          <a:noFill/>
          <a:ln w="9525" cap="flat">
            <a:solidFill>
              <a:schemeClr val="accent1"/>
            </a:solidFill>
            <a:prstDash val="dash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61" name="TextBox 8">
            <a:extLst>
              <a:ext uri="{FF2B5EF4-FFF2-40B4-BE49-F238E27FC236}">
                <a16:creationId xmlns:a16="http://schemas.microsoft.com/office/drawing/2014/main" id="{A402587F-0EA4-F325-31CE-70BC371B19DB}"/>
              </a:ext>
            </a:extLst>
          </p:cNvPr>
          <p:cNvSpPr txBox="1"/>
          <p:nvPr/>
        </p:nvSpPr>
        <p:spPr>
          <a:xfrm>
            <a:off x="1623316" y="1318670"/>
            <a:ext cx="3730663" cy="55399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  <a:defRPr/>
            </a:pPr>
            <a:r>
              <a:rPr lang="pt-BR" sz="1200">
                <a:solidFill>
                  <a:schemeClr val="tx2"/>
                </a:solidFill>
                <a:latin typeface="Simplon BP Regular"/>
              </a:rPr>
              <a:t>Extração Base Contratos Vigente</a:t>
            </a:r>
          </a:p>
          <a:p>
            <a:pPr marL="171450" indent="-171450">
              <a:buFont typeface="Arial" panose="020B0604020202020204" pitchFamily="34" charset="0"/>
              <a:buChar char="•"/>
              <a:defRPr/>
            </a:pPr>
            <a:r>
              <a:rPr lang="pt-BR" sz="1200">
                <a:solidFill>
                  <a:schemeClr val="tx2"/>
                </a:solidFill>
                <a:latin typeface="Simplon BP Regular"/>
              </a:rPr>
              <a:t>Levantamento </a:t>
            </a:r>
            <a:r>
              <a:rPr lang="pt-BR" sz="1200" err="1">
                <a:solidFill>
                  <a:schemeClr val="tx2"/>
                </a:solidFill>
                <a:latin typeface="Simplon BP Regular"/>
              </a:rPr>
              <a:t>PDFs</a:t>
            </a:r>
            <a:r>
              <a:rPr lang="pt-BR" sz="1200">
                <a:solidFill>
                  <a:schemeClr val="tx2"/>
                </a:solidFill>
                <a:latin typeface="Simplon BP Regular"/>
              </a:rPr>
              <a:t> dos contratos</a:t>
            </a:r>
          </a:p>
          <a:p>
            <a:pPr marL="171450" indent="-171450">
              <a:buFont typeface="Arial" panose="020B0604020202020204" pitchFamily="34" charset="0"/>
              <a:buChar char="•"/>
              <a:defRPr/>
            </a:pPr>
            <a:r>
              <a:rPr lang="pt-BR" sz="1200">
                <a:solidFill>
                  <a:schemeClr val="tx2"/>
                </a:solidFill>
                <a:latin typeface="Simplon BP Regular"/>
              </a:rPr>
              <a:t>Classificação preliminar dos contratos (</a:t>
            </a:r>
            <a:r>
              <a:rPr lang="pt-BR" sz="1200" err="1">
                <a:solidFill>
                  <a:schemeClr val="tx2"/>
                </a:solidFill>
                <a:latin typeface="Simplon BP Regular"/>
              </a:rPr>
              <a:t>ClientCo</a:t>
            </a:r>
            <a:r>
              <a:rPr lang="pt-BR" sz="1200">
                <a:solidFill>
                  <a:schemeClr val="tx2"/>
                </a:solidFill>
                <a:latin typeface="Simplon BP Regular"/>
              </a:rPr>
              <a:t>, Hibrido)</a:t>
            </a:r>
          </a:p>
        </p:txBody>
      </p:sp>
      <p:sp>
        <p:nvSpPr>
          <p:cNvPr id="62" name="TextBox 8">
            <a:extLst>
              <a:ext uri="{FF2B5EF4-FFF2-40B4-BE49-F238E27FC236}">
                <a16:creationId xmlns:a16="http://schemas.microsoft.com/office/drawing/2014/main" id="{C6C391B1-FCA0-12BE-67E7-14D05EEFDCFD}"/>
              </a:ext>
            </a:extLst>
          </p:cNvPr>
          <p:cNvSpPr txBox="1"/>
          <p:nvPr/>
        </p:nvSpPr>
        <p:spPr>
          <a:xfrm>
            <a:off x="1623316" y="5022746"/>
            <a:ext cx="3307480" cy="55399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/>
          <a:p>
            <a:pPr marL="171450" marR="0" lvl="0" indent="-17145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pt-BR" sz="1200" b="0" i="0" u="none" strike="noStrike" kern="0" cap="none" spc="0" normalizeH="0" baseline="0" noProof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Simplon BP Regular"/>
                <a:ea typeface="+mj-ea"/>
                <a:cs typeface="+mj-cs"/>
                <a:sym typeface="Simplon BP Regular"/>
              </a:rPr>
              <a:t>Avaliação e acompanhamento de Custos para separação, migração ou multas para terminação antecipada de contratos</a:t>
            </a:r>
            <a:endParaRPr kumimoji="0" lang="pt-BR" sz="1200" b="0" i="0" u="none" strike="noStrike" kern="0" cap="none" spc="0" normalizeH="0" baseline="0" noProof="0">
              <a:ln>
                <a:noFill/>
              </a:ln>
              <a:solidFill>
                <a:srgbClr val="535353"/>
              </a:solidFill>
              <a:effectLst/>
              <a:uLnTx/>
              <a:uFillTx/>
              <a:latin typeface="Simplon BP Regular"/>
              <a:sym typeface="Simplon BP Regular"/>
            </a:endParaRPr>
          </a:p>
        </p:txBody>
      </p:sp>
      <p:sp>
        <p:nvSpPr>
          <p:cNvPr id="63" name="TextBox 8">
            <a:extLst>
              <a:ext uri="{FF2B5EF4-FFF2-40B4-BE49-F238E27FC236}">
                <a16:creationId xmlns:a16="http://schemas.microsoft.com/office/drawing/2014/main" id="{12F65AD6-6E2F-A6CF-4DCC-23FDEF644928}"/>
              </a:ext>
            </a:extLst>
          </p:cNvPr>
          <p:cNvSpPr txBox="1"/>
          <p:nvPr/>
        </p:nvSpPr>
        <p:spPr>
          <a:xfrm>
            <a:off x="1623317" y="4364327"/>
            <a:ext cx="3646800" cy="36933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/>
          <a:p>
            <a:pPr marL="171450" marR="0" lvl="0" indent="-17145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pt-BR" sz="1200">
                <a:solidFill>
                  <a:srgbClr val="535353"/>
                </a:solidFill>
                <a:latin typeface="Simplon BP Regular"/>
              </a:rPr>
              <a:t>Definição de TSA para contratos não separados</a:t>
            </a:r>
          </a:p>
          <a:p>
            <a:pPr marL="171450" marR="0" lvl="0" indent="-17145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pt-BR" sz="1200" b="0" i="0" u="none" strike="noStrike" kern="0" cap="none" spc="0" normalizeH="0" baseline="0" noProof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Simplon BP Regular"/>
                <a:sym typeface="Simplon BP Regular"/>
              </a:rPr>
              <a:t>Terminação de contratos</a:t>
            </a:r>
          </a:p>
        </p:txBody>
      </p:sp>
      <p:sp>
        <p:nvSpPr>
          <p:cNvPr id="64" name="TextBox 8">
            <a:extLst>
              <a:ext uri="{FF2B5EF4-FFF2-40B4-BE49-F238E27FC236}">
                <a16:creationId xmlns:a16="http://schemas.microsoft.com/office/drawing/2014/main" id="{3D016FA9-9CA5-AA71-4F7D-71A657ACE827}"/>
              </a:ext>
            </a:extLst>
          </p:cNvPr>
          <p:cNvSpPr txBox="1"/>
          <p:nvPr/>
        </p:nvSpPr>
        <p:spPr>
          <a:xfrm>
            <a:off x="1623317" y="2795332"/>
            <a:ext cx="3646800" cy="55399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/>
          <a:p>
            <a:pPr marL="171450" marR="0" lvl="0" indent="-17145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pt-BR" sz="1200" b="0" i="0" u="none" strike="noStrike" kern="0" cap="none" spc="0" normalizeH="0" baseline="0" noProof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Simplon BP Regular"/>
                <a:ea typeface="+mj-ea"/>
                <a:cs typeface="+mj-cs"/>
                <a:sym typeface="Simplon BP Regular"/>
              </a:rPr>
              <a:t>Comunicação aos Fornecedores</a:t>
            </a:r>
          </a:p>
          <a:p>
            <a:pPr marL="171450" marR="0" lvl="0" indent="-17145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pt-BR" sz="1200">
                <a:solidFill>
                  <a:srgbClr val="535353"/>
                </a:solidFill>
                <a:latin typeface="Simplon BP Regular"/>
              </a:rPr>
              <a:t>Renegociação com Fornecedores</a:t>
            </a:r>
          </a:p>
          <a:p>
            <a:pPr marL="171450" marR="0" lvl="0" indent="-17145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pt-BR" sz="1200" b="0" i="0" u="none" strike="noStrike" kern="0" cap="none" spc="0" normalizeH="0" baseline="0" noProof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Simplon BP Regular"/>
                <a:sym typeface="Simplon BP Regular"/>
              </a:rPr>
              <a:t>Transferência e Terminação</a:t>
            </a:r>
          </a:p>
        </p:txBody>
      </p:sp>
      <p:sp>
        <p:nvSpPr>
          <p:cNvPr id="65" name="TextBox 8">
            <a:extLst>
              <a:ext uri="{FF2B5EF4-FFF2-40B4-BE49-F238E27FC236}">
                <a16:creationId xmlns:a16="http://schemas.microsoft.com/office/drawing/2014/main" id="{2F9E4C63-0E4F-1197-C9B3-DDDE3A8A7990}"/>
              </a:ext>
            </a:extLst>
          </p:cNvPr>
          <p:cNvSpPr txBox="1"/>
          <p:nvPr/>
        </p:nvSpPr>
        <p:spPr>
          <a:xfrm>
            <a:off x="1623317" y="3533663"/>
            <a:ext cx="3646800" cy="55399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/>
          <a:p>
            <a:pPr marL="171450" marR="0" lvl="0" indent="-17145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pt-BR" sz="1200" b="0" i="0" u="none" strike="noStrike" kern="0" cap="none" spc="0" normalizeH="0" baseline="0" noProof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Simplon BP Regular"/>
                <a:ea typeface="+mj-ea"/>
                <a:cs typeface="+mj-cs"/>
                <a:sym typeface="Simplon BP Regular"/>
              </a:rPr>
              <a:t>Comunicação aos Fornecedores</a:t>
            </a:r>
          </a:p>
          <a:p>
            <a:pPr marL="171450" marR="0" lvl="0" indent="-17145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pt-BR" sz="1200">
                <a:solidFill>
                  <a:srgbClr val="535353"/>
                </a:solidFill>
                <a:latin typeface="Simplon BP Regular"/>
              </a:rPr>
              <a:t>Renegociação com Fornecedores</a:t>
            </a:r>
          </a:p>
          <a:p>
            <a:pPr marL="171450" marR="0" lvl="0" indent="-17145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pt-BR" sz="1200" b="0" i="0" u="none" strike="noStrike" kern="0" cap="none" spc="0" normalizeH="0" baseline="0" noProof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Simplon BP Regular"/>
                <a:sym typeface="Simplon BP Regular"/>
              </a:rPr>
              <a:t>Geração de contratos separados</a:t>
            </a:r>
          </a:p>
        </p:txBody>
      </p:sp>
      <p:sp>
        <p:nvSpPr>
          <p:cNvPr id="66" name="TextBox 8">
            <a:extLst>
              <a:ext uri="{FF2B5EF4-FFF2-40B4-BE49-F238E27FC236}">
                <a16:creationId xmlns:a16="http://schemas.microsoft.com/office/drawing/2014/main" id="{7D023229-B943-F950-89AB-8F823523E63C}"/>
              </a:ext>
            </a:extLst>
          </p:cNvPr>
          <p:cNvSpPr txBox="1"/>
          <p:nvPr/>
        </p:nvSpPr>
        <p:spPr>
          <a:xfrm>
            <a:off x="1623316" y="2057001"/>
            <a:ext cx="3837683" cy="55399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/>
          <a:p>
            <a:pPr marL="171450" marR="0" lvl="0" indent="-17145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pt-BR" sz="1200" b="0" i="0" u="none" strike="noStrike" kern="0" cap="none" spc="0" normalizeH="0" baseline="0" noProof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Simplon BP Regular"/>
                <a:ea typeface="+mj-ea"/>
                <a:cs typeface="+mj-cs"/>
                <a:sym typeface="Simplon BP Regular"/>
              </a:rPr>
              <a:t>Contratação escritório jurídico</a:t>
            </a:r>
          </a:p>
          <a:p>
            <a:pPr marL="171450" marR="0" lvl="0" indent="-17145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pt-BR" sz="1200">
                <a:solidFill>
                  <a:srgbClr val="535353"/>
                </a:solidFill>
                <a:latin typeface="Simplon BP Regular"/>
              </a:rPr>
              <a:t>Avaliação de cláusulas chave</a:t>
            </a:r>
          </a:p>
          <a:p>
            <a:pPr marL="171450" marR="0" lvl="0" indent="-17145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pt-BR" sz="1200" b="0" i="0" u="none" strike="noStrike" kern="0" cap="none" spc="0" normalizeH="0" baseline="0" noProof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Simplon BP Regular"/>
                <a:sym typeface="Simplon BP Regular"/>
              </a:rPr>
              <a:t>Planejamento da separação, transferência ou terminação</a:t>
            </a:r>
          </a:p>
        </p:txBody>
      </p:sp>
      <p:sp>
        <p:nvSpPr>
          <p:cNvPr id="23" name="TextBox 5">
            <a:extLst>
              <a:ext uri="{FF2B5EF4-FFF2-40B4-BE49-F238E27FC236}">
                <a16:creationId xmlns:a16="http://schemas.microsoft.com/office/drawing/2014/main" id="{EC107E8E-BB83-40B3-0FAC-E0B280D3B72C}"/>
              </a:ext>
            </a:extLst>
          </p:cNvPr>
          <p:cNvSpPr txBox="1"/>
          <p:nvPr/>
        </p:nvSpPr>
        <p:spPr>
          <a:xfrm>
            <a:off x="5425232" y="1571832"/>
            <a:ext cx="890902" cy="30777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lvl="0" eaLnBrk="1">
              <a:defRPr sz="1200" kern="0">
                <a:solidFill>
                  <a:srgbClr val="00D318"/>
                </a:solidFill>
                <a:uLnTx/>
                <a:latin typeface="Simplon BP Regular"/>
              </a:defRPr>
            </a:lvl1pPr>
          </a:lstStyle>
          <a:p>
            <a:r>
              <a:rPr lang="pt-BR" sz="1000" b="1">
                <a:solidFill>
                  <a:schemeClr val="tx2"/>
                </a:solidFill>
              </a:rPr>
              <a:t> Base de Contratos </a:t>
            </a:r>
            <a:r>
              <a:rPr lang="pt-BR" sz="1000" b="1" err="1">
                <a:solidFill>
                  <a:schemeClr val="tx2"/>
                </a:solidFill>
              </a:rPr>
              <a:t>incial</a:t>
            </a:r>
            <a:endParaRPr lang="en-US" sz="1000" b="1">
              <a:solidFill>
                <a:schemeClr val="tx2"/>
              </a:solidFill>
            </a:endParaRPr>
          </a:p>
        </p:txBody>
      </p:sp>
      <p:cxnSp>
        <p:nvCxnSpPr>
          <p:cNvPr id="27" name="Straight Connector 8">
            <a:extLst>
              <a:ext uri="{FF2B5EF4-FFF2-40B4-BE49-F238E27FC236}">
                <a16:creationId xmlns:a16="http://schemas.microsoft.com/office/drawing/2014/main" id="{B796BC0A-BF6E-88C8-EF68-447FCB8D180E}"/>
              </a:ext>
            </a:extLst>
          </p:cNvPr>
          <p:cNvCxnSpPr>
            <a:cxnSpLocks/>
          </p:cNvCxnSpPr>
          <p:nvPr/>
        </p:nvCxnSpPr>
        <p:spPr>
          <a:xfrm>
            <a:off x="5425231" y="1473178"/>
            <a:ext cx="252000" cy="0"/>
          </a:xfrm>
          <a:prstGeom prst="line">
            <a:avLst/>
          </a:prstGeom>
          <a:noFill/>
          <a:ln w="25400" cap="flat">
            <a:solidFill>
              <a:schemeClr val="accent1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9" name="Diamond 78">
            <a:extLst>
              <a:ext uri="{FF2B5EF4-FFF2-40B4-BE49-F238E27FC236}">
                <a16:creationId xmlns:a16="http://schemas.microsoft.com/office/drawing/2014/main" id="{C18E69B1-B394-3449-16A6-55CFF1956539}"/>
              </a:ext>
            </a:extLst>
          </p:cNvPr>
          <p:cNvSpPr/>
          <p:nvPr/>
        </p:nvSpPr>
        <p:spPr>
          <a:xfrm>
            <a:off x="5469852" y="1376583"/>
            <a:ext cx="180000" cy="180000"/>
          </a:xfrm>
          <a:prstGeom prst="diamond">
            <a:avLst/>
          </a:prstGeom>
          <a:solidFill>
            <a:srgbClr val="00D318"/>
          </a:solidFill>
          <a:ln w="12700" cap="flat" cmpd="sng" algn="ctr">
            <a:solidFill>
              <a:schemeClr val="accent1">
                <a:lumMod val="75000"/>
              </a:scheme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hangingPunct="1"/>
            <a:endParaRPr lang="en-US" sz="1800" kern="1200">
              <a:solidFill>
                <a:srgbClr val="FFFFFF"/>
              </a:solidFill>
              <a:latin typeface="Simplon BP Regular"/>
              <a:ea typeface="+mn-ea"/>
              <a:cs typeface="Helvetica"/>
            </a:endParaRPr>
          </a:p>
        </p:txBody>
      </p:sp>
      <p:cxnSp>
        <p:nvCxnSpPr>
          <p:cNvPr id="43" name="Straight Connector 8">
            <a:extLst>
              <a:ext uri="{FF2B5EF4-FFF2-40B4-BE49-F238E27FC236}">
                <a16:creationId xmlns:a16="http://schemas.microsoft.com/office/drawing/2014/main" id="{D039588C-8BC5-95C0-869D-6B42F4620383}"/>
              </a:ext>
            </a:extLst>
          </p:cNvPr>
          <p:cNvCxnSpPr>
            <a:cxnSpLocks/>
          </p:cNvCxnSpPr>
          <p:nvPr/>
        </p:nvCxnSpPr>
        <p:spPr>
          <a:xfrm>
            <a:off x="5514462" y="2203181"/>
            <a:ext cx="3942805" cy="0"/>
          </a:xfrm>
          <a:prstGeom prst="line">
            <a:avLst/>
          </a:prstGeom>
          <a:noFill/>
          <a:ln w="25400" cap="flat">
            <a:solidFill>
              <a:schemeClr val="accent1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45" name="Diamond 78">
            <a:extLst>
              <a:ext uri="{FF2B5EF4-FFF2-40B4-BE49-F238E27FC236}">
                <a16:creationId xmlns:a16="http://schemas.microsoft.com/office/drawing/2014/main" id="{201EA6B9-DBE4-E799-0B38-BD9DCB9CEE54}"/>
              </a:ext>
            </a:extLst>
          </p:cNvPr>
          <p:cNvSpPr/>
          <p:nvPr/>
        </p:nvSpPr>
        <p:spPr>
          <a:xfrm>
            <a:off x="9331977" y="2121527"/>
            <a:ext cx="180000" cy="180000"/>
          </a:xfrm>
          <a:prstGeom prst="diamond">
            <a:avLst/>
          </a:prstGeom>
          <a:solidFill>
            <a:srgbClr val="00D318"/>
          </a:solidFill>
          <a:ln w="12700" cap="flat" cmpd="sng" algn="ctr">
            <a:solidFill>
              <a:schemeClr val="accent1">
                <a:lumMod val="75000"/>
              </a:scheme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hangingPunct="1"/>
            <a:endParaRPr lang="en-US" sz="1800" kern="1200">
              <a:solidFill>
                <a:srgbClr val="FFFFFF"/>
              </a:solidFill>
              <a:latin typeface="Simplon BP Regular"/>
              <a:ea typeface="+mn-ea"/>
              <a:cs typeface="Helvetica"/>
            </a:endParaRPr>
          </a:p>
        </p:txBody>
      </p:sp>
      <p:sp>
        <p:nvSpPr>
          <p:cNvPr id="46" name="TextBox 5">
            <a:extLst>
              <a:ext uri="{FF2B5EF4-FFF2-40B4-BE49-F238E27FC236}">
                <a16:creationId xmlns:a16="http://schemas.microsoft.com/office/drawing/2014/main" id="{223C6B94-05E4-3A77-42DC-00F1EBDD50A4}"/>
              </a:ext>
            </a:extLst>
          </p:cNvPr>
          <p:cNvSpPr txBox="1"/>
          <p:nvPr/>
        </p:nvSpPr>
        <p:spPr>
          <a:xfrm>
            <a:off x="8786922" y="2343078"/>
            <a:ext cx="1340689" cy="30777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lvl="0" eaLnBrk="1">
              <a:defRPr sz="1200" kern="0">
                <a:solidFill>
                  <a:srgbClr val="00D318"/>
                </a:solidFill>
                <a:uLnTx/>
                <a:latin typeface="Simplon BP Regular"/>
              </a:defRPr>
            </a:lvl1pPr>
          </a:lstStyle>
          <a:p>
            <a:pPr algn="ctr"/>
            <a:r>
              <a:rPr lang="pt-BR" sz="1000" b="1">
                <a:solidFill>
                  <a:schemeClr val="tx2"/>
                </a:solidFill>
              </a:rPr>
              <a:t>Planejamento da separação</a:t>
            </a:r>
            <a:endParaRPr lang="en-US" sz="1000" b="1">
              <a:solidFill>
                <a:schemeClr val="tx2"/>
              </a:solidFill>
            </a:endParaRPr>
          </a:p>
        </p:txBody>
      </p:sp>
      <p:cxnSp>
        <p:nvCxnSpPr>
          <p:cNvPr id="48" name="Straight Connector 8">
            <a:extLst>
              <a:ext uri="{FF2B5EF4-FFF2-40B4-BE49-F238E27FC236}">
                <a16:creationId xmlns:a16="http://schemas.microsoft.com/office/drawing/2014/main" id="{4CE1BE29-B797-FF8E-D552-4E44D12578D9}"/>
              </a:ext>
            </a:extLst>
          </p:cNvPr>
          <p:cNvCxnSpPr>
            <a:cxnSpLocks/>
          </p:cNvCxnSpPr>
          <p:nvPr/>
        </p:nvCxnSpPr>
        <p:spPr>
          <a:xfrm>
            <a:off x="7190861" y="2981754"/>
            <a:ext cx="4536000" cy="0"/>
          </a:xfrm>
          <a:prstGeom prst="line">
            <a:avLst/>
          </a:prstGeom>
          <a:noFill/>
          <a:ln w="25400" cap="flat">
            <a:solidFill>
              <a:schemeClr val="accent1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50" name="Diamond 78">
            <a:extLst>
              <a:ext uri="{FF2B5EF4-FFF2-40B4-BE49-F238E27FC236}">
                <a16:creationId xmlns:a16="http://schemas.microsoft.com/office/drawing/2014/main" id="{3424DF1E-0CBE-77B0-D598-0EAB3B4A07BD}"/>
              </a:ext>
            </a:extLst>
          </p:cNvPr>
          <p:cNvSpPr/>
          <p:nvPr/>
        </p:nvSpPr>
        <p:spPr>
          <a:xfrm>
            <a:off x="11415728" y="2891754"/>
            <a:ext cx="180000" cy="180000"/>
          </a:xfrm>
          <a:prstGeom prst="diamond">
            <a:avLst/>
          </a:prstGeom>
          <a:solidFill>
            <a:srgbClr val="00D318"/>
          </a:solidFill>
          <a:ln w="12700" cap="flat" cmpd="sng" algn="ctr">
            <a:solidFill>
              <a:schemeClr val="accent1">
                <a:lumMod val="75000"/>
              </a:scheme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hangingPunct="1"/>
            <a:endParaRPr lang="en-US" sz="1800" kern="1200">
              <a:solidFill>
                <a:srgbClr val="FFFFFF"/>
              </a:solidFill>
              <a:latin typeface="Simplon BP Regular"/>
              <a:ea typeface="+mn-ea"/>
              <a:cs typeface="Helvetica"/>
            </a:endParaRPr>
          </a:p>
        </p:txBody>
      </p:sp>
      <p:sp>
        <p:nvSpPr>
          <p:cNvPr id="51" name="TextBox 5">
            <a:extLst>
              <a:ext uri="{FF2B5EF4-FFF2-40B4-BE49-F238E27FC236}">
                <a16:creationId xmlns:a16="http://schemas.microsoft.com/office/drawing/2014/main" id="{63824EE5-C553-6D2B-A50C-DCE4677C76E4}"/>
              </a:ext>
            </a:extLst>
          </p:cNvPr>
          <p:cNvSpPr txBox="1"/>
          <p:nvPr/>
        </p:nvSpPr>
        <p:spPr>
          <a:xfrm>
            <a:off x="10892283" y="3061558"/>
            <a:ext cx="1229381" cy="30777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lvl="0" eaLnBrk="1">
              <a:defRPr sz="1200" kern="0">
                <a:solidFill>
                  <a:srgbClr val="00D318"/>
                </a:solidFill>
                <a:uLnTx/>
                <a:latin typeface="Simplon BP Regular"/>
              </a:defRPr>
            </a:lvl1pPr>
          </a:lstStyle>
          <a:p>
            <a:pPr algn="ctr"/>
            <a:r>
              <a:rPr lang="pt-BR" sz="1000" b="1" err="1">
                <a:solidFill>
                  <a:schemeClr val="tx2"/>
                </a:solidFill>
              </a:rPr>
              <a:t>Transf</a:t>
            </a:r>
            <a:r>
              <a:rPr lang="pt-BR" sz="1000" b="1">
                <a:solidFill>
                  <a:schemeClr val="tx2"/>
                </a:solidFill>
              </a:rPr>
              <a:t>. ou terminação dos contratos</a:t>
            </a:r>
            <a:endParaRPr lang="en-US" sz="1000" b="1">
              <a:solidFill>
                <a:schemeClr val="tx2"/>
              </a:solidFill>
            </a:endParaRPr>
          </a:p>
        </p:txBody>
      </p:sp>
      <p:cxnSp>
        <p:nvCxnSpPr>
          <p:cNvPr id="55" name="Straight Connector 8">
            <a:extLst>
              <a:ext uri="{FF2B5EF4-FFF2-40B4-BE49-F238E27FC236}">
                <a16:creationId xmlns:a16="http://schemas.microsoft.com/office/drawing/2014/main" id="{26A0FE69-E9B6-F33A-CBE9-1CEFC26DDA5B}"/>
              </a:ext>
            </a:extLst>
          </p:cNvPr>
          <p:cNvCxnSpPr>
            <a:cxnSpLocks/>
          </p:cNvCxnSpPr>
          <p:nvPr/>
        </p:nvCxnSpPr>
        <p:spPr>
          <a:xfrm>
            <a:off x="7218751" y="3720888"/>
            <a:ext cx="4536000" cy="0"/>
          </a:xfrm>
          <a:prstGeom prst="line">
            <a:avLst/>
          </a:prstGeom>
          <a:noFill/>
          <a:ln w="25400" cap="flat">
            <a:solidFill>
              <a:schemeClr val="accent1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56" name="Diamond 78">
            <a:extLst>
              <a:ext uri="{FF2B5EF4-FFF2-40B4-BE49-F238E27FC236}">
                <a16:creationId xmlns:a16="http://schemas.microsoft.com/office/drawing/2014/main" id="{477017B5-E49E-6E96-8D02-6691CB0EADF3}"/>
              </a:ext>
            </a:extLst>
          </p:cNvPr>
          <p:cNvSpPr/>
          <p:nvPr/>
        </p:nvSpPr>
        <p:spPr>
          <a:xfrm>
            <a:off x="11415728" y="3630888"/>
            <a:ext cx="180000" cy="180000"/>
          </a:xfrm>
          <a:prstGeom prst="diamond">
            <a:avLst/>
          </a:prstGeom>
          <a:solidFill>
            <a:srgbClr val="00D318"/>
          </a:solidFill>
          <a:ln w="12700" cap="flat" cmpd="sng" algn="ctr">
            <a:solidFill>
              <a:schemeClr val="accent1">
                <a:lumMod val="75000"/>
              </a:scheme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hangingPunct="1"/>
            <a:endParaRPr lang="en-US" sz="1800" kern="1200">
              <a:solidFill>
                <a:srgbClr val="FFFFFF"/>
              </a:solidFill>
              <a:latin typeface="Simplon BP Regular"/>
              <a:ea typeface="+mn-ea"/>
              <a:cs typeface="Helvetica"/>
            </a:endParaRPr>
          </a:p>
        </p:txBody>
      </p:sp>
      <p:sp>
        <p:nvSpPr>
          <p:cNvPr id="59" name="TextBox 5">
            <a:extLst>
              <a:ext uri="{FF2B5EF4-FFF2-40B4-BE49-F238E27FC236}">
                <a16:creationId xmlns:a16="http://schemas.microsoft.com/office/drawing/2014/main" id="{D2128E1C-F9C9-FFC1-EF61-F0B7A52770BD}"/>
              </a:ext>
            </a:extLst>
          </p:cNvPr>
          <p:cNvSpPr txBox="1"/>
          <p:nvPr/>
        </p:nvSpPr>
        <p:spPr>
          <a:xfrm>
            <a:off x="11021775" y="3789263"/>
            <a:ext cx="1038107" cy="30777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lvl="0" eaLnBrk="1">
              <a:defRPr sz="1200" kern="0">
                <a:solidFill>
                  <a:srgbClr val="00D318"/>
                </a:solidFill>
                <a:uLnTx/>
                <a:latin typeface="Simplon BP Regular"/>
              </a:defRPr>
            </a:lvl1pPr>
          </a:lstStyle>
          <a:p>
            <a:pPr algn="ctr"/>
            <a:r>
              <a:rPr lang="pt-BR" sz="1000" b="1">
                <a:solidFill>
                  <a:schemeClr val="tx2"/>
                </a:solidFill>
              </a:rPr>
              <a:t>Contratos separados</a:t>
            </a:r>
            <a:endParaRPr lang="en-US" sz="1000" b="1">
              <a:solidFill>
                <a:schemeClr val="tx2"/>
              </a:solidFill>
            </a:endParaRPr>
          </a:p>
        </p:txBody>
      </p:sp>
      <p:cxnSp>
        <p:nvCxnSpPr>
          <p:cNvPr id="79" name="Straight Connector 8">
            <a:extLst>
              <a:ext uri="{FF2B5EF4-FFF2-40B4-BE49-F238E27FC236}">
                <a16:creationId xmlns:a16="http://schemas.microsoft.com/office/drawing/2014/main" id="{071E0329-C3F7-BA36-0F0C-6784CBA698F4}"/>
              </a:ext>
            </a:extLst>
          </p:cNvPr>
          <p:cNvCxnSpPr>
            <a:cxnSpLocks/>
          </p:cNvCxnSpPr>
          <p:nvPr/>
        </p:nvCxnSpPr>
        <p:spPr>
          <a:xfrm>
            <a:off x="9575800" y="4494533"/>
            <a:ext cx="2178951" cy="0"/>
          </a:xfrm>
          <a:prstGeom prst="line">
            <a:avLst/>
          </a:prstGeom>
          <a:noFill/>
          <a:ln w="25400" cap="flat">
            <a:solidFill>
              <a:schemeClr val="accent1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81" name="Diamond 78">
            <a:extLst>
              <a:ext uri="{FF2B5EF4-FFF2-40B4-BE49-F238E27FC236}">
                <a16:creationId xmlns:a16="http://schemas.microsoft.com/office/drawing/2014/main" id="{FA7ECF31-B62F-1420-6584-049D9C0FE73F}"/>
              </a:ext>
            </a:extLst>
          </p:cNvPr>
          <p:cNvSpPr/>
          <p:nvPr/>
        </p:nvSpPr>
        <p:spPr>
          <a:xfrm>
            <a:off x="11415728" y="4404533"/>
            <a:ext cx="180000" cy="180000"/>
          </a:xfrm>
          <a:prstGeom prst="diamond">
            <a:avLst/>
          </a:prstGeom>
          <a:solidFill>
            <a:srgbClr val="00D318"/>
          </a:solidFill>
          <a:ln w="12700" cap="flat" cmpd="sng" algn="ctr">
            <a:solidFill>
              <a:schemeClr val="accent1">
                <a:lumMod val="75000"/>
              </a:scheme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hangingPunct="1"/>
            <a:endParaRPr lang="en-US" sz="1800" kern="1200">
              <a:solidFill>
                <a:srgbClr val="FFFFFF"/>
              </a:solidFill>
              <a:latin typeface="Simplon BP Regular"/>
              <a:ea typeface="+mn-ea"/>
              <a:cs typeface="Helvetica"/>
            </a:endParaRPr>
          </a:p>
        </p:txBody>
      </p:sp>
      <p:sp>
        <p:nvSpPr>
          <p:cNvPr id="87" name="TextBox 5">
            <a:extLst>
              <a:ext uri="{FF2B5EF4-FFF2-40B4-BE49-F238E27FC236}">
                <a16:creationId xmlns:a16="http://schemas.microsoft.com/office/drawing/2014/main" id="{8921DAE2-638E-3106-6EDD-5AE9080DACCC}"/>
              </a:ext>
            </a:extLst>
          </p:cNvPr>
          <p:cNvSpPr txBox="1"/>
          <p:nvPr/>
        </p:nvSpPr>
        <p:spPr>
          <a:xfrm>
            <a:off x="11014564" y="4567552"/>
            <a:ext cx="1038107" cy="30777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lvl="0" eaLnBrk="1">
              <a:defRPr sz="1200" kern="0">
                <a:solidFill>
                  <a:srgbClr val="00D318"/>
                </a:solidFill>
                <a:uLnTx/>
                <a:latin typeface="Simplon BP Regular"/>
              </a:defRPr>
            </a:lvl1pPr>
          </a:lstStyle>
          <a:p>
            <a:pPr algn="ctr"/>
            <a:r>
              <a:rPr lang="pt-BR" sz="1000" b="1">
                <a:solidFill>
                  <a:schemeClr val="tx2"/>
                </a:solidFill>
              </a:rPr>
              <a:t>Terminação de Contratos</a:t>
            </a:r>
            <a:endParaRPr lang="en-US" sz="1000" b="1">
              <a:solidFill>
                <a:schemeClr val="tx2"/>
              </a:solidFill>
            </a:endParaRPr>
          </a:p>
        </p:txBody>
      </p:sp>
      <p:cxnSp>
        <p:nvCxnSpPr>
          <p:cNvPr id="89" name="Straight Connector 8">
            <a:extLst>
              <a:ext uri="{FF2B5EF4-FFF2-40B4-BE49-F238E27FC236}">
                <a16:creationId xmlns:a16="http://schemas.microsoft.com/office/drawing/2014/main" id="{670267A7-ACD9-0C4B-02C9-623A4C431D25}"/>
              </a:ext>
            </a:extLst>
          </p:cNvPr>
          <p:cNvCxnSpPr>
            <a:cxnSpLocks/>
          </p:cNvCxnSpPr>
          <p:nvPr/>
        </p:nvCxnSpPr>
        <p:spPr>
          <a:xfrm>
            <a:off x="8001000" y="5257992"/>
            <a:ext cx="3753751" cy="0"/>
          </a:xfrm>
          <a:prstGeom prst="line">
            <a:avLst/>
          </a:prstGeom>
          <a:noFill/>
          <a:ln w="25400" cap="flat">
            <a:solidFill>
              <a:schemeClr val="accent1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96" name="Diamond 78">
            <a:extLst>
              <a:ext uri="{FF2B5EF4-FFF2-40B4-BE49-F238E27FC236}">
                <a16:creationId xmlns:a16="http://schemas.microsoft.com/office/drawing/2014/main" id="{4BBA5ECF-3E5F-CA20-00D4-7392F3BF9B14}"/>
              </a:ext>
            </a:extLst>
          </p:cNvPr>
          <p:cNvSpPr/>
          <p:nvPr/>
        </p:nvSpPr>
        <p:spPr>
          <a:xfrm>
            <a:off x="11415728" y="5175128"/>
            <a:ext cx="180000" cy="180000"/>
          </a:xfrm>
          <a:prstGeom prst="diamond">
            <a:avLst/>
          </a:prstGeom>
          <a:solidFill>
            <a:srgbClr val="00D318"/>
          </a:solidFill>
          <a:ln w="12700" cap="flat" cmpd="sng" algn="ctr">
            <a:solidFill>
              <a:schemeClr val="accent1">
                <a:lumMod val="75000"/>
              </a:scheme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hangingPunct="1"/>
            <a:endParaRPr lang="en-US" sz="1800" kern="1200">
              <a:solidFill>
                <a:srgbClr val="FFFFFF"/>
              </a:solidFill>
              <a:latin typeface="Simplon BP Regular"/>
              <a:ea typeface="+mn-ea"/>
              <a:cs typeface="Helvetica"/>
            </a:endParaRPr>
          </a:p>
        </p:txBody>
      </p:sp>
      <p:sp>
        <p:nvSpPr>
          <p:cNvPr id="97" name="TextBox 5">
            <a:extLst>
              <a:ext uri="{FF2B5EF4-FFF2-40B4-BE49-F238E27FC236}">
                <a16:creationId xmlns:a16="http://schemas.microsoft.com/office/drawing/2014/main" id="{5E63C03B-7D61-5B73-A364-46DCE159A187}"/>
              </a:ext>
            </a:extLst>
          </p:cNvPr>
          <p:cNvSpPr txBox="1"/>
          <p:nvPr/>
        </p:nvSpPr>
        <p:spPr>
          <a:xfrm>
            <a:off x="10978095" y="5338147"/>
            <a:ext cx="1154639" cy="30777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lvl="0" eaLnBrk="1">
              <a:defRPr sz="1200" kern="0">
                <a:solidFill>
                  <a:srgbClr val="00D318"/>
                </a:solidFill>
                <a:uLnTx/>
                <a:latin typeface="Simplon BP Regular"/>
              </a:defRPr>
            </a:lvl1pPr>
          </a:lstStyle>
          <a:p>
            <a:pPr algn="ctr"/>
            <a:r>
              <a:rPr lang="pt-BR" sz="1000" b="1">
                <a:solidFill>
                  <a:schemeClr val="tx2"/>
                </a:solidFill>
              </a:rPr>
              <a:t>Custos de separação e terminação</a:t>
            </a:r>
            <a:endParaRPr lang="en-US" sz="1000" b="1">
              <a:solidFill>
                <a:schemeClr val="tx2"/>
              </a:solidFill>
            </a:endParaRPr>
          </a:p>
        </p:txBody>
      </p:sp>
      <p:sp>
        <p:nvSpPr>
          <p:cNvPr id="98" name="TextBox 5">
            <a:extLst>
              <a:ext uri="{FF2B5EF4-FFF2-40B4-BE49-F238E27FC236}">
                <a16:creationId xmlns:a16="http://schemas.microsoft.com/office/drawing/2014/main" id="{B3C4594A-4428-EE85-1D27-DBED2595CFEB}"/>
              </a:ext>
            </a:extLst>
          </p:cNvPr>
          <p:cNvSpPr txBox="1"/>
          <p:nvPr/>
        </p:nvSpPr>
        <p:spPr>
          <a:xfrm>
            <a:off x="5316803" y="1222337"/>
            <a:ext cx="505348" cy="15388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lvl="0" eaLnBrk="1">
              <a:defRPr sz="1200" kern="0">
                <a:solidFill>
                  <a:srgbClr val="00D318"/>
                </a:solidFill>
                <a:uLnTx/>
                <a:latin typeface="Simplon BP Regular"/>
              </a:defRPr>
            </a:lvl1pPr>
          </a:lstStyle>
          <a:p>
            <a:pPr algn="ctr"/>
            <a:r>
              <a:rPr lang="pt-BR" sz="1000" b="1">
                <a:solidFill>
                  <a:schemeClr val="tx2"/>
                </a:solidFill>
              </a:rPr>
              <a:t>01/05</a:t>
            </a:r>
            <a:endParaRPr lang="en-US" sz="1000" b="1">
              <a:solidFill>
                <a:schemeClr val="tx2"/>
              </a:solidFill>
            </a:endParaRPr>
          </a:p>
        </p:txBody>
      </p:sp>
      <p:sp>
        <p:nvSpPr>
          <p:cNvPr id="99" name="TextBox 5">
            <a:extLst>
              <a:ext uri="{FF2B5EF4-FFF2-40B4-BE49-F238E27FC236}">
                <a16:creationId xmlns:a16="http://schemas.microsoft.com/office/drawing/2014/main" id="{033D428A-CD39-07C7-C9A1-8ED5968E08B3}"/>
              </a:ext>
            </a:extLst>
          </p:cNvPr>
          <p:cNvSpPr txBox="1"/>
          <p:nvPr/>
        </p:nvSpPr>
        <p:spPr>
          <a:xfrm>
            <a:off x="9169303" y="1940380"/>
            <a:ext cx="505348" cy="30777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lvl="0" eaLnBrk="1">
              <a:defRPr sz="1200" kern="0">
                <a:solidFill>
                  <a:srgbClr val="00D318"/>
                </a:solidFill>
                <a:uLnTx/>
                <a:latin typeface="Simplon BP Regular"/>
              </a:defRPr>
            </a:lvl1pPr>
          </a:lstStyle>
          <a:p>
            <a:pPr algn="ctr"/>
            <a:r>
              <a:rPr lang="pt-BR" sz="1000" b="1">
                <a:solidFill>
                  <a:schemeClr val="tx2"/>
                </a:solidFill>
              </a:rPr>
              <a:t>30/09 </a:t>
            </a:r>
            <a:br>
              <a:rPr lang="pt-BR" sz="1000" b="1">
                <a:solidFill>
                  <a:schemeClr val="tx2"/>
                </a:solidFill>
              </a:rPr>
            </a:br>
            <a:endParaRPr lang="en-US" sz="1000" b="1">
              <a:solidFill>
                <a:schemeClr val="tx2"/>
              </a:solidFill>
            </a:endParaRPr>
          </a:p>
        </p:txBody>
      </p:sp>
      <p:sp>
        <p:nvSpPr>
          <p:cNvPr id="100" name="TextBox 5">
            <a:extLst>
              <a:ext uri="{FF2B5EF4-FFF2-40B4-BE49-F238E27FC236}">
                <a16:creationId xmlns:a16="http://schemas.microsoft.com/office/drawing/2014/main" id="{D0FF1E70-23E6-1FEE-3E6E-92AE087FBD8B}"/>
              </a:ext>
            </a:extLst>
          </p:cNvPr>
          <p:cNvSpPr txBox="1"/>
          <p:nvPr/>
        </p:nvSpPr>
        <p:spPr>
          <a:xfrm>
            <a:off x="11254910" y="2718230"/>
            <a:ext cx="505348" cy="30777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lvl="0" eaLnBrk="1">
              <a:defRPr sz="1200" kern="0">
                <a:solidFill>
                  <a:srgbClr val="00D318"/>
                </a:solidFill>
                <a:uLnTx/>
                <a:latin typeface="Simplon BP Regular"/>
              </a:defRPr>
            </a:lvl1pPr>
          </a:lstStyle>
          <a:p>
            <a:pPr algn="ctr"/>
            <a:r>
              <a:rPr lang="pt-BR" sz="1000" b="1">
                <a:solidFill>
                  <a:schemeClr val="tx2"/>
                </a:solidFill>
              </a:rPr>
              <a:t>29/11 </a:t>
            </a:r>
            <a:br>
              <a:rPr lang="pt-BR" sz="1000" b="1">
                <a:solidFill>
                  <a:schemeClr val="tx2"/>
                </a:solidFill>
              </a:rPr>
            </a:br>
            <a:endParaRPr lang="en-US" sz="1000" b="1">
              <a:solidFill>
                <a:schemeClr val="tx2"/>
              </a:solidFill>
            </a:endParaRPr>
          </a:p>
        </p:txBody>
      </p:sp>
      <p:sp>
        <p:nvSpPr>
          <p:cNvPr id="101" name="TextBox 5">
            <a:extLst>
              <a:ext uri="{FF2B5EF4-FFF2-40B4-BE49-F238E27FC236}">
                <a16:creationId xmlns:a16="http://schemas.microsoft.com/office/drawing/2014/main" id="{CC0427BB-F1CE-6BD0-2F13-7DB36D7471E9}"/>
              </a:ext>
            </a:extLst>
          </p:cNvPr>
          <p:cNvSpPr txBox="1"/>
          <p:nvPr/>
        </p:nvSpPr>
        <p:spPr>
          <a:xfrm>
            <a:off x="11254910" y="3468746"/>
            <a:ext cx="505348" cy="30777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lvl="0" eaLnBrk="1">
              <a:defRPr sz="1200" kern="0">
                <a:solidFill>
                  <a:srgbClr val="00D318"/>
                </a:solidFill>
                <a:uLnTx/>
                <a:latin typeface="Simplon BP Regular"/>
              </a:defRPr>
            </a:lvl1pPr>
          </a:lstStyle>
          <a:p>
            <a:pPr algn="ctr"/>
            <a:r>
              <a:rPr lang="pt-BR" sz="1000" b="1">
                <a:solidFill>
                  <a:schemeClr val="tx2"/>
                </a:solidFill>
              </a:rPr>
              <a:t>29/11 </a:t>
            </a:r>
            <a:br>
              <a:rPr lang="pt-BR" sz="1000" b="1">
                <a:solidFill>
                  <a:schemeClr val="tx2"/>
                </a:solidFill>
              </a:rPr>
            </a:br>
            <a:endParaRPr lang="en-US" sz="1000" b="1">
              <a:solidFill>
                <a:schemeClr val="tx2"/>
              </a:solidFill>
            </a:endParaRPr>
          </a:p>
        </p:txBody>
      </p:sp>
      <p:sp>
        <p:nvSpPr>
          <p:cNvPr id="102" name="TextBox 5">
            <a:extLst>
              <a:ext uri="{FF2B5EF4-FFF2-40B4-BE49-F238E27FC236}">
                <a16:creationId xmlns:a16="http://schemas.microsoft.com/office/drawing/2014/main" id="{C3E673B6-553F-A028-D46F-D40B43992394}"/>
              </a:ext>
            </a:extLst>
          </p:cNvPr>
          <p:cNvSpPr txBox="1"/>
          <p:nvPr/>
        </p:nvSpPr>
        <p:spPr>
          <a:xfrm>
            <a:off x="11254910" y="4254880"/>
            <a:ext cx="505348" cy="30777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lvl="0" eaLnBrk="1">
              <a:defRPr sz="1200" kern="0">
                <a:solidFill>
                  <a:srgbClr val="00D318"/>
                </a:solidFill>
                <a:uLnTx/>
                <a:latin typeface="Simplon BP Regular"/>
              </a:defRPr>
            </a:lvl1pPr>
          </a:lstStyle>
          <a:p>
            <a:pPr algn="ctr"/>
            <a:r>
              <a:rPr lang="pt-BR" sz="1000" b="1">
                <a:solidFill>
                  <a:schemeClr val="tx2"/>
                </a:solidFill>
              </a:rPr>
              <a:t>29/11 </a:t>
            </a:r>
            <a:br>
              <a:rPr lang="pt-BR" sz="1000" b="1">
                <a:solidFill>
                  <a:schemeClr val="tx2"/>
                </a:solidFill>
              </a:rPr>
            </a:br>
            <a:endParaRPr lang="en-US" sz="1000" b="1">
              <a:solidFill>
                <a:schemeClr val="tx2"/>
              </a:solidFill>
            </a:endParaRPr>
          </a:p>
        </p:txBody>
      </p:sp>
      <p:sp>
        <p:nvSpPr>
          <p:cNvPr id="103" name="TextBox 5">
            <a:extLst>
              <a:ext uri="{FF2B5EF4-FFF2-40B4-BE49-F238E27FC236}">
                <a16:creationId xmlns:a16="http://schemas.microsoft.com/office/drawing/2014/main" id="{0B11AE9A-A69F-5C29-1BA1-76EA784649F1}"/>
              </a:ext>
            </a:extLst>
          </p:cNvPr>
          <p:cNvSpPr txBox="1"/>
          <p:nvPr/>
        </p:nvSpPr>
        <p:spPr>
          <a:xfrm>
            <a:off x="11254910" y="5024744"/>
            <a:ext cx="505348" cy="30777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lvl="0" eaLnBrk="1">
              <a:defRPr sz="1200" kern="0">
                <a:solidFill>
                  <a:srgbClr val="00D318"/>
                </a:solidFill>
                <a:uLnTx/>
                <a:latin typeface="Simplon BP Regular"/>
              </a:defRPr>
            </a:lvl1pPr>
          </a:lstStyle>
          <a:p>
            <a:pPr algn="ctr"/>
            <a:r>
              <a:rPr lang="pt-BR" sz="1000" b="1">
                <a:solidFill>
                  <a:schemeClr val="tx2"/>
                </a:solidFill>
              </a:rPr>
              <a:t>29/11 </a:t>
            </a:r>
            <a:br>
              <a:rPr lang="pt-BR" sz="1000" b="1">
                <a:solidFill>
                  <a:schemeClr val="tx2"/>
                </a:solidFill>
              </a:rPr>
            </a:br>
            <a:endParaRPr lang="en-US" sz="1000" b="1">
              <a:solidFill>
                <a:schemeClr val="tx2"/>
              </a:solidFill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0C7C78C8-4472-7E13-018F-350419007863}"/>
              </a:ext>
            </a:extLst>
          </p:cNvPr>
          <p:cNvGrpSpPr/>
          <p:nvPr>
            <p:custDataLst>
              <p:tags r:id="rId1"/>
            </p:custDataLst>
          </p:nvPr>
        </p:nvGrpSpPr>
        <p:grpSpPr>
          <a:xfrm>
            <a:off x="9953370" y="67434"/>
            <a:ext cx="1117294" cy="266244"/>
            <a:chOff x="10312706" y="228600"/>
            <a:chExt cx="1117294" cy="266244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A379F506-C254-6E1D-A436-0D3D55648E5C}"/>
                </a:ext>
              </a:extLst>
            </p:cNvPr>
            <p:cNvSpPr txBox="1"/>
            <p:nvPr/>
          </p:nvSpPr>
          <p:spPr>
            <a:xfrm>
              <a:off x="10312706" y="269389"/>
              <a:ext cx="1117294" cy="184666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ctr" anchorCtr="1">
              <a:spAutoFit/>
            </a:bodyPr>
            <a:lstStyle/>
            <a:p>
              <a:pPr marL="0" marR="0" lvl="0" indent="0" algn="ct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200" b="1" i="1" u="sng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/>
                  <a:sym typeface="Simplon BP Regular"/>
                </a:rPr>
                <a:t>PRELIMINAR</a:t>
              </a:r>
            </a:p>
          </p:txBody>
        </p: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B4BD83DC-A6BC-0539-3C01-A6C7A6FBCD09}"/>
                </a:ext>
              </a:extLst>
            </p:cNvPr>
            <p:cNvCxnSpPr>
              <a:cxnSpLocks/>
            </p:cNvCxnSpPr>
            <p:nvPr/>
          </p:nvCxnSpPr>
          <p:spPr>
            <a:xfrm>
              <a:off x="10312706" y="228600"/>
              <a:ext cx="1117294" cy="0"/>
            </a:xfrm>
            <a:prstGeom prst="line">
              <a:avLst/>
            </a:prstGeom>
            <a:ln w="12700" cmpd="sng">
              <a:solidFill>
                <a:srgbClr val="000000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324E64E0-F38B-33ED-6EA8-1B3B0A9DAD38}"/>
                </a:ext>
              </a:extLst>
            </p:cNvPr>
            <p:cNvCxnSpPr>
              <a:cxnSpLocks/>
            </p:cNvCxnSpPr>
            <p:nvPr/>
          </p:nvCxnSpPr>
          <p:spPr>
            <a:xfrm>
              <a:off x="10312706" y="494844"/>
              <a:ext cx="1117294" cy="0"/>
            </a:xfrm>
            <a:prstGeom prst="line">
              <a:avLst/>
            </a:prstGeom>
            <a:ln w="12700" cmpd="sng">
              <a:solidFill>
                <a:srgbClr val="000000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Diamond 78">
            <a:extLst>
              <a:ext uri="{FF2B5EF4-FFF2-40B4-BE49-F238E27FC236}">
                <a16:creationId xmlns:a16="http://schemas.microsoft.com/office/drawing/2014/main" id="{B57D737A-134C-60E5-4873-E2F0DF703DDD}"/>
              </a:ext>
            </a:extLst>
          </p:cNvPr>
          <p:cNvSpPr/>
          <p:nvPr/>
        </p:nvSpPr>
        <p:spPr>
          <a:xfrm>
            <a:off x="7095507" y="2113907"/>
            <a:ext cx="180000" cy="180000"/>
          </a:xfrm>
          <a:prstGeom prst="diamond">
            <a:avLst/>
          </a:prstGeom>
          <a:solidFill>
            <a:srgbClr val="00D318"/>
          </a:solidFill>
          <a:ln w="12700" cap="flat" cmpd="sng" algn="ctr">
            <a:solidFill>
              <a:schemeClr val="accent1">
                <a:lumMod val="75000"/>
              </a:scheme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hangingPunct="1"/>
            <a:endParaRPr lang="en-US" sz="1800" kern="1200">
              <a:solidFill>
                <a:srgbClr val="FFFFFF"/>
              </a:solidFill>
              <a:latin typeface="Simplon BP Regular"/>
              <a:ea typeface="+mn-ea"/>
              <a:cs typeface="Helvetica"/>
            </a:endParaRPr>
          </a:p>
        </p:txBody>
      </p:sp>
      <p:sp>
        <p:nvSpPr>
          <p:cNvPr id="24" name="TextBox 5">
            <a:extLst>
              <a:ext uri="{FF2B5EF4-FFF2-40B4-BE49-F238E27FC236}">
                <a16:creationId xmlns:a16="http://schemas.microsoft.com/office/drawing/2014/main" id="{96590961-BB26-9D26-561B-2B4842382C45}"/>
              </a:ext>
            </a:extLst>
          </p:cNvPr>
          <p:cNvSpPr txBox="1"/>
          <p:nvPr/>
        </p:nvSpPr>
        <p:spPr>
          <a:xfrm>
            <a:off x="6653322" y="2335458"/>
            <a:ext cx="1102329" cy="30777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lvl="0" eaLnBrk="1">
              <a:defRPr sz="1200" kern="0">
                <a:solidFill>
                  <a:srgbClr val="00D318"/>
                </a:solidFill>
                <a:uLnTx/>
                <a:latin typeface="Simplon BP Regular"/>
              </a:defRPr>
            </a:lvl1pPr>
          </a:lstStyle>
          <a:p>
            <a:pPr algn="ctr"/>
            <a:r>
              <a:rPr lang="pt-BR" sz="1000" b="1">
                <a:solidFill>
                  <a:schemeClr val="tx2"/>
                </a:solidFill>
              </a:rPr>
              <a:t>Avaliação dos Contratos</a:t>
            </a:r>
            <a:endParaRPr lang="en-US" sz="1000" b="1">
              <a:solidFill>
                <a:schemeClr val="tx2"/>
              </a:solidFill>
            </a:endParaRPr>
          </a:p>
        </p:txBody>
      </p:sp>
      <p:sp>
        <p:nvSpPr>
          <p:cNvPr id="25" name="TextBox 5">
            <a:extLst>
              <a:ext uri="{FF2B5EF4-FFF2-40B4-BE49-F238E27FC236}">
                <a16:creationId xmlns:a16="http://schemas.microsoft.com/office/drawing/2014/main" id="{D41C5C8C-80CF-E286-0661-031F8C1B4C79}"/>
              </a:ext>
            </a:extLst>
          </p:cNvPr>
          <p:cNvSpPr txBox="1"/>
          <p:nvPr/>
        </p:nvSpPr>
        <p:spPr>
          <a:xfrm>
            <a:off x="6932833" y="1932760"/>
            <a:ext cx="505348" cy="30777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lvl="0" eaLnBrk="1">
              <a:defRPr sz="1200" kern="0">
                <a:solidFill>
                  <a:srgbClr val="00D318"/>
                </a:solidFill>
                <a:uLnTx/>
                <a:latin typeface="Simplon BP Regular"/>
              </a:defRPr>
            </a:lvl1pPr>
          </a:lstStyle>
          <a:p>
            <a:pPr algn="ctr"/>
            <a:r>
              <a:rPr lang="pt-BR" sz="1000" b="1">
                <a:solidFill>
                  <a:schemeClr val="tx2"/>
                </a:solidFill>
              </a:rPr>
              <a:t>30/07 </a:t>
            </a:r>
            <a:br>
              <a:rPr lang="pt-BR" sz="1000" b="1">
                <a:solidFill>
                  <a:schemeClr val="tx2"/>
                </a:solidFill>
              </a:rPr>
            </a:br>
            <a:endParaRPr lang="en-US" sz="1000" b="1">
              <a:solidFill>
                <a:schemeClr val="tx2"/>
              </a:solidFill>
            </a:endParaRPr>
          </a:p>
        </p:txBody>
      </p:sp>
      <p:sp>
        <p:nvSpPr>
          <p:cNvPr id="26" name="Diamond 78">
            <a:extLst>
              <a:ext uri="{FF2B5EF4-FFF2-40B4-BE49-F238E27FC236}">
                <a16:creationId xmlns:a16="http://schemas.microsoft.com/office/drawing/2014/main" id="{224FDE8C-157D-6996-0F5F-40B40B3F8984}"/>
              </a:ext>
            </a:extLst>
          </p:cNvPr>
          <p:cNvSpPr/>
          <p:nvPr/>
        </p:nvSpPr>
        <p:spPr>
          <a:xfrm>
            <a:off x="7979108" y="2895564"/>
            <a:ext cx="180000" cy="180000"/>
          </a:xfrm>
          <a:prstGeom prst="diamond">
            <a:avLst/>
          </a:prstGeom>
          <a:solidFill>
            <a:srgbClr val="00D318"/>
          </a:solidFill>
          <a:ln w="12700" cap="flat" cmpd="sng" algn="ctr">
            <a:solidFill>
              <a:schemeClr val="accent1">
                <a:lumMod val="75000"/>
              </a:scheme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hangingPunct="1"/>
            <a:endParaRPr lang="en-US" sz="1800" kern="1200">
              <a:solidFill>
                <a:srgbClr val="FFFFFF"/>
              </a:solidFill>
              <a:latin typeface="Simplon BP Regular"/>
              <a:ea typeface="+mn-ea"/>
              <a:cs typeface="Helvetica"/>
            </a:endParaRPr>
          </a:p>
        </p:txBody>
      </p:sp>
      <p:sp>
        <p:nvSpPr>
          <p:cNvPr id="28" name="TextBox 5">
            <a:extLst>
              <a:ext uri="{FF2B5EF4-FFF2-40B4-BE49-F238E27FC236}">
                <a16:creationId xmlns:a16="http://schemas.microsoft.com/office/drawing/2014/main" id="{44C707D4-E210-CE8A-B7FB-774F2AF678B2}"/>
              </a:ext>
            </a:extLst>
          </p:cNvPr>
          <p:cNvSpPr txBox="1"/>
          <p:nvPr/>
        </p:nvSpPr>
        <p:spPr>
          <a:xfrm>
            <a:off x="7615684" y="3099657"/>
            <a:ext cx="906544" cy="30777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lvl="0" eaLnBrk="1">
              <a:defRPr sz="1200" kern="0">
                <a:solidFill>
                  <a:srgbClr val="00D318"/>
                </a:solidFill>
                <a:uLnTx/>
                <a:latin typeface="Simplon BP Regular"/>
              </a:defRPr>
            </a:lvl1pPr>
          </a:lstStyle>
          <a:p>
            <a:pPr algn="ctr"/>
            <a:r>
              <a:rPr lang="pt-BR" sz="1000" b="1">
                <a:solidFill>
                  <a:schemeClr val="tx2"/>
                </a:solidFill>
              </a:rPr>
              <a:t>Início da Renegociação</a:t>
            </a:r>
            <a:endParaRPr lang="en-US" sz="1000" b="1">
              <a:solidFill>
                <a:schemeClr val="tx2"/>
              </a:solidFill>
            </a:endParaRPr>
          </a:p>
        </p:txBody>
      </p:sp>
      <p:sp>
        <p:nvSpPr>
          <p:cNvPr id="31" name="TextBox 5">
            <a:extLst>
              <a:ext uri="{FF2B5EF4-FFF2-40B4-BE49-F238E27FC236}">
                <a16:creationId xmlns:a16="http://schemas.microsoft.com/office/drawing/2014/main" id="{47A92EB2-CCE2-7823-8FA5-E97C50B54C17}"/>
              </a:ext>
            </a:extLst>
          </p:cNvPr>
          <p:cNvSpPr txBox="1"/>
          <p:nvPr/>
        </p:nvSpPr>
        <p:spPr>
          <a:xfrm>
            <a:off x="7818290" y="2733470"/>
            <a:ext cx="505348" cy="30777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lvl="0" eaLnBrk="1">
              <a:defRPr sz="1200" kern="0">
                <a:solidFill>
                  <a:srgbClr val="00D318"/>
                </a:solidFill>
                <a:uLnTx/>
                <a:latin typeface="Simplon BP Regular"/>
              </a:defRPr>
            </a:lvl1pPr>
          </a:lstStyle>
          <a:p>
            <a:pPr algn="ctr"/>
            <a:r>
              <a:rPr lang="pt-BR" sz="1000" b="1">
                <a:solidFill>
                  <a:schemeClr val="tx2"/>
                </a:solidFill>
              </a:rPr>
              <a:t>26/08 </a:t>
            </a:r>
            <a:br>
              <a:rPr lang="pt-BR" sz="1000" b="1">
                <a:solidFill>
                  <a:schemeClr val="tx2"/>
                </a:solidFill>
              </a:rPr>
            </a:br>
            <a:endParaRPr lang="en-US" sz="1000" b="1">
              <a:solidFill>
                <a:schemeClr val="tx2"/>
              </a:solidFill>
            </a:endParaRPr>
          </a:p>
        </p:txBody>
      </p:sp>
      <p:sp>
        <p:nvSpPr>
          <p:cNvPr id="36" name="Diamond 78">
            <a:extLst>
              <a:ext uri="{FF2B5EF4-FFF2-40B4-BE49-F238E27FC236}">
                <a16:creationId xmlns:a16="http://schemas.microsoft.com/office/drawing/2014/main" id="{25045590-FB6A-D46B-B9CB-AFF110E135A3}"/>
              </a:ext>
            </a:extLst>
          </p:cNvPr>
          <p:cNvSpPr/>
          <p:nvPr/>
        </p:nvSpPr>
        <p:spPr>
          <a:xfrm>
            <a:off x="7982918" y="3619464"/>
            <a:ext cx="180000" cy="180000"/>
          </a:xfrm>
          <a:prstGeom prst="diamond">
            <a:avLst/>
          </a:prstGeom>
          <a:solidFill>
            <a:srgbClr val="00D318"/>
          </a:solidFill>
          <a:ln w="12700" cap="flat" cmpd="sng" algn="ctr">
            <a:solidFill>
              <a:schemeClr val="accent1">
                <a:lumMod val="75000"/>
              </a:scheme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hangingPunct="1"/>
            <a:endParaRPr lang="en-US" sz="1800" kern="1200">
              <a:solidFill>
                <a:srgbClr val="FFFFFF"/>
              </a:solidFill>
              <a:latin typeface="Simplon BP Regular"/>
              <a:ea typeface="+mn-ea"/>
              <a:cs typeface="Helvetica"/>
            </a:endParaRPr>
          </a:p>
        </p:txBody>
      </p:sp>
      <p:sp>
        <p:nvSpPr>
          <p:cNvPr id="37" name="TextBox 5">
            <a:extLst>
              <a:ext uri="{FF2B5EF4-FFF2-40B4-BE49-F238E27FC236}">
                <a16:creationId xmlns:a16="http://schemas.microsoft.com/office/drawing/2014/main" id="{7D060CE1-4DD8-4D72-533B-308AD41BE9BB}"/>
              </a:ext>
            </a:extLst>
          </p:cNvPr>
          <p:cNvSpPr txBox="1"/>
          <p:nvPr/>
        </p:nvSpPr>
        <p:spPr>
          <a:xfrm>
            <a:off x="7619494" y="3823557"/>
            <a:ext cx="906544" cy="30777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lvl="0" eaLnBrk="1">
              <a:defRPr sz="1200" kern="0">
                <a:solidFill>
                  <a:srgbClr val="00D318"/>
                </a:solidFill>
                <a:uLnTx/>
                <a:latin typeface="Simplon BP Regular"/>
              </a:defRPr>
            </a:lvl1pPr>
          </a:lstStyle>
          <a:p>
            <a:pPr algn="ctr"/>
            <a:r>
              <a:rPr lang="pt-BR" sz="1000" b="1">
                <a:solidFill>
                  <a:schemeClr val="tx2"/>
                </a:solidFill>
              </a:rPr>
              <a:t>Início da Renegociação</a:t>
            </a:r>
            <a:endParaRPr lang="en-US" sz="1000" b="1">
              <a:solidFill>
                <a:schemeClr val="tx2"/>
              </a:solidFill>
            </a:endParaRPr>
          </a:p>
        </p:txBody>
      </p:sp>
      <p:sp>
        <p:nvSpPr>
          <p:cNvPr id="38" name="TextBox 5">
            <a:extLst>
              <a:ext uri="{FF2B5EF4-FFF2-40B4-BE49-F238E27FC236}">
                <a16:creationId xmlns:a16="http://schemas.microsoft.com/office/drawing/2014/main" id="{BE31B536-4FED-1E17-A681-791FD6A55FAE}"/>
              </a:ext>
            </a:extLst>
          </p:cNvPr>
          <p:cNvSpPr txBox="1"/>
          <p:nvPr/>
        </p:nvSpPr>
        <p:spPr>
          <a:xfrm>
            <a:off x="7822100" y="3457370"/>
            <a:ext cx="505348" cy="30777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lvl="0" eaLnBrk="1">
              <a:defRPr sz="1200" kern="0">
                <a:solidFill>
                  <a:srgbClr val="00D318"/>
                </a:solidFill>
                <a:uLnTx/>
                <a:latin typeface="Simplon BP Regular"/>
              </a:defRPr>
            </a:lvl1pPr>
          </a:lstStyle>
          <a:p>
            <a:pPr algn="ctr"/>
            <a:r>
              <a:rPr lang="pt-BR" sz="1000" b="1">
                <a:solidFill>
                  <a:schemeClr val="tx2"/>
                </a:solidFill>
              </a:rPr>
              <a:t>26/08 </a:t>
            </a:r>
            <a:br>
              <a:rPr lang="pt-BR" sz="1000" b="1">
                <a:solidFill>
                  <a:schemeClr val="tx2"/>
                </a:solidFill>
              </a:rPr>
            </a:br>
            <a:endParaRPr lang="en-US" sz="1000" b="1">
              <a:solidFill>
                <a:schemeClr val="tx2"/>
              </a:solidFill>
            </a:endParaRPr>
          </a:p>
        </p:txBody>
      </p:sp>
      <p:sp>
        <p:nvSpPr>
          <p:cNvPr id="39" name="Diamond 78">
            <a:extLst>
              <a:ext uri="{FF2B5EF4-FFF2-40B4-BE49-F238E27FC236}">
                <a16:creationId xmlns:a16="http://schemas.microsoft.com/office/drawing/2014/main" id="{859BB5F3-58B1-DDFA-CE64-57A03BAC0238}"/>
              </a:ext>
            </a:extLst>
          </p:cNvPr>
          <p:cNvSpPr/>
          <p:nvPr/>
        </p:nvSpPr>
        <p:spPr>
          <a:xfrm>
            <a:off x="7068518" y="2887944"/>
            <a:ext cx="180000" cy="180000"/>
          </a:xfrm>
          <a:prstGeom prst="diamond">
            <a:avLst/>
          </a:prstGeom>
          <a:solidFill>
            <a:srgbClr val="00D318"/>
          </a:solidFill>
          <a:ln w="12700" cap="flat" cmpd="sng" algn="ctr">
            <a:solidFill>
              <a:schemeClr val="accent1">
                <a:lumMod val="75000"/>
              </a:scheme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hangingPunct="1"/>
            <a:endParaRPr lang="en-US" sz="1800" kern="1200">
              <a:solidFill>
                <a:srgbClr val="FFFFFF"/>
              </a:solidFill>
              <a:latin typeface="Simplon BP Regular"/>
              <a:ea typeface="+mn-ea"/>
              <a:cs typeface="Helvetica"/>
            </a:endParaRPr>
          </a:p>
        </p:txBody>
      </p:sp>
      <p:sp>
        <p:nvSpPr>
          <p:cNvPr id="44" name="TextBox 5">
            <a:extLst>
              <a:ext uri="{FF2B5EF4-FFF2-40B4-BE49-F238E27FC236}">
                <a16:creationId xmlns:a16="http://schemas.microsoft.com/office/drawing/2014/main" id="{32B97D1E-8C8F-C04A-86E9-161FE0504E5D}"/>
              </a:ext>
            </a:extLst>
          </p:cNvPr>
          <p:cNvSpPr txBox="1"/>
          <p:nvPr/>
        </p:nvSpPr>
        <p:spPr>
          <a:xfrm>
            <a:off x="6705094" y="3092037"/>
            <a:ext cx="906544" cy="30777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lvl="0" eaLnBrk="1">
              <a:defRPr sz="1200" kern="0">
                <a:solidFill>
                  <a:srgbClr val="00D318"/>
                </a:solidFill>
                <a:uLnTx/>
                <a:latin typeface="Simplon BP Regular"/>
              </a:defRPr>
            </a:lvl1pPr>
          </a:lstStyle>
          <a:p>
            <a:pPr algn="ctr"/>
            <a:r>
              <a:rPr lang="pt-BR" sz="1000" b="1">
                <a:solidFill>
                  <a:schemeClr val="tx2"/>
                </a:solidFill>
              </a:rPr>
              <a:t>Início da Comunicação</a:t>
            </a:r>
            <a:endParaRPr lang="en-US" sz="1000" b="1">
              <a:solidFill>
                <a:schemeClr val="tx2"/>
              </a:solidFill>
            </a:endParaRPr>
          </a:p>
        </p:txBody>
      </p:sp>
      <p:sp>
        <p:nvSpPr>
          <p:cNvPr id="47" name="TextBox 5">
            <a:extLst>
              <a:ext uri="{FF2B5EF4-FFF2-40B4-BE49-F238E27FC236}">
                <a16:creationId xmlns:a16="http://schemas.microsoft.com/office/drawing/2014/main" id="{8DBDB71E-9719-976E-6075-26DCDB79D95C}"/>
              </a:ext>
            </a:extLst>
          </p:cNvPr>
          <p:cNvSpPr txBox="1"/>
          <p:nvPr/>
        </p:nvSpPr>
        <p:spPr>
          <a:xfrm>
            <a:off x="6907700" y="2725850"/>
            <a:ext cx="505348" cy="30777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lvl="0" eaLnBrk="1">
              <a:defRPr sz="1200" kern="0">
                <a:solidFill>
                  <a:srgbClr val="00D318"/>
                </a:solidFill>
                <a:uLnTx/>
                <a:latin typeface="Simplon BP Regular"/>
              </a:defRPr>
            </a:lvl1pPr>
          </a:lstStyle>
          <a:p>
            <a:pPr algn="ctr"/>
            <a:r>
              <a:rPr lang="pt-BR" sz="1000" b="1">
                <a:solidFill>
                  <a:schemeClr val="tx2"/>
                </a:solidFill>
              </a:rPr>
              <a:t>29/07 </a:t>
            </a:r>
            <a:br>
              <a:rPr lang="pt-BR" sz="1000" b="1">
                <a:solidFill>
                  <a:schemeClr val="tx2"/>
                </a:solidFill>
              </a:rPr>
            </a:br>
            <a:endParaRPr lang="en-US" sz="1000" b="1">
              <a:solidFill>
                <a:schemeClr val="tx2"/>
              </a:solidFill>
            </a:endParaRPr>
          </a:p>
        </p:txBody>
      </p:sp>
      <p:sp>
        <p:nvSpPr>
          <p:cNvPr id="49" name="Diamond 78">
            <a:extLst>
              <a:ext uri="{FF2B5EF4-FFF2-40B4-BE49-F238E27FC236}">
                <a16:creationId xmlns:a16="http://schemas.microsoft.com/office/drawing/2014/main" id="{A73933B2-8F67-3821-C91B-4A34F20E3D9A}"/>
              </a:ext>
            </a:extLst>
          </p:cNvPr>
          <p:cNvSpPr/>
          <p:nvPr/>
        </p:nvSpPr>
        <p:spPr>
          <a:xfrm>
            <a:off x="7072328" y="3611844"/>
            <a:ext cx="180000" cy="180000"/>
          </a:xfrm>
          <a:prstGeom prst="diamond">
            <a:avLst/>
          </a:prstGeom>
          <a:solidFill>
            <a:srgbClr val="00D318"/>
          </a:solidFill>
          <a:ln w="12700" cap="flat" cmpd="sng" algn="ctr">
            <a:solidFill>
              <a:schemeClr val="accent1">
                <a:lumMod val="75000"/>
              </a:scheme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hangingPunct="1"/>
            <a:endParaRPr lang="en-US" sz="1800" kern="1200">
              <a:solidFill>
                <a:srgbClr val="FFFFFF"/>
              </a:solidFill>
              <a:latin typeface="Simplon BP Regular"/>
              <a:ea typeface="+mn-ea"/>
              <a:cs typeface="Helvetica"/>
            </a:endParaRPr>
          </a:p>
        </p:txBody>
      </p:sp>
      <p:sp>
        <p:nvSpPr>
          <p:cNvPr id="54" name="TextBox 5">
            <a:extLst>
              <a:ext uri="{FF2B5EF4-FFF2-40B4-BE49-F238E27FC236}">
                <a16:creationId xmlns:a16="http://schemas.microsoft.com/office/drawing/2014/main" id="{5E52682F-8E5C-A422-8C7B-65D9C8B7B3BB}"/>
              </a:ext>
            </a:extLst>
          </p:cNvPr>
          <p:cNvSpPr txBox="1"/>
          <p:nvPr/>
        </p:nvSpPr>
        <p:spPr>
          <a:xfrm>
            <a:off x="6708904" y="3815937"/>
            <a:ext cx="906544" cy="30777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lvl="0" eaLnBrk="1">
              <a:defRPr sz="1200" kern="0">
                <a:solidFill>
                  <a:srgbClr val="00D318"/>
                </a:solidFill>
                <a:uLnTx/>
                <a:latin typeface="Simplon BP Regular"/>
              </a:defRPr>
            </a:lvl1pPr>
          </a:lstStyle>
          <a:p>
            <a:pPr algn="ctr"/>
            <a:r>
              <a:rPr lang="pt-BR" sz="1000" b="1">
                <a:solidFill>
                  <a:schemeClr val="tx2"/>
                </a:solidFill>
              </a:rPr>
              <a:t>Início da Comunicação</a:t>
            </a:r>
            <a:endParaRPr lang="en-US" sz="1000" b="1">
              <a:solidFill>
                <a:schemeClr val="tx2"/>
              </a:solidFill>
            </a:endParaRPr>
          </a:p>
        </p:txBody>
      </p:sp>
      <p:sp>
        <p:nvSpPr>
          <p:cNvPr id="57" name="TextBox 5">
            <a:extLst>
              <a:ext uri="{FF2B5EF4-FFF2-40B4-BE49-F238E27FC236}">
                <a16:creationId xmlns:a16="http://schemas.microsoft.com/office/drawing/2014/main" id="{FA7C9343-5804-E2CB-5E00-0FB9FC9A18E9}"/>
              </a:ext>
            </a:extLst>
          </p:cNvPr>
          <p:cNvSpPr txBox="1"/>
          <p:nvPr/>
        </p:nvSpPr>
        <p:spPr>
          <a:xfrm>
            <a:off x="6911510" y="3449750"/>
            <a:ext cx="505348" cy="30777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lvl="0" eaLnBrk="1">
              <a:defRPr sz="1200" kern="0">
                <a:solidFill>
                  <a:srgbClr val="00D318"/>
                </a:solidFill>
                <a:uLnTx/>
                <a:latin typeface="Simplon BP Regular"/>
              </a:defRPr>
            </a:lvl1pPr>
          </a:lstStyle>
          <a:p>
            <a:pPr algn="ctr"/>
            <a:r>
              <a:rPr lang="pt-BR" sz="1000" b="1">
                <a:solidFill>
                  <a:schemeClr val="tx2"/>
                </a:solidFill>
              </a:rPr>
              <a:t>29/07 </a:t>
            </a:r>
            <a:br>
              <a:rPr lang="pt-BR" sz="1000" b="1">
                <a:solidFill>
                  <a:schemeClr val="tx2"/>
                </a:solidFill>
              </a:rPr>
            </a:br>
            <a:endParaRPr lang="en-US" sz="1000" b="1">
              <a:solidFill>
                <a:schemeClr val="tx2"/>
              </a:solidFill>
            </a:endParaRPr>
          </a:p>
        </p:txBody>
      </p:sp>
      <p:sp>
        <p:nvSpPr>
          <p:cNvPr id="58" name="Diamond 78">
            <a:extLst>
              <a:ext uri="{FF2B5EF4-FFF2-40B4-BE49-F238E27FC236}">
                <a16:creationId xmlns:a16="http://schemas.microsoft.com/office/drawing/2014/main" id="{2D2F9A36-8D61-492B-DDAA-0A931271166A}"/>
              </a:ext>
            </a:extLst>
          </p:cNvPr>
          <p:cNvSpPr/>
          <p:nvPr/>
        </p:nvSpPr>
        <p:spPr>
          <a:xfrm>
            <a:off x="9472628" y="4389084"/>
            <a:ext cx="180000" cy="180000"/>
          </a:xfrm>
          <a:prstGeom prst="diamond">
            <a:avLst/>
          </a:prstGeom>
          <a:solidFill>
            <a:srgbClr val="00D318"/>
          </a:solidFill>
          <a:ln w="12700" cap="flat" cmpd="sng" algn="ctr">
            <a:solidFill>
              <a:schemeClr val="accent1">
                <a:lumMod val="75000"/>
              </a:scheme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hangingPunct="1"/>
            <a:endParaRPr lang="en-US" sz="1800" kern="1200">
              <a:solidFill>
                <a:srgbClr val="FFFFFF"/>
              </a:solidFill>
              <a:latin typeface="Simplon BP Regular"/>
              <a:ea typeface="+mn-ea"/>
              <a:cs typeface="Helvetica"/>
            </a:endParaRPr>
          </a:p>
        </p:txBody>
      </p:sp>
      <p:sp>
        <p:nvSpPr>
          <p:cNvPr id="60" name="TextBox 5">
            <a:extLst>
              <a:ext uri="{FF2B5EF4-FFF2-40B4-BE49-F238E27FC236}">
                <a16:creationId xmlns:a16="http://schemas.microsoft.com/office/drawing/2014/main" id="{B8C9F37C-6B34-2FAC-1C7B-6DDCB52C6B75}"/>
              </a:ext>
            </a:extLst>
          </p:cNvPr>
          <p:cNvSpPr txBox="1"/>
          <p:nvPr/>
        </p:nvSpPr>
        <p:spPr>
          <a:xfrm>
            <a:off x="8739398" y="4593177"/>
            <a:ext cx="1493520" cy="30777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lvl="0" eaLnBrk="1">
              <a:defRPr sz="1200" kern="0">
                <a:solidFill>
                  <a:srgbClr val="00D318"/>
                </a:solidFill>
                <a:uLnTx/>
                <a:latin typeface="Simplon BP Regular"/>
              </a:defRPr>
            </a:lvl1pPr>
          </a:lstStyle>
          <a:p>
            <a:pPr algn="ctr"/>
            <a:r>
              <a:rPr lang="pt-BR" sz="1000" b="1">
                <a:solidFill>
                  <a:schemeClr val="tx2"/>
                </a:solidFill>
              </a:rPr>
              <a:t>Início da definição de TSA para os contratos</a:t>
            </a:r>
            <a:endParaRPr lang="en-US" sz="1000" b="1">
              <a:solidFill>
                <a:schemeClr val="tx2"/>
              </a:solidFill>
            </a:endParaRPr>
          </a:p>
        </p:txBody>
      </p:sp>
      <p:sp>
        <p:nvSpPr>
          <p:cNvPr id="67" name="TextBox 5">
            <a:extLst>
              <a:ext uri="{FF2B5EF4-FFF2-40B4-BE49-F238E27FC236}">
                <a16:creationId xmlns:a16="http://schemas.microsoft.com/office/drawing/2014/main" id="{63E534AE-1100-6D45-234B-0C311AD5F853}"/>
              </a:ext>
            </a:extLst>
          </p:cNvPr>
          <p:cNvSpPr txBox="1"/>
          <p:nvPr/>
        </p:nvSpPr>
        <p:spPr>
          <a:xfrm>
            <a:off x="9311810" y="4226990"/>
            <a:ext cx="505348" cy="30777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lvl="0" eaLnBrk="1">
              <a:defRPr sz="1200" kern="0">
                <a:solidFill>
                  <a:srgbClr val="00D318"/>
                </a:solidFill>
                <a:uLnTx/>
                <a:latin typeface="Simplon BP Regular"/>
              </a:defRPr>
            </a:lvl1pPr>
          </a:lstStyle>
          <a:p>
            <a:pPr algn="ctr"/>
            <a:r>
              <a:rPr lang="pt-BR" sz="1000" b="1">
                <a:solidFill>
                  <a:schemeClr val="tx2"/>
                </a:solidFill>
              </a:rPr>
              <a:t>01/10 </a:t>
            </a:r>
            <a:br>
              <a:rPr lang="pt-BR" sz="1000" b="1">
                <a:solidFill>
                  <a:schemeClr val="tx2"/>
                </a:solidFill>
              </a:rPr>
            </a:br>
            <a:endParaRPr lang="en-US" sz="1000" b="1">
              <a:solidFill>
                <a:schemeClr val="tx2"/>
              </a:solidFill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96BAFB93-3DE8-C4BF-905A-93C4C74B5729}"/>
              </a:ext>
            </a:extLst>
          </p:cNvPr>
          <p:cNvSpPr txBox="1"/>
          <p:nvPr/>
        </p:nvSpPr>
        <p:spPr>
          <a:xfrm>
            <a:off x="8903067" y="566221"/>
            <a:ext cx="1132777" cy="14106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ctr" defTabSz="914400" rtl="0" fontAlgn="auto" latinLnBrk="0" hangingPunct="0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pt-BR" sz="1050" b="1">
                <a:solidFill>
                  <a:schemeClr val="accent4"/>
                </a:solidFill>
              </a:rPr>
              <a:t>Plano Detalhado</a:t>
            </a:r>
            <a:endParaRPr kumimoji="0" lang="pt-BR" sz="1050" b="1" i="0" u="none" strike="noStrike" cap="none" spc="0" normalizeH="0" baseline="0">
              <a:ln>
                <a:noFill/>
              </a:ln>
              <a:solidFill>
                <a:schemeClr val="accent4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5949B2A0-D899-55C6-90C1-949338F5533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98709" y="149735"/>
            <a:ext cx="510540" cy="440436"/>
          </a:xfrm>
          <a:prstGeom prst="rect">
            <a:avLst/>
          </a:prstGeom>
        </p:spPr>
      </p:pic>
      <p:sp>
        <p:nvSpPr>
          <p:cNvPr id="33" name="Action Button: Go Back or Previous 32">
            <a:hlinkClick r:id="rId6" action="ppaction://hlinksldjump" highlightClick="1"/>
            <a:extLst>
              <a:ext uri="{FF2B5EF4-FFF2-40B4-BE49-F238E27FC236}">
                <a16:creationId xmlns:a16="http://schemas.microsoft.com/office/drawing/2014/main" id="{2BD0A9EC-1489-6A3D-A940-E723E9147CCA}"/>
              </a:ext>
            </a:extLst>
          </p:cNvPr>
          <p:cNvSpPr/>
          <p:nvPr/>
        </p:nvSpPr>
        <p:spPr>
          <a:xfrm>
            <a:off x="10915286" y="473300"/>
            <a:ext cx="274320" cy="180000"/>
          </a:xfrm>
          <a:prstGeom prst="actionButtonBackPrevious">
            <a:avLst/>
          </a:prstGeom>
          <a:noFill/>
          <a:ln w="25400" cap="flat">
            <a:solidFill>
              <a:schemeClr val="accent1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pt-BR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</p:spTree>
    <p:extLst>
      <p:ext uri="{BB962C8B-B14F-4D97-AF65-F5344CB8AC3E}">
        <p14:creationId xmlns:p14="http://schemas.microsoft.com/office/powerpoint/2010/main" val="3597674820"/>
      </p:ext>
    </p:extLst>
  </p:cSld>
  <p:clrMapOvr>
    <a:masterClrMapping/>
  </p:clrMapOvr>
  <p:transition spd="med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35213843"/>
      </p:ext>
    </p:extLst>
  </p:cSld>
  <p:clrMapOvr>
    <a:masterClrMapping/>
  </p:clrMapOvr>
  <p:transition spd="med"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PRESENTATIONDONOTDELETE" val="&lt;?xml version=&quot;1.0&quot; encoding=&quot;UTF-16&quot; standalone=&quot;yes&quot;?&gt;&lt;root reqver=&quot;28224&quot;&gt;&lt;version val=&quot;35332&quot;/&gt;&lt;CPresentation id=&quot;1&quot;&gt;&lt;m_precDefaultNumber&gt;&lt;m_bNumberIsYear val=&quot;1&quot;/&gt;&lt;m_chMinusSymbol&gt;-&lt;/m_chMinusSymbol&gt;&lt;m_chDecimalSymbol17909&gt;,&lt;/m_chDecimalSymbol17909&gt;&lt;m_nGroupingDigits17909 val=&quot;3&quot;/&gt;&lt;m_chGroupingSymbol17909&gt;.&lt;/m_chGroupingSymbol17909&gt;&lt;m_yearfmt&gt;&lt;begin val=&quot;0&quot;/&gt;&lt;end val=&quot;4&quot;/&gt;&lt;/m_yearfmt&gt;&lt;/m_precDefaultNumber&gt;&lt;m_precDefaultPercent&gt;&lt;m_bNumberIsYear val=&quot;1&quot;/&gt;&lt;m_chMinusSymbol&gt;-&lt;/m_chMinusSymbol&gt;&lt;m_nDecimalDigits17909 val=&quot;0&quot;/&gt;&lt;m_chDecimalSymbol17909&gt;,&lt;/m_chDecimalSymbol17909&gt;&lt;m_nGroupingDigits17909 val=&quot;3&quot;/&gt;&lt;m_chGroupingSymbol17909&gt;.&lt;/m_chGroupingSymbol17909&gt;&lt;m_strSuffix17909&gt;%&lt;/m_strSuffix17909&gt;&lt;m_yearfmt&gt;&lt;begin val=&quot;0&quot;/&gt;&lt;end val=&quot;4&quot;/&gt;&lt;/m_yearfmt&gt;&lt;/m_precDefaultPercent&gt;&lt;m_precDefaultDate&gt;&lt;m_bNumberIsYear val=&quot;0&quot;/&gt;&lt;m_strFormatTime&gt;%d/%m/%Y&lt;/m_strFormatTime&gt;&lt;m_yearfmt&gt;&lt;begin val=&quot;0&quot;/&gt;&lt;end val=&quot;0&quot;/&gt;&lt;/m_yearfmt&gt;&lt;/m_precDefaultDate&gt;&lt;m_precDefaultDay&gt;&lt;m_bNumberIsYear val=&quot;0&quot;/&gt;&lt;m_strFormatTime&gt;%#d&lt;/m_strFormatTime&gt;&lt;m_yearfmt&gt;&lt;begin val=&quot;0&quot;/&gt;&lt;end val=&quot;4&quot;/&gt;&lt;/m_yearfmt&gt;&lt;/m_precDefaultDay&gt;&lt;m_precDefaultWeek&gt;&lt;m_bNumberIsYear val=&quot;0&quot;/&gt;&lt;m_strFormatTime&gt;%4&lt;/m_strFormatTime&gt;&lt;m_yearfmt&gt;&lt;begin val=&quot;0&quot;/&gt;&lt;end val=&quot;4&quot;/&gt;&lt;/m_yearfmt&gt;&lt;/m_precDefaultWeek&gt;&lt;m_precDefaultMonth&gt;&lt;m_yearfmt&gt;&lt;begin val=&quot;0&quot;/&gt;&lt;end val=&quot;4&quot;/&gt;&lt;/m_yearfmt&gt;&lt;/m_precDefaultMonth&gt;&lt;m_precDefaultQuarter&gt;&lt;m_bNumberIsYear val=&quot;0&quot;/&gt;&lt;m_strFormatTime&gt;Q%5&lt;/m_strFormatTime&gt;&lt;m_yearfmt&gt;&lt;begin val=&quot;0&quot;/&gt;&lt;end val=&quot;4&quot;/&gt;&lt;/m_yearfmt&gt;&lt;/m_precDefaultQuarter&gt;&lt;m_precDefaultYear&gt;&lt;m_yearfmt&gt;&lt;begin val=&quot;0&quot;/&gt;&lt;end val=&quot;4&quot;/&gt;&lt;/m_yearfmt&gt;&lt;/m_precDefaultYear&gt;&lt;m_precDefaultFYDay&gt;&lt;m_yearfmt&gt;&lt;begin val=&quot;0&quot;/&gt;&lt;end val=&quot;4&quot;/&gt;&lt;/m_yearfmt&gt;&lt;/m_precDefaultFYDay&gt;&lt;m_precDefaultFYWeek&gt;&lt;m_yearfmt&gt;&lt;begin val=&quot;0&quot;/&gt;&lt;end val=&quot;4&quot;/&gt;&lt;/m_yearfmt&gt;&lt;/m_precDefaultFYWeek&gt;&lt;m_precDefaultFYMonth&gt;&lt;m_yearfmt&gt;&lt;begin val=&quot;0&quot;/&gt;&lt;end val=&quot;4&quot;/&gt;&lt;/m_yearfmt&gt;&lt;/m_precDefaultFYMonth&gt;&lt;m_precDefaultFYQuarter&gt;&lt;m_yearfmt&gt;&lt;begin val=&quot;0&quot;/&gt;&lt;end val=&quot;4&quot;/&gt;&lt;/m_yearfmt&gt;&lt;/m_precDefaultFYQuarter&gt;&lt;m_precDefaultFYYear&gt;&lt;m_yearfmt&gt;&lt;begin val=&quot;0&quot;/&gt;&lt;end val=&quot;4&quot;/&gt;&lt;/m_yearfmt&gt;&lt;/m_precDefaultFYYear&gt;&lt;m_mruColor&gt;&lt;m_vecMRU length=&quot;0&quot;/&gt;&lt;/m_mruColor&gt;&lt;m_eweekdayFirstOfWeek val=&quot;1&quot;/&gt;&lt;m_eweekdayFirstOfWorkweek val=&quot;2&quot;/&gt;&lt;m_eweekdayFirstOfWeekend val=&quot;7&quot;/&gt;&lt;/CPresentation&gt;&lt;/root&gt;"/>
  <p:tag name="THINKCELLUNDODONOTDELETE" val="0"/>
  <p:tag name="TEXTBOX" val="Text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QPT_STAMP" val="00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QPT_STAMP" val="00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QPT_STAMP" val="00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QPT_STAMP" val="00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QPT_STAMP" val="00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QPT_STAMP" val="00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QPT_STAMP" val="00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QPT_STAMP" val="00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QPT_STAMP" val="00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QPT_STAMP" val="00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QPT_STAMP" val="00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QPT_STAMP" val="00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QPT_STAMP" val="00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QPT_STAMP" val="00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QPT_STAMP" val="00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QPT_STAMP" val="00"/>
</p:tagLst>
</file>

<file path=ppt/theme/theme1.xml><?xml version="1.0" encoding="utf-8"?>
<a:theme xmlns:a="http://schemas.openxmlformats.org/drawingml/2006/main" name="2_Tema do Office">
  <a:themeElements>
    <a:clrScheme name="1_Tema do Office">
      <a:dk1>
        <a:srgbClr val="FFFFFF"/>
      </a:dk1>
      <a:lt1>
        <a:srgbClr val="00D318"/>
      </a:lt1>
      <a:dk2>
        <a:srgbClr val="A7A7A7"/>
      </a:dk2>
      <a:lt2>
        <a:srgbClr val="535353"/>
      </a:lt2>
      <a:accent1>
        <a:srgbClr val="00D318"/>
      </a:accent1>
      <a:accent2>
        <a:srgbClr val="4D4D4D"/>
      </a:accent2>
      <a:accent3>
        <a:srgbClr val="8F8F8F"/>
      </a:accent3>
      <a:accent4>
        <a:srgbClr val="707070"/>
      </a:accent4>
      <a:accent5>
        <a:srgbClr val="00760D"/>
      </a:accent5>
      <a:accent6>
        <a:srgbClr val="2B2B2B"/>
      </a:accent6>
      <a:hlink>
        <a:srgbClr val="0000FF"/>
      </a:hlink>
      <a:folHlink>
        <a:srgbClr val="FF00FF"/>
      </a:folHlink>
    </a:clrScheme>
    <a:fontScheme name="1_Tema do Office">
      <a:majorFont>
        <a:latin typeface="Simplon BP Regular"/>
        <a:ea typeface="Simplon BP Regular"/>
        <a:cs typeface="Simplon BP Regular"/>
      </a:majorFont>
      <a:minorFont>
        <a:latin typeface="Helvetica"/>
        <a:ea typeface="Helvetica"/>
        <a:cs typeface="Helvetica"/>
      </a:minorFont>
    </a:fontScheme>
    <a:fmtScheme name="1_Tema do 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>
            <a:lumMod val="85000"/>
          </a:schemeClr>
        </a:solidFill>
        <a:ln w="25400" cap="flat">
          <a:noFill/>
          <a:prstDash val="solid"/>
          <a:round/>
        </a:ln>
        <a:effectLst/>
        <a:sp3d/>
      </a:spPr>
      <a:bodyPr rot="0" spcFirstLastPara="1" vertOverflow="overflow" horzOverflow="overflow" vert="horz" wrap="square" lIns="0" tIns="0" rIns="0" bIns="0" numCol="1" spcCol="38100" rtlCol="0" anchor="t">
        <a:no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4000" b="0" i="0" u="none" strike="noStrike" cap="none" spc="0" normalizeH="0" baseline="0" dirty="0">
            <a:ln>
              <a:noFill/>
            </a:ln>
            <a:solidFill>
              <a:sysClr val="windowText" lastClr="000000"/>
            </a:solidFill>
            <a:effectLst/>
            <a:uFillTx/>
            <a:latin typeface="+mj-lt"/>
            <a:ea typeface="+mj-ea"/>
            <a:cs typeface="+mj-cs"/>
            <a:sym typeface="Simplon BP Regular"/>
          </a:defRPr>
        </a:def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0000" dir="5400000" rotWithShape="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400" b="0" i="0" u="none" strike="noStrike" cap="none" spc="0" normalizeH="0" baseline="0">
            <a:ln>
              <a:noFill/>
            </a:ln>
            <a:solidFill>
              <a:schemeClr val="accent1"/>
            </a:solidFill>
            <a:effectLst/>
            <a:uFillTx/>
            <a:latin typeface="+mj-lt"/>
            <a:ea typeface="+mj-ea"/>
            <a:cs typeface="+mj-cs"/>
            <a:sym typeface="Simplon BP Regular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3_Tema do Office">
  <a:themeElements>
    <a:clrScheme name="1_Tema do Office">
      <a:dk1>
        <a:srgbClr val="FFFFFF"/>
      </a:dk1>
      <a:lt1>
        <a:srgbClr val="00D318"/>
      </a:lt1>
      <a:dk2>
        <a:srgbClr val="A7A7A7"/>
      </a:dk2>
      <a:lt2>
        <a:srgbClr val="535353"/>
      </a:lt2>
      <a:accent1>
        <a:srgbClr val="00D318"/>
      </a:accent1>
      <a:accent2>
        <a:srgbClr val="4D4D4D"/>
      </a:accent2>
      <a:accent3>
        <a:srgbClr val="8F8F8F"/>
      </a:accent3>
      <a:accent4>
        <a:srgbClr val="707070"/>
      </a:accent4>
      <a:accent5>
        <a:srgbClr val="00760D"/>
      </a:accent5>
      <a:accent6>
        <a:srgbClr val="2B2B2B"/>
      </a:accent6>
      <a:hlink>
        <a:srgbClr val="0000FF"/>
      </a:hlink>
      <a:folHlink>
        <a:srgbClr val="FF00FF"/>
      </a:folHlink>
    </a:clrScheme>
    <a:fontScheme name="1_Tema do Office">
      <a:majorFont>
        <a:latin typeface="Simplon BP Regular"/>
        <a:ea typeface="Simplon BP Regular"/>
        <a:cs typeface="Simplon BP Regular"/>
      </a:majorFont>
      <a:minorFont>
        <a:latin typeface="Helvetica"/>
        <a:ea typeface="Helvetica"/>
        <a:cs typeface="Helvetica"/>
      </a:minorFont>
    </a:fontScheme>
    <a:fmtScheme name="1_Tema do 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2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0" tIns="0" rIns="0" bIns="0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400" b="0" i="0" u="none" strike="noStrike" cap="none" spc="0" normalizeH="0" baseline="0">
            <a:ln>
              <a:noFill/>
            </a:ln>
            <a:solidFill>
              <a:schemeClr val="accent1"/>
            </a:solidFill>
            <a:effectLst/>
            <a:uFillTx/>
            <a:latin typeface="+mj-lt"/>
            <a:ea typeface="+mj-ea"/>
            <a:cs typeface="+mj-cs"/>
            <a:sym typeface="Simplon BP Regular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0000" dir="5400000" rotWithShape="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400" b="0" i="0" u="none" strike="noStrike" cap="none" spc="0" normalizeH="0" baseline="0">
            <a:ln>
              <a:noFill/>
            </a:ln>
            <a:solidFill>
              <a:schemeClr val="accent1"/>
            </a:solidFill>
            <a:effectLst/>
            <a:uFillTx/>
            <a:latin typeface="+mj-lt"/>
            <a:ea typeface="+mj-ea"/>
            <a:cs typeface="+mj-cs"/>
            <a:sym typeface="Simplon BP Regular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3.xml><?xml version="1.0" encoding="utf-8"?>
<a:theme xmlns:a="http://schemas.openxmlformats.org/drawingml/2006/main" name="1_Titles">
  <a:themeElements>
    <a:clrScheme name="Custom 1">
      <a:dk1>
        <a:srgbClr val="000000"/>
      </a:dk1>
      <a:lt1>
        <a:srgbClr val="FFFFFF"/>
      </a:lt1>
      <a:dk2>
        <a:srgbClr val="BEBEBE"/>
      </a:dk2>
      <a:lt2>
        <a:srgbClr val="969696"/>
      </a:lt2>
      <a:accent1>
        <a:srgbClr val="A100FF"/>
      </a:accent1>
      <a:accent2>
        <a:srgbClr val="7500C0"/>
      </a:accent2>
      <a:accent3>
        <a:srgbClr val="460073"/>
      </a:accent3>
      <a:accent4>
        <a:srgbClr val="BEBEBE"/>
      </a:accent4>
      <a:accent5>
        <a:srgbClr val="969696"/>
      </a:accent5>
      <a:accent6>
        <a:srgbClr val="5A5A5A"/>
      </a:accent6>
      <a:hlink>
        <a:srgbClr val="A100FF"/>
      </a:hlink>
      <a:folHlink>
        <a:srgbClr val="460073"/>
      </a:folHlink>
    </a:clrScheme>
    <a:fontScheme name="Accenture_Graphik">
      <a:majorFont>
        <a:latin typeface="Graphik"/>
        <a:ea typeface=""/>
        <a:cs typeface=""/>
      </a:majorFont>
      <a:minorFont>
        <a:latin typeface="Graphi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none" lIns="0" tIns="0" rIns="0" bIns="45720" rtlCol="0">
        <a:spAutoFit/>
      </a:bodyPr>
      <a:lstStyle>
        <a:defPPr>
          <a:defRPr sz="1600" dirty="0" err="1" smtClean="0"/>
        </a:defPPr>
      </a:lstStyle>
    </a:txDef>
  </a:objectDefaults>
  <a:extraClrSchemeLst/>
  <a:custClrLst>
    <a:custClr name="Strategy-Orange">
      <a:srgbClr val="FF9128"/>
    </a:custClr>
    <a:custClr name="Strategy-Carmine">
      <a:srgbClr val="BD001D"/>
    </a:custClr>
    <a:custClr name="Consulting-Light Aqua">
      <a:srgbClr val="00F3FF"/>
    </a:custClr>
    <a:custClr name="Consulting-Dark Violet">
      <a:srgbClr val="7500C0"/>
    </a:custClr>
    <a:custClr name="Digital-Lime">
      <a:srgbClr val="00FF00"/>
    </a:custClr>
    <a:custClr name="Digital-Sunglow">
      <a:srgbClr val="FFD42E"/>
    </a:custClr>
    <a:custClr name="Technology-Aqua">
      <a:srgbClr val="00F3FF"/>
    </a:custClr>
    <a:custClr name="Technology-Lime">
      <a:srgbClr val="00FF00"/>
    </a:custClr>
    <a:custClr name="Operations-Aqua">
      <a:srgbClr val="00F3FF"/>
    </a:custClr>
    <a:custClr name="Operations-Navy Blue">
      <a:srgbClr val="004DFF"/>
    </a:custClr>
    <a:custClr name="Strategy-Orange Red">
      <a:srgbClr val="FF3C0F"/>
    </a:custClr>
    <a:custClr name="Strategy-Dark Carmine">
      <a:srgbClr val="920026"/>
    </a:custClr>
    <a:custClr name="Consulting-Electric Purple">
      <a:srgbClr val="A100FF"/>
    </a:custClr>
    <a:custClr name="Consulting-Indigo">
      <a:srgbClr val="5F0095"/>
    </a:custClr>
    <a:custClr name="Digital-Yellow">
      <a:srgbClr val="FFFF00"/>
    </a:custClr>
    <a:custClr name="Digital-Selective Yellow">
      <a:srgbClr val="FFB600"/>
    </a:custClr>
    <a:custClr name="Technology-Spring Green">
      <a:srgbClr val="00FF7D"/>
    </a:custClr>
    <a:custClr name="Technology-Dark Lime">
      <a:srgbClr val="00D700"/>
    </a:custClr>
    <a:custClr name="Operations-Deep Sky Blue">
      <a:srgbClr val="00BAFF"/>
    </a:custClr>
    <a:custClr name="Operations-Blue">
      <a:srgbClr val="2800FF"/>
    </a:custClr>
    <a:custClr name="Strategy-Red">
      <a:srgbClr val="FF0000"/>
    </a:custClr>
    <a:custClr name="Strategy-Burgundy">
      <a:srgbClr val="710012"/>
    </a:custClr>
    <a:custClr name="Consulting-Electric Indigo">
      <a:srgbClr val="7E00FF"/>
    </a:custClr>
    <a:custClr name="Consulting-Dark Indigo">
      <a:srgbClr val="380089"/>
    </a:custClr>
    <a:custClr name="Digital-Golden Yellow">
      <a:srgbClr val="FFEA00"/>
    </a:custClr>
    <a:custClr name="Digital-Dark Orange">
      <a:srgbClr val="FF9500"/>
    </a:custClr>
    <a:custClr name="Technology-Spring Bud">
      <a:srgbClr val="B9FF00"/>
    </a:custClr>
    <a:custClr name="Technology-British Racing Green">
      <a:srgbClr val="00530A"/>
    </a:custClr>
    <a:custClr name="Operations-Dodger Blue">
      <a:srgbClr val="008EFF"/>
    </a:custClr>
    <a:custClr name="Operations-Dark Blue">
      <a:srgbClr val="000088"/>
    </a:custClr>
  </a:custClrLst>
  <a:extLst>
    <a:ext uri="{05A4C25C-085E-4340-85A3-A5531E510DB2}">
      <thm15:themeFamily xmlns:thm15="http://schemas.microsoft.com/office/thememl/2012/main" name="Presentation20" id="{B30687BF-BEE9-E142-81AC-7355BEF0A319}" vid="{82941CCF-FFA5-9944-9C1E-B72B254F20BB}"/>
    </a:ext>
  </a:extLst>
</a:theme>
</file>

<file path=ppt/theme/theme4.xml><?xml version="1.0" encoding="utf-8"?>
<a:theme xmlns:a="http://schemas.openxmlformats.org/drawingml/2006/main" name="2_Titles">
  <a:themeElements>
    <a:clrScheme name="Custom 1">
      <a:dk1>
        <a:srgbClr val="000000"/>
      </a:dk1>
      <a:lt1>
        <a:srgbClr val="FFFFFF"/>
      </a:lt1>
      <a:dk2>
        <a:srgbClr val="BEBEBE"/>
      </a:dk2>
      <a:lt2>
        <a:srgbClr val="969696"/>
      </a:lt2>
      <a:accent1>
        <a:srgbClr val="A100FF"/>
      </a:accent1>
      <a:accent2>
        <a:srgbClr val="7500C0"/>
      </a:accent2>
      <a:accent3>
        <a:srgbClr val="460073"/>
      </a:accent3>
      <a:accent4>
        <a:srgbClr val="BEBEBE"/>
      </a:accent4>
      <a:accent5>
        <a:srgbClr val="969696"/>
      </a:accent5>
      <a:accent6>
        <a:srgbClr val="5A5A5A"/>
      </a:accent6>
      <a:hlink>
        <a:srgbClr val="A100FF"/>
      </a:hlink>
      <a:folHlink>
        <a:srgbClr val="460073"/>
      </a:folHlink>
    </a:clrScheme>
    <a:fontScheme name="Accenture_Graphik">
      <a:majorFont>
        <a:latin typeface="Graphik"/>
        <a:ea typeface=""/>
        <a:cs typeface=""/>
      </a:majorFont>
      <a:minorFont>
        <a:latin typeface="Graphi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none" lIns="0" tIns="0" rIns="0" bIns="45720" rtlCol="0">
        <a:spAutoFit/>
      </a:bodyPr>
      <a:lstStyle>
        <a:defPPr>
          <a:defRPr sz="1600" dirty="0" err="1" smtClean="0"/>
        </a:defPPr>
      </a:lstStyle>
    </a:txDef>
  </a:objectDefaults>
  <a:extraClrSchemeLst/>
  <a:custClrLst>
    <a:custClr name="Strategy-Orange">
      <a:srgbClr val="FF9128"/>
    </a:custClr>
    <a:custClr name="Strategy-Carmine">
      <a:srgbClr val="BD001D"/>
    </a:custClr>
    <a:custClr name="Consulting-Light Aqua">
      <a:srgbClr val="00F3FF"/>
    </a:custClr>
    <a:custClr name="Consulting-Dark Violet">
      <a:srgbClr val="7500C0"/>
    </a:custClr>
    <a:custClr name="Digital-Lime">
      <a:srgbClr val="00FF00"/>
    </a:custClr>
    <a:custClr name="Digital-Sunglow">
      <a:srgbClr val="FFD42E"/>
    </a:custClr>
    <a:custClr name="Technology-Aqua">
      <a:srgbClr val="00F3FF"/>
    </a:custClr>
    <a:custClr name="Technology-Lime">
      <a:srgbClr val="00FF00"/>
    </a:custClr>
    <a:custClr name="Operations-Aqua">
      <a:srgbClr val="00F3FF"/>
    </a:custClr>
    <a:custClr name="Operations-Navy Blue">
      <a:srgbClr val="004DFF"/>
    </a:custClr>
    <a:custClr name="Strategy-Orange Red">
      <a:srgbClr val="FF3C0F"/>
    </a:custClr>
    <a:custClr name="Strategy-Dark Carmine">
      <a:srgbClr val="920026"/>
    </a:custClr>
    <a:custClr name="Consulting-Electric Purple">
      <a:srgbClr val="A100FF"/>
    </a:custClr>
    <a:custClr name="Consulting-Indigo">
      <a:srgbClr val="5F0095"/>
    </a:custClr>
    <a:custClr name="Digital-Yellow">
      <a:srgbClr val="FFFF00"/>
    </a:custClr>
    <a:custClr name="Digital-Selective Yellow">
      <a:srgbClr val="FFB600"/>
    </a:custClr>
    <a:custClr name="Technology-Spring Green">
      <a:srgbClr val="00FF7D"/>
    </a:custClr>
    <a:custClr name="Technology-Dark Lime">
      <a:srgbClr val="00D700"/>
    </a:custClr>
    <a:custClr name="Operations-Deep Sky Blue">
      <a:srgbClr val="00BAFF"/>
    </a:custClr>
    <a:custClr name="Operations-Blue">
      <a:srgbClr val="2800FF"/>
    </a:custClr>
    <a:custClr name="Strategy-Red">
      <a:srgbClr val="FF0000"/>
    </a:custClr>
    <a:custClr name="Strategy-Burgundy">
      <a:srgbClr val="710012"/>
    </a:custClr>
    <a:custClr name="Consulting-Electric Indigo">
      <a:srgbClr val="7E00FF"/>
    </a:custClr>
    <a:custClr name="Consulting-Dark Indigo">
      <a:srgbClr val="380089"/>
    </a:custClr>
    <a:custClr name="Digital-Golden Yellow">
      <a:srgbClr val="FFEA00"/>
    </a:custClr>
    <a:custClr name="Digital-Dark Orange">
      <a:srgbClr val="FF9500"/>
    </a:custClr>
    <a:custClr name="Technology-Spring Bud">
      <a:srgbClr val="B9FF00"/>
    </a:custClr>
    <a:custClr name="Technology-British Racing Green">
      <a:srgbClr val="00530A"/>
    </a:custClr>
    <a:custClr name="Operations-Dodger Blue">
      <a:srgbClr val="008EFF"/>
    </a:custClr>
    <a:custClr name="Operations-Dark Blue">
      <a:srgbClr val="000088"/>
    </a:custClr>
  </a:custClrLst>
  <a:extLst>
    <a:ext uri="{05A4C25C-085E-4340-85A3-A5531E510DB2}">
      <thm15:themeFamily xmlns:thm15="http://schemas.microsoft.com/office/thememl/2012/main" name="Presentation20" id="{B30687BF-BEE9-E142-81AC-7355BEF0A319}" vid="{82941CCF-FFA5-9944-9C1E-B72B254F20BB}"/>
    </a:ext>
  </a:extLst>
</a:theme>
</file>

<file path=ppt/theme/theme5.xml><?xml version="1.0" encoding="utf-8"?>
<a:theme xmlns:a="http://schemas.openxmlformats.org/drawingml/2006/main" name="3_Titles">
  <a:themeElements>
    <a:clrScheme name="Custom 1">
      <a:dk1>
        <a:srgbClr val="000000"/>
      </a:dk1>
      <a:lt1>
        <a:srgbClr val="FFFFFF"/>
      </a:lt1>
      <a:dk2>
        <a:srgbClr val="BEBEBE"/>
      </a:dk2>
      <a:lt2>
        <a:srgbClr val="969696"/>
      </a:lt2>
      <a:accent1>
        <a:srgbClr val="A100FF"/>
      </a:accent1>
      <a:accent2>
        <a:srgbClr val="7500C0"/>
      </a:accent2>
      <a:accent3>
        <a:srgbClr val="460073"/>
      </a:accent3>
      <a:accent4>
        <a:srgbClr val="BEBEBE"/>
      </a:accent4>
      <a:accent5>
        <a:srgbClr val="969696"/>
      </a:accent5>
      <a:accent6>
        <a:srgbClr val="5A5A5A"/>
      </a:accent6>
      <a:hlink>
        <a:srgbClr val="A100FF"/>
      </a:hlink>
      <a:folHlink>
        <a:srgbClr val="460073"/>
      </a:folHlink>
    </a:clrScheme>
    <a:fontScheme name="Accenture_Graphik">
      <a:majorFont>
        <a:latin typeface="Graphik"/>
        <a:ea typeface=""/>
        <a:cs typeface=""/>
      </a:majorFont>
      <a:minorFont>
        <a:latin typeface="Graphi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none" lIns="0" tIns="0" rIns="0" bIns="45720" rtlCol="0">
        <a:spAutoFit/>
      </a:bodyPr>
      <a:lstStyle>
        <a:defPPr>
          <a:defRPr sz="1600" dirty="0" err="1" smtClean="0"/>
        </a:defPPr>
      </a:lstStyle>
    </a:txDef>
  </a:objectDefaults>
  <a:extraClrSchemeLst/>
  <a:custClrLst>
    <a:custClr name="Strategy-Orange">
      <a:srgbClr val="FF9128"/>
    </a:custClr>
    <a:custClr name="Strategy-Carmine">
      <a:srgbClr val="BD001D"/>
    </a:custClr>
    <a:custClr name="Consulting-Light Aqua">
      <a:srgbClr val="00F3FF"/>
    </a:custClr>
    <a:custClr name="Consulting-Dark Violet">
      <a:srgbClr val="7500C0"/>
    </a:custClr>
    <a:custClr name="Digital-Lime">
      <a:srgbClr val="00FF00"/>
    </a:custClr>
    <a:custClr name="Digital-Sunglow">
      <a:srgbClr val="FFD42E"/>
    </a:custClr>
    <a:custClr name="Technology-Aqua">
      <a:srgbClr val="00F3FF"/>
    </a:custClr>
    <a:custClr name="Technology-Lime">
      <a:srgbClr val="00FF00"/>
    </a:custClr>
    <a:custClr name="Operations-Aqua">
      <a:srgbClr val="00F3FF"/>
    </a:custClr>
    <a:custClr name="Operations-Navy Blue">
      <a:srgbClr val="004DFF"/>
    </a:custClr>
    <a:custClr name="Strategy-Orange Red">
      <a:srgbClr val="FF3C0F"/>
    </a:custClr>
    <a:custClr name="Strategy-Dark Carmine">
      <a:srgbClr val="920026"/>
    </a:custClr>
    <a:custClr name="Consulting-Electric Purple">
      <a:srgbClr val="A100FF"/>
    </a:custClr>
    <a:custClr name="Consulting-Indigo">
      <a:srgbClr val="5F0095"/>
    </a:custClr>
    <a:custClr name="Digital-Yellow">
      <a:srgbClr val="FFFF00"/>
    </a:custClr>
    <a:custClr name="Digital-Selective Yellow">
      <a:srgbClr val="FFB600"/>
    </a:custClr>
    <a:custClr name="Technology-Spring Green">
      <a:srgbClr val="00FF7D"/>
    </a:custClr>
    <a:custClr name="Technology-Dark Lime">
      <a:srgbClr val="00D700"/>
    </a:custClr>
    <a:custClr name="Operations-Deep Sky Blue">
      <a:srgbClr val="00BAFF"/>
    </a:custClr>
    <a:custClr name="Operations-Blue">
      <a:srgbClr val="2800FF"/>
    </a:custClr>
    <a:custClr name="Strategy-Red">
      <a:srgbClr val="FF0000"/>
    </a:custClr>
    <a:custClr name="Strategy-Burgundy">
      <a:srgbClr val="710012"/>
    </a:custClr>
    <a:custClr name="Consulting-Electric Indigo">
      <a:srgbClr val="7E00FF"/>
    </a:custClr>
    <a:custClr name="Consulting-Dark Indigo">
      <a:srgbClr val="380089"/>
    </a:custClr>
    <a:custClr name="Digital-Golden Yellow">
      <a:srgbClr val="FFEA00"/>
    </a:custClr>
    <a:custClr name="Digital-Dark Orange">
      <a:srgbClr val="FF9500"/>
    </a:custClr>
    <a:custClr name="Technology-Spring Bud">
      <a:srgbClr val="B9FF00"/>
    </a:custClr>
    <a:custClr name="Technology-British Racing Green">
      <a:srgbClr val="00530A"/>
    </a:custClr>
    <a:custClr name="Operations-Dodger Blue">
      <a:srgbClr val="008EFF"/>
    </a:custClr>
    <a:custClr name="Operations-Dark Blue">
      <a:srgbClr val="000088"/>
    </a:custClr>
  </a:custClrLst>
  <a:extLst>
    <a:ext uri="{05A4C25C-085E-4340-85A3-A5531E510DB2}">
      <thm15:themeFamily xmlns:thm15="http://schemas.microsoft.com/office/thememl/2012/main" name="Presentation20" id="{B30687BF-BEE9-E142-81AC-7355BEF0A319}" vid="{82941CCF-FFA5-9944-9C1E-B72B254F20BB}"/>
    </a:ext>
  </a:extLst>
</a:theme>
</file>

<file path=ppt/theme/theme6.xml><?xml version="1.0" encoding="utf-8"?>
<a:theme xmlns:a="http://schemas.openxmlformats.org/drawingml/2006/main" name="1_Tema do Office">
  <a:themeElements>
    <a:clrScheme name="1_Tema do Offic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00D318"/>
      </a:accent1>
      <a:accent2>
        <a:srgbClr val="4D4D4D"/>
      </a:accent2>
      <a:accent3>
        <a:srgbClr val="8F8F8F"/>
      </a:accent3>
      <a:accent4>
        <a:srgbClr val="707070"/>
      </a:accent4>
      <a:accent5>
        <a:srgbClr val="00760D"/>
      </a:accent5>
      <a:accent6>
        <a:srgbClr val="2B2B2B"/>
      </a:accent6>
      <a:hlink>
        <a:srgbClr val="0000FF"/>
      </a:hlink>
      <a:folHlink>
        <a:srgbClr val="FF00FF"/>
      </a:folHlink>
    </a:clrScheme>
    <a:fontScheme name="1_Tema do Office">
      <a:majorFont>
        <a:latin typeface="Simplon BP Regular"/>
        <a:ea typeface="Simplon BP Regular"/>
        <a:cs typeface="Simplon BP Regular"/>
      </a:majorFont>
      <a:minorFont>
        <a:latin typeface="Helvetica"/>
        <a:ea typeface="Helvetica"/>
        <a:cs typeface="Helvetica"/>
      </a:minorFont>
    </a:fontScheme>
    <a:fmtScheme name="1_Tema do 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2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0" tIns="0" rIns="0" bIns="0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400" b="0" i="0" u="none" strike="noStrike" cap="none" spc="0" normalizeH="0" baseline="0">
            <a:ln>
              <a:noFill/>
            </a:ln>
            <a:solidFill>
              <a:schemeClr val="accent1"/>
            </a:solidFill>
            <a:effectLst/>
            <a:uFillTx/>
            <a:latin typeface="+mj-lt"/>
            <a:ea typeface="+mj-ea"/>
            <a:cs typeface="+mj-cs"/>
            <a:sym typeface="Simplon BP Regular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0000" dir="5400000" rotWithShape="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400" b="0" i="0" u="none" strike="noStrike" cap="none" spc="0" normalizeH="0" baseline="0">
            <a:ln>
              <a:noFill/>
            </a:ln>
            <a:solidFill>
              <a:schemeClr val="accent1"/>
            </a:solidFill>
            <a:effectLst/>
            <a:uFillTx/>
            <a:latin typeface="+mj-lt"/>
            <a:ea typeface="+mj-ea"/>
            <a:cs typeface="+mj-cs"/>
            <a:sym typeface="Simplon BP Regular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2A1EC493E367844BCC7657148E6863F" ma:contentTypeVersion="14" ma:contentTypeDescription="Create a new document." ma:contentTypeScope="" ma:versionID="862c82ef35b1f0e0616c38a54b4c54c4">
  <xsd:schema xmlns:xsd="http://www.w3.org/2001/XMLSchema" xmlns:xs="http://www.w3.org/2001/XMLSchema" xmlns:p="http://schemas.microsoft.com/office/2006/metadata/properties" xmlns:ns2="46d436c9-717c-46a7-b69e-155cb9fbc821" xmlns:ns3="29987bf6-598b-4bea-b1ba-059a62b4ab71" targetNamespace="http://schemas.microsoft.com/office/2006/metadata/properties" ma:root="true" ma:fieldsID="0bfd6d74c257e7c4d44f473071d451a5" ns2:_="" ns3:_="">
    <xsd:import namespace="46d436c9-717c-46a7-b69e-155cb9fbc821"/>
    <xsd:import namespace="29987bf6-598b-4bea-b1ba-059a62b4ab7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6d436c9-717c-46a7-b69e-155cb9fbc82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6d165d17-9b79-46c3-82b9-c927e733c42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21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9987bf6-598b-4bea-b1ba-059a62b4ab71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2a1b027c-eb8e-469a-bd5e-f3378a596fac}" ma:internalName="TaxCatchAll" ma:showField="CatchAllData" ma:web="29987bf6-598b-4bea-b1ba-059a62b4ab7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9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0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46d436c9-717c-46a7-b69e-155cb9fbc821">
      <Terms xmlns="http://schemas.microsoft.com/office/infopath/2007/PartnerControls"/>
    </lcf76f155ced4ddcb4097134ff3c332f>
    <TaxCatchAll xmlns="29987bf6-598b-4bea-b1ba-059a62b4ab71" xsi:nil="true"/>
  </documentManagement>
</p:properties>
</file>

<file path=customXml/itemProps1.xml><?xml version="1.0" encoding="utf-8"?>
<ds:datastoreItem xmlns:ds="http://schemas.openxmlformats.org/officeDocument/2006/customXml" ds:itemID="{E70515AE-4A99-4787-8DE0-4B3EFF696D9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6d436c9-717c-46a7-b69e-155cb9fbc821"/>
    <ds:schemaRef ds:uri="29987bf6-598b-4bea-b1ba-059a62b4ab7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419A9F47-C9EF-42BE-9858-1516FC3DD2A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2B9093C-052E-4A0D-9F7E-80AE13FD2621}">
  <ds:schemaRefs>
    <ds:schemaRef ds:uri="29987bf6-598b-4bea-b1ba-059a62b4ab71"/>
    <ds:schemaRef ds:uri="46d436c9-717c-46a7-b69e-155cb9fbc821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Metadata/LabelInfo.xml><?xml version="1.0" encoding="utf-8"?>
<clbl:labelList xmlns:clbl="http://schemas.microsoft.com/office/2020/mipLabelMetadata">
  <clbl:label id="{e0793d39-0939-496d-b129-198edd916feb}" enabled="0" method="" siteId="{e0793d39-0939-496d-b129-198edd916feb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798</TotalTime>
  <Words>3611</Words>
  <Application>Microsoft Macintosh PowerPoint</Application>
  <PresentationFormat>Widescreen</PresentationFormat>
  <Paragraphs>1361</Paragraphs>
  <Slides>21</Slides>
  <Notes>11</Notes>
  <HiddenSlides>0</HiddenSlides>
  <MMClips>0</MMClips>
  <ScaleCrop>false</ScaleCrop>
  <HeadingPairs>
    <vt:vector size="8" baseType="variant">
      <vt:variant>
        <vt:lpstr>Fonts Used</vt:lpstr>
      </vt:variant>
      <vt:variant>
        <vt:i4>8</vt:i4>
      </vt:variant>
      <vt:variant>
        <vt:lpstr>Theme</vt:lpstr>
      </vt:variant>
      <vt:variant>
        <vt:i4>5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21</vt:i4>
      </vt:variant>
    </vt:vector>
  </HeadingPairs>
  <TitlesOfParts>
    <vt:vector size="36" baseType="lpstr">
      <vt:lpstr>Arial</vt:lpstr>
      <vt:lpstr>Arial Black</vt:lpstr>
      <vt:lpstr>Calibri</vt:lpstr>
      <vt:lpstr>Graphik</vt:lpstr>
      <vt:lpstr>Palatino Linotype</vt:lpstr>
      <vt:lpstr>Roboto</vt:lpstr>
      <vt:lpstr>Simplon BP Bold</vt:lpstr>
      <vt:lpstr>Simplon BP Regular</vt:lpstr>
      <vt:lpstr>2_Tema do Office</vt:lpstr>
      <vt:lpstr>3_Tema do Office</vt:lpstr>
      <vt:lpstr>1_Titles</vt:lpstr>
      <vt:lpstr>2_Titles</vt:lpstr>
      <vt:lpstr>3_Titles</vt:lpstr>
      <vt:lpstr>Slide do think-cell</vt:lpstr>
      <vt:lpstr>think-cell Slide</vt:lpstr>
      <vt:lpstr>Twist</vt:lpstr>
      <vt:lpstr>Linhas guias de interação com o comprador </vt:lpstr>
      <vt:lpstr>Dinâmica de trabalho – Após 17/07</vt:lpstr>
      <vt:lpstr>PowerPoint Presentation</vt:lpstr>
      <vt:lpstr>MODELOS DE SEGREGAÇÃO DE ATIVOS</vt:lpstr>
      <vt:lpstr>MODELOS DE SEGREGAÇÃO DE ATIVOS: EXEMPLOS</vt:lpstr>
      <vt:lpstr>Visão inicial da separação de Sistemas/Módulos – Parcial (17/07)</vt:lpstr>
      <vt:lpstr>PowerPoint Presentation</vt:lpstr>
      <vt:lpstr>CANAIS</vt:lpstr>
      <vt:lpstr>BSS</vt:lpstr>
      <vt:lpstr>OSS</vt:lpstr>
      <vt:lpstr>INTEGRAÇÃO</vt:lpstr>
      <vt:lpstr>CORPORATIVO &amp; DA</vt:lpstr>
      <vt:lpstr>OPERAÇÃO &amp; SI</vt:lpstr>
      <vt:lpstr>DROP CLIENTCO</vt:lpstr>
      <vt:lpstr>Plano de Trabalho alto nível - Ativos</vt:lpstr>
      <vt:lpstr>Plano de Trabalho alto nível - Processos</vt:lpstr>
      <vt:lpstr>Plano de Trabalho alto nível - Pessoas</vt:lpstr>
      <vt:lpstr>Plano de Trabalho alto nível - Tecnologia</vt:lpstr>
      <vt:lpstr>Plano de Trabalho alto nível - Contratos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Raissa De Mello Paes</dc:creator>
  <cp:lastModifiedBy>Rogerio Takayanagi</cp:lastModifiedBy>
  <cp:revision>8</cp:revision>
  <dcterms:modified xsi:type="dcterms:W3CDTF">2024-07-18T19:51:18Z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0x010100B2A1EC493E367844BCC7657148E6863F</vt:lpwstr>
  </property>
  <property fmtid="{D5CDD505-2E9C-101B-9397-08002B2CF9AE}" pid="3" name="MediaServiceImageTags">
    <vt:lpwstr/>
  </property>
</Properties>
</file>