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 showGuides="1">
      <p:cViewPr>
        <p:scale>
          <a:sx n="110" d="100"/>
          <a:sy n="110" d="100"/>
        </p:scale>
        <p:origin x="436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57946-A6A4-4AB7-A9B7-6354A3B7FC3E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93EF4-DB39-49D0-A12B-DA59563B8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07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93EF4-DB39-49D0-A12B-DA59563B8B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288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92A63-44E3-E775-BB25-C861ABE0A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836DBF-B6C5-10B6-0B29-45FDD329B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2250F6-259A-2189-BCB5-2E55749A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EE9D6-F259-54F2-6900-4B2EF778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E4E7E2-5B5F-1360-51C4-45CDA1AB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25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69989-509C-AA29-1E43-90424444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EB4509-46F4-91A0-4A66-EFC42BAAE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5598C4-1DB3-1A55-33DC-B297A635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985AF-E926-A3CF-7F17-91F7C0A8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C7490-67D8-7D84-0641-31363826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95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43E1D-B41D-BCB8-63BC-DA769DDC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4DC1BE-9CC7-BC9A-5B1A-4DF8F39B9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D5A54B-5EDF-5FE2-83F0-1BAF8CFC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CDF94-3ABE-0E50-159C-6028F856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FBF672-F528-F367-1C54-F03F4A9D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5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6D468-3E9A-2831-CC0F-8297B0CF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85A22F-03A4-FE3B-AC06-7931CEE59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C42EB7-7C53-DB9B-2E54-BF2D8EE89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36F43B-72CC-79E6-CEAA-5DF6AA4A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7D52E0-03BB-5A5C-2504-4E78A071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25018D-A78E-9BFC-F7BF-78A33A27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86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13F0-9E41-3937-E5C7-2FA23280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74B94E-25B7-65C5-1834-89701E53A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6A75BB-BAF6-1E06-A0E9-D254C55E2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D619D9-4C1C-2B60-221D-CBD41031D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EA47F5-88BF-A6E6-6BB2-F0DD977A4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C1603C9-B789-2077-DF16-B4346879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C831F2-0176-ED6E-30C5-32325955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67B31E-27F4-19E7-63FE-FC9723B5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60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C3CF3-43BF-CC6D-8A17-79F10EFD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5EBB5B-7396-5BAD-2661-058D94CD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BCC88F-A37F-D042-EB30-2DCD87EC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71A6E9-8DE1-237B-8C76-79A8A80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38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5BCCCC-6A2F-4A2F-100F-7CD0B8B2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9BB5C3-90AA-B17D-A616-FBB43741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1CF00-D44A-1F90-0E14-5AD52720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07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D3443-24BA-C407-66BC-6BE752C7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AC3C55-7357-A432-11CE-4A494C139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1ECE26-1E56-83CC-FA39-7E7D73B04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FAD795-9F15-A1D5-8E90-9985976A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F6CD60-0E61-D41C-C695-FF0B1D0F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872822-DFE4-3048-C65B-9443B1BA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35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621ED-9300-56DC-2773-20278A6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C535F6-FABF-9523-8630-FCDC08536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A0EC39-C31A-64B3-8DA9-8F44D827E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384C02-2338-5501-44D8-9B5A2FC0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04C12A-B709-B647-0777-AB68FE30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957345-C2BD-0F10-532D-8C383C72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93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E7204-9F65-A39D-3934-E697414D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FF13AB-8888-A52F-B179-869F3D893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82910E-76C0-6C35-6946-0507B19F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523579-3248-5B11-24CF-C3C8F545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C182DD-9A95-7822-051E-EE9622DF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39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E942E1-EF65-F7DD-FA63-2AF88A77A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823BD9-D92C-F99B-1520-7D834AE64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41837A-C74B-C91C-0221-5C13B076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866F32-EC34-062C-83BE-0C7B85A5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2E9991-AF6A-01CB-2D6D-3839CDF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27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B18CCE-31F2-E184-6776-E244E78A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A7050A-A983-CFFD-88C4-BA04FB21B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09ECC4-773C-F87F-B7F8-791F90C28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5022F-2BDE-474F-B9CC-0395816066F4}" type="datetimeFigureOut">
              <a:rPr lang="pt-BR" smtClean="0"/>
              <a:t>21/01/2025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4999-274D-3E40-BC63-06AE647B5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5D6D6B-13D9-2A45-7346-DC9D46F1F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FB333-D0FA-43A4-8755-E2F88BBDDE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18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92B7-B4BB-7600-F1EA-75CE8A19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1D1B65-1FAC-A8A4-5A87-EEE3F21F03C2}"/>
              </a:ext>
            </a:extLst>
          </p:cNvPr>
          <p:cNvSpPr txBox="1"/>
          <p:nvPr/>
        </p:nvSpPr>
        <p:spPr>
          <a:xfrm>
            <a:off x="318304" y="329879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proposta TO BE – Mileto</a:t>
            </a:r>
          </a:p>
        </p:txBody>
      </p:sp>
      <p:sp>
        <p:nvSpPr>
          <p:cNvPr id="10" name="Seta: Pentágono 9">
            <a:extLst>
              <a:ext uri="{FF2B5EF4-FFF2-40B4-BE49-F238E27FC236}">
                <a16:creationId xmlns:a16="http://schemas.microsoft.com/office/drawing/2014/main" id="{C9687125-52D2-971C-522E-7AD2E6481C86}"/>
              </a:ext>
            </a:extLst>
          </p:cNvPr>
          <p:cNvSpPr/>
          <p:nvPr/>
        </p:nvSpPr>
        <p:spPr>
          <a:xfrm>
            <a:off x="10130420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COBRANÇA</a:t>
            </a:r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0A48D80E-8240-4FCB-533B-79807E789B20}"/>
              </a:ext>
            </a:extLst>
          </p:cNvPr>
          <p:cNvSpPr/>
          <p:nvPr/>
        </p:nvSpPr>
        <p:spPr>
          <a:xfrm>
            <a:off x="8513393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REPARO</a:t>
            </a:r>
          </a:p>
        </p:txBody>
      </p:sp>
      <p:sp>
        <p:nvSpPr>
          <p:cNvPr id="8" name="Seta: Pentágono 7">
            <a:extLst>
              <a:ext uri="{FF2B5EF4-FFF2-40B4-BE49-F238E27FC236}">
                <a16:creationId xmlns:a16="http://schemas.microsoft.com/office/drawing/2014/main" id="{49BB1112-035C-C78D-8D8B-88B382DE3AEB}"/>
              </a:ext>
            </a:extLst>
          </p:cNvPr>
          <p:cNvSpPr/>
          <p:nvPr/>
        </p:nvSpPr>
        <p:spPr>
          <a:xfrm>
            <a:off x="6896367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USO</a:t>
            </a:r>
          </a:p>
        </p:txBody>
      </p:sp>
      <p:sp>
        <p:nvSpPr>
          <p:cNvPr id="6" name="Seta: Pentágono 5">
            <a:extLst>
              <a:ext uri="{FF2B5EF4-FFF2-40B4-BE49-F238E27FC236}">
                <a16:creationId xmlns:a16="http://schemas.microsoft.com/office/drawing/2014/main" id="{55491647-A4B9-75FD-BBC0-239B4CD6CBEE}"/>
              </a:ext>
            </a:extLst>
          </p:cNvPr>
          <p:cNvSpPr/>
          <p:nvPr/>
        </p:nvSpPr>
        <p:spPr>
          <a:xfrm>
            <a:off x="5279341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FATURAMENTO</a:t>
            </a: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ARRECADAÇÃO</a:t>
            </a:r>
          </a:p>
        </p:txBody>
      </p:sp>
      <p:sp>
        <p:nvSpPr>
          <p:cNvPr id="5" name="Seta: Pentágono 4">
            <a:extLst>
              <a:ext uri="{FF2B5EF4-FFF2-40B4-BE49-F238E27FC236}">
                <a16:creationId xmlns:a16="http://schemas.microsoft.com/office/drawing/2014/main" id="{0A2CA2E6-9620-B27F-4C92-957CCF607EE9}"/>
              </a:ext>
            </a:extLst>
          </p:cNvPr>
          <p:cNvSpPr/>
          <p:nvPr/>
        </p:nvSpPr>
        <p:spPr>
          <a:xfrm>
            <a:off x="3662315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</a:rPr>
              <a:t>APROVISIONAMENTO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1782836E-0692-EB9A-27AD-8807C3BDA109}"/>
              </a:ext>
            </a:extLst>
          </p:cNvPr>
          <p:cNvSpPr/>
          <p:nvPr/>
        </p:nvSpPr>
        <p:spPr>
          <a:xfrm>
            <a:off x="2045289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ATENDIMENTO</a:t>
            </a:r>
          </a:p>
        </p:txBody>
      </p:sp>
      <p:sp>
        <p:nvSpPr>
          <p:cNvPr id="3" name="Seta: Pentágono 2">
            <a:extLst>
              <a:ext uri="{FF2B5EF4-FFF2-40B4-BE49-F238E27FC236}">
                <a16:creationId xmlns:a16="http://schemas.microsoft.com/office/drawing/2014/main" id="{4C23D97C-5595-B647-4A90-DD1FA14525EF}"/>
              </a:ext>
            </a:extLst>
          </p:cNvPr>
          <p:cNvSpPr/>
          <p:nvPr/>
        </p:nvSpPr>
        <p:spPr>
          <a:xfrm>
            <a:off x="428263" y="121051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CATÁLOGO</a:t>
            </a: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OFERTA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9F92E60-77C7-BF7A-E506-6F3DAED6CB72}"/>
              </a:ext>
            </a:extLst>
          </p:cNvPr>
          <p:cNvSpPr/>
          <p:nvPr/>
        </p:nvSpPr>
        <p:spPr>
          <a:xfrm>
            <a:off x="2831502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MOI APP 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C150352-3019-E429-9B19-71EC01597327}"/>
              </a:ext>
            </a:extLst>
          </p:cNvPr>
          <p:cNvSpPr/>
          <p:nvPr/>
        </p:nvSpPr>
        <p:spPr>
          <a:xfrm>
            <a:off x="2039502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JOICE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EDDA465-17DD-5B7B-4B34-7E8AE5289D2A}"/>
              </a:ext>
            </a:extLst>
          </p:cNvPr>
          <p:cNvCxnSpPr>
            <a:cxnSpLocks/>
          </p:cNvCxnSpPr>
          <p:nvPr/>
        </p:nvCxnSpPr>
        <p:spPr>
          <a:xfrm>
            <a:off x="2052380" y="2453386"/>
            <a:ext cx="151200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CC66976-F2E4-3023-EB8D-E4FCCED754D6}"/>
              </a:ext>
            </a:extLst>
          </p:cNvPr>
          <p:cNvSpPr txBox="1"/>
          <p:nvPr/>
        </p:nvSpPr>
        <p:spPr>
          <a:xfrm>
            <a:off x="1958976" y="2247675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digital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9FB8B99-ABAF-6DD6-11E1-AFEDCAD8B82D}"/>
              </a:ext>
            </a:extLst>
          </p:cNvPr>
          <p:cNvCxnSpPr/>
          <p:nvPr/>
        </p:nvCxnSpPr>
        <p:spPr>
          <a:xfrm>
            <a:off x="2052380" y="4044207"/>
            <a:ext cx="151200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E7C0D8-AC2C-9EE7-8809-F8B311E8D45B}"/>
              </a:ext>
            </a:extLst>
          </p:cNvPr>
          <p:cNvSpPr txBox="1"/>
          <p:nvPr/>
        </p:nvSpPr>
        <p:spPr>
          <a:xfrm>
            <a:off x="1958976" y="3838496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humano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1991A21-8EC0-CBB1-80A9-1FB40822A5AA}"/>
              </a:ext>
            </a:extLst>
          </p:cNvPr>
          <p:cNvSpPr/>
          <p:nvPr/>
        </p:nvSpPr>
        <p:spPr>
          <a:xfrm>
            <a:off x="428263" y="1861400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3FFA548-8CF0-62ED-CAE6-C90DD05BD812}"/>
              </a:ext>
            </a:extLst>
          </p:cNvPr>
          <p:cNvSpPr/>
          <p:nvPr/>
        </p:nvSpPr>
        <p:spPr>
          <a:xfrm>
            <a:off x="2831502" y="2963466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MOI WEB 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3A008E3-0723-C7CA-5D98-97C2DEF5847B}"/>
              </a:ext>
            </a:extLst>
          </p:cNvPr>
          <p:cNvSpPr/>
          <p:nvPr/>
        </p:nvSpPr>
        <p:spPr>
          <a:xfrm>
            <a:off x="10130420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PORTAL</a:t>
            </a:r>
          </a:p>
          <a:p>
            <a:pPr algn="ctr"/>
            <a:r>
              <a:rPr lang="pt-BR" sz="900" dirty="0"/>
              <a:t>COBRANÇA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62A3B1C-3203-FD98-520B-21302F565647}"/>
              </a:ext>
            </a:extLst>
          </p:cNvPr>
          <p:cNvSpPr/>
          <p:nvPr/>
        </p:nvSpPr>
        <p:spPr>
          <a:xfrm>
            <a:off x="10130420" y="149879"/>
            <a:ext cx="324000" cy="18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pt-BR" sz="11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7806DE9-42DC-DDBE-CC47-01CDAFACC1A9}"/>
              </a:ext>
            </a:extLst>
          </p:cNvPr>
          <p:cNvSpPr txBox="1"/>
          <p:nvPr/>
        </p:nvSpPr>
        <p:spPr>
          <a:xfrm>
            <a:off x="10432438" y="116768"/>
            <a:ext cx="16065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DROP - recomendação Oi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E49C302-6265-0F85-F12A-DDDE2F98D349}"/>
              </a:ext>
            </a:extLst>
          </p:cNvPr>
          <p:cNvSpPr/>
          <p:nvPr/>
        </p:nvSpPr>
        <p:spPr>
          <a:xfrm>
            <a:off x="10130420" y="640345"/>
            <a:ext cx="324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pt-BR" sz="11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7BC5A3B-16D2-3DDE-8C67-986F21F4D025}"/>
              </a:ext>
            </a:extLst>
          </p:cNvPr>
          <p:cNvSpPr txBox="1"/>
          <p:nvPr/>
        </p:nvSpPr>
        <p:spPr>
          <a:xfrm>
            <a:off x="10432438" y="607234"/>
            <a:ext cx="15135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TSA – sugestão inclusão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AE717B2-2776-E716-3FFE-FD8B7C75557F}"/>
              </a:ext>
            </a:extLst>
          </p:cNvPr>
          <p:cNvSpPr/>
          <p:nvPr/>
        </p:nvSpPr>
        <p:spPr>
          <a:xfrm>
            <a:off x="8513393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TÉCNICO</a:t>
            </a:r>
          </a:p>
          <a:p>
            <a:pPr algn="ctr"/>
            <a:r>
              <a:rPr lang="pt-BR" sz="900" dirty="0"/>
              <a:t>VIRTUAL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6727AEA-FB31-3B14-EDB7-9CD6F0FD894E}"/>
              </a:ext>
            </a:extLst>
          </p:cNvPr>
          <p:cNvSpPr/>
          <p:nvPr/>
        </p:nvSpPr>
        <p:spPr>
          <a:xfrm>
            <a:off x="9291755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CLICK</a:t>
            </a:r>
          </a:p>
          <a:p>
            <a:pPr algn="ctr"/>
            <a:r>
              <a:rPr lang="pt-BR" sz="900" dirty="0"/>
              <a:t>MUA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F4DC2CB-9C1E-9372-587A-CB06F57E2018}"/>
              </a:ext>
            </a:extLst>
          </p:cNvPr>
          <p:cNvSpPr/>
          <p:nvPr/>
        </p:nvSpPr>
        <p:spPr>
          <a:xfrm>
            <a:off x="2831502" y="3399736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CDI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31C4EC4-9C33-EE68-74DC-66CE244C54F1}"/>
              </a:ext>
            </a:extLst>
          </p:cNvPr>
          <p:cNvSpPr/>
          <p:nvPr/>
        </p:nvSpPr>
        <p:spPr>
          <a:xfrm>
            <a:off x="2039502" y="3399736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e-</a:t>
            </a:r>
            <a:r>
              <a:rPr lang="pt-BR" sz="900" dirty="0" err="1"/>
              <a:t>billing</a:t>
            </a:r>
            <a:endParaRPr lang="pt-BR" sz="900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7A7F6E8-0216-89FD-A37D-26E2B7BF5291}"/>
              </a:ext>
            </a:extLst>
          </p:cNvPr>
          <p:cNvSpPr/>
          <p:nvPr/>
        </p:nvSpPr>
        <p:spPr>
          <a:xfrm>
            <a:off x="2039502" y="2963466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URA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FB41437-2CB7-0CCC-AF61-CF8D5FCE9903}"/>
              </a:ext>
            </a:extLst>
          </p:cNvPr>
          <p:cNvSpPr/>
          <p:nvPr/>
        </p:nvSpPr>
        <p:spPr>
          <a:xfrm>
            <a:off x="3670167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SIS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1930EE0-9C0D-93A3-F519-0AA2DD4853F5}"/>
              </a:ext>
            </a:extLst>
          </p:cNvPr>
          <p:cNvSpPr/>
          <p:nvPr/>
        </p:nvSpPr>
        <p:spPr>
          <a:xfrm>
            <a:off x="5276448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GED360</a:t>
            </a:r>
          </a:p>
          <a:p>
            <a:pPr algn="ctr"/>
            <a:r>
              <a:rPr lang="pt-BR" sz="900" dirty="0"/>
              <a:t>(e-contas)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DF10997-5ADB-6072-CC6C-9779E6A15B28}"/>
              </a:ext>
            </a:extLst>
          </p:cNvPr>
          <p:cNvSpPr/>
          <p:nvPr/>
        </p:nvSpPr>
        <p:spPr>
          <a:xfrm>
            <a:off x="6054810" y="2532687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FORTUNA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37595945-EF45-4FD4-ED6C-5ECAADBA170F}"/>
              </a:ext>
            </a:extLst>
          </p:cNvPr>
          <p:cNvSpPr/>
          <p:nvPr/>
        </p:nvSpPr>
        <p:spPr>
          <a:xfrm>
            <a:off x="6054810" y="2963466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SERVCELL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14E3C59-6502-8A88-43F6-8618C69FCA65}"/>
              </a:ext>
            </a:extLst>
          </p:cNvPr>
          <p:cNvSpPr/>
          <p:nvPr/>
        </p:nvSpPr>
        <p:spPr>
          <a:xfrm>
            <a:off x="10130420" y="384843"/>
            <a:ext cx="324000" cy="18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pt-BR" sz="900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0ACA8A5-DBBA-E892-9424-87C1DBC3C5FF}"/>
              </a:ext>
            </a:extLst>
          </p:cNvPr>
          <p:cNvSpPr txBox="1"/>
          <p:nvPr/>
        </p:nvSpPr>
        <p:spPr>
          <a:xfrm>
            <a:off x="10432438" y="351732"/>
            <a:ext cx="1481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TSA - recomendação Oi</a:t>
            </a:r>
          </a:p>
        </p:txBody>
      </p:sp>
      <p:sp>
        <p:nvSpPr>
          <p:cNvPr id="41" name="Seta: Pentágono 40">
            <a:extLst>
              <a:ext uri="{FF2B5EF4-FFF2-40B4-BE49-F238E27FC236}">
                <a16:creationId xmlns:a16="http://schemas.microsoft.com/office/drawing/2014/main" id="{0C751B19-55BE-7AF7-2535-10892B24E4EA}"/>
              </a:ext>
            </a:extLst>
          </p:cNvPr>
          <p:cNvSpPr/>
          <p:nvPr/>
        </p:nvSpPr>
        <p:spPr>
          <a:xfrm>
            <a:off x="10071317" y="462029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ADMINISTRATIVO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243E6E1-BAE6-8268-D9B0-0A61828BEDEE}"/>
              </a:ext>
            </a:extLst>
          </p:cNvPr>
          <p:cNvSpPr/>
          <p:nvPr/>
        </p:nvSpPr>
        <p:spPr>
          <a:xfrm>
            <a:off x="6893475" y="2532687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NDS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C253EB7B-4AE8-2EC8-7041-467731B7CA50}"/>
              </a:ext>
            </a:extLst>
          </p:cNvPr>
          <p:cNvSpPr/>
          <p:nvPr/>
        </p:nvSpPr>
        <p:spPr>
          <a:xfrm>
            <a:off x="7666025" y="2532687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MEDIAHUB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C2E4DE32-3EB3-94F1-806B-C2D57BFF2F02}"/>
              </a:ext>
            </a:extLst>
          </p:cNvPr>
          <p:cNvSpPr/>
          <p:nvPr/>
        </p:nvSpPr>
        <p:spPr>
          <a:xfrm>
            <a:off x="7666025" y="2963466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CAS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CB95B1FD-A0EB-5F5B-CBFA-5A9F0A6A8270}"/>
              </a:ext>
            </a:extLst>
          </p:cNvPr>
          <p:cNvSpPr/>
          <p:nvPr/>
        </p:nvSpPr>
        <p:spPr>
          <a:xfrm>
            <a:off x="2083139" y="1861400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913ED88E-E52C-9B5E-966C-904B9A3D4B03}"/>
              </a:ext>
            </a:extLst>
          </p:cNvPr>
          <p:cNvSpPr/>
          <p:nvPr/>
        </p:nvSpPr>
        <p:spPr>
          <a:xfrm>
            <a:off x="5279983" y="1861400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E5D32734-740D-419C-6F70-03BB802A1EF1}"/>
              </a:ext>
            </a:extLst>
          </p:cNvPr>
          <p:cNvSpPr/>
          <p:nvPr/>
        </p:nvSpPr>
        <p:spPr>
          <a:xfrm>
            <a:off x="10120867" y="893640"/>
            <a:ext cx="324000" cy="180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pt-BR" sz="110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D0D6C0D-CD94-A61C-06A4-284CCFE70FF5}"/>
              </a:ext>
            </a:extLst>
          </p:cNvPr>
          <p:cNvSpPr txBox="1"/>
          <p:nvPr/>
        </p:nvSpPr>
        <p:spPr>
          <a:xfrm>
            <a:off x="10422885" y="860529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arquitetura definitiva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AF941E8E-B4AE-CCBE-4678-202C8FFEE335}"/>
              </a:ext>
            </a:extLst>
          </p:cNvPr>
          <p:cNvSpPr/>
          <p:nvPr/>
        </p:nvSpPr>
        <p:spPr>
          <a:xfrm>
            <a:off x="10864787" y="5897385"/>
            <a:ext cx="720000" cy="360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TOTVS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2825441-9AA7-42C9-9316-2E39300500A4}"/>
              </a:ext>
            </a:extLst>
          </p:cNvPr>
          <p:cNvSpPr/>
          <p:nvPr/>
        </p:nvSpPr>
        <p:spPr>
          <a:xfrm>
            <a:off x="6893475" y="2963466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/>
              <a:t>API</a:t>
            </a:r>
          </a:p>
          <a:p>
            <a:pPr algn="ctr"/>
            <a:r>
              <a:rPr lang="pt-BR" sz="700" dirty="0"/>
              <a:t>ELEGIBILIDADE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CC50164-BF8E-3E12-422A-26B3743E3902}"/>
              </a:ext>
            </a:extLst>
          </p:cNvPr>
          <p:cNvSpPr/>
          <p:nvPr/>
        </p:nvSpPr>
        <p:spPr>
          <a:xfrm>
            <a:off x="2039502" y="4114986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TELA</a:t>
            </a:r>
          </a:p>
          <a:p>
            <a:pPr algn="ctr"/>
            <a:r>
              <a:rPr lang="pt-BR" sz="900" dirty="0"/>
              <a:t>ÚNICA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BE021222-963F-E027-374E-0ECAE8B296BC}"/>
              </a:ext>
            </a:extLst>
          </p:cNvPr>
          <p:cNvSpPr/>
          <p:nvPr/>
        </p:nvSpPr>
        <p:spPr>
          <a:xfrm>
            <a:off x="5262810" y="2963466"/>
            <a:ext cx="720000" cy="36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/>
              <a:t>MIDDLEWARES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70041EF-B5A7-28DF-614D-17D4B46556CE}"/>
              </a:ext>
            </a:extLst>
          </p:cNvPr>
          <p:cNvSpPr txBox="1"/>
          <p:nvPr/>
        </p:nvSpPr>
        <p:spPr>
          <a:xfrm>
            <a:off x="428263" y="6488668"/>
            <a:ext cx="284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 middlewares : informática, SOA e OM </a:t>
            </a:r>
          </a:p>
        </p:txBody>
      </p:sp>
      <p:sp>
        <p:nvSpPr>
          <p:cNvPr id="63" name="Seta: Pentágono 62">
            <a:extLst>
              <a:ext uri="{FF2B5EF4-FFF2-40B4-BE49-F238E27FC236}">
                <a16:creationId xmlns:a16="http://schemas.microsoft.com/office/drawing/2014/main" id="{5D0F5186-5AF3-3731-ED96-D742FB5D2D71}"/>
              </a:ext>
            </a:extLst>
          </p:cNvPr>
          <p:cNvSpPr/>
          <p:nvPr/>
        </p:nvSpPr>
        <p:spPr>
          <a:xfrm>
            <a:off x="8513393" y="4620299"/>
            <a:ext cx="1692000" cy="578734"/>
          </a:xfrm>
          <a:prstGeom prst="homePlate">
            <a:avLst>
              <a:gd name="adj" fmla="val 32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INFORMACIONAL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3ED22AFF-D5CC-D676-D7B6-FC95D67054F0}"/>
              </a:ext>
            </a:extLst>
          </p:cNvPr>
          <p:cNvSpPr/>
          <p:nvPr/>
        </p:nvSpPr>
        <p:spPr>
          <a:xfrm>
            <a:off x="8513393" y="5910263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BCV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890351A-0A2B-7470-165A-6B4D709A17F0}"/>
              </a:ext>
            </a:extLst>
          </p:cNvPr>
          <p:cNvSpPr/>
          <p:nvPr/>
        </p:nvSpPr>
        <p:spPr>
          <a:xfrm>
            <a:off x="9291755" y="5910263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SAS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D2748C5A-D7FB-9F4E-19A6-E164F495D676}"/>
              </a:ext>
            </a:extLst>
          </p:cNvPr>
          <p:cNvSpPr/>
          <p:nvPr/>
        </p:nvSpPr>
        <p:spPr>
          <a:xfrm>
            <a:off x="2833486" y="4114986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OI CONECTA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BABEE346-BC44-D99D-9116-B0C4E9BFA84D}"/>
              </a:ext>
            </a:extLst>
          </p:cNvPr>
          <p:cNvSpPr/>
          <p:nvPr/>
        </p:nvSpPr>
        <p:spPr>
          <a:xfrm>
            <a:off x="8513393" y="6339558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BOV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CB109580-65B3-1310-2ED7-FAC506D43F2B}"/>
              </a:ext>
            </a:extLst>
          </p:cNvPr>
          <p:cNvSpPr txBox="1"/>
          <p:nvPr/>
        </p:nvSpPr>
        <p:spPr>
          <a:xfrm>
            <a:off x="5175897" y="332411"/>
            <a:ext cx="198842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PARA DISCUSSÃO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4F9148B4-F060-AEEF-6A57-B1FA2E59A4DF}"/>
              </a:ext>
            </a:extLst>
          </p:cNvPr>
          <p:cNvCxnSpPr>
            <a:cxnSpLocks/>
          </p:cNvCxnSpPr>
          <p:nvPr/>
        </p:nvCxnSpPr>
        <p:spPr>
          <a:xfrm>
            <a:off x="5175897" y="296493"/>
            <a:ext cx="1988429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1EA38A11-2C80-9046-DB60-5C414082C599}"/>
              </a:ext>
            </a:extLst>
          </p:cNvPr>
          <p:cNvCxnSpPr>
            <a:cxnSpLocks/>
          </p:cNvCxnSpPr>
          <p:nvPr/>
        </p:nvCxnSpPr>
        <p:spPr>
          <a:xfrm>
            <a:off x="5175897" y="737661"/>
            <a:ext cx="1988429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D87FC792-3EA2-C8B5-7E24-F53CAEE1B180}"/>
              </a:ext>
            </a:extLst>
          </p:cNvPr>
          <p:cNvSpPr/>
          <p:nvPr/>
        </p:nvSpPr>
        <p:spPr>
          <a:xfrm>
            <a:off x="8513393" y="1858548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5727D06E-A415-D8D0-2C4B-F65E15654D07}"/>
              </a:ext>
            </a:extLst>
          </p:cNvPr>
          <p:cNvSpPr/>
          <p:nvPr/>
        </p:nvSpPr>
        <p:spPr>
          <a:xfrm>
            <a:off x="10144787" y="1858548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B0CC8A14-9E9F-4714-0094-92A7E37EEADD}"/>
              </a:ext>
            </a:extLst>
          </p:cNvPr>
          <p:cNvSpPr/>
          <p:nvPr/>
        </p:nvSpPr>
        <p:spPr>
          <a:xfrm>
            <a:off x="8513393" y="5282279"/>
            <a:ext cx="720000" cy="3600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SINN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8CF84C8D-5410-E9F2-1D6F-9F58E42F60CD}"/>
              </a:ext>
            </a:extLst>
          </p:cNvPr>
          <p:cNvSpPr/>
          <p:nvPr/>
        </p:nvSpPr>
        <p:spPr>
          <a:xfrm>
            <a:off x="2831502" y="4551615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TURBINA</a:t>
            </a:r>
          </a:p>
          <a:p>
            <a:pPr algn="ctr"/>
            <a:r>
              <a:rPr lang="pt-BR" sz="700" dirty="0"/>
              <a:t>(ANATEL+JEC+PROCON)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7699DCE-1690-7ADD-BEE9-710F4980A829}"/>
              </a:ext>
            </a:extLst>
          </p:cNvPr>
          <p:cNvSpPr/>
          <p:nvPr/>
        </p:nvSpPr>
        <p:spPr>
          <a:xfrm>
            <a:off x="5262810" y="3388458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AMBIENTE</a:t>
            </a:r>
          </a:p>
          <a:p>
            <a:pPr algn="ctr"/>
            <a:r>
              <a:rPr lang="pt-BR" sz="900" dirty="0"/>
              <a:t>REMESSA</a:t>
            </a:r>
            <a:endParaRPr lang="pt-BR" sz="70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8D1F653-50C0-2E81-6D51-967F675C0227}"/>
              </a:ext>
            </a:extLst>
          </p:cNvPr>
          <p:cNvSpPr/>
          <p:nvPr/>
        </p:nvSpPr>
        <p:spPr>
          <a:xfrm>
            <a:off x="6054810" y="3388458"/>
            <a:ext cx="72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900" dirty="0"/>
              <a:t>AMBIENTE</a:t>
            </a:r>
          </a:p>
          <a:p>
            <a:pPr algn="ctr"/>
            <a:r>
              <a:rPr lang="pt-BR" sz="900" dirty="0"/>
              <a:t>RETORNO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1148222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97</Words>
  <Application>Microsoft Office PowerPoint</Application>
  <PresentationFormat>Widescreen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Josecler Alves</dc:creator>
  <cp:lastModifiedBy>Josecler Alves</cp:lastModifiedBy>
  <cp:revision>15</cp:revision>
  <dcterms:created xsi:type="dcterms:W3CDTF">2025-01-18T16:07:02Z</dcterms:created>
  <dcterms:modified xsi:type="dcterms:W3CDTF">2025-01-21T22:00:24Z</dcterms:modified>
</cp:coreProperties>
</file>