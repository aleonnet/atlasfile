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slideLayouts/slideLayout16.xml" ContentType="application/vnd.openxmlformats-officedocument.presentationml.slideLayout+xml"/>
  <Override PartName="/ppt/theme/theme6.xml" ContentType="application/vnd.openxmlformats-officedocument.them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slideLayouts/slideLayout17.xml" ContentType="application/vnd.openxmlformats-officedocument.presentationml.slideLayout+xml"/>
  <Override PartName="/ppt/theme/theme7.xml" ContentType="application/vnd.openxmlformats-officedocument.them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slideLayouts/slideLayout18.xml" ContentType="application/vnd.openxmlformats-officedocument.presentationml.slideLayout+xml"/>
  <Override PartName="/ppt/theme/theme8.xml" ContentType="application/vnd.openxmlformats-officedocument.them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slideLayouts/slideLayout19.xml" ContentType="application/vnd.openxmlformats-officedocument.presentationml.slideLayout+xml"/>
  <Override PartName="/ppt/theme/theme9.xml" ContentType="application/vnd.openxmlformats-officedocument.them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slideLayouts/slideLayout20.xml" ContentType="application/vnd.openxmlformats-officedocument.presentationml.slideLayout+xml"/>
  <Override PartName="/ppt/theme/theme10.xml" ContentType="application/vnd.openxmlformats-officedocument.them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slideLayouts/slideLayout21.xml" ContentType="application/vnd.openxmlformats-officedocument.presentationml.slideLayout+xml"/>
  <Override PartName="/ppt/theme/theme11.xml" ContentType="application/vnd.openxmlformats-officedocument.them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slideLayouts/slideLayout22.xml" ContentType="application/vnd.openxmlformats-officedocument.presentationml.slideLayout+xml"/>
  <Override PartName="/ppt/theme/theme12.xml" ContentType="application/vnd.openxmlformats-officedocument.them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slideLayouts/slideLayout23.xml" ContentType="application/vnd.openxmlformats-officedocument.presentationml.slideLayout+xml"/>
  <Override PartName="/ppt/theme/theme13.xml" ContentType="application/vnd.openxmlformats-officedocument.them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4.xml" ContentType="application/vnd.openxmlformats-officedocument.them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slideLayouts/slideLayout26.xml" ContentType="application/vnd.openxmlformats-officedocument.presentationml.slideLayout+xml"/>
  <Override PartName="/ppt/theme/theme15.xml" ContentType="application/vnd.openxmlformats-officedocument.them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16.xml" ContentType="application/vnd.openxmlformats-officedocument.them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17.xml" ContentType="application/vnd.openxmlformats-officedocument.them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18.xml" ContentType="application/vnd.openxmlformats-officedocument.them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19.xml" ContentType="application/vnd.openxmlformats-officedocument.them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20.xml" ContentType="application/vnd.openxmlformats-officedocument.them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21.xml" ContentType="application/vnd.openxmlformats-officedocument.theme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22.xml" ContentType="application/vnd.openxmlformats-officedocument.theme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theme/theme23.xml" ContentType="application/vnd.openxmlformats-officedocument.theme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theme/theme24.xml" ContentType="application/vnd.openxmlformats-officedocument.theme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theme/theme25.xml" ContentType="application/vnd.openxmlformats-officedocument.theme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theme/theme26.xml" ContentType="application/vnd.openxmlformats-officedocument.theme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theme/theme27.xml" ContentType="application/vnd.openxmlformats-officedocument.theme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theme/theme28.xml" ContentType="application/vnd.openxmlformats-officedocument.theme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theme/theme29.xml" ContentType="application/vnd.openxmlformats-officedocument.theme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theme/theme30.xml" ContentType="application/vnd.openxmlformats-officedocument.theme+xml"/>
  <Override PartName="/ppt/theme/theme3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9" r:id="rId2"/>
    <p:sldMasterId id="2147483673" r:id="rId3"/>
    <p:sldMasterId id="2147483676" r:id="rId4"/>
    <p:sldMasterId id="2147483679" r:id="rId5"/>
    <p:sldMasterId id="2147483681" r:id="rId6"/>
    <p:sldMasterId id="2147483683" r:id="rId7"/>
    <p:sldMasterId id="2147483685" r:id="rId8"/>
    <p:sldMasterId id="2147483687" r:id="rId9"/>
    <p:sldMasterId id="2147483689" r:id="rId10"/>
    <p:sldMasterId id="2147483691" r:id="rId11"/>
    <p:sldMasterId id="2147483693" r:id="rId12"/>
    <p:sldMasterId id="2147483695" r:id="rId13"/>
    <p:sldMasterId id="2147483697" r:id="rId14"/>
    <p:sldMasterId id="2147483700" r:id="rId15"/>
    <p:sldMasterId id="2147483702" r:id="rId16"/>
    <p:sldMasterId id="2147483705" r:id="rId17"/>
    <p:sldMasterId id="2147483713" r:id="rId18"/>
    <p:sldMasterId id="2147483722" r:id="rId19"/>
    <p:sldMasterId id="2147483731" r:id="rId20"/>
    <p:sldMasterId id="2147483740" r:id="rId21"/>
    <p:sldMasterId id="2147483749" r:id="rId22"/>
    <p:sldMasterId id="2147483758" r:id="rId23"/>
    <p:sldMasterId id="2147483767" r:id="rId24"/>
    <p:sldMasterId id="2147483776" r:id="rId25"/>
    <p:sldMasterId id="2147483785" r:id="rId26"/>
    <p:sldMasterId id="2147483794" r:id="rId27"/>
    <p:sldMasterId id="2147483803" r:id="rId28"/>
    <p:sldMasterId id="2147483812" r:id="rId29"/>
    <p:sldMasterId id="2147483821" r:id="rId30"/>
  </p:sldMasterIdLst>
  <p:notesMasterIdLst>
    <p:notesMasterId r:id="rId34"/>
  </p:notesMasterIdLst>
  <p:sldIdLst>
    <p:sldId id="306" r:id="rId31"/>
    <p:sldId id="320" r:id="rId32"/>
    <p:sldId id="323" r:id="rId3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00" autoAdjust="0"/>
    <p:restoredTop sz="94343" autoAdjust="0"/>
  </p:normalViewPr>
  <p:slideViewPr>
    <p:cSldViewPr snapToGrid="0">
      <p:cViewPr varScale="1">
        <p:scale>
          <a:sx n="73" d="100"/>
          <a:sy n="73" d="100"/>
        </p:scale>
        <p:origin x="74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Master" Target="slideMasters/slideMaster26.xml"/><Relationship Id="rId21" Type="http://schemas.openxmlformats.org/officeDocument/2006/relationships/slideMaster" Target="slideMasters/slideMaster21.xml"/><Relationship Id="rId34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Master" Target="slideMasters/slideMaster25.xml"/><Relationship Id="rId33" Type="http://schemas.openxmlformats.org/officeDocument/2006/relationships/slide" Target="slides/slide3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Master" Target="slideMasters/slideMaster20.xml"/><Relationship Id="rId29" Type="http://schemas.openxmlformats.org/officeDocument/2006/relationships/slideMaster" Target="slideMasters/slideMaster29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Master" Target="slideMasters/slideMaster24.xml"/><Relationship Id="rId32" Type="http://schemas.openxmlformats.org/officeDocument/2006/relationships/slide" Target="slides/slide2.xml"/><Relationship Id="rId37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Master" Target="slideMasters/slideMaster23.xml"/><Relationship Id="rId28" Type="http://schemas.openxmlformats.org/officeDocument/2006/relationships/slideMaster" Target="slideMasters/slideMaster28.xml"/><Relationship Id="rId36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31" Type="http://schemas.openxmlformats.org/officeDocument/2006/relationships/slide" Target="slides/slid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Master" Target="slideMasters/slideMaster27.xml"/><Relationship Id="rId30" Type="http://schemas.openxmlformats.org/officeDocument/2006/relationships/slideMaster" Target="slideMasters/slideMaster30.xml"/><Relationship Id="rId35" Type="http://schemas.openxmlformats.org/officeDocument/2006/relationships/presProps" Target="presProp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3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9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4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4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4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8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4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5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5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5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0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6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6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6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9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7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7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7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8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7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8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8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8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0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9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434424-5C54-4EBC-A7BC-FF6E23D60299}" type="datetimeFigureOut">
              <a:rPr lang="pt-BR" smtClean="0"/>
              <a:t>26/07/2024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E82AED-74D0-45FC-873F-DEFA44E045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4783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</a:pP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83974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756353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26803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4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4.bin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8.xml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9.xml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0.xml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1.xml"/><Relationship Id="rId2" Type="http://schemas.openxmlformats.org/officeDocument/2006/relationships/tags" Target="../tags/tag31.xml"/><Relationship Id="rId1" Type="http://schemas.openxmlformats.org/officeDocument/2006/relationships/tags" Target="../tags/tag30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2.xml"/><Relationship Id="rId2" Type="http://schemas.openxmlformats.org/officeDocument/2006/relationships/tags" Target="../tags/tag34.xml"/><Relationship Id="rId1" Type="http://schemas.openxmlformats.org/officeDocument/2006/relationships/tags" Target="../tags/tag3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3.xml"/><Relationship Id="rId2" Type="http://schemas.openxmlformats.org/officeDocument/2006/relationships/tags" Target="../tags/tag37.xml"/><Relationship Id="rId1" Type="http://schemas.openxmlformats.org/officeDocument/2006/relationships/tags" Target="../tags/tag36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4.xml"/><Relationship Id="rId2" Type="http://schemas.openxmlformats.org/officeDocument/2006/relationships/tags" Target="../tags/tag40.xml"/><Relationship Id="rId1" Type="http://schemas.openxmlformats.org/officeDocument/2006/relationships/tags" Target="../tags/tag39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5.xml"/><Relationship Id="rId2" Type="http://schemas.openxmlformats.org/officeDocument/2006/relationships/tags" Target="../tags/tag43.xml"/><Relationship Id="rId1" Type="http://schemas.openxmlformats.org/officeDocument/2006/relationships/tags" Target="../tags/tag4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6.xml"/><Relationship Id="rId2" Type="http://schemas.openxmlformats.org/officeDocument/2006/relationships/tags" Target="../tags/tag46.xml"/><Relationship Id="rId1" Type="http://schemas.openxmlformats.org/officeDocument/2006/relationships/tags" Target="../tags/tag4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7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4" Type="http://schemas.openxmlformats.org/officeDocument/2006/relationships/image" Target="../media/image3.png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7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7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7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8.xml"/><Relationship Id="rId2" Type="http://schemas.openxmlformats.org/officeDocument/2006/relationships/tags" Target="../tags/tag51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21.bin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8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8.xml"/><Relationship Id="rId2" Type="http://schemas.openxmlformats.org/officeDocument/2006/relationships/tags" Target="../tags/tag52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2.bin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8.xml"/><Relationship Id="rId2" Type="http://schemas.openxmlformats.org/officeDocument/2006/relationships/tags" Target="../tags/tag53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3.bin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8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8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8.xml"/><Relationship Id="rId2" Type="http://schemas.openxmlformats.org/officeDocument/2006/relationships/tags" Target="../tags/tag54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24.bin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8.xml"/><Relationship Id="rId2" Type="http://schemas.openxmlformats.org/officeDocument/2006/relationships/tags" Target="../tags/tag55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5.bin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9.xml"/><Relationship Id="rId2" Type="http://schemas.openxmlformats.org/officeDocument/2006/relationships/tags" Target="../tags/tag57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27.bin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9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9.xml"/><Relationship Id="rId2" Type="http://schemas.openxmlformats.org/officeDocument/2006/relationships/tags" Target="../tags/tag58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8.bin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9.xml"/><Relationship Id="rId2" Type="http://schemas.openxmlformats.org/officeDocument/2006/relationships/tags" Target="../tags/tag59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9.bin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9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9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9.xml"/><Relationship Id="rId2" Type="http://schemas.openxmlformats.org/officeDocument/2006/relationships/tags" Target="../tags/tag60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30.bin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9.xml"/><Relationship Id="rId2" Type="http://schemas.openxmlformats.org/officeDocument/2006/relationships/tags" Target="../tags/tag61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1.bin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0.xml"/><Relationship Id="rId2" Type="http://schemas.openxmlformats.org/officeDocument/2006/relationships/tags" Target="../tags/tag63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33.bin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0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0.xml"/><Relationship Id="rId2" Type="http://schemas.openxmlformats.org/officeDocument/2006/relationships/tags" Target="../tags/tag64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4.bin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0.xml"/><Relationship Id="rId2" Type="http://schemas.openxmlformats.org/officeDocument/2006/relationships/tags" Target="../tags/tag65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5.bin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0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0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0.xml"/><Relationship Id="rId2" Type="http://schemas.openxmlformats.org/officeDocument/2006/relationships/tags" Target="../tags/tag66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36.bin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0.xml"/><Relationship Id="rId2" Type="http://schemas.openxmlformats.org/officeDocument/2006/relationships/tags" Target="../tags/tag67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7.bin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1.xml"/><Relationship Id="rId2" Type="http://schemas.openxmlformats.org/officeDocument/2006/relationships/tags" Target="../tags/tag69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39.bin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1.xml"/><Relationship Id="rId2" Type="http://schemas.openxmlformats.org/officeDocument/2006/relationships/tags" Target="../tags/tag70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0.bin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1.xml"/><Relationship Id="rId2" Type="http://schemas.openxmlformats.org/officeDocument/2006/relationships/tags" Target="../tags/tag71.xml"/><Relationship Id="rId1" Type="http://schemas.openxmlformats.org/officeDocument/2006/relationships/vmlDrawing" Target="../drawings/vmlDrawing41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1.bin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1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1.xml"/><Relationship Id="rId2" Type="http://schemas.openxmlformats.org/officeDocument/2006/relationships/tags" Target="../tags/tag72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42.bin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1.xml"/><Relationship Id="rId2" Type="http://schemas.openxmlformats.org/officeDocument/2006/relationships/tags" Target="../tags/tag73.xml"/><Relationship Id="rId1" Type="http://schemas.openxmlformats.org/officeDocument/2006/relationships/vmlDrawing" Target="../drawings/vmlDrawing43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3.bin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2.xml"/><Relationship Id="rId2" Type="http://schemas.openxmlformats.org/officeDocument/2006/relationships/tags" Target="../tags/tag75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45.bin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2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2.xml"/><Relationship Id="rId2" Type="http://schemas.openxmlformats.org/officeDocument/2006/relationships/tags" Target="../tags/tag76.xml"/><Relationship Id="rId1" Type="http://schemas.openxmlformats.org/officeDocument/2006/relationships/vmlDrawing" Target="../drawings/vmlDrawing46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6.bin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2.xml"/><Relationship Id="rId2" Type="http://schemas.openxmlformats.org/officeDocument/2006/relationships/tags" Target="../tags/tag77.xml"/><Relationship Id="rId1" Type="http://schemas.openxmlformats.org/officeDocument/2006/relationships/vmlDrawing" Target="../drawings/vmlDrawing47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7.bin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2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2.xml"/><Relationship Id="rId2" Type="http://schemas.openxmlformats.org/officeDocument/2006/relationships/tags" Target="../tags/tag78.xml"/><Relationship Id="rId1" Type="http://schemas.openxmlformats.org/officeDocument/2006/relationships/vmlDrawing" Target="../drawings/vmlDrawing48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48.bin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2.xml"/><Relationship Id="rId2" Type="http://schemas.openxmlformats.org/officeDocument/2006/relationships/tags" Target="../tags/tag79.xml"/><Relationship Id="rId1" Type="http://schemas.openxmlformats.org/officeDocument/2006/relationships/vmlDrawing" Target="../drawings/vmlDrawing49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9.bin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3.xml"/><Relationship Id="rId2" Type="http://schemas.openxmlformats.org/officeDocument/2006/relationships/tags" Target="../tags/tag81.xml"/><Relationship Id="rId1" Type="http://schemas.openxmlformats.org/officeDocument/2006/relationships/vmlDrawing" Target="../drawings/vmlDrawing51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51.bin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3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3.xml"/><Relationship Id="rId2" Type="http://schemas.openxmlformats.org/officeDocument/2006/relationships/tags" Target="../tags/tag82.xml"/><Relationship Id="rId1" Type="http://schemas.openxmlformats.org/officeDocument/2006/relationships/vmlDrawing" Target="../drawings/vmlDrawing52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2.bin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3.xml"/><Relationship Id="rId2" Type="http://schemas.openxmlformats.org/officeDocument/2006/relationships/tags" Target="../tags/tag83.xml"/><Relationship Id="rId1" Type="http://schemas.openxmlformats.org/officeDocument/2006/relationships/vmlDrawing" Target="../drawings/vmlDrawing53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3.bin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3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3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3.xml"/><Relationship Id="rId2" Type="http://schemas.openxmlformats.org/officeDocument/2006/relationships/tags" Target="../tags/tag84.xml"/><Relationship Id="rId1" Type="http://schemas.openxmlformats.org/officeDocument/2006/relationships/vmlDrawing" Target="../drawings/vmlDrawing54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54.bin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3.xml"/><Relationship Id="rId2" Type="http://schemas.openxmlformats.org/officeDocument/2006/relationships/tags" Target="../tags/tag85.xml"/><Relationship Id="rId1" Type="http://schemas.openxmlformats.org/officeDocument/2006/relationships/vmlDrawing" Target="../drawings/vmlDrawing55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5.bin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4.xml"/><Relationship Id="rId2" Type="http://schemas.openxmlformats.org/officeDocument/2006/relationships/tags" Target="../tags/tag87.xml"/><Relationship Id="rId1" Type="http://schemas.openxmlformats.org/officeDocument/2006/relationships/vmlDrawing" Target="../drawings/vmlDrawing57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57.bin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4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4.xml"/><Relationship Id="rId2" Type="http://schemas.openxmlformats.org/officeDocument/2006/relationships/tags" Target="../tags/tag88.xml"/><Relationship Id="rId1" Type="http://schemas.openxmlformats.org/officeDocument/2006/relationships/vmlDrawing" Target="../drawings/vmlDrawing58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8.bin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4.xml"/><Relationship Id="rId2" Type="http://schemas.openxmlformats.org/officeDocument/2006/relationships/tags" Target="../tags/tag89.xml"/><Relationship Id="rId1" Type="http://schemas.openxmlformats.org/officeDocument/2006/relationships/vmlDrawing" Target="../drawings/vmlDrawing59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9.bin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4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4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4.xml"/><Relationship Id="rId2" Type="http://schemas.openxmlformats.org/officeDocument/2006/relationships/tags" Target="../tags/tag90.xml"/><Relationship Id="rId1" Type="http://schemas.openxmlformats.org/officeDocument/2006/relationships/vmlDrawing" Target="../drawings/vmlDrawing60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60.bin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4.xml"/><Relationship Id="rId2" Type="http://schemas.openxmlformats.org/officeDocument/2006/relationships/tags" Target="../tags/tag91.xml"/><Relationship Id="rId1" Type="http://schemas.openxmlformats.org/officeDocument/2006/relationships/vmlDrawing" Target="../drawings/vmlDrawing61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1.bin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5.xml"/><Relationship Id="rId2" Type="http://schemas.openxmlformats.org/officeDocument/2006/relationships/tags" Target="../tags/tag93.xml"/><Relationship Id="rId1" Type="http://schemas.openxmlformats.org/officeDocument/2006/relationships/vmlDrawing" Target="../drawings/vmlDrawing63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63.bin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5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5.xml"/><Relationship Id="rId2" Type="http://schemas.openxmlformats.org/officeDocument/2006/relationships/tags" Target="../tags/tag94.xml"/><Relationship Id="rId1" Type="http://schemas.openxmlformats.org/officeDocument/2006/relationships/vmlDrawing" Target="../drawings/vmlDrawing64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4.bin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5.xml"/><Relationship Id="rId2" Type="http://schemas.openxmlformats.org/officeDocument/2006/relationships/tags" Target="../tags/tag95.xml"/><Relationship Id="rId1" Type="http://schemas.openxmlformats.org/officeDocument/2006/relationships/vmlDrawing" Target="../drawings/vmlDrawing65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5.bin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5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5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5.xml"/><Relationship Id="rId2" Type="http://schemas.openxmlformats.org/officeDocument/2006/relationships/tags" Target="../tags/tag96.xml"/><Relationship Id="rId1" Type="http://schemas.openxmlformats.org/officeDocument/2006/relationships/vmlDrawing" Target="../drawings/vmlDrawing66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66.bin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5.xml"/><Relationship Id="rId2" Type="http://schemas.openxmlformats.org/officeDocument/2006/relationships/tags" Target="../tags/tag97.xml"/><Relationship Id="rId1" Type="http://schemas.openxmlformats.org/officeDocument/2006/relationships/vmlDrawing" Target="../drawings/vmlDrawing67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7.bin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6.xml"/><Relationship Id="rId2" Type="http://schemas.openxmlformats.org/officeDocument/2006/relationships/tags" Target="../tags/tag99.xml"/><Relationship Id="rId1" Type="http://schemas.openxmlformats.org/officeDocument/2006/relationships/vmlDrawing" Target="../drawings/vmlDrawing69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69.bin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6.xml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6.xml"/><Relationship Id="rId2" Type="http://schemas.openxmlformats.org/officeDocument/2006/relationships/tags" Target="../tags/tag100.xml"/><Relationship Id="rId1" Type="http://schemas.openxmlformats.org/officeDocument/2006/relationships/vmlDrawing" Target="../drawings/vmlDrawing70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0.bin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6.xml"/><Relationship Id="rId2" Type="http://schemas.openxmlformats.org/officeDocument/2006/relationships/tags" Target="../tags/tag101.xml"/><Relationship Id="rId1" Type="http://schemas.openxmlformats.org/officeDocument/2006/relationships/vmlDrawing" Target="../drawings/vmlDrawing71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1.bin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6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6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6.xml"/><Relationship Id="rId2" Type="http://schemas.openxmlformats.org/officeDocument/2006/relationships/tags" Target="../tags/tag102.xml"/><Relationship Id="rId1" Type="http://schemas.openxmlformats.org/officeDocument/2006/relationships/vmlDrawing" Target="../drawings/vmlDrawing72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72.bin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6.xml"/><Relationship Id="rId2" Type="http://schemas.openxmlformats.org/officeDocument/2006/relationships/tags" Target="../tags/tag103.xml"/><Relationship Id="rId1" Type="http://schemas.openxmlformats.org/officeDocument/2006/relationships/vmlDrawing" Target="../drawings/vmlDrawing73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3.bin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7.xml"/><Relationship Id="rId2" Type="http://schemas.openxmlformats.org/officeDocument/2006/relationships/tags" Target="../tags/tag105.xml"/><Relationship Id="rId1" Type="http://schemas.openxmlformats.org/officeDocument/2006/relationships/vmlDrawing" Target="../drawings/vmlDrawing75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75.bin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7.xml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7.xml"/><Relationship Id="rId2" Type="http://schemas.openxmlformats.org/officeDocument/2006/relationships/tags" Target="../tags/tag106.xml"/><Relationship Id="rId1" Type="http://schemas.openxmlformats.org/officeDocument/2006/relationships/vmlDrawing" Target="../drawings/vmlDrawing76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6.bin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7.xml"/><Relationship Id="rId2" Type="http://schemas.openxmlformats.org/officeDocument/2006/relationships/tags" Target="../tags/tag107.xml"/><Relationship Id="rId1" Type="http://schemas.openxmlformats.org/officeDocument/2006/relationships/vmlDrawing" Target="../drawings/vmlDrawing77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7.bin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7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7.xml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7.xml"/><Relationship Id="rId2" Type="http://schemas.openxmlformats.org/officeDocument/2006/relationships/tags" Target="../tags/tag108.xml"/><Relationship Id="rId1" Type="http://schemas.openxmlformats.org/officeDocument/2006/relationships/vmlDrawing" Target="../drawings/vmlDrawing78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78.bin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7.xml"/><Relationship Id="rId2" Type="http://schemas.openxmlformats.org/officeDocument/2006/relationships/tags" Target="../tags/tag109.xml"/><Relationship Id="rId1" Type="http://schemas.openxmlformats.org/officeDocument/2006/relationships/vmlDrawing" Target="../drawings/vmlDrawing79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9.bin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8.xml"/><Relationship Id="rId2" Type="http://schemas.openxmlformats.org/officeDocument/2006/relationships/tags" Target="../tags/tag111.xml"/><Relationship Id="rId1" Type="http://schemas.openxmlformats.org/officeDocument/2006/relationships/vmlDrawing" Target="../drawings/vmlDrawing81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81.bin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8.xml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8.xml"/><Relationship Id="rId2" Type="http://schemas.openxmlformats.org/officeDocument/2006/relationships/tags" Target="../tags/tag112.xml"/><Relationship Id="rId1" Type="http://schemas.openxmlformats.org/officeDocument/2006/relationships/vmlDrawing" Target="../drawings/vmlDrawing82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82.bin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8.xml"/><Relationship Id="rId2" Type="http://schemas.openxmlformats.org/officeDocument/2006/relationships/tags" Target="../tags/tag113.xml"/><Relationship Id="rId1" Type="http://schemas.openxmlformats.org/officeDocument/2006/relationships/vmlDrawing" Target="../drawings/vmlDrawing83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83.bin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8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8.xml"/></Relationships>
</file>

<file path=ppt/slideLayouts/_rels/slideLayout1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8.xml"/><Relationship Id="rId2" Type="http://schemas.openxmlformats.org/officeDocument/2006/relationships/tags" Target="../tags/tag114.xml"/><Relationship Id="rId1" Type="http://schemas.openxmlformats.org/officeDocument/2006/relationships/vmlDrawing" Target="../drawings/vmlDrawing84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84.bin"/></Relationships>
</file>

<file path=ppt/slideLayouts/_rels/slideLayout12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8.xml"/><Relationship Id="rId2" Type="http://schemas.openxmlformats.org/officeDocument/2006/relationships/tags" Target="../tags/tag115.xml"/><Relationship Id="rId1" Type="http://schemas.openxmlformats.org/officeDocument/2006/relationships/vmlDrawing" Target="../drawings/vmlDrawing85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85.bin"/></Relationships>
</file>

<file path=ppt/slideLayouts/_rels/slideLayout12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9.xml"/><Relationship Id="rId2" Type="http://schemas.openxmlformats.org/officeDocument/2006/relationships/tags" Target="../tags/tag117.xml"/><Relationship Id="rId1" Type="http://schemas.openxmlformats.org/officeDocument/2006/relationships/vmlDrawing" Target="../drawings/vmlDrawing87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87.bin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9.xml"/></Relationships>
</file>

<file path=ppt/slideLayouts/_rels/slideLayout12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9.xml"/><Relationship Id="rId2" Type="http://schemas.openxmlformats.org/officeDocument/2006/relationships/tags" Target="../tags/tag118.xml"/><Relationship Id="rId1" Type="http://schemas.openxmlformats.org/officeDocument/2006/relationships/vmlDrawing" Target="../drawings/vmlDrawing88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88.bin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9.xml"/><Relationship Id="rId2" Type="http://schemas.openxmlformats.org/officeDocument/2006/relationships/tags" Target="../tags/tag119.xml"/><Relationship Id="rId1" Type="http://schemas.openxmlformats.org/officeDocument/2006/relationships/vmlDrawing" Target="../drawings/vmlDrawing89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89.bin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9.xml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9.xml"/></Relationships>
</file>

<file path=ppt/slideLayouts/_rels/slideLayout12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9.xml"/><Relationship Id="rId2" Type="http://schemas.openxmlformats.org/officeDocument/2006/relationships/tags" Target="../tags/tag120.xml"/><Relationship Id="rId1" Type="http://schemas.openxmlformats.org/officeDocument/2006/relationships/vmlDrawing" Target="../drawings/vmlDrawing90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90.bin"/></Relationships>
</file>

<file path=ppt/slideLayouts/_rels/slideLayout13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9.xml"/><Relationship Id="rId2" Type="http://schemas.openxmlformats.org/officeDocument/2006/relationships/tags" Target="../tags/tag121.xml"/><Relationship Id="rId1" Type="http://schemas.openxmlformats.org/officeDocument/2006/relationships/vmlDrawing" Target="../drawings/vmlDrawing91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91.bin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0.xml"/></Relationships>
</file>

<file path=ppt/slideLayouts/_rels/slideLayout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0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0.xml"/></Relationships>
</file>

<file path=ppt/slideLayouts/_rels/slideLayout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0.xml"/></Relationships>
</file>

<file path=ppt/slideLayouts/_rels/slideLayout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0.xml"/></Relationships>
</file>

<file path=ppt/slideLayouts/_rels/slideLayout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0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0.xml"/></Relationships>
</file>

<file path=ppt/slideLayouts/_rels/slideLayout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30.xml"/></Relationships>
</file>

<file path=ppt/slideLayouts/_rels/slideLayout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30.xml"/></Relationships>
</file>

<file path=ppt/slideLayouts/_rels/slideLayout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0.xml"/></Relationships>
</file>

<file path=ppt/slideLayouts/_rels/slideLayout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0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0.xml"/></Relationships>
</file>

<file path=ppt/slideLayouts/_rels/slideLayout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0.xml"/></Relationships>
</file>

<file path=ppt/slideLayouts/_rels/slideLayout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0.xml"/></Relationships>
</file>

<file path=ppt/slideLayouts/_rels/slideLayout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0.xml"/></Relationships>
</file>

<file path=ppt/slideLayouts/_rels/slideLayout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0.xml"/></Relationships>
</file>

<file path=ppt/slideLayouts/_rels/slideLayout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0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30.xml"/></Relationships>
</file>

<file path=ppt/slideLayouts/_rels/slideLayout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0.xml"/></Relationships>
</file>

<file path=ppt/slideLayouts/_rels/slideLayout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0.xml"/></Relationships>
</file>

<file path=ppt/slideLayouts/_rels/slideLayout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0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3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73362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bg>
      <p:bgPr>
        <a:gradFill flip="none" rotWithShape="1">
          <a:gsLst>
            <a:gs pos="0">
              <a:srgbClr val="FF6D00"/>
            </a:gs>
            <a:gs pos="100000">
              <a:srgbClr val="EA288C"/>
            </a:gs>
          </a:gsLst>
          <a:lin ang="189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16806" y="6232588"/>
            <a:ext cx="2846591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333" baseline="0">
                <a:solidFill>
                  <a:srgbClr val="FFFFFF"/>
                </a:solidFill>
              </a:defRPr>
            </a:lvl1pPr>
          </a:lstStyle>
          <a:p>
            <a:pPr defTabSz="609585"/>
            <a:r>
              <a:rPr lang="en-US" smtClean="0">
                <a:cs typeface="Simplon BP Regular"/>
              </a:rPr>
              <a:t>MATERIAL CONFIDENCIAL  |  SLIDE Nº </a:t>
            </a:r>
            <a:fld id="{1115FE8E-B0E0-984D-A6F8-8DB859C1C7B7}" type="slidenum">
              <a:rPr lang="en-US" smtClean="0">
                <a:latin typeface="Simplon BP Bold"/>
                <a:cs typeface="Simplon BP Bold"/>
              </a:rPr>
              <a:pPr defTabSz="609585"/>
              <a:t>‹nº›</a:t>
            </a:fld>
            <a:endParaRPr lang="en-US" dirty="0">
              <a:latin typeface="Simplon BP Bold"/>
              <a:cs typeface="Simplon BP Bold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80559" y="1287476"/>
            <a:ext cx="4567767" cy="303318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ts val="1867"/>
              </a:lnSpc>
              <a:spcBef>
                <a:spcPts val="0"/>
              </a:spcBef>
              <a:buFontTx/>
              <a:buNone/>
              <a:defRPr sz="1867" baseline="0">
                <a:solidFill>
                  <a:schemeClr val="bg1"/>
                </a:solidFill>
                <a:latin typeface="Simplon BP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7143678" y="1287476"/>
            <a:ext cx="4567767" cy="303318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457189" indent="-457189">
              <a:lnSpc>
                <a:spcPts val="1867"/>
              </a:lnSpc>
              <a:spcBef>
                <a:spcPts val="0"/>
              </a:spcBef>
              <a:buClr>
                <a:srgbClr val="FFFF00"/>
              </a:buClr>
              <a:buFont typeface="+mj-lt"/>
              <a:buAutoNum type="arabicPeriod"/>
              <a:defRPr sz="1867" cap="all" baseline="0">
                <a:solidFill>
                  <a:schemeClr val="bg1"/>
                </a:solidFill>
                <a:latin typeface="Simplon BP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 smtClean="0"/>
              <a:t>ipsum</a:t>
            </a:r>
            <a:endParaRPr lang="en-US" dirty="0" smtClean="0"/>
          </a:p>
          <a:p>
            <a:pPr lvl="0"/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1"/>
            <a:ext cx="5071453" cy="58539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>
                <a:solidFill>
                  <a:srgbClr val="FFFF00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 smtClean="0">
                <a:solidFill>
                  <a:srgbClr val="FFFF00"/>
                </a:solidFill>
              </a:rPr>
              <a:t>Sumário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14650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7_Blank">
    <p:bg>
      <p:bgPr>
        <a:gradFill flip="none" rotWithShape="1">
          <a:gsLst>
            <a:gs pos="0">
              <a:srgbClr val="EA288C"/>
            </a:gs>
            <a:gs pos="100000">
              <a:srgbClr val="A02BFF"/>
            </a:gs>
          </a:gsLst>
          <a:lin ang="189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30720" y="356423"/>
            <a:ext cx="9308889" cy="365521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616"/>
              </a:lnSpc>
              <a:defRPr sz="4667" baseline="0">
                <a:solidFill>
                  <a:srgbClr val="FFFF00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 smtClean="0"/>
              <a:t>Pouco</a:t>
            </a:r>
            <a:r>
              <a:rPr lang="en-US" dirty="0" smtClean="0"/>
              <a:t> </a:t>
            </a:r>
            <a:r>
              <a:rPr lang="en-US" dirty="0" err="1" smtClean="0"/>
              <a:t>texto</a:t>
            </a:r>
            <a:r>
              <a:rPr lang="en-US" dirty="0" smtClean="0"/>
              <a:t>. </a:t>
            </a: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ipsum</a:t>
            </a:r>
            <a:r>
              <a:rPr lang="en-US" dirty="0" smtClean="0"/>
              <a:t> dolor sit </a:t>
            </a:r>
            <a:r>
              <a:rPr lang="en-US" dirty="0" err="1" smtClean="0"/>
              <a:t>amet</a:t>
            </a:r>
            <a:r>
              <a:rPr lang="en-US" dirty="0" smtClean="0"/>
              <a:t>, </a:t>
            </a:r>
            <a:r>
              <a:rPr lang="en-US" dirty="0" err="1" smtClean="0"/>
              <a:t>consectetuer</a:t>
            </a:r>
            <a:r>
              <a:rPr lang="en-US" dirty="0" smtClean="0"/>
              <a:t> </a:t>
            </a: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adipising</a:t>
            </a:r>
            <a:r>
              <a:rPr lang="en-US" dirty="0" smtClean="0"/>
              <a:t> </a:t>
            </a:r>
            <a:r>
              <a:rPr lang="en-US" dirty="0" err="1" smtClean="0"/>
              <a:t>elit</a:t>
            </a:r>
            <a:r>
              <a:rPr lang="en-US" dirty="0" smtClean="0"/>
              <a:t>. </a:t>
            </a: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ipsum</a:t>
            </a:r>
            <a:r>
              <a:rPr lang="en-US" dirty="0" smtClean="0"/>
              <a:t> dolor, </a:t>
            </a:r>
            <a:r>
              <a:rPr lang="en-US" dirty="0" err="1" smtClean="0"/>
              <a:t>consectetuer</a:t>
            </a:r>
            <a:r>
              <a:rPr lang="en-US" dirty="0" smtClean="0"/>
              <a:t> </a:t>
            </a: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adipising</a:t>
            </a:r>
            <a:r>
              <a:rPr lang="en-US" dirty="0" smtClean="0"/>
              <a:t> </a:t>
            </a:r>
            <a:r>
              <a:rPr lang="en-US" dirty="0" err="1" smtClean="0"/>
              <a:t>elit</a:t>
            </a:r>
            <a:endParaRPr lang="en-US" dirty="0"/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16807" y="6232590"/>
            <a:ext cx="2846591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333" baseline="0">
                <a:solidFill>
                  <a:schemeClr val="bg1"/>
                </a:solidFill>
              </a:defRPr>
            </a:lvl1pPr>
          </a:lstStyle>
          <a:p>
            <a:pPr defTabSz="586116"/>
            <a:r>
              <a:rPr lang="en-US" smtClean="0">
                <a:solidFill>
                  <a:prstClr val="white"/>
                </a:solidFill>
                <a:cs typeface="Simplon BP Regular"/>
              </a:rPr>
              <a:t>MATERIAL CONFIDENCIAL  |  SLIDE Nº </a:t>
            </a:r>
            <a:fld id="{1115FE8E-B0E0-984D-A6F8-8DB859C1C7B7}" type="slidenum">
              <a:rPr lang="en-US" smtClean="0">
                <a:solidFill>
                  <a:prstClr val="white"/>
                </a:solidFill>
                <a:latin typeface="Simplon BP Bold"/>
                <a:cs typeface="Simplon BP Bold"/>
              </a:rPr>
              <a:pPr defTabSz="586116"/>
              <a:t>‹nº›</a:t>
            </a:fld>
            <a:endParaRPr lang="en-US" dirty="0">
              <a:solidFill>
                <a:prstClr val="white"/>
              </a:solidFill>
              <a:latin typeface="Simplon BP Bold"/>
              <a:cs typeface="Simplon BP Bold"/>
            </a:endParaRPr>
          </a:p>
        </p:txBody>
      </p:sp>
    </p:spTree>
    <p:extLst>
      <p:ext uri="{BB962C8B-B14F-4D97-AF65-F5344CB8AC3E}">
        <p14:creationId xmlns:p14="http://schemas.microsoft.com/office/powerpoint/2010/main" val="14345242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9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2" name="Slide do think-cell" r:id="rId4" imgW="270" imgH="270" progId="TCLayout.ActiveDocument.1">
                  <p:embed/>
                </p:oleObj>
              </mc:Choice>
              <mc:Fallback>
                <p:oleObj name="Slide do think-cell" r:id="rId4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9" y="2119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Picture Placeholder 3"/>
          <p:cNvSpPr>
            <a:spLocks noGrp="1"/>
          </p:cNvSpPr>
          <p:nvPr>
            <p:ph type="pic" sz="quarter" idx="35"/>
          </p:nvPr>
        </p:nvSpPr>
        <p:spPr>
          <a:xfrm>
            <a:off x="430725" y="1918407"/>
            <a:ext cx="3246983" cy="1181696"/>
          </a:xfrm>
          <a:prstGeom prst="rect">
            <a:avLst/>
          </a:prstGeom>
        </p:spPr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30719" y="356423"/>
            <a:ext cx="6907060" cy="111638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>
                <a:solidFill>
                  <a:srgbClr val="00D318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/>
              <a:t>Insira</a:t>
            </a:r>
            <a:r>
              <a:rPr lang="en-US" dirty="0"/>
              <a:t> o </a:t>
            </a:r>
            <a:r>
              <a:rPr lang="en-US" dirty="0" err="1"/>
              <a:t>Título</a:t>
            </a:r>
            <a:r>
              <a:rPr lang="en-US" dirty="0"/>
              <a:t> </a:t>
            </a:r>
            <a:r>
              <a:rPr lang="en-US" dirty="0" err="1"/>
              <a:t>aqui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41" hasCustomPrompt="1"/>
          </p:nvPr>
        </p:nvSpPr>
        <p:spPr>
          <a:xfrm>
            <a:off x="430725" y="3319589"/>
            <a:ext cx="3246983" cy="516925"/>
          </a:xfrm>
          <a:prstGeom prst="rect">
            <a:avLst/>
          </a:prstGeom>
          <a:noFill/>
          <a:ln>
            <a:solidFill>
              <a:srgbClr val="18C3FF"/>
            </a:solidFill>
          </a:ln>
        </p:spPr>
        <p:txBody>
          <a:bodyPr lIns="91428" tIns="0" rIns="91428" bIns="0" anchor="ctr" anchorCtr="0">
            <a:normAutofit/>
          </a:bodyPr>
          <a:lstStyle>
            <a:lvl1pPr marL="0" marR="0" indent="0" algn="l" defTabSz="6094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33" cap="none" baseline="0">
                <a:solidFill>
                  <a:srgbClr val="18C3FF"/>
                </a:solidFill>
                <a:latin typeface="Simplon BP"/>
              </a:defRPr>
            </a:lvl1pPr>
          </a:lstStyle>
          <a:p>
            <a:pPr marL="0" marR="0" lvl="0" indent="0" algn="l" defTabSz="6094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LOREM IPSUM DOLOR SIT</a:t>
            </a:r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42"/>
          </p:nvPr>
        </p:nvSpPr>
        <p:spPr>
          <a:xfrm>
            <a:off x="430725" y="4099244"/>
            <a:ext cx="3246983" cy="1181696"/>
          </a:xfrm>
          <a:prstGeom prst="rect">
            <a:avLst/>
          </a:prstGeom>
        </p:spPr>
      </p:sp>
      <p:sp>
        <p:nvSpPr>
          <p:cNvPr id="19" name="Text Placeholder 6"/>
          <p:cNvSpPr>
            <a:spLocks noGrp="1"/>
          </p:cNvSpPr>
          <p:nvPr>
            <p:ph type="body" sz="quarter" idx="43" hasCustomPrompt="1"/>
          </p:nvPr>
        </p:nvSpPr>
        <p:spPr>
          <a:xfrm>
            <a:off x="430725" y="5500428"/>
            <a:ext cx="3246983" cy="516925"/>
          </a:xfrm>
          <a:prstGeom prst="rect">
            <a:avLst/>
          </a:prstGeom>
          <a:noFill/>
          <a:ln>
            <a:solidFill>
              <a:srgbClr val="18C3FF"/>
            </a:solidFill>
          </a:ln>
        </p:spPr>
        <p:txBody>
          <a:bodyPr lIns="91428" tIns="0" rIns="91428" bIns="0" anchor="ctr" anchorCtr="0">
            <a:normAutofit/>
          </a:bodyPr>
          <a:lstStyle>
            <a:lvl1pPr marL="0" marR="0" indent="0" algn="l" defTabSz="6094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33" cap="none" baseline="0">
                <a:solidFill>
                  <a:srgbClr val="18C3FF"/>
                </a:solidFill>
                <a:latin typeface="Simplon BP"/>
              </a:defRPr>
            </a:lvl1pPr>
          </a:lstStyle>
          <a:p>
            <a:pPr marL="0" marR="0" lvl="0" indent="0" algn="l" defTabSz="6094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LOREM IPSUM DOLOR SIT</a:t>
            </a:r>
          </a:p>
        </p:txBody>
      </p:sp>
      <p:sp>
        <p:nvSpPr>
          <p:cNvPr id="22" name="Picture Placeholder 3"/>
          <p:cNvSpPr>
            <a:spLocks noGrp="1"/>
          </p:cNvSpPr>
          <p:nvPr>
            <p:ph type="pic" sz="quarter" idx="44"/>
          </p:nvPr>
        </p:nvSpPr>
        <p:spPr>
          <a:xfrm>
            <a:off x="4107907" y="1918407"/>
            <a:ext cx="3246983" cy="1181696"/>
          </a:xfrm>
          <a:prstGeom prst="rect">
            <a:avLst/>
          </a:prstGeom>
        </p:spPr>
      </p:sp>
      <p:sp>
        <p:nvSpPr>
          <p:cNvPr id="23" name="Text Placeholder 6"/>
          <p:cNvSpPr>
            <a:spLocks noGrp="1"/>
          </p:cNvSpPr>
          <p:nvPr>
            <p:ph type="body" sz="quarter" idx="45" hasCustomPrompt="1"/>
          </p:nvPr>
        </p:nvSpPr>
        <p:spPr>
          <a:xfrm>
            <a:off x="4107907" y="3319589"/>
            <a:ext cx="3246983" cy="516925"/>
          </a:xfrm>
          <a:prstGeom prst="rect">
            <a:avLst/>
          </a:prstGeom>
          <a:noFill/>
          <a:ln>
            <a:solidFill>
              <a:srgbClr val="18C3FF"/>
            </a:solidFill>
          </a:ln>
        </p:spPr>
        <p:txBody>
          <a:bodyPr lIns="91428" tIns="0" rIns="91428" bIns="0" anchor="ctr" anchorCtr="0">
            <a:normAutofit/>
          </a:bodyPr>
          <a:lstStyle>
            <a:lvl1pPr marL="0" marR="0" indent="0" algn="l" defTabSz="6094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33" cap="none" baseline="0">
                <a:solidFill>
                  <a:srgbClr val="18C3FF"/>
                </a:solidFill>
                <a:latin typeface="Simplon BP"/>
              </a:defRPr>
            </a:lvl1pPr>
          </a:lstStyle>
          <a:p>
            <a:pPr marL="0" marR="0" lvl="0" indent="0" algn="l" defTabSz="6094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LOREM IPSUM DOLOR SIT</a:t>
            </a:r>
          </a:p>
        </p:txBody>
      </p:sp>
      <p:sp>
        <p:nvSpPr>
          <p:cNvPr id="24" name="Picture Placeholder 3"/>
          <p:cNvSpPr>
            <a:spLocks noGrp="1"/>
          </p:cNvSpPr>
          <p:nvPr>
            <p:ph type="pic" sz="quarter" idx="48"/>
          </p:nvPr>
        </p:nvSpPr>
        <p:spPr>
          <a:xfrm>
            <a:off x="4107907" y="4099244"/>
            <a:ext cx="3246983" cy="1181696"/>
          </a:xfrm>
          <a:prstGeom prst="rect">
            <a:avLst/>
          </a:prstGeom>
        </p:spPr>
      </p:sp>
      <p:sp>
        <p:nvSpPr>
          <p:cNvPr id="25" name="Text Placeholder 6"/>
          <p:cNvSpPr>
            <a:spLocks noGrp="1"/>
          </p:cNvSpPr>
          <p:nvPr>
            <p:ph type="body" sz="quarter" idx="49" hasCustomPrompt="1"/>
          </p:nvPr>
        </p:nvSpPr>
        <p:spPr>
          <a:xfrm>
            <a:off x="4107907" y="5500428"/>
            <a:ext cx="3246983" cy="516925"/>
          </a:xfrm>
          <a:prstGeom prst="rect">
            <a:avLst/>
          </a:prstGeom>
          <a:noFill/>
          <a:ln>
            <a:solidFill>
              <a:srgbClr val="18C3FF"/>
            </a:solidFill>
          </a:ln>
        </p:spPr>
        <p:txBody>
          <a:bodyPr lIns="91428" tIns="0" rIns="91428" bIns="0" anchor="ctr" anchorCtr="0">
            <a:normAutofit/>
          </a:bodyPr>
          <a:lstStyle>
            <a:lvl1pPr marL="0" marR="0" indent="0" algn="l" defTabSz="6094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33" cap="none" baseline="0">
                <a:solidFill>
                  <a:srgbClr val="18C3FF"/>
                </a:solidFill>
                <a:latin typeface="Simplon BP"/>
              </a:defRPr>
            </a:lvl1pPr>
          </a:lstStyle>
          <a:p>
            <a:pPr marL="0" marR="0" lvl="0" indent="0" algn="l" defTabSz="6094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LOREM IPSUM DOLOR SIT</a:t>
            </a:r>
          </a:p>
        </p:txBody>
      </p:sp>
      <p:sp>
        <p:nvSpPr>
          <p:cNvPr id="32" name="Picture Placeholder 3"/>
          <p:cNvSpPr>
            <a:spLocks noGrp="1"/>
          </p:cNvSpPr>
          <p:nvPr>
            <p:ph type="pic" sz="quarter" idx="50"/>
          </p:nvPr>
        </p:nvSpPr>
        <p:spPr>
          <a:xfrm>
            <a:off x="7774198" y="1918408"/>
            <a:ext cx="3246983" cy="3362533"/>
          </a:xfrm>
          <a:prstGeom prst="rect">
            <a:avLst/>
          </a:prstGeom>
        </p:spPr>
      </p:sp>
      <p:sp>
        <p:nvSpPr>
          <p:cNvPr id="33" name="Text Placeholder 6"/>
          <p:cNvSpPr>
            <a:spLocks noGrp="1"/>
          </p:cNvSpPr>
          <p:nvPr>
            <p:ph type="body" sz="quarter" idx="51" hasCustomPrompt="1"/>
          </p:nvPr>
        </p:nvSpPr>
        <p:spPr>
          <a:xfrm>
            <a:off x="7774198" y="5500428"/>
            <a:ext cx="3246983" cy="516925"/>
          </a:xfrm>
          <a:prstGeom prst="rect">
            <a:avLst/>
          </a:prstGeom>
          <a:noFill/>
          <a:ln>
            <a:solidFill>
              <a:srgbClr val="18C3FF"/>
            </a:solidFill>
          </a:ln>
        </p:spPr>
        <p:txBody>
          <a:bodyPr lIns="91428" tIns="0" rIns="91428" bIns="0" anchor="ctr" anchorCtr="0">
            <a:normAutofit/>
          </a:bodyPr>
          <a:lstStyle>
            <a:lvl1pPr marL="0" marR="0" indent="0" algn="l" defTabSz="6094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33" cap="none" baseline="0">
                <a:solidFill>
                  <a:srgbClr val="18C3FF"/>
                </a:solidFill>
                <a:latin typeface="Simplon BP"/>
              </a:defRPr>
            </a:lvl1pPr>
          </a:lstStyle>
          <a:p>
            <a:pPr marL="0" marR="0" lvl="0" indent="0" algn="l" defTabSz="6094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LOREM IPSUM DOLOR SIT</a:t>
            </a:r>
          </a:p>
        </p:txBody>
      </p:sp>
    </p:spTree>
    <p:extLst>
      <p:ext uri="{BB962C8B-B14F-4D97-AF65-F5344CB8AC3E}">
        <p14:creationId xmlns:p14="http://schemas.microsoft.com/office/powerpoint/2010/main" val="4577745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gradFill flip="none" rotWithShape="1">
          <a:gsLst>
            <a:gs pos="0">
              <a:srgbClr val="00CEFF"/>
            </a:gs>
            <a:gs pos="100000">
              <a:srgbClr val="00D318"/>
            </a:gs>
          </a:gsLst>
          <a:lin ang="189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16806" y="6232588"/>
            <a:ext cx="2846591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333" baseline="0">
                <a:solidFill>
                  <a:srgbClr val="FFFFFF"/>
                </a:solidFill>
              </a:defRPr>
            </a:lvl1pPr>
          </a:lstStyle>
          <a:p>
            <a:pPr defTabSz="609585"/>
            <a:r>
              <a:rPr lang="en-US" smtClean="0">
                <a:cs typeface="Simplon BP Regular"/>
              </a:rPr>
              <a:t>MATERIAL CONFIDENCIAL  |  SLIDE Nº </a:t>
            </a:r>
            <a:fld id="{1115FE8E-B0E0-984D-A6F8-8DB859C1C7B7}" type="slidenum">
              <a:rPr lang="en-US" smtClean="0">
                <a:latin typeface="Simplon BP Bold"/>
                <a:cs typeface="Simplon BP Bold"/>
              </a:rPr>
              <a:pPr defTabSz="609585"/>
              <a:t>‹nº›</a:t>
            </a:fld>
            <a:endParaRPr lang="en-US" dirty="0">
              <a:latin typeface="Simplon BP Bold"/>
              <a:cs typeface="Simplon BP Bold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80559" y="1287476"/>
            <a:ext cx="4567767" cy="303318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ts val="1867"/>
              </a:lnSpc>
              <a:spcBef>
                <a:spcPts val="0"/>
              </a:spcBef>
              <a:buFontTx/>
              <a:buNone/>
              <a:defRPr sz="1867" baseline="0">
                <a:solidFill>
                  <a:schemeClr val="bg1"/>
                </a:solidFill>
                <a:latin typeface="Simplon BP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7143678" y="1287476"/>
            <a:ext cx="4567767" cy="303318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457189" indent="-457189">
              <a:lnSpc>
                <a:spcPts val="1867"/>
              </a:lnSpc>
              <a:spcBef>
                <a:spcPts val="0"/>
              </a:spcBef>
              <a:buClr>
                <a:srgbClr val="FFFF00"/>
              </a:buClr>
              <a:buFont typeface="+mj-lt"/>
              <a:buAutoNum type="arabicPeriod"/>
              <a:defRPr sz="1867" cap="all" baseline="0">
                <a:solidFill>
                  <a:schemeClr val="bg1"/>
                </a:solidFill>
                <a:latin typeface="Simplon BP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 smtClean="0"/>
              <a:t>ipsum</a:t>
            </a:r>
            <a:endParaRPr lang="en-US" dirty="0" smtClean="0"/>
          </a:p>
          <a:p>
            <a:pPr lvl="0"/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1"/>
            <a:ext cx="5071453" cy="58539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>
                <a:solidFill>
                  <a:srgbClr val="FFFF00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 smtClean="0">
                <a:solidFill>
                  <a:srgbClr val="FFFF00"/>
                </a:solidFill>
              </a:rPr>
              <a:t>Sumário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98277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609191"/>
            <a:fld id="{012805F9-CE1C-4645-ABDD-DFF1C8ECC499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 defTabSz="609191"/>
              <a:t>26/07/2024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pPr defTabSz="609191"/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609191"/>
            <a:fld id="{B35B99E1-B4A8-4DBE-AD3B-9B62A2D86A33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 defTabSz="609191"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24959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609191"/>
            <a:fld id="{7A178901-9878-489C-BF37-A42934117004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 defTabSz="609191"/>
              <a:t>26/07/2024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pPr defTabSz="609191"/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609191"/>
            <a:fld id="{DBEF8034-9DD5-48A4-B517-699C1170E4BB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 defTabSz="609191"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61270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2783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9" name="Slide do think-cell" r:id="rId4" imgW="270" imgH="270" progId="TCLayout.ActiveDocument.1">
                  <p:embed/>
                </p:oleObj>
              </mc:Choice>
              <mc:Fallback>
                <p:oleObj name="Slide do think-cell" r:id="rId4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1744917" y="6488756"/>
            <a:ext cx="408000" cy="163200"/>
          </a:xfrm>
          <a:prstGeom prst="rect">
            <a:avLst/>
          </a:prstGeom>
        </p:spPr>
        <p:txBody>
          <a:bodyPr/>
          <a:lstStyle/>
          <a:p>
            <a:pPr algn="ctr" defTabSz="609585"/>
            <a:fld id="{B2531E6E-6E7D-4785-BFDF-BAABB6C6AA33}" type="slidenum">
              <a:rPr lang="pt-BR" smtClean="0">
                <a:solidFill>
                  <a:prstClr val="black"/>
                </a:solidFill>
              </a:rPr>
              <a:pPr algn="ctr" defTabSz="609585"/>
              <a:t>‹nº›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9715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ó imag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31"/>
          </p:nvPr>
        </p:nvSpPr>
        <p:spPr>
          <a:xfrm>
            <a:off x="11744917" y="6488756"/>
            <a:ext cx="408000" cy="163200"/>
          </a:xfrm>
          <a:prstGeom prst="rect">
            <a:avLst/>
          </a:prstGeom>
          <a:noFill/>
        </p:spPr>
        <p:txBody>
          <a:bodyPr/>
          <a:lstStyle/>
          <a:p>
            <a:pPr algn="ctr" defTabSz="609585"/>
            <a:fld id="{B2531E6E-6E7D-4785-BFDF-BAABB6C6AA33}" type="slidenum">
              <a:rPr lang="pt-BR" smtClean="0">
                <a:solidFill>
                  <a:prstClr val="black"/>
                </a:solidFill>
              </a:rPr>
              <a:pPr algn="ctr" defTabSz="609585"/>
              <a:t>‹nº›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7400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"/>
          <p:cNvSpPr txBox="1">
            <a:spLocks/>
          </p:cNvSpPr>
          <p:nvPr userDrawn="1"/>
        </p:nvSpPr>
        <p:spPr bwMode="auto">
          <a:xfrm>
            <a:off x="11597061" y="6600384"/>
            <a:ext cx="613833" cy="36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fld id="{9543D946-5134-1748-A050-11636790511E}" type="slidenum">
              <a:rPr lang="en-US" sz="1067" smtClean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/>
              <a:t>‹nº›</a:t>
            </a:fld>
            <a:endParaRPr lang="en-US" sz="1067" dirty="0">
              <a:solidFill>
                <a:srgbClr val="4D4D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/>
          <p:cNvSpPr txBox="1"/>
          <p:nvPr userDrawn="1"/>
        </p:nvSpPr>
        <p:spPr>
          <a:xfrm>
            <a:off x="363940" y="429684"/>
            <a:ext cx="3384645" cy="1219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pt-BR" sz="2667" i="1" dirty="0" smtClean="0">
              <a:solidFill>
                <a:prstClr val="black"/>
              </a:solidFill>
              <a:latin typeface="Simplon BP Regular" pitchFamily="2" charset="0"/>
            </a:endParaRPr>
          </a:p>
        </p:txBody>
      </p:sp>
      <p:sp>
        <p:nvSpPr>
          <p:cNvPr id="18" name="Rectangle 7"/>
          <p:cNvSpPr>
            <a:spLocks noGrp="1" noChangeArrowheads="1"/>
          </p:cNvSpPr>
          <p:nvPr>
            <p:ph type="title" hasCustomPrompt="1"/>
            <p:custDataLst>
              <p:tags r:id="rId1"/>
            </p:custDataLst>
          </p:nvPr>
        </p:nvSpPr>
        <p:spPr bwMode="auto">
          <a:xfrm>
            <a:off x="236928" y="35066"/>
            <a:ext cx="11023600" cy="382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7925" tIns="38963" rIns="77925" bIns="38963" numCol="1" anchor="ctr" anchorCtr="0" compatLnSpc="1">
            <a:prstTxWarp prst="textNoShape">
              <a:avLst/>
            </a:prstTxWarp>
          </a:bodyPr>
          <a:lstStyle>
            <a:lvl1pPr algn="l" defTabSz="1058256" rtl="0" fontAlgn="base">
              <a:spcBef>
                <a:spcPct val="0"/>
              </a:spcBef>
              <a:spcAft>
                <a:spcPct val="0"/>
              </a:spcAft>
              <a:defRPr lang="pt-BR" sz="1867" b="1" i="0" kern="1200" dirty="0" smtClean="0">
                <a:solidFill>
                  <a:srgbClr val="4D4D4D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 smtClean="0"/>
              <a:t>Clique para editar o estilo do título mestre</a:t>
            </a:r>
          </a:p>
        </p:txBody>
      </p:sp>
      <p:sp>
        <p:nvSpPr>
          <p:cNvPr id="19" name="Espaço Reservado para Texto 9"/>
          <p:cNvSpPr>
            <a:spLocks noGrp="1"/>
          </p:cNvSpPr>
          <p:nvPr>
            <p:ph type="body" sz="quarter" idx="10" hasCustomPrompt="1"/>
            <p:custDataLst>
              <p:tags r:id="rId2"/>
            </p:custDataLst>
          </p:nvPr>
        </p:nvSpPr>
        <p:spPr>
          <a:xfrm>
            <a:off x="236928" y="390560"/>
            <a:ext cx="10950616" cy="307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000" b="0" kern="1200" baseline="0" dirty="0" smtClean="0">
                <a:solidFill>
                  <a:srgbClr val="00D31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1804" indent="0">
              <a:buNone/>
              <a:defRPr/>
            </a:lvl2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3718024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52778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"/>
          <p:cNvSpPr txBox="1">
            <a:spLocks/>
          </p:cNvSpPr>
          <p:nvPr userDrawn="1"/>
        </p:nvSpPr>
        <p:spPr bwMode="auto">
          <a:xfrm>
            <a:off x="11597061" y="6600384"/>
            <a:ext cx="613833" cy="36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fld id="{9543D946-5134-1748-A050-11636790511E}" type="slidenum">
              <a:rPr lang="en-US" sz="1067" smtClean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/>
              <a:t>‹nº›</a:t>
            </a:fld>
            <a:endParaRPr lang="en-US" sz="1067" dirty="0">
              <a:solidFill>
                <a:srgbClr val="4D4D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/>
          <p:cNvSpPr txBox="1"/>
          <p:nvPr userDrawn="1"/>
        </p:nvSpPr>
        <p:spPr>
          <a:xfrm>
            <a:off x="363940" y="429684"/>
            <a:ext cx="3384645" cy="1219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pt-BR" sz="2667" i="1" dirty="0" smtClean="0">
              <a:solidFill>
                <a:prstClr val="black"/>
              </a:solidFill>
              <a:latin typeface="Simplon BP Regular" pitchFamily="2" charset="0"/>
            </a:endParaRPr>
          </a:p>
        </p:txBody>
      </p:sp>
      <p:sp>
        <p:nvSpPr>
          <p:cNvPr id="18" name="Rectangle 7"/>
          <p:cNvSpPr>
            <a:spLocks noGrp="1" noChangeArrowheads="1"/>
          </p:cNvSpPr>
          <p:nvPr>
            <p:ph type="title" hasCustomPrompt="1"/>
            <p:custDataLst>
              <p:tags r:id="rId1"/>
            </p:custDataLst>
          </p:nvPr>
        </p:nvSpPr>
        <p:spPr bwMode="auto">
          <a:xfrm>
            <a:off x="236928" y="35066"/>
            <a:ext cx="11023600" cy="382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7925" tIns="38963" rIns="77925" bIns="38963" numCol="1" anchor="ctr" anchorCtr="0" compatLnSpc="1">
            <a:prstTxWarp prst="textNoShape">
              <a:avLst/>
            </a:prstTxWarp>
          </a:bodyPr>
          <a:lstStyle>
            <a:lvl1pPr algn="l" defTabSz="1058256" rtl="0" fontAlgn="base">
              <a:spcBef>
                <a:spcPct val="0"/>
              </a:spcBef>
              <a:spcAft>
                <a:spcPct val="0"/>
              </a:spcAft>
              <a:defRPr lang="pt-BR" sz="1867" b="1" i="0" kern="1200" dirty="0" smtClean="0">
                <a:solidFill>
                  <a:srgbClr val="4D4D4D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 smtClean="0"/>
              <a:t>Clique para editar o estilo do título mestre</a:t>
            </a:r>
          </a:p>
        </p:txBody>
      </p:sp>
      <p:sp>
        <p:nvSpPr>
          <p:cNvPr id="19" name="Espaço Reservado para Texto 9"/>
          <p:cNvSpPr>
            <a:spLocks noGrp="1"/>
          </p:cNvSpPr>
          <p:nvPr>
            <p:ph type="body" sz="quarter" idx="10" hasCustomPrompt="1"/>
            <p:custDataLst>
              <p:tags r:id="rId2"/>
            </p:custDataLst>
          </p:nvPr>
        </p:nvSpPr>
        <p:spPr>
          <a:xfrm>
            <a:off x="236928" y="390560"/>
            <a:ext cx="10950616" cy="307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000" b="0" kern="1200" baseline="0" dirty="0" smtClean="0">
                <a:solidFill>
                  <a:srgbClr val="00D31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1804" indent="0">
              <a:buNone/>
              <a:defRPr/>
            </a:lvl2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2673253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47426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"/>
          <p:cNvSpPr txBox="1">
            <a:spLocks/>
          </p:cNvSpPr>
          <p:nvPr userDrawn="1"/>
        </p:nvSpPr>
        <p:spPr bwMode="auto">
          <a:xfrm>
            <a:off x="11597061" y="6600384"/>
            <a:ext cx="613833" cy="36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fld id="{9543D946-5134-1748-A050-11636790511E}" type="slidenum">
              <a:rPr lang="en-US" sz="1067" smtClean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/>
              <a:t>‹nº›</a:t>
            </a:fld>
            <a:endParaRPr lang="en-US" sz="1067" dirty="0">
              <a:solidFill>
                <a:srgbClr val="4D4D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/>
          <p:cNvSpPr txBox="1"/>
          <p:nvPr userDrawn="1"/>
        </p:nvSpPr>
        <p:spPr>
          <a:xfrm>
            <a:off x="363940" y="429684"/>
            <a:ext cx="3384645" cy="1219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pt-BR" sz="2667" i="1" dirty="0" smtClean="0">
              <a:solidFill>
                <a:prstClr val="black"/>
              </a:solidFill>
              <a:latin typeface="Simplon BP Regular" pitchFamily="2" charset="0"/>
            </a:endParaRPr>
          </a:p>
        </p:txBody>
      </p:sp>
      <p:sp>
        <p:nvSpPr>
          <p:cNvPr id="18" name="Rectangle 7"/>
          <p:cNvSpPr>
            <a:spLocks noGrp="1" noChangeArrowheads="1"/>
          </p:cNvSpPr>
          <p:nvPr>
            <p:ph type="title" hasCustomPrompt="1"/>
            <p:custDataLst>
              <p:tags r:id="rId1"/>
            </p:custDataLst>
          </p:nvPr>
        </p:nvSpPr>
        <p:spPr bwMode="auto">
          <a:xfrm>
            <a:off x="236928" y="35066"/>
            <a:ext cx="11023600" cy="382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7925" tIns="38963" rIns="77925" bIns="38963" numCol="1" anchor="ctr" anchorCtr="0" compatLnSpc="1">
            <a:prstTxWarp prst="textNoShape">
              <a:avLst/>
            </a:prstTxWarp>
          </a:bodyPr>
          <a:lstStyle>
            <a:lvl1pPr algn="l" defTabSz="1058256" rtl="0" fontAlgn="base">
              <a:spcBef>
                <a:spcPct val="0"/>
              </a:spcBef>
              <a:spcAft>
                <a:spcPct val="0"/>
              </a:spcAft>
              <a:defRPr lang="pt-BR" sz="1867" b="1" i="0" kern="1200" dirty="0" smtClean="0">
                <a:solidFill>
                  <a:srgbClr val="4D4D4D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 smtClean="0"/>
              <a:t>Clique para editar o estilo do título mestre</a:t>
            </a:r>
          </a:p>
        </p:txBody>
      </p:sp>
      <p:sp>
        <p:nvSpPr>
          <p:cNvPr id="19" name="Espaço Reservado para Texto 9"/>
          <p:cNvSpPr>
            <a:spLocks noGrp="1"/>
          </p:cNvSpPr>
          <p:nvPr>
            <p:ph type="body" sz="quarter" idx="10" hasCustomPrompt="1"/>
            <p:custDataLst>
              <p:tags r:id="rId2"/>
            </p:custDataLst>
          </p:nvPr>
        </p:nvSpPr>
        <p:spPr>
          <a:xfrm>
            <a:off x="236928" y="390560"/>
            <a:ext cx="10950616" cy="307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000" b="0" kern="1200" baseline="0" dirty="0" smtClean="0">
                <a:solidFill>
                  <a:srgbClr val="00D31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1804" indent="0">
              <a:buNone/>
              <a:defRPr/>
            </a:lvl2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7200623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"/>
          <p:cNvSpPr txBox="1">
            <a:spLocks/>
          </p:cNvSpPr>
          <p:nvPr userDrawn="1"/>
        </p:nvSpPr>
        <p:spPr bwMode="auto">
          <a:xfrm>
            <a:off x="11597061" y="6600384"/>
            <a:ext cx="613833" cy="36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fld id="{9543D946-5134-1748-A050-11636790511E}" type="slidenum">
              <a:rPr lang="en-US" sz="1067" smtClean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/>
              <a:t>‹nº›</a:t>
            </a:fld>
            <a:endParaRPr lang="en-US" sz="1067" dirty="0">
              <a:solidFill>
                <a:srgbClr val="4D4D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/>
          <p:cNvSpPr txBox="1"/>
          <p:nvPr userDrawn="1"/>
        </p:nvSpPr>
        <p:spPr>
          <a:xfrm>
            <a:off x="363940" y="429684"/>
            <a:ext cx="3384645" cy="1219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pt-BR" sz="2667" i="1" dirty="0" smtClean="0">
              <a:solidFill>
                <a:prstClr val="black"/>
              </a:solidFill>
              <a:latin typeface="Simplon BP Regular" pitchFamily="2" charset="0"/>
            </a:endParaRPr>
          </a:p>
        </p:txBody>
      </p:sp>
      <p:sp>
        <p:nvSpPr>
          <p:cNvPr id="18" name="Rectangle 7"/>
          <p:cNvSpPr>
            <a:spLocks noGrp="1" noChangeArrowheads="1"/>
          </p:cNvSpPr>
          <p:nvPr>
            <p:ph type="title" hasCustomPrompt="1"/>
            <p:custDataLst>
              <p:tags r:id="rId1"/>
            </p:custDataLst>
          </p:nvPr>
        </p:nvSpPr>
        <p:spPr bwMode="auto">
          <a:xfrm>
            <a:off x="236928" y="35066"/>
            <a:ext cx="11023600" cy="382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7925" tIns="38963" rIns="77925" bIns="38963" numCol="1" anchor="ctr" anchorCtr="0" compatLnSpc="1">
            <a:prstTxWarp prst="textNoShape">
              <a:avLst/>
            </a:prstTxWarp>
          </a:bodyPr>
          <a:lstStyle>
            <a:lvl1pPr algn="l" defTabSz="1058256" rtl="0" fontAlgn="base">
              <a:spcBef>
                <a:spcPct val="0"/>
              </a:spcBef>
              <a:spcAft>
                <a:spcPct val="0"/>
              </a:spcAft>
              <a:defRPr lang="pt-BR" sz="1867" b="1" i="0" kern="1200" dirty="0" smtClean="0">
                <a:solidFill>
                  <a:srgbClr val="4D4D4D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 smtClean="0"/>
              <a:t>Clique para editar o estilo do título mestre</a:t>
            </a:r>
          </a:p>
        </p:txBody>
      </p:sp>
      <p:sp>
        <p:nvSpPr>
          <p:cNvPr id="19" name="Espaço Reservado para Texto 9"/>
          <p:cNvSpPr>
            <a:spLocks noGrp="1"/>
          </p:cNvSpPr>
          <p:nvPr>
            <p:ph type="body" sz="quarter" idx="10" hasCustomPrompt="1"/>
            <p:custDataLst>
              <p:tags r:id="rId2"/>
            </p:custDataLst>
          </p:nvPr>
        </p:nvSpPr>
        <p:spPr>
          <a:xfrm>
            <a:off x="236928" y="390560"/>
            <a:ext cx="10950616" cy="307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000" b="0" kern="1200" baseline="0" dirty="0" smtClean="0">
                <a:solidFill>
                  <a:srgbClr val="00D31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1804" indent="0">
              <a:buNone/>
              <a:defRPr/>
            </a:lvl2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7186501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"/>
          <p:cNvSpPr txBox="1">
            <a:spLocks/>
          </p:cNvSpPr>
          <p:nvPr userDrawn="1"/>
        </p:nvSpPr>
        <p:spPr bwMode="auto">
          <a:xfrm>
            <a:off x="11597061" y="6600384"/>
            <a:ext cx="613833" cy="36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fld id="{9543D946-5134-1748-A050-11636790511E}" type="slidenum">
              <a:rPr lang="en-US" sz="1067" smtClean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/>
              <a:t>‹nº›</a:t>
            </a:fld>
            <a:endParaRPr lang="en-US" sz="1067" dirty="0">
              <a:solidFill>
                <a:srgbClr val="4D4D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/>
          <p:cNvSpPr txBox="1"/>
          <p:nvPr userDrawn="1"/>
        </p:nvSpPr>
        <p:spPr>
          <a:xfrm>
            <a:off x="363940" y="429684"/>
            <a:ext cx="3384645" cy="1219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pt-BR" sz="2667" i="1" dirty="0" smtClean="0">
              <a:solidFill>
                <a:prstClr val="black"/>
              </a:solidFill>
              <a:latin typeface="Simplon BP Regular" pitchFamily="2" charset="0"/>
            </a:endParaRPr>
          </a:p>
        </p:txBody>
      </p:sp>
      <p:sp>
        <p:nvSpPr>
          <p:cNvPr id="18" name="Rectangle 7"/>
          <p:cNvSpPr>
            <a:spLocks noGrp="1" noChangeArrowheads="1"/>
          </p:cNvSpPr>
          <p:nvPr>
            <p:ph type="title" hasCustomPrompt="1"/>
            <p:custDataLst>
              <p:tags r:id="rId1"/>
            </p:custDataLst>
          </p:nvPr>
        </p:nvSpPr>
        <p:spPr bwMode="auto">
          <a:xfrm>
            <a:off x="236928" y="35066"/>
            <a:ext cx="11023600" cy="382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7925" tIns="38963" rIns="77925" bIns="38963" numCol="1" anchor="ctr" anchorCtr="0" compatLnSpc="1">
            <a:prstTxWarp prst="textNoShape">
              <a:avLst/>
            </a:prstTxWarp>
          </a:bodyPr>
          <a:lstStyle>
            <a:lvl1pPr algn="l" defTabSz="1058256" rtl="0" fontAlgn="base">
              <a:spcBef>
                <a:spcPct val="0"/>
              </a:spcBef>
              <a:spcAft>
                <a:spcPct val="0"/>
              </a:spcAft>
              <a:defRPr lang="pt-BR" sz="1867" b="1" i="0" kern="1200" dirty="0" smtClean="0">
                <a:solidFill>
                  <a:srgbClr val="4D4D4D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 smtClean="0"/>
              <a:t>Clique para editar o estilo do título mestre</a:t>
            </a:r>
          </a:p>
        </p:txBody>
      </p:sp>
      <p:sp>
        <p:nvSpPr>
          <p:cNvPr id="19" name="Espaço Reservado para Texto 9"/>
          <p:cNvSpPr>
            <a:spLocks noGrp="1"/>
          </p:cNvSpPr>
          <p:nvPr>
            <p:ph type="body" sz="quarter" idx="10" hasCustomPrompt="1"/>
            <p:custDataLst>
              <p:tags r:id="rId2"/>
            </p:custDataLst>
          </p:nvPr>
        </p:nvSpPr>
        <p:spPr>
          <a:xfrm>
            <a:off x="236928" y="390560"/>
            <a:ext cx="10950616" cy="307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000" b="0" kern="1200" baseline="0" dirty="0" smtClean="0">
                <a:solidFill>
                  <a:srgbClr val="00D31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1804" indent="0">
              <a:buNone/>
              <a:defRPr/>
            </a:lvl2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9270240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"/>
          <p:cNvSpPr txBox="1">
            <a:spLocks/>
          </p:cNvSpPr>
          <p:nvPr userDrawn="1"/>
        </p:nvSpPr>
        <p:spPr bwMode="auto">
          <a:xfrm>
            <a:off x="11597061" y="6600384"/>
            <a:ext cx="613833" cy="36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fld id="{9543D946-5134-1748-A050-11636790511E}" type="slidenum">
              <a:rPr lang="en-US" sz="1067" smtClean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/>
              <a:t>‹nº›</a:t>
            </a:fld>
            <a:endParaRPr lang="en-US" sz="1067" dirty="0">
              <a:solidFill>
                <a:srgbClr val="4D4D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/>
          <p:cNvSpPr txBox="1"/>
          <p:nvPr userDrawn="1"/>
        </p:nvSpPr>
        <p:spPr>
          <a:xfrm>
            <a:off x="363940" y="429684"/>
            <a:ext cx="3384645" cy="1219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pt-BR" sz="2667" i="1" dirty="0" smtClean="0">
              <a:solidFill>
                <a:prstClr val="black"/>
              </a:solidFill>
              <a:latin typeface="Simplon BP Regular" pitchFamily="2" charset="0"/>
            </a:endParaRPr>
          </a:p>
        </p:txBody>
      </p:sp>
      <p:sp>
        <p:nvSpPr>
          <p:cNvPr id="18" name="Rectangle 7"/>
          <p:cNvSpPr>
            <a:spLocks noGrp="1" noChangeArrowheads="1"/>
          </p:cNvSpPr>
          <p:nvPr>
            <p:ph type="title" hasCustomPrompt="1"/>
            <p:custDataLst>
              <p:tags r:id="rId1"/>
            </p:custDataLst>
          </p:nvPr>
        </p:nvSpPr>
        <p:spPr bwMode="auto">
          <a:xfrm>
            <a:off x="236928" y="35066"/>
            <a:ext cx="11023600" cy="382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7925" tIns="38963" rIns="77925" bIns="38963" numCol="1" anchor="ctr" anchorCtr="0" compatLnSpc="1">
            <a:prstTxWarp prst="textNoShape">
              <a:avLst/>
            </a:prstTxWarp>
          </a:bodyPr>
          <a:lstStyle>
            <a:lvl1pPr algn="l" defTabSz="1058256" rtl="0" fontAlgn="base">
              <a:spcBef>
                <a:spcPct val="0"/>
              </a:spcBef>
              <a:spcAft>
                <a:spcPct val="0"/>
              </a:spcAft>
              <a:defRPr lang="pt-BR" sz="1867" b="1" i="0" kern="1200" dirty="0" smtClean="0">
                <a:solidFill>
                  <a:srgbClr val="4D4D4D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 smtClean="0"/>
              <a:t>Clique para editar o estilo do título mestre</a:t>
            </a:r>
          </a:p>
        </p:txBody>
      </p:sp>
      <p:sp>
        <p:nvSpPr>
          <p:cNvPr id="19" name="Espaço Reservado para Texto 9"/>
          <p:cNvSpPr>
            <a:spLocks noGrp="1"/>
          </p:cNvSpPr>
          <p:nvPr>
            <p:ph type="body" sz="quarter" idx="10" hasCustomPrompt="1"/>
            <p:custDataLst>
              <p:tags r:id="rId2"/>
            </p:custDataLst>
          </p:nvPr>
        </p:nvSpPr>
        <p:spPr>
          <a:xfrm>
            <a:off x="236928" y="390560"/>
            <a:ext cx="10950616" cy="307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000" b="0" kern="1200" baseline="0" dirty="0" smtClean="0">
                <a:solidFill>
                  <a:srgbClr val="00D31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1804" indent="0">
              <a:buNone/>
              <a:defRPr/>
            </a:lvl2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8972205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"/>
          <p:cNvSpPr txBox="1">
            <a:spLocks/>
          </p:cNvSpPr>
          <p:nvPr userDrawn="1"/>
        </p:nvSpPr>
        <p:spPr bwMode="auto">
          <a:xfrm>
            <a:off x="11597061" y="6600384"/>
            <a:ext cx="613833" cy="36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fld id="{9543D946-5134-1748-A050-11636790511E}" type="slidenum">
              <a:rPr lang="en-US" sz="1067" smtClean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/>
              <a:t>‹nº›</a:t>
            </a:fld>
            <a:endParaRPr lang="en-US" sz="1067" dirty="0">
              <a:solidFill>
                <a:srgbClr val="4D4D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/>
          <p:cNvSpPr txBox="1"/>
          <p:nvPr userDrawn="1"/>
        </p:nvSpPr>
        <p:spPr>
          <a:xfrm>
            <a:off x="363940" y="429684"/>
            <a:ext cx="3384645" cy="1219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pt-BR" sz="2667" i="1" dirty="0" smtClean="0">
              <a:solidFill>
                <a:prstClr val="black"/>
              </a:solidFill>
              <a:latin typeface="Simplon BP Regular" pitchFamily="2" charset="0"/>
            </a:endParaRPr>
          </a:p>
        </p:txBody>
      </p:sp>
      <p:sp>
        <p:nvSpPr>
          <p:cNvPr id="18" name="Rectangle 7"/>
          <p:cNvSpPr>
            <a:spLocks noGrp="1" noChangeArrowheads="1"/>
          </p:cNvSpPr>
          <p:nvPr>
            <p:ph type="title" hasCustomPrompt="1"/>
            <p:custDataLst>
              <p:tags r:id="rId1"/>
            </p:custDataLst>
          </p:nvPr>
        </p:nvSpPr>
        <p:spPr bwMode="auto">
          <a:xfrm>
            <a:off x="236928" y="35066"/>
            <a:ext cx="11023600" cy="382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7925" tIns="38963" rIns="77925" bIns="38963" numCol="1" anchor="ctr" anchorCtr="0" compatLnSpc="1">
            <a:prstTxWarp prst="textNoShape">
              <a:avLst/>
            </a:prstTxWarp>
          </a:bodyPr>
          <a:lstStyle>
            <a:lvl1pPr algn="l" defTabSz="1058256" rtl="0" fontAlgn="base">
              <a:spcBef>
                <a:spcPct val="0"/>
              </a:spcBef>
              <a:spcAft>
                <a:spcPct val="0"/>
              </a:spcAft>
              <a:defRPr lang="pt-BR" sz="1867" b="1" i="0" kern="1200" dirty="0" smtClean="0">
                <a:solidFill>
                  <a:srgbClr val="4D4D4D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 smtClean="0"/>
              <a:t>Clique para editar o estilo do título mestre</a:t>
            </a:r>
          </a:p>
        </p:txBody>
      </p:sp>
      <p:sp>
        <p:nvSpPr>
          <p:cNvPr id="19" name="Espaço Reservado para Texto 9"/>
          <p:cNvSpPr>
            <a:spLocks noGrp="1"/>
          </p:cNvSpPr>
          <p:nvPr>
            <p:ph type="body" sz="quarter" idx="10" hasCustomPrompt="1"/>
            <p:custDataLst>
              <p:tags r:id="rId2"/>
            </p:custDataLst>
          </p:nvPr>
        </p:nvSpPr>
        <p:spPr>
          <a:xfrm>
            <a:off x="236928" y="390560"/>
            <a:ext cx="10950616" cy="307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000" b="0" kern="1200" baseline="0" dirty="0" smtClean="0">
                <a:solidFill>
                  <a:srgbClr val="00D31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1804" indent="0">
              <a:buNone/>
              <a:defRPr/>
            </a:lvl2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4104315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"/>
          <p:cNvSpPr txBox="1">
            <a:spLocks/>
          </p:cNvSpPr>
          <p:nvPr userDrawn="1"/>
        </p:nvSpPr>
        <p:spPr bwMode="auto">
          <a:xfrm>
            <a:off x="11597061" y="6600384"/>
            <a:ext cx="613833" cy="36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fld id="{9543D946-5134-1748-A050-11636790511E}" type="slidenum">
              <a:rPr lang="en-US" sz="1067" smtClean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/>
              <a:t>‹nº›</a:t>
            </a:fld>
            <a:endParaRPr lang="en-US" sz="1067" dirty="0">
              <a:solidFill>
                <a:srgbClr val="4D4D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/>
          <p:cNvSpPr txBox="1"/>
          <p:nvPr userDrawn="1"/>
        </p:nvSpPr>
        <p:spPr>
          <a:xfrm>
            <a:off x="363940" y="429684"/>
            <a:ext cx="3384645" cy="1219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pt-BR" sz="2667" i="1" dirty="0" smtClean="0">
              <a:solidFill>
                <a:prstClr val="black"/>
              </a:solidFill>
              <a:latin typeface="Simplon BP Regular" pitchFamily="2" charset="0"/>
            </a:endParaRPr>
          </a:p>
        </p:txBody>
      </p:sp>
      <p:sp>
        <p:nvSpPr>
          <p:cNvPr id="18" name="Rectangle 7"/>
          <p:cNvSpPr>
            <a:spLocks noGrp="1" noChangeArrowheads="1"/>
          </p:cNvSpPr>
          <p:nvPr>
            <p:ph type="title" hasCustomPrompt="1"/>
            <p:custDataLst>
              <p:tags r:id="rId1"/>
            </p:custDataLst>
          </p:nvPr>
        </p:nvSpPr>
        <p:spPr bwMode="auto">
          <a:xfrm>
            <a:off x="236928" y="35066"/>
            <a:ext cx="11023600" cy="382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7925" tIns="38963" rIns="77925" bIns="38963" numCol="1" anchor="ctr" anchorCtr="0" compatLnSpc="1">
            <a:prstTxWarp prst="textNoShape">
              <a:avLst/>
            </a:prstTxWarp>
          </a:bodyPr>
          <a:lstStyle>
            <a:lvl1pPr algn="l" defTabSz="1058256" rtl="0" fontAlgn="base">
              <a:spcBef>
                <a:spcPct val="0"/>
              </a:spcBef>
              <a:spcAft>
                <a:spcPct val="0"/>
              </a:spcAft>
              <a:defRPr lang="pt-BR" sz="1867" b="1" i="0" kern="1200" dirty="0" smtClean="0">
                <a:solidFill>
                  <a:srgbClr val="4D4D4D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 smtClean="0"/>
              <a:t>Clique para editar o estilo do título mestre</a:t>
            </a:r>
          </a:p>
        </p:txBody>
      </p:sp>
      <p:sp>
        <p:nvSpPr>
          <p:cNvPr id="19" name="Espaço Reservado para Texto 9"/>
          <p:cNvSpPr>
            <a:spLocks noGrp="1"/>
          </p:cNvSpPr>
          <p:nvPr>
            <p:ph type="body" sz="quarter" idx="10" hasCustomPrompt="1"/>
            <p:custDataLst>
              <p:tags r:id="rId2"/>
            </p:custDataLst>
          </p:nvPr>
        </p:nvSpPr>
        <p:spPr>
          <a:xfrm>
            <a:off x="236928" y="390560"/>
            <a:ext cx="10950616" cy="307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000" b="0" kern="1200" baseline="0" dirty="0" smtClean="0">
                <a:solidFill>
                  <a:srgbClr val="00D31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1804" indent="0">
              <a:buNone/>
              <a:defRPr/>
            </a:lvl2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5647035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"/>
          <p:cNvSpPr txBox="1">
            <a:spLocks/>
          </p:cNvSpPr>
          <p:nvPr userDrawn="1"/>
        </p:nvSpPr>
        <p:spPr bwMode="auto">
          <a:xfrm>
            <a:off x="11597061" y="6600384"/>
            <a:ext cx="613833" cy="36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fld id="{9543D946-5134-1748-A050-11636790511E}" type="slidenum">
              <a:rPr lang="en-US" sz="1067" smtClean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/>
              <a:t>‹nº›</a:t>
            </a:fld>
            <a:endParaRPr lang="en-US" sz="1067" dirty="0">
              <a:solidFill>
                <a:srgbClr val="4D4D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/>
          <p:cNvSpPr txBox="1"/>
          <p:nvPr userDrawn="1"/>
        </p:nvSpPr>
        <p:spPr>
          <a:xfrm>
            <a:off x="363940" y="429684"/>
            <a:ext cx="3384645" cy="1219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pt-BR" sz="2667" i="1" dirty="0" smtClean="0">
              <a:solidFill>
                <a:prstClr val="black"/>
              </a:solidFill>
              <a:latin typeface="Simplon BP Regular" pitchFamily="2" charset="0"/>
            </a:endParaRPr>
          </a:p>
        </p:txBody>
      </p:sp>
      <p:sp>
        <p:nvSpPr>
          <p:cNvPr id="18" name="Rectangle 7"/>
          <p:cNvSpPr>
            <a:spLocks noGrp="1" noChangeArrowheads="1"/>
          </p:cNvSpPr>
          <p:nvPr>
            <p:ph type="title" hasCustomPrompt="1"/>
            <p:custDataLst>
              <p:tags r:id="rId1"/>
            </p:custDataLst>
          </p:nvPr>
        </p:nvSpPr>
        <p:spPr bwMode="auto">
          <a:xfrm>
            <a:off x="236928" y="35066"/>
            <a:ext cx="11023600" cy="382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7925" tIns="38963" rIns="77925" bIns="38963" numCol="1" anchor="ctr" anchorCtr="0" compatLnSpc="1">
            <a:prstTxWarp prst="textNoShape">
              <a:avLst/>
            </a:prstTxWarp>
          </a:bodyPr>
          <a:lstStyle>
            <a:lvl1pPr algn="l" defTabSz="1058256" rtl="0" fontAlgn="base">
              <a:spcBef>
                <a:spcPct val="0"/>
              </a:spcBef>
              <a:spcAft>
                <a:spcPct val="0"/>
              </a:spcAft>
              <a:defRPr lang="pt-BR" sz="1867" b="1" i="0" kern="1200" dirty="0" smtClean="0">
                <a:solidFill>
                  <a:srgbClr val="4D4D4D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 smtClean="0"/>
              <a:t>Clique para editar o estilo do título mestre</a:t>
            </a:r>
          </a:p>
        </p:txBody>
      </p:sp>
      <p:sp>
        <p:nvSpPr>
          <p:cNvPr id="19" name="Espaço Reservado para Texto 9"/>
          <p:cNvSpPr>
            <a:spLocks noGrp="1"/>
          </p:cNvSpPr>
          <p:nvPr>
            <p:ph type="body" sz="quarter" idx="10" hasCustomPrompt="1"/>
            <p:custDataLst>
              <p:tags r:id="rId2"/>
            </p:custDataLst>
          </p:nvPr>
        </p:nvSpPr>
        <p:spPr>
          <a:xfrm>
            <a:off x="236928" y="390560"/>
            <a:ext cx="10950616" cy="307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000" b="0" kern="1200" baseline="0" dirty="0" smtClean="0">
                <a:solidFill>
                  <a:srgbClr val="00D31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1804" indent="0">
              <a:buNone/>
              <a:defRPr/>
            </a:lvl2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9928634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"/>
          <p:cNvSpPr txBox="1">
            <a:spLocks/>
          </p:cNvSpPr>
          <p:nvPr userDrawn="1"/>
        </p:nvSpPr>
        <p:spPr bwMode="auto">
          <a:xfrm>
            <a:off x="11597061" y="6600384"/>
            <a:ext cx="613833" cy="36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fld id="{9543D946-5134-1748-A050-11636790511E}" type="slidenum">
              <a:rPr lang="en-US" sz="1067" smtClean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/>
              <a:t>‹nº›</a:t>
            </a:fld>
            <a:endParaRPr lang="en-US" sz="1067" dirty="0">
              <a:solidFill>
                <a:srgbClr val="4D4D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/>
          <p:cNvSpPr txBox="1"/>
          <p:nvPr userDrawn="1"/>
        </p:nvSpPr>
        <p:spPr>
          <a:xfrm>
            <a:off x="363940" y="429684"/>
            <a:ext cx="3384645" cy="1219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pt-BR" sz="2667" i="1" dirty="0" smtClean="0">
              <a:solidFill>
                <a:prstClr val="black"/>
              </a:solidFill>
              <a:latin typeface="Simplon BP Regular" pitchFamily="2" charset="0"/>
            </a:endParaRPr>
          </a:p>
        </p:txBody>
      </p:sp>
      <p:sp>
        <p:nvSpPr>
          <p:cNvPr id="18" name="Rectangle 7"/>
          <p:cNvSpPr>
            <a:spLocks noGrp="1" noChangeArrowheads="1"/>
          </p:cNvSpPr>
          <p:nvPr>
            <p:ph type="title" hasCustomPrompt="1"/>
            <p:custDataLst>
              <p:tags r:id="rId1"/>
            </p:custDataLst>
          </p:nvPr>
        </p:nvSpPr>
        <p:spPr bwMode="auto">
          <a:xfrm>
            <a:off x="236928" y="35066"/>
            <a:ext cx="11023600" cy="382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7925" tIns="38963" rIns="77925" bIns="38963" numCol="1" anchor="ctr" anchorCtr="0" compatLnSpc="1">
            <a:prstTxWarp prst="textNoShape">
              <a:avLst/>
            </a:prstTxWarp>
          </a:bodyPr>
          <a:lstStyle>
            <a:lvl1pPr algn="l" defTabSz="1058256" rtl="0" fontAlgn="base">
              <a:spcBef>
                <a:spcPct val="0"/>
              </a:spcBef>
              <a:spcAft>
                <a:spcPct val="0"/>
              </a:spcAft>
              <a:defRPr lang="pt-BR" sz="1867" b="1" i="0" kern="1200" dirty="0" smtClean="0">
                <a:solidFill>
                  <a:srgbClr val="4D4D4D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 smtClean="0"/>
              <a:t>Clique para editar o estilo do título mestre</a:t>
            </a:r>
          </a:p>
        </p:txBody>
      </p:sp>
      <p:sp>
        <p:nvSpPr>
          <p:cNvPr id="19" name="Espaço Reservado para Texto 9"/>
          <p:cNvSpPr>
            <a:spLocks noGrp="1"/>
          </p:cNvSpPr>
          <p:nvPr>
            <p:ph type="body" sz="quarter" idx="10" hasCustomPrompt="1"/>
            <p:custDataLst>
              <p:tags r:id="rId2"/>
            </p:custDataLst>
          </p:nvPr>
        </p:nvSpPr>
        <p:spPr>
          <a:xfrm>
            <a:off x="236928" y="390560"/>
            <a:ext cx="10950616" cy="307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000" b="0" kern="1200" baseline="0" dirty="0" smtClean="0">
                <a:solidFill>
                  <a:srgbClr val="00D31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1804" indent="0">
              <a:buNone/>
              <a:defRPr/>
            </a:lvl2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6279753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"/>
          <p:cNvSpPr txBox="1">
            <a:spLocks/>
          </p:cNvSpPr>
          <p:nvPr userDrawn="1"/>
        </p:nvSpPr>
        <p:spPr bwMode="auto">
          <a:xfrm>
            <a:off x="11597061" y="6600384"/>
            <a:ext cx="613833" cy="36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fld id="{9543D946-5134-1748-A050-11636790511E}" type="slidenum">
              <a:rPr lang="en-US" sz="1067" smtClean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/>
              <a:t>‹nº›</a:t>
            </a:fld>
            <a:endParaRPr lang="en-US" sz="1067" dirty="0">
              <a:solidFill>
                <a:srgbClr val="4D4D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/>
          <p:cNvSpPr txBox="1"/>
          <p:nvPr userDrawn="1"/>
        </p:nvSpPr>
        <p:spPr>
          <a:xfrm>
            <a:off x="363940" y="429684"/>
            <a:ext cx="3384645" cy="1219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pt-BR" sz="2667" i="1" dirty="0" smtClean="0">
              <a:solidFill>
                <a:prstClr val="black"/>
              </a:solidFill>
              <a:latin typeface="Simplon BP Regular" pitchFamily="2" charset="0"/>
            </a:endParaRPr>
          </a:p>
        </p:txBody>
      </p:sp>
      <p:sp>
        <p:nvSpPr>
          <p:cNvPr id="18" name="Rectangle 7"/>
          <p:cNvSpPr>
            <a:spLocks noGrp="1" noChangeArrowheads="1"/>
          </p:cNvSpPr>
          <p:nvPr>
            <p:ph type="title" hasCustomPrompt="1"/>
            <p:custDataLst>
              <p:tags r:id="rId1"/>
            </p:custDataLst>
          </p:nvPr>
        </p:nvSpPr>
        <p:spPr bwMode="auto">
          <a:xfrm>
            <a:off x="236928" y="35066"/>
            <a:ext cx="11023600" cy="382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7925" tIns="38963" rIns="77925" bIns="38963" numCol="1" anchor="ctr" anchorCtr="0" compatLnSpc="1">
            <a:prstTxWarp prst="textNoShape">
              <a:avLst/>
            </a:prstTxWarp>
          </a:bodyPr>
          <a:lstStyle>
            <a:lvl1pPr algn="l" defTabSz="1058256" rtl="0" fontAlgn="base">
              <a:spcBef>
                <a:spcPct val="0"/>
              </a:spcBef>
              <a:spcAft>
                <a:spcPct val="0"/>
              </a:spcAft>
              <a:defRPr lang="pt-BR" sz="1867" b="1" i="0" kern="1200" dirty="0" smtClean="0">
                <a:solidFill>
                  <a:srgbClr val="4D4D4D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 smtClean="0"/>
              <a:t>Clique para editar o estilo do título mestre</a:t>
            </a:r>
          </a:p>
        </p:txBody>
      </p:sp>
      <p:sp>
        <p:nvSpPr>
          <p:cNvPr id="19" name="Espaço Reservado para Texto 9"/>
          <p:cNvSpPr>
            <a:spLocks noGrp="1"/>
          </p:cNvSpPr>
          <p:nvPr>
            <p:ph type="body" sz="quarter" idx="10" hasCustomPrompt="1"/>
            <p:custDataLst>
              <p:tags r:id="rId2"/>
            </p:custDataLst>
          </p:nvPr>
        </p:nvSpPr>
        <p:spPr>
          <a:xfrm>
            <a:off x="236928" y="390560"/>
            <a:ext cx="10950616" cy="307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000" b="0" kern="1200" baseline="0" dirty="0" smtClean="0">
                <a:solidFill>
                  <a:srgbClr val="00D31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1804" indent="0">
              <a:buNone/>
              <a:defRPr/>
            </a:lvl2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1188911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"/>
          <p:cNvSpPr txBox="1">
            <a:spLocks/>
          </p:cNvSpPr>
          <p:nvPr userDrawn="1"/>
        </p:nvSpPr>
        <p:spPr bwMode="auto">
          <a:xfrm>
            <a:off x="11597061" y="6600384"/>
            <a:ext cx="613833" cy="36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fld id="{9543D946-5134-1748-A050-11636790511E}" type="slidenum">
              <a:rPr lang="en-US" sz="1067" smtClean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/>
              <a:t>‹nº›</a:t>
            </a:fld>
            <a:endParaRPr lang="en-US" sz="1067" dirty="0">
              <a:solidFill>
                <a:srgbClr val="4D4D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/>
          <p:cNvSpPr txBox="1"/>
          <p:nvPr userDrawn="1"/>
        </p:nvSpPr>
        <p:spPr>
          <a:xfrm>
            <a:off x="363940" y="429684"/>
            <a:ext cx="3384645" cy="1219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pt-BR" sz="2667" i="1" dirty="0" smtClean="0">
              <a:solidFill>
                <a:prstClr val="black"/>
              </a:solidFill>
              <a:latin typeface="Simplon BP Regular" pitchFamily="2" charset="0"/>
            </a:endParaRPr>
          </a:p>
        </p:txBody>
      </p:sp>
      <p:sp>
        <p:nvSpPr>
          <p:cNvPr id="18" name="Rectangle 7"/>
          <p:cNvSpPr>
            <a:spLocks noGrp="1" noChangeArrowheads="1"/>
          </p:cNvSpPr>
          <p:nvPr>
            <p:ph type="title" hasCustomPrompt="1"/>
            <p:custDataLst>
              <p:tags r:id="rId1"/>
            </p:custDataLst>
          </p:nvPr>
        </p:nvSpPr>
        <p:spPr bwMode="auto">
          <a:xfrm>
            <a:off x="236928" y="35066"/>
            <a:ext cx="11023600" cy="382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7925" tIns="38963" rIns="77925" bIns="38963" numCol="1" anchor="ctr" anchorCtr="0" compatLnSpc="1">
            <a:prstTxWarp prst="textNoShape">
              <a:avLst/>
            </a:prstTxWarp>
          </a:bodyPr>
          <a:lstStyle>
            <a:lvl1pPr algn="l" defTabSz="1058256" rtl="0" fontAlgn="base">
              <a:spcBef>
                <a:spcPct val="0"/>
              </a:spcBef>
              <a:spcAft>
                <a:spcPct val="0"/>
              </a:spcAft>
              <a:defRPr lang="pt-BR" sz="1867" b="1" i="0" kern="1200" dirty="0" smtClean="0">
                <a:solidFill>
                  <a:srgbClr val="4D4D4D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 smtClean="0"/>
              <a:t>Clique para editar o estilo do título mestre</a:t>
            </a:r>
          </a:p>
        </p:txBody>
      </p:sp>
      <p:sp>
        <p:nvSpPr>
          <p:cNvPr id="19" name="Espaço Reservado para Texto 9"/>
          <p:cNvSpPr>
            <a:spLocks noGrp="1"/>
          </p:cNvSpPr>
          <p:nvPr>
            <p:ph type="body" sz="quarter" idx="10" hasCustomPrompt="1"/>
            <p:custDataLst>
              <p:tags r:id="rId2"/>
            </p:custDataLst>
          </p:nvPr>
        </p:nvSpPr>
        <p:spPr>
          <a:xfrm>
            <a:off x="236928" y="390560"/>
            <a:ext cx="10950616" cy="307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000" b="0" kern="1200" baseline="0" dirty="0" smtClean="0">
                <a:solidFill>
                  <a:srgbClr val="00D31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1804" indent="0">
              <a:buNone/>
              <a:defRPr/>
            </a:lvl2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16348316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31181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"/>
          <p:cNvSpPr txBox="1">
            <a:spLocks/>
          </p:cNvSpPr>
          <p:nvPr userDrawn="1"/>
        </p:nvSpPr>
        <p:spPr bwMode="auto">
          <a:xfrm>
            <a:off x="11597061" y="6600384"/>
            <a:ext cx="613833" cy="36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fld id="{9543D946-5134-1748-A050-11636790511E}" type="slidenum">
              <a:rPr lang="en-US" sz="1067" smtClean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/>
              <a:t>‹nº›</a:t>
            </a:fld>
            <a:endParaRPr lang="en-US" sz="1067" dirty="0">
              <a:solidFill>
                <a:srgbClr val="4D4D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/>
          <p:cNvSpPr txBox="1"/>
          <p:nvPr userDrawn="1"/>
        </p:nvSpPr>
        <p:spPr>
          <a:xfrm>
            <a:off x="363940" y="429684"/>
            <a:ext cx="3384645" cy="1219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pt-BR" sz="2667" i="1" dirty="0" smtClean="0">
              <a:solidFill>
                <a:prstClr val="black"/>
              </a:solidFill>
              <a:latin typeface="Simplon BP Regular" pitchFamily="2" charset="0"/>
            </a:endParaRPr>
          </a:p>
        </p:txBody>
      </p:sp>
      <p:sp>
        <p:nvSpPr>
          <p:cNvPr id="18" name="Rectangle 7"/>
          <p:cNvSpPr>
            <a:spLocks noGrp="1" noChangeArrowheads="1"/>
          </p:cNvSpPr>
          <p:nvPr>
            <p:ph type="title" hasCustomPrompt="1"/>
            <p:custDataLst>
              <p:tags r:id="rId1"/>
            </p:custDataLst>
          </p:nvPr>
        </p:nvSpPr>
        <p:spPr bwMode="auto">
          <a:xfrm>
            <a:off x="236928" y="35066"/>
            <a:ext cx="11023600" cy="382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7925" tIns="38963" rIns="77925" bIns="38963" numCol="1" anchor="ctr" anchorCtr="0" compatLnSpc="1">
            <a:prstTxWarp prst="textNoShape">
              <a:avLst/>
            </a:prstTxWarp>
          </a:bodyPr>
          <a:lstStyle>
            <a:lvl1pPr algn="l" defTabSz="1058256" rtl="0" fontAlgn="base">
              <a:spcBef>
                <a:spcPct val="0"/>
              </a:spcBef>
              <a:spcAft>
                <a:spcPct val="0"/>
              </a:spcAft>
              <a:defRPr lang="pt-BR" sz="1867" b="1" i="0" kern="1200" dirty="0" smtClean="0">
                <a:solidFill>
                  <a:srgbClr val="4D4D4D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 smtClean="0"/>
              <a:t>Clique para editar o estilo do título mestre</a:t>
            </a:r>
          </a:p>
        </p:txBody>
      </p:sp>
      <p:sp>
        <p:nvSpPr>
          <p:cNvPr id="19" name="Espaço Reservado para Texto 9"/>
          <p:cNvSpPr>
            <a:spLocks noGrp="1"/>
          </p:cNvSpPr>
          <p:nvPr>
            <p:ph type="body" sz="quarter" idx="10" hasCustomPrompt="1"/>
            <p:custDataLst>
              <p:tags r:id="rId2"/>
            </p:custDataLst>
          </p:nvPr>
        </p:nvSpPr>
        <p:spPr>
          <a:xfrm>
            <a:off x="236928" y="390560"/>
            <a:ext cx="10950616" cy="307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000" b="0" kern="1200" baseline="0" dirty="0" smtClean="0">
                <a:solidFill>
                  <a:srgbClr val="00D31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1804" indent="0">
              <a:buNone/>
              <a:defRPr/>
            </a:lvl2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6068135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"/>
          <p:cNvSpPr txBox="1">
            <a:spLocks/>
          </p:cNvSpPr>
          <p:nvPr userDrawn="1"/>
        </p:nvSpPr>
        <p:spPr bwMode="auto">
          <a:xfrm>
            <a:off x="11597061" y="6600384"/>
            <a:ext cx="613833" cy="36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fld id="{9543D946-5134-1748-A050-11636790511E}" type="slidenum">
              <a:rPr lang="en-US" sz="1067" smtClean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/>
              <a:t>‹nº›</a:t>
            </a:fld>
            <a:endParaRPr lang="en-US" sz="1067" dirty="0">
              <a:solidFill>
                <a:srgbClr val="4D4D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/>
          <p:cNvSpPr txBox="1"/>
          <p:nvPr userDrawn="1"/>
        </p:nvSpPr>
        <p:spPr>
          <a:xfrm>
            <a:off x="363940" y="429684"/>
            <a:ext cx="3384645" cy="1219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pt-BR" sz="2667" i="1" dirty="0" smtClean="0">
              <a:solidFill>
                <a:prstClr val="black"/>
              </a:solidFill>
              <a:latin typeface="Simplon BP Regular" pitchFamily="2" charset="0"/>
            </a:endParaRPr>
          </a:p>
        </p:txBody>
      </p:sp>
      <p:sp>
        <p:nvSpPr>
          <p:cNvPr id="18" name="Rectangle 7"/>
          <p:cNvSpPr>
            <a:spLocks noGrp="1" noChangeArrowheads="1"/>
          </p:cNvSpPr>
          <p:nvPr>
            <p:ph type="title" hasCustomPrompt="1"/>
            <p:custDataLst>
              <p:tags r:id="rId1"/>
            </p:custDataLst>
          </p:nvPr>
        </p:nvSpPr>
        <p:spPr bwMode="auto">
          <a:xfrm>
            <a:off x="236928" y="35066"/>
            <a:ext cx="11023600" cy="382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7925" tIns="38963" rIns="77925" bIns="38963" numCol="1" anchor="ctr" anchorCtr="0" compatLnSpc="1">
            <a:prstTxWarp prst="textNoShape">
              <a:avLst/>
            </a:prstTxWarp>
          </a:bodyPr>
          <a:lstStyle>
            <a:lvl1pPr algn="l" defTabSz="1058256" rtl="0" fontAlgn="base">
              <a:spcBef>
                <a:spcPct val="0"/>
              </a:spcBef>
              <a:spcAft>
                <a:spcPct val="0"/>
              </a:spcAft>
              <a:defRPr lang="pt-BR" sz="1867" b="1" i="0" kern="1200" dirty="0" smtClean="0">
                <a:solidFill>
                  <a:srgbClr val="4D4D4D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 smtClean="0"/>
              <a:t>Clique para editar o estilo do título mestre</a:t>
            </a:r>
          </a:p>
        </p:txBody>
      </p:sp>
      <p:sp>
        <p:nvSpPr>
          <p:cNvPr id="19" name="Espaço Reservado para Texto 9"/>
          <p:cNvSpPr>
            <a:spLocks noGrp="1"/>
          </p:cNvSpPr>
          <p:nvPr>
            <p:ph type="body" sz="quarter" idx="10" hasCustomPrompt="1"/>
            <p:custDataLst>
              <p:tags r:id="rId2"/>
            </p:custDataLst>
          </p:nvPr>
        </p:nvSpPr>
        <p:spPr>
          <a:xfrm>
            <a:off x="236928" y="390560"/>
            <a:ext cx="10950616" cy="307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000" b="0" kern="1200" baseline="0" dirty="0" smtClean="0">
                <a:solidFill>
                  <a:srgbClr val="00D31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1804" indent="0">
              <a:buNone/>
              <a:defRPr/>
            </a:lvl2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9904040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95676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"/>
          <p:cNvSpPr txBox="1">
            <a:spLocks/>
          </p:cNvSpPr>
          <p:nvPr userDrawn="1"/>
        </p:nvSpPr>
        <p:spPr bwMode="auto">
          <a:xfrm>
            <a:off x="11597061" y="6600384"/>
            <a:ext cx="613833" cy="36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fld id="{9543D946-5134-1748-A050-11636790511E}" type="slidenum">
              <a:rPr lang="en-US" sz="1067" smtClean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/>
              <a:t>‹nº›</a:t>
            </a:fld>
            <a:endParaRPr lang="en-US" sz="1067" dirty="0">
              <a:solidFill>
                <a:srgbClr val="4D4D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/>
          <p:cNvSpPr txBox="1"/>
          <p:nvPr userDrawn="1"/>
        </p:nvSpPr>
        <p:spPr>
          <a:xfrm>
            <a:off x="363940" y="429684"/>
            <a:ext cx="3384645" cy="1219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pt-BR" sz="2667" i="1" dirty="0" smtClean="0">
              <a:solidFill>
                <a:prstClr val="black"/>
              </a:solidFill>
              <a:latin typeface="Simplon BP Regular" pitchFamily="2" charset="0"/>
            </a:endParaRPr>
          </a:p>
        </p:txBody>
      </p:sp>
      <p:sp>
        <p:nvSpPr>
          <p:cNvPr id="18" name="Rectangle 7"/>
          <p:cNvSpPr>
            <a:spLocks noGrp="1" noChangeArrowheads="1"/>
          </p:cNvSpPr>
          <p:nvPr>
            <p:ph type="title" hasCustomPrompt="1"/>
            <p:custDataLst>
              <p:tags r:id="rId1"/>
            </p:custDataLst>
          </p:nvPr>
        </p:nvSpPr>
        <p:spPr bwMode="auto">
          <a:xfrm>
            <a:off x="236928" y="35066"/>
            <a:ext cx="11023600" cy="382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7925" tIns="38963" rIns="77925" bIns="38963" numCol="1" anchor="ctr" anchorCtr="0" compatLnSpc="1">
            <a:prstTxWarp prst="textNoShape">
              <a:avLst/>
            </a:prstTxWarp>
          </a:bodyPr>
          <a:lstStyle>
            <a:lvl1pPr algn="l" defTabSz="1058256" rtl="0" fontAlgn="base">
              <a:spcBef>
                <a:spcPct val="0"/>
              </a:spcBef>
              <a:spcAft>
                <a:spcPct val="0"/>
              </a:spcAft>
              <a:defRPr lang="pt-BR" sz="1867" b="1" i="0" kern="1200" dirty="0" smtClean="0">
                <a:solidFill>
                  <a:srgbClr val="4D4D4D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 smtClean="0"/>
              <a:t>Clique para editar o estilo do título mestre</a:t>
            </a:r>
          </a:p>
        </p:txBody>
      </p:sp>
      <p:sp>
        <p:nvSpPr>
          <p:cNvPr id="19" name="Espaço Reservado para Texto 9"/>
          <p:cNvSpPr>
            <a:spLocks noGrp="1"/>
          </p:cNvSpPr>
          <p:nvPr>
            <p:ph type="body" sz="quarter" idx="10" hasCustomPrompt="1"/>
            <p:custDataLst>
              <p:tags r:id="rId2"/>
            </p:custDataLst>
          </p:nvPr>
        </p:nvSpPr>
        <p:spPr>
          <a:xfrm>
            <a:off x="236928" y="390560"/>
            <a:ext cx="10950616" cy="307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000" b="0" kern="1200" baseline="0" dirty="0" smtClean="0">
                <a:solidFill>
                  <a:srgbClr val="00D31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1804" indent="0">
              <a:buNone/>
              <a:defRPr/>
            </a:lvl2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  <p:pic>
        <p:nvPicPr>
          <p:cNvPr id="6" name="Picture 1" descr="Bolhas2.pn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1254" y="208859"/>
            <a:ext cx="793919" cy="945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1066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olhas2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5756" y="1805254"/>
            <a:ext cx="4068745" cy="4844201"/>
          </a:xfrm>
          <a:prstGeom prst="rect">
            <a:avLst/>
          </a:prstGeom>
        </p:spPr>
      </p:pic>
      <p:sp>
        <p:nvSpPr>
          <p:cNvPr id="15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1352848" y="2639355"/>
            <a:ext cx="5071456" cy="28418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09585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cap="all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smtClean="0"/>
              <a:t>has </a:t>
            </a:r>
            <a:br>
              <a:rPr lang="en-US" dirty="0" smtClean="0"/>
            </a:br>
            <a:r>
              <a:rPr lang="en-US" dirty="0" smtClean="0"/>
              <a:t>id </a:t>
            </a:r>
            <a:r>
              <a:rPr lang="en-US" dirty="0" err="1" smtClean="0"/>
              <a:t>cibo</a:t>
            </a:r>
            <a:r>
              <a:rPr lang="en-US" dirty="0" smtClean="0"/>
              <a:t> </a:t>
            </a:r>
            <a:r>
              <a:rPr lang="en-US" dirty="0" err="1" smtClean="0"/>
              <a:t>quidam</a:t>
            </a:r>
            <a:r>
              <a:rPr lang="en-US" dirty="0" smtClean="0"/>
              <a:t> </a:t>
            </a:r>
            <a:r>
              <a:rPr lang="en-US" dirty="0" err="1" smtClean="0"/>
              <a:t>facilis</a:t>
            </a:r>
            <a:endParaRPr lang="en-US" dirty="0"/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1352851" y="660804"/>
            <a:ext cx="5071453" cy="177381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>
                <a:solidFill>
                  <a:srgbClr val="EA288C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 smtClean="0"/>
              <a:t>Insira</a:t>
            </a:r>
            <a:r>
              <a:rPr lang="en-US" dirty="0" smtClean="0"/>
              <a:t> o </a:t>
            </a:r>
            <a:r>
              <a:rPr lang="en-US" dirty="0" err="1" smtClean="0"/>
              <a:t>Título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do </a:t>
            </a:r>
            <a:r>
              <a:rPr lang="en-US" dirty="0" err="1" smtClean="0"/>
              <a:t>projeto</a:t>
            </a:r>
            <a:r>
              <a:rPr lang="en-US" dirty="0" smtClean="0"/>
              <a:t> </a:t>
            </a: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ipsum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10881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_título lon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PPT Aqua_Bases_wide-02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867" t="30920" r="16032" b="30754"/>
          <a:stretch>
            <a:fillRect/>
          </a:stretch>
        </p:blipFill>
        <p:spPr bwMode="auto">
          <a:xfrm>
            <a:off x="11112501" y="29634"/>
            <a:ext cx="1056217" cy="986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Content Placeholder 11"/>
          <p:cNvSpPr>
            <a:spLocks noGrp="1"/>
          </p:cNvSpPr>
          <p:nvPr>
            <p:ph sz="quarter" idx="13"/>
          </p:nvPr>
        </p:nvSpPr>
        <p:spPr>
          <a:xfrm>
            <a:off x="609600" y="1457327"/>
            <a:ext cx="10972800" cy="4445000"/>
          </a:xfrm>
          <a:prstGeom prst="rect">
            <a:avLst/>
          </a:prstGeom>
        </p:spPr>
        <p:txBody>
          <a:bodyPr vert="horz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600" b="0" kern="1200" baseline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609585" indent="0">
              <a:buNone/>
              <a:defRPr sz="1867">
                <a:latin typeface="Arial"/>
                <a:cs typeface="Arial"/>
              </a:defRPr>
            </a:lvl2pPr>
            <a:lvl3pPr marL="1219170" indent="0">
              <a:buNone/>
              <a:defRPr sz="1867">
                <a:latin typeface="Arial"/>
                <a:cs typeface="Arial"/>
              </a:defRPr>
            </a:lvl3pPr>
            <a:lvl4pPr marL="1828754" indent="0">
              <a:buNone/>
              <a:defRPr sz="1867">
                <a:latin typeface="Arial"/>
                <a:cs typeface="Arial"/>
              </a:defRPr>
            </a:lvl4pPr>
            <a:lvl5pPr marL="2438339" indent="0">
              <a:buNone/>
              <a:defRPr sz="1867">
                <a:latin typeface="Arial"/>
                <a:cs typeface="Arial"/>
              </a:defRPr>
            </a:lvl5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19" name="Title Placeholder 10"/>
          <p:cNvSpPr>
            <a:spLocks noGrp="1"/>
          </p:cNvSpPr>
          <p:nvPr>
            <p:ph type="title"/>
          </p:nvPr>
        </p:nvSpPr>
        <p:spPr>
          <a:xfrm>
            <a:off x="609600" y="220728"/>
            <a:ext cx="9184440" cy="6810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ct val="130000"/>
              </a:lnSpc>
              <a:defRPr sz="2133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4"/>
          </p:nvPr>
        </p:nvSpPr>
        <p:spPr>
          <a:xfrm>
            <a:off x="10968568" y="6498167"/>
            <a:ext cx="613833" cy="366184"/>
          </a:xfrm>
          <a:prstGeom prst="rect">
            <a:avLst/>
          </a:prstGeom>
        </p:spPr>
        <p:txBody>
          <a:bodyPr anchor="ctr"/>
          <a:lstStyle>
            <a:lvl1pPr fontAlgn="auto">
              <a:spcBef>
                <a:spcPts val="0"/>
              </a:spcBef>
              <a:spcAft>
                <a:spcPts val="0"/>
              </a:spcAft>
              <a:defRPr sz="1067">
                <a:solidFill>
                  <a:srgbClr val="7F7F7F"/>
                </a:solidFill>
                <a:latin typeface="Arial"/>
                <a:cs typeface="Arial"/>
              </a:defRPr>
            </a:lvl1pPr>
          </a:lstStyle>
          <a:p>
            <a:pPr defTabSz="609585">
              <a:defRPr/>
            </a:pPr>
            <a:fld id="{DDE87FB4-E285-4344-A602-E1196872DB21}" type="slidenum">
              <a:rPr lang="en-US" smtClean="0"/>
              <a:pPr defTabSz="609585">
                <a:defRPr/>
              </a:pPr>
              <a:t>‹nº›</a:t>
            </a:fld>
            <a:endParaRPr lang="en-US" dirty="0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5"/>
          </p:nvPr>
        </p:nvSpPr>
        <p:spPr>
          <a:xfrm>
            <a:off x="7655985" y="6502400"/>
            <a:ext cx="3263900" cy="3640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067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pPr defTabSz="609585"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310415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430716" y="2436251"/>
            <a:ext cx="9334392" cy="7483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09585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cap="all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smtClean="0"/>
              <a:t>has id </a:t>
            </a:r>
            <a:r>
              <a:rPr lang="en-US" dirty="0" err="1" smtClean="0"/>
              <a:t>cibo</a:t>
            </a:r>
            <a:r>
              <a:rPr lang="en-US" dirty="0" smtClean="0"/>
              <a:t> </a:t>
            </a:r>
            <a:r>
              <a:rPr lang="en-US" dirty="0" err="1" smtClean="0"/>
              <a:t>quidam</a:t>
            </a:r>
            <a:r>
              <a:rPr lang="en-US" dirty="0" smtClean="0"/>
              <a:t> </a:t>
            </a:r>
            <a:r>
              <a:rPr lang="en-US" dirty="0" err="1" smtClean="0"/>
              <a:t>facilis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1"/>
            <a:ext cx="5071453" cy="175904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>
                <a:solidFill>
                  <a:srgbClr val="FF6D00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 smtClean="0"/>
              <a:t>Insira</a:t>
            </a:r>
            <a:r>
              <a:rPr lang="en-US" dirty="0" smtClean="0"/>
              <a:t> o </a:t>
            </a:r>
            <a:r>
              <a:rPr lang="en-US" dirty="0" err="1" smtClean="0"/>
              <a:t>Título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do </a:t>
            </a:r>
            <a:r>
              <a:rPr lang="en-US" dirty="0" err="1" smtClean="0"/>
              <a:t>projeto</a:t>
            </a:r>
            <a:r>
              <a:rPr lang="en-US" dirty="0" smtClean="0"/>
              <a:t> </a:t>
            </a:r>
            <a:r>
              <a:rPr lang="en-US" dirty="0" err="1" smtClean="0"/>
              <a:t>aqui</a:t>
            </a:r>
            <a:r>
              <a:rPr lang="en-US" dirty="0" smtClean="0"/>
              <a:t> </a:t>
            </a: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ipsum</a:t>
            </a:r>
            <a:endParaRPr lang="en-US" dirty="0"/>
          </a:p>
        </p:txBody>
      </p:sp>
      <p:sp>
        <p:nvSpPr>
          <p:cNvPr id="1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16806" y="6232588"/>
            <a:ext cx="2846591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333" baseline="0">
                <a:solidFill>
                  <a:srgbClr val="4D4D4D"/>
                </a:solidFill>
              </a:defRPr>
            </a:lvl1pPr>
          </a:lstStyle>
          <a:p>
            <a:pPr defTabSz="609585"/>
            <a:r>
              <a:rPr lang="en-US" smtClean="0">
                <a:latin typeface="Simplon BP Regular"/>
                <a:cs typeface="Simplon BP Regular"/>
              </a:rPr>
              <a:t>MATERIAL CONFIDENCIAL  |  SLIDE Nº </a:t>
            </a:r>
            <a:fld id="{1115FE8E-B0E0-984D-A6F8-8DB859C1C7B7}" type="slidenum">
              <a:rPr lang="en-US" smtClean="0">
                <a:latin typeface="Simplon BP Bold"/>
                <a:cs typeface="Simplon BP Bold"/>
              </a:rPr>
              <a:pPr defTabSz="609585"/>
              <a:t>‹nº›</a:t>
            </a:fld>
            <a:endParaRPr lang="en-US" dirty="0">
              <a:latin typeface="Simplon BP Bold"/>
              <a:cs typeface="Simplon BP Bold"/>
            </a:endParaRPr>
          </a:p>
        </p:txBody>
      </p:sp>
      <p:pic>
        <p:nvPicPr>
          <p:cNvPr id="13" name="Picture 12" descr="bolhalaranja2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8199" y="4959275"/>
            <a:ext cx="2125237" cy="2022971"/>
          </a:xfrm>
          <a:prstGeom prst="rect">
            <a:avLst/>
          </a:prstGeom>
        </p:spPr>
      </p:pic>
      <p:pic>
        <p:nvPicPr>
          <p:cNvPr id="14" name="Picture 13" descr="bolhaverde2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1852" y="666753"/>
            <a:ext cx="1255968" cy="1316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7063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430716" y="2906584"/>
            <a:ext cx="5690701" cy="159416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609585" rtl="0" eaLnBrk="1" fontAlgn="auto" latinLnBrk="0" hangingPunct="1">
              <a:lnSpc>
                <a:spcPts val="186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7" cap="none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ts val="186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ipsum</a:t>
            </a:r>
            <a:r>
              <a:rPr lang="en-US" dirty="0" smtClean="0"/>
              <a:t> dolor sit </a:t>
            </a:r>
            <a:r>
              <a:rPr lang="en-US" dirty="0" err="1" smtClean="0"/>
              <a:t>amet</a:t>
            </a:r>
            <a:r>
              <a:rPr lang="en-US" dirty="0" smtClean="0"/>
              <a:t> </a:t>
            </a: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ipsum</a:t>
            </a:r>
            <a:r>
              <a:rPr lang="en-US" dirty="0" smtClean="0"/>
              <a:t> dolor sit </a:t>
            </a:r>
            <a:r>
              <a:rPr lang="en-US" dirty="0" err="1" smtClean="0"/>
              <a:t>amet</a:t>
            </a:r>
            <a:r>
              <a:rPr lang="en-US" dirty="0" smtClean="0"/>
              <a:t> </a:t>
            </a:r>
          </a:p>
          <a:p>
            <a:pPr marL="0" marR="0" lvl="0" indent="0" algn="l" defTabSz="609585" rtl="0" eaLnBrk="1" fontAlgn="auto" latinLnBrk="0" hangingPunct="1">
              <a:lnSpc>
                <a:spcPts val="186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ipsum</a:t>
            </a:r>
            <a:r>
              <a:rPr lang="en-US" dirty="0" smtClean="0"/>
              <a:t> dolor sit </a:t>
            </a:r>
            <a:r>
              <a:rPr lang="en-US" dirty="0" err="1" smtClean="0"/>
              <a:t>amet</a:t>
            </a:r>
            <a:r>
              <a:rPr lang="en-US" dirty="0" smtClean="0"/>
              <a:t> </a:t>
            </a: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ipsum</a:t>
            </a:r>
            <a:r>
              <a:rPr lang="en-US" dirty="0" smtClean="0"/>
              <a:t> dolor sit </a:t>
            </a:r>
            <a:r>
              <a:rPr lang="en-US" dirty="0" err="1" smtClean="0"/>
              <a:t>amet</a:t>
            </a:r>
            <a:r>
              <a:rPr lang="en-US" dirty="0" smtClean="0"/>
              <a:t> </a:t>
            </a:r>
          </a:p>
          <a:p>
            <a:pPr marL="0" marR="0" lvl="0" indent="0" algn="l" defTabSz="609585" rtl="0" eaLnBrk="1" fontAlgn="auto" latinLnBrk="0" hangingPunct="1">
              <a:lnSpc>
                <a:spcPts val="186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  <a:p>
            <a:pPr lvl="0"/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430716" y="1826924"/>
            <a:ext cx="5071456" cy="7483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09585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cap="all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smtClean="0"/>
              <a:t>has </a:t>
            </a:r>
            <a:br>
              <a:rPr lang="en-US" dirty="0" smtClean="0"/>
            </a:br>
            <a:r>
              <a:rPr lang="en-US" dirty="0" smtClean="0"/>
              <a:t>id </a:t>
            </a:r>
            <a:r>
              <a:rPr lang="en-US" dirty="0" err="1" smtClean="0"/>
              <a:t>cibo</a:t>
            </a:r>
            <a:r>
              <a:rPr lang="en-US" dirty="0" smtClean="0"/>
              <a:t> </a:t>
            </a:r>
            <a:r>
              <a:rPr lang="en-US" dirty="0" err="1" smtClean="0"/>
              <a:t>quidam</a:t>
            </a:r>
            <a:r>
              <a:rPr lang="en-US" dirty="0" smtClean="0"/>
              <a:t> </a:t>
            </a:r>
            <a:r>
              <a:rPr lang="en-US" dirty="0" err="1" smtClean="0"/>
              <a:t>facilis</a:t>
            </a:r>
            <a:endParaRPr lang="en-US" dirty="0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1"/>
            <a:ext cx="5071453" cy="125884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3733">
                <a:solidFill>
                  <a:srgbClr val="4D4D4D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 smtClean="0"/>
              <a:t>Insira</a:t>
            </a:r>
            <a:r>
              <a:rPr lang="en-US" dirty="0" smtClean="0"/>
              <a:t> o </a:t>
            </a:r>
            <a:r>
              <a:rPr lang="en-US" dirty="0" err="1" smtClean="0"/>
              <a:t>Título</a:t>
            </a:r>
            <a:r>
              <a:rPr lang="en-US" dirty="0" smtClean="0"/>
              <a:t> do </a:t>
            </a:r>
            <a:r>
              <a:rPr lang="en-US" dirty="0" err="1" smtClean="0"/>
              <a:t>projeto</a:t>
            </a:r>
            <a:r>
              <a:rPr lang="en-US" dirty="0" smtClean="0"/>
              <a:t> </a:t>
            </a:r>
            <a:r>
              <a:rPr lang="en-US" dirty="0" err="1" smtClean="0"/>
              <a:t>aqui</a:t>
            </a:r>
            <a:endParaRPr lang="en-US" dirty="0"/>
          </a:p>
        </p:txBody>
      </p:sp>
      <p:sp>
        <p:nvSpPr>
          <p:cNvPr id="14" name="Espaço Reservado para Texto 2"/>
          <p:cNvSpPr>
            <a:spLocks noGrp="1"/>
          </p:cNvSpPr>
          <p:nvPr>
            <p:ph type="body" sz="quarter" idx="20" hasCustomPrompt="1"/>
          </p:nvPr>
        </p:nvSpPr>
        <p:spPr>
          <a:xfrm>
            <a:off x="8825345" y="6386947"/>
            <a:ext cx="3103419" cy="302068"/>
          </a:xfrm>
          <a:prstGeom prst="rect">
            <a:avLst/>
          </a:prstGeo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333">
                <a:solidFill>
                  <a:schemeClr val="bg2"/>
                </a:solidFill>
                <a:latin typeface="+mn-lt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r>
              <a:rPr lang="en-US" dirty="0" smtClean="0">
                <a:latin typeface="+mn-lt"/>
                <a:cs typeface="Simplon BP Regular"/>
              </a:rPr>
              <a:t>MATERIAL CONFIDENCIAL  |  SLIDE Nº </a:t>
            </a:r>
            <a:fld id="{1115FE8E-B0E0-984D-A6F8-8DB859C1C7B7}" type="slidenum">
              <a:rPr lang="en-US" smtClean="0">
                <a:latin typeface="Simplon BP Bold"/>
                <a:cs typeface="Simplon BP Bold"/>
              </a:rPr>
              <a:pPr/>
              <a:t>‹nº›</a:t>
            </a:fld>
            <a:endParaRPr lang="en-US" dirty="0">
              <a:latin typeface="Simplon BP Bold"/>
              <a:cs typeface="Simplon BP Bold"/>
            </a:endParaRPr>
          </a:p>
        </p:txBody>
      </p:sp>
      <p:pic>
        <p:nvPicPr>
          <p:cNvPr id="8" name="Picture 1" descr="Bolhas2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1254" y="208859"/>
            <a:ext cx="793919" cy="945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513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7181639" y="3196075"/>
            <a:ext cx="4529807" cy="2027356"/>
          </a:xfrm>
          <a:prstGeom prst="rect">
            <a:avLst/>
          </a:prstGeom>
        </p:spPr>
      </p:sp>
      <p:sp>
        <p:nvSpPr>
          <p:cNvPr id="14" name="Text Placeholder 6"/>
          <p:cNvSpPr>
            <a:spLocks noGrp="1"/>
          </p:cNvSpPr>
          <p:nvPr>
            <p:ph type="body" sz="quarter" idx="28" hasCustomPrompt="1"/>
          </p:nvPr>
        </p:nvSpPr>
        <p:spPr>
          <a:xfrm>
            <a:off x="430715" y="3196075"/>
            <a:ext cx="6283824" cy="202735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7" cap="none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 smtClean="0"/>
              <a:t>ame</a:t>
            </a:r>
            <a:r>
              <a:rPr lang="en-US" dirty="0" smtClean="0"/>
              <a:t> </a:t>
            </a: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ipsum</a:t>
            </a:r>
            <a:r>
              <a:rPr lang="en-US" dirty="0" smtClean="0"/>
              <a:t> dolor sit </a:t>
            </a:r>
            <a:r>
              <a:rPr lang="en-US" dirty="0" err="1" smtClean="0"/>
              <a:t>amet</a:t>
            </a:r>
            <a:r>
              <a:rPr lang="en-US" dirty="0" smtClean="0"/>
              <a:t> </a:t>
            </a: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ipsum</a:t>
            </a:r>
            <a:r>
              <a:rPr lang="en-US" dirty="0" smtClean="0"/>
              <a:t> dolor sit </a:t>
            </a:r>
            <a:r>
              <a:rPr lang="en-US" dirty="0" err="1" smtClean="0"/>
              <a:t>amet</a:t>
            </a:r>
            <a:r>
              <a:rPr lang="en-US" dirty="0" smtClean="0"/>
              <a:t> </a:t>
            </a: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ipsum</a:t>
            </a:r>
            <a:r>
              <a:rPr lang="en-US" dirty="0" smtClean="0"/>
              <a:t> dolor sit </a:t>
            </a:r>
            <a:r>
              <a:rPr lang="en-US" dirty="0" err="1" smtClean="0"/>
              <a:t>amet</a:t>
            </a:r>
            <a:r>
              <a:rPr lang="en-US" dirty="0" smtClean="0"/>
              <a:t> </a:t>
            </a: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ipsum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430718" y="2436252"/>
            <a:ext cx="6882295" cy="38613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09585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cap="all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smtClean="0"/>
              <a:t>has id </a:t>
            </a:r>
            <a:r>
              <a:rPr lang="en-US" dirty="0" err="1" smtClean="0"/>
              <a:t>cibo</a:t>
            </a:r>
            <a:r>
              <a:rPr lang="en-US" dirty="0" smtClean="0"/>
              <a:t> </a:t>
            </a:r>
            <a:r>
              <a:rPr lang="en-US" dirty="0" err="1" smtClean="0"/>
              <a:t>quidam</a:t>
            </a:r>
            <a:endParaRPr lang="en-US" dirty="0"/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4"/>
            <a:ext cx="6882295" cy="175904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 baseline="0">
                <a:solidFill>
                  <a:srgbClr val="EA288C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 smtClean="0"/>
              <a:t>Insira</a:t>
            </a:r>
            <a:r>
              <a:rPr lang="en-US" dirty="0" smtClean="0"/>
              <a:t> o </a:t>
            </a:r>
            <a:r>
              <a:rPr lang="en-US" dirty="0" err="1" smtClean="0"/>
              <a:t>Título</a:t>
            </a:r>
            <a:r>
              <a:rPr lang="en-US" dirty="0" smtClean="0"/>
              <a:t> do slide </a:t>
            </a:r>
            <a:r>
              <a:rPr lang="en-US" dirty="0" err="1" smtClean="0"/>
              <a:t>aqui</a:t>
            </a:r>
            <a:r>
              <a:rPr lang="en-US" dirty="0" smtClean="0"/>
              <a:t> </a:t>
            </a: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ipsum</a:t>
            </a:r>
            <a:r>
              <a:rPr lang="en-US" dirty="0" smtClean="0"/>
              <a:t> dolor sit </a:t>
            </a:r>
            <a:r>
              <a:rPr lang="en-US" dirty="0" err="1" smtClean="0"/>
              <a:t>amet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26079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893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1F1C917B-2E43-4A39-9388-BC0FA950D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718" y="909337"/>
            <a:ext cx="8114069" cy="1759049"/>
          </a:xfrm>
          <a:prstGeom prst="rect">
            <a:avLst/>
          </a:prstGeom>
        </p:spPr>
        <p:txBody>
          <a:bodyPr/>
          <a:lstStyle/>
          <a:p>
            <a:r>
              <a:rPr lang="pt-BR" sz="5867" dirty="0">
                <a:solidFill>
                  <a:srgbClr val="FF6D00"/>
                </a:solidFill>
                <a:latin typeface="Simplon Oi Headline" pitchFamily="50" charset="0"/>
                <a:cs typeface="Arial"/>
              </a:rPr>
              <a:t>Revisão do Processo de Cobrança</a:t>
            </a:r>
            <a:endParaRPr lang="en-US" dirty="0">
              <a:solidFill>
                <a:srgbClr val="FF6D00"/>
              </a:solidFill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1777550-F3FF-4EF2-8E12-158CD1A88B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64671" y="6136217"/>
            <a:ext cx="2994807" cy="529167"/>
          </a:xfrm>
          <a:prstGeom prst="rect">
            <a:avLst/>
          </a:prstGeom>
        </p:spPr>
        <p:txBody>
          <a:bodyPr anchor="ctr"/>
          <a:lstStyle>
            <a:lvl1pPr marL="0" marR="0" indent="0" algn="r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l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pt-PT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implon BP Light" pitchFamily="2" charset="0"/>
              </a:rPr>
              <a:t>Inserir Data</a:t>
            </a:r>
            <a:endParaRPr lang="pt-BR" sz="2000" dirty="0">
              <a:solidFill>
                <a:schemeClr val="tx1">
                  <a:lumMod val="50000"/>
                  <a:lumOff val="50000"/>
                </a:schemeClr>
              </a:solidFill>
              <a:latin typeface="Simplon BP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029758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Transi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296560"/>
            <a:ext cx="10515600" cy="1325033"/>
          </a:xfrm>
          <a:prstGeom prst="rect">
            <a:avLst/>
          </a:prstGeom>
        </p:spPr>
        <p:txBody>
          <a:bodyPr anchor="ctr"/>
          <a:lstStyle>
            <a:lvl1pPr>
              <a:defRPr sz="4800">
                <a:solidFill>
                  <a:srgbClr val="FF6D00"/>
                </a:solidFill>
                <a:latin typeface="+mj-lt"/>
              </a:defRPr>
            </a:lvl1pPr>
          </a:lstStyle>
          <a:p>
            <a:r>
              <a:rPr lang="en-US" dirty="0"/>
              <a:t>TÍTULO DE TRANSIÇÃO</a:t>
            </a:r>
          </a:p>
        </p:txBody>
      </p:sp>
      <p:pic>
        <p:nvPicPr>
          <p:cNvPr id="3" name="Picture 33" descr="D:\OI 2014\1. JASON\Oi_Logos\Oi_mass_logo_1_1c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6103" y="241331"/>
            <a:ext cx="480000" cy="515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9382DBF-DF74-4547-9C36-453AC22ABE8F}"/>
              </a:ext>
            </a:extLst>
          </p:cNvPr>
          <p:cNvSpPr/>
          <p:nvPr userDrawn="1"/>
        </p:nvSpPr>
        <p:spPr>
          <a:xfrm>
            <a:off x="1025622" y="3383623"/>
            <a:ext cx="931524" cy="9589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238"/>
            <a:endParaRPr lang="pt-BR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03538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917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2CF15F8C-4599-40FD-AD4E-96E6026AF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7" y="244408"/>
            <a:ext cx="10659467" cy="385824"/>
          </a:xfrm>
          <a:prstGeom prst="rect">
            <a:avLst/>
          </a:prstGeom>
        </p:spPr>
        <p:txBody>
          <a:bodyPr lIns="90000" tIns="46800" rIns="90000" bIns="46800" anchor="ctr" anchorCtr="0"/>
          <a:lstStyle>
            <a:lvl1pPr>
              <a:defRPr sz="2667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290010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941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4407"/>
            <a:ext cx="10659467" cy="699876"/>
          </a:xfrm>
          <a:prstGeom prst="rect">
            <a:avLst/>
          </a:prstGeom>
        </p:spPr>
        <p:txBody>
          <a:bodyPr lIns="90000" tIns="46800" rIns="90000" bIns="46800" anchor="t" anchorCtr="0"/>
          <a:lstStyle>
            <a:lvl1pPr>
              <a:defRPr sz="2133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D64A3B-8CEF-493F-B604-344685A719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-12774"/>
            <a:ext cx="10659533" cy="257183"/>
          </a:xfrm>
          <a:prstGeom prst="rect">
            <a:avLst/>
          </a:prstGeom>
        </p:spPr>
        <p:txBody>
          <a:bodyPr tIns="36000" bIns="36000"/>
          <a:lstStyle>
            <a:lvl1pPr>
              <a:defRPr sz="1067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0" lang="pt-BR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Clique para adicionar header</a:t>
            </a:r>
            <a:endParaRPr lang="pt-BR" dirty="0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BD6B3D70-0E14-4D68-BEAD-5F6CF789F6C7}"/>
              </a:ext>
            </a:extLst>
          </p:cNvPr>
          <p:cNvCxnSpPr/>
          <p:nvPr userDrawn="1"/>
        </p:nvCxnSpPr>
        <p:spPr>
          <a:xfrm>
            <a:off x="0" y="944300"/>
            <a:ext cx="12192000" cy="0"/>
          </a:xfrm>
          <a:prstGeom prst="line">
            <a:avLst/>
          </a:prstGeom>
          <a:ln w="285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175530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967391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2D12AD8-BB79-4479-97D5-680026E09646}"/>
              </a:ext>
            </a:extLst>
          </p:cNvPr>
          <p:cNvSpPr/>
          <p:nvPr userDrawn="1"/>
        </p:nvSpPr>
        <p:spPr>
          <a:xfrm>
            <a:off x="0" y="3724592"/>
            <a:ext cx="4464000" cy="4800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609238"/>
            <a:endParaRPr lang="pt-BR" sz="1600" dirty="0">
              <a:solidFill>
                <a:prstClr val="white"/>
              </a:solidFill>
              <a:latin typeface="Simplon BP Light" pitchFamily="2" charset="0"/>
            </a:endParaRPr>
          </a:p>
        </p:txBody>
      </p:sp>
      <p:sp>
        <p:nvSpPr>
          <p:cNvPr id="9" name="Espaço Reservado para Texto 1">
            <a:extLst>
              <a:ext uri="{FF2B5EF4-FFF2-40B4-BE49-F238E27FC236}">
                <a16:creationId xmlns:a16="http://schemas.microsoft.com/office/drawing/2014/main" id="{6E6E7BFE-15E0-4A06-B27F-C34F1C0EB2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3374" y="2741234"/>
            <a:ext cx="4254500" cy="1310217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accent5"/>
                </a:solidFill>
                <a:latin typeface="+mj-lt"/>
              </a:defRPr>
            </a:lvl1pPr>
          </a:lstStyle>
          <a:p>
            <a:r>
              <a:rPr lang="pt-BR" dirty="0"/>
              <a:t>INSERIR TEXTO</a:t>
            </a:r>
          </a:p>
        </p:txBody>
      </p:sp>
    </p:spTree>
    <p:extLst>
      <p:ext uri="{BB962C8B-B14F-4D97-AF65-F5344CB8AC3E}">
        <p14:creationId xmlns:p14="http://schemas.microsoft.com/office/powerpoint/2010/main" val="179190988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965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4"/>
          <p:cNvSpPr txBox="1">
            <a:spLocks/>
          </p:cNvSpPr>
          <p:nvPr userDrawn="1"/>
        </p:nvSpPr>
        <p:spPr>
          <a:xfrm>
            <a:off x="8816806" y="6232588"/>
            <a:ext cx="2846591" cy="365125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457200" rtl="0" eaLnBrk="1" latinLnBrk="0" hangingPunct="1">
              <a:defRPr sz="1000" kern="1200" baseline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 dirty="0">
                <a:cs typeface="Simplon BP Regular"/>
              </a:rPr>
              <a:t>MATERIAL CONFIDENCIAL  |  SLIDE Nº </a:t>
            </a:r>
            <a:fld id="{1115FE8E-B0E0-984D-A6F8-8DB859C1C7B7}" type="slidenum">
              <a:rPr lang="en-US" sz="1333" smtClean="0">
                <a:latin typeface="Simplon BP Bold"/>
                <a:cs typeface="Simplon BP Bold"/>
              </a:rPr>
              <a:pPr/>
              <a:t>‹nº›</a:t>
            </a:fld>
            <a:endParaRPr lang="en-US" sz="1333" dirty="0">
              <a:latin typeface="Simplon BP Bold"/>
              <a:cs typeface="Simplon BP Bold"/>
            </a:endParaRP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28" hasCustomPrompt="1"/>
          </p:nvPr>
        </p:nvSpPr>
        <p:spPr>
          <a:xfrm>
            <a:off x="430718" y="3196073"/>
            <a:ext cx="8114069" cy="202735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7" cap="none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</a:p>
          <a:p>
            <a:pPr lvl="0"/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430717" y="2436252"/>
            <a:ext cx="8114071" cy="38613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09585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cap="all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has id </a:t>
            </a:r>
            <a:r>
              <a:rPr lang="en-US" dirty="0" err="1"/>
              <a:t>cibo</a:t>
            </a:r>
            <a:r>
              <a:rPr lang="en-US" dirty="0"/>
              <a:t> </a:t>
            </a:r>
            <a:r>
              <a:rPr lang="en-US" dirty="0" err="1"/>
              <a:t>quidam</a:t>
            </a:r>
            <a:r>
              <a:rPr lang="en-US" dirty="0"/>
              <a:t> </a:t>
            </a:r>
            <a:r>
              <a:rPr lang="en-US" dirty="0" err="1"/>
              <a:t>facilis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1"/>
            <a:ext cx="8114069" cy="175904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 baseline="0">
                <a:solidFill>
                  <a:srgbClr val="EA288C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/>
              <a:t>Insira</a:t>
            </a:r>
            <a:r>
              <a:rPr lang="en-US" dirty="0"/>
              <a:t> o </a:t>
            </a:r>
            <a:r>
              <a:rPr lang="en-US" dirty="0" err="1"/>
              <a:t>Título</a:t>
            </a:r>
            <a:r>
              <a:rPr lang="en-US" dirty="0"/>
              <a:t> do slide </a:t>
            </a:r>
            <a:r>
              <a:rPr lang="en-US" dirty="0" err="1"/>
              <a:t>aqui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87794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89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9468"/>
            <a:ext cx="10659467" cy="5760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667" b="0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2834384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036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1F1C917B-2E43-4A39-9388-BC0FA950D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718" y="909337"/>
            <a:ext cx="8114069" cy="1759049"/>
          </a:xfrm>
          <a:prstGeom prst="rect">
            <a:avLst/>
          </a:prstGeom>
        </p:spPr>
        <p:txBody>
          <a:bodyPr/>
          <a:lstStyle/>
          <a:p>
            <a:r>
              <a:rPr lang="pt-BR" sz="5867" dirty="0">
                <a:solidFill>
                  <a:srgbClr val="FF6D00"/>
                </a:solidFill>
                <a:latin typeface="Simplon Oi Headline" pitchFamily="50" charset="0"/>
                <a:cs typeface="Arial"/>
              </a:rPr>
              <a:t>Revisão do Processo de Cobrança</a:t>
            </a:r>
            <a:endParaRPr lang="en-US" dirty="0">
              <a:solidFill>
                <a:srgbClr val="FF6D00"/>
              </a:solidFill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1777550-F3FF-4EF2-8E12-158CD1A88B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64671" y="6136217"/>
            <a:ext cx="2994807" cy="529167"/>
          </a:xfrm>
          <a:prstGeom prst="rect">
            <a:avLst/>
          </a:prstGeom>
        </p:spPr>
        <p:txBody>
          <a:bodyPr anchor="ctr"/>
          <a:lstStyle>
            <a:lvl1pPr marL="0" marR="0" indent="0" algn="r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l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pt-PT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implon BP Light" pitchFamily="2" charset="0"/>
              </a:rPr>
              <a:t>Inserir Data</a:t>
            </a:r>
            <a:endParaRPr lang="pt-BR" sz="2000" dirty="0">
              <a:solidFill>
                <a:schemeClr val="tx1">
                  <a:lumMod val="50000"/>
                  <a:lumOff val="50000"/>
                </a:schemeClr>
              </a:solidFill>
              <a:latin typeface="Simplon BP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208176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Transi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296560"/>
            <a:ext cx="10515600" cy="1325033"/>
          </a:xfrm>
          <a:prstGeom prst="rect">
            <a:avLst/>
          </a:prstGeom>
        </p:spPr>
        <p:txBody>
          <a:bodyPr anchor="ctr"/>
          <a:lstStyle>
            <a:lvl1pPr>
              <a:defRPr sz="4800">
                <a:solidFill>
                  <a:srgbClr val="FF6D00"/>
                </a:solidFill>
                <a:latin typeface="+mj-lt"/>
              </a:defRPr>
            </a:lvl1pPr>
          </a:lstStyle>
          <a:p>
            <a:r>
              <a:rPr lang="en-US" dirty="0"/>
              <a:t>TÍTULO DE TRANSIÇÃO</a:t>
            </a:r>
          </a:p>
        </p:txBody>
      </p:sp>
      <p:pic>
        <p:nvPicPr>
          <p:cNvPr id="3" name="Picture 33" descr="D:\OI 2014\1. JASON\Oi_Logos\Oi_mass_logo_1_1c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6103" y="241331"/>
            <a:ext cx="480000" cy="515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9382DBF-DF74-4547-9C36-453AC22ABE8F}"/>
              </a:ext>
            </a:extLst>
          </p:cNvPr>
          <p:cNvSpPr/>
          <p:nvPr userDrawn="1"/>
        </p:nvSpPr>
        <p:spPr>
          <a:xfrm>
            <a:off x="1025622" y="3383623"/>
            <a:ext cx="931524" cy="9589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238"/>
            <a:endParaRPr lang="pt-BR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155261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060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2CF15F8C-4599-40FD-AD4E-96E6026AF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7" y="244408"/>
            <a:ext cx="10659467" cy="385824"/>
          </a:xfrm>
          <a:prstGeom prst="rect">
            <a:avLst/>
          </a:prstGeom>
        </p:spPr>
        <p:txBody>
          <a:bodyPr lIns="90000" tIns="46800" rIns="90000" bIns="46800" anchor="ctr" anchorCtr="0"/>
          <a:lstStyle>
            <a:lvl1pPr>
              <a:defRPr sz="2667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1880811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084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4407"/>
            <a:ext cx="10659467" cy="699876"/>
          </a:xfrm>
          <a:prstGeom prst="rect">
            <a:avLst/>
          </a:prstGeom>
        </p:spPr>
        <p:txBody>
          <a:bodyPr lIns="90000" tIns="46800" rIns="90000" bIns="46800" anchor="t" anchorCtr="0"/>
          <a:lstStyle>
            <a:lvl1pPr>
              <a:defRPr sz="2133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D64A3B-8CEF-493F-B604-344685A719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-12774"/>
            <a:ext cx="10659533" cy="257183"/>
          </a:xfrm>
          <a:prstGeom prst="rect">
            <a:avLst/>
          </a:prstGeom>
        </p:spPr>
        <p:txBody>
          <a:bodyPr tIns="36000" bIns="36000"/>
          <a:lstStyle>
            <a:lvl1pPr>
              <a:defRPr sz="1067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0" lang="pt-BR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Clique para adicionar header</a:t>
            </a:r>
            <a:endParaRPr lang="pt-BR" dirty="0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BD6B3D70-0E14-4D68-BEAD-5F6CF789F6C7}"/>
              </a:ext>
            </a:extLst>
          </p:cNvPr>
          <p:cNvCxnSpPr/>
          <p:nvPr userDrawn="1"/>
        </p:nvCxnSpPr>
        <p:spPr>
          <a:xfrm>
            <a:off x="0" y="944300"/>
            <a:ext cx="12192000" cy="0"/>
          </a:xfrm>
          <a:prstGeom prst="line">
            <a:avLst/>
          </a:prstGeom>
          <a:ln w="285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033346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419440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2D12AD8-BB79-4479-97D5-680026E09646}"/>
              </a:ext>
            </a:extLst>
          </p:cNvPr>
          <p:cNvSpPr/>
          <p:nvPr userDrawn="1"/>
        </p:nvSpPr>
        <p:spPr>
          <a:xfrm>
            <a:off x="0" y="3724592"/>
            <a:ext cx="4464000" cy="4800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609238"/>
            <a:endParaRPr lang="pt-BR" sz="1600" dirty="0">
              <a:solidFill>
                <a:prstClr val="white"/>
              </a:solidFill>
              <a:latin typeface="Simplon BP Light" pitchFamily="2" charset="0"/>
            </a:endParaRPr>
          </a:p>
        </p:txBody>
      </p:sp>
      <p:sp>
        <p:nvSpPr>
          <p:cNvPr id="9" name="Espaço Reservado para Texto 1">
            <a:extLst>
              <a:ext uri="{FF2B5EF4-FFF2-40B4-BE49-F238E27FC236}">
                <a16:creationId xmlns:a16="http://schemas.microsoft.com/office/drawing/2014/main" id="{6E6E7BFE-15E0-4A06-B27F-C34F1C0EB2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3374" y="2741234"/>
            <a:ext cx="4254500" cy="1310217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accent5"/>
                </a:solidFill>
                <a:latin typeface="+mj-lt"/>
              </a:defRPr>
            </a:lvl1pPr>
          </a:lstStyle>
          <a:p>
            <a:r>
              <a:rPr lang="pt-BR" dirty="0"/>
              <a:t>INSERIR TEXTO</a:t>
            </a:r>
          </a:p>
        </p:txBody>
      </p:sp>
    </p:spTree>
    <p:extLst>
      <p:ext uri="{BB962C8B-B14F-4D97-AF65-F5344CB8AC3E}">
        <p14:creationId xmlns:p14="http://schemas.microsoft.com/office/powerpoint/2010/main" val="59209904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108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4"/>
          <p:cNvSpPr txBox="1">
            <a:spLocks/>
          </p:cNvSpPr>
          <p:nvPr userDrawn="1"/>
        </p:nvSpPr>
        <p:spPr>
          <a:xfrm>
            <a:off x="8816806" y="6232588"/>
            <a:ext cx="2846591" cy="365125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457200" rtl="0" eaLnBrk="1" latinLnBrk="0" hangingPunct="1">
              <a:defRPr sz="1000" kern="1200" baseline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 dirty="0">
                <a:cs typeface="Simplon BP Regular"/>
              </a:rPr>
              <a:t>MATERIAL CONFIDENCIAL  |  SLIDE Nº </a:t>
            </a:r>
            <a:fld id="{1115FE8E-B0E0-984D-A6F8-8DB859C1C7B7}" type="slidenum">
              <a:rPr lang="en-US" sz="1333" smtClean="0">
                <a:latin typeface="Simplon BP Bold"/>
                <a:cs typeface="Simplon BP Bold"/>
              </a:rPr>
              <a:pPr/>
              <a:t>‹nº›</a:t>
            </a:fld>
            <a:endParaRPr lang="en-US" sz="1333" dirty="0">
              <a:latin typeface="Simplon BP Bold"/>
              <a:cs typeface="Simplon BP Bold"/>
            </a:endParaRP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28" hasCustomPrompt="1"/>
          </p:nvPr>
        </p:nvSpPr>
        <p:spPr>
          <a:xfrm>
            <a:off x="430718" y="3196073"/>
            <a:ext cx="8114069" cy="202735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7" cap="none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</a:p>
          <a:p>
            <a:pPr lvl="0"/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430717" y="2436252"/>
            <a:ext cx="8114071" cy="38613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09585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cap="all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has id </a:t>
            </a:r>
            <a:r>
              <a:rPr lang="en-US" dirty="0" err="1"/>
              <a:t>cibo</a:t>
            </a:r>
            <a:r>
              <a:rPr lang="en-US" dirty="0"/>
              <a:t> </a:t>
            </a:r>
            <a:r>
              <a:rPr lang="en-US" dirty="0" err="1"/>
              <a:t>quidam</a:t>
            </a:r>
            <a:r>
              <a:rPr lang="en-US" dirty="0"/>
              <a:t> </a:t>
            </a:r>
            <a:r>
              <a:rPr lang="en-US" dirty="0" err="1"/>
              <a:t>facilis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1"/>
            <a:ext cx="8114069" cy="175904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 baseline="0">
                <a:solidFill>
                  <a:srgbClr val="EA288C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/>
              <a:t>Insira</a:t>
            </a:r>
            <a:r>
              <a:rPr lang="en-US" dirty="0"/>
              <a:t> o </a:t>
            </a:r>
            <a:r>
              <a:rPr lang="en-US" dirty="0" err="1"/>
              <a:t>Título</a:t>
            </a:r>
            <a:r>
              <a:rPr lang="en-US" dirty="0"/>
              <a:t> do slide </a:t>
            </a:r>
            <a:r>
              <a:rPr lang="en-US" dirty="0" err="1"/>
              <a:t>aqui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59538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32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9468"/>
            <a:ext cx="10659467" cy="5760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667" b="0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8118466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180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1F1C917B-2E43-4A39-9388-BC0FA950D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718" y="909337"/>
            <a:ext cx="8114069" cy="1759049"/>
          </a:xfrm>
          <a:prstGeom prst="rect">
            <a:avLst/>
          </a:prstGeom>
        </p:spPr>
        <p:txBody>
          <a:bodyPr/>
          <a:lstStyle/>
          <a:p>
            <a:r>
              <a:rPr lang="pt-BR" sz="5867" dirty="0">
                <a:solidFill>
                  <a:srgbClr val="FF6D00"/>
                </a:solidFill>
                <a:latin typeface="Simplon Oi Headline" pitchFamily="50" charset="0"/>
                <a:cs typeface="Arial"/>
              </a:rPr>
              <a:t>Revisão do Processo de Cobrança</a:t>
            </a:r>
            <a:endParaRPr lang="en-US" dirty="0">
              <a:solidFill>
                <a:srgbClr val="FF6D00"/>
              </a:solidFill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1777550-F3FF-4EF2-8E12-158CD1A88B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64671" y="6136217"/>
            <a:ext cx="2994807" cy="529167"/>
          </a:xfrm>
          <a:prstGeom prst="rect">
            <a:avLst/>
          </a:prstGeom>
        </p:spPr>
        <p:txBody>
          <a:bodyPr anchor="ctr"/>
          <a:lstStyle>
            <a:lvl1pPr marL="0" marR="0" indent="0" algn="r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l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pt-PT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implon BP Light" pitchFamily="2" charset="0"/>
              </a:rPr>
              <a:t>Inserir Data</a:t>
            </a:r>
            <a:endParaRPr lang="pt-BR" sz="2000" dirty="0">
              <a:solidFill>
                <a:schemeClr val="tx1">
                  <a:lumMod val="50000"/>
                  <a:lumOff val="50000"/>
                </a:schemeClr>
              </a:solidFill>
              <a:latin typeface="Simplon BP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552752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Transi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296560"/>
            <a:ext cx="10515600" cy="1325033"/>
          </a:xfrm>
          <a:prstGeom prst="rect">
            <a:avLst/>
          </a:prstGeom>
        </p:spPr>
        <p:txBody>
          <a:bodyPr anchor="ctr"/>
          <a:lstStyle>
            <a:lvl1pPr>
              <a:defRPr sz="4800">
                <a:solidFill>
                  <a:srgbClr val="FF6D00"/>
                </a:solidFill>
                <a:latin typeface="+mj-lt"/>
              </a:defRPr>
            </a:lvl1pPr>
          </a:lstStyle>
          <a:p>
            <a:r>
              <a:rPr lang="en-US" dirty="0"/>
              <a:t>TÍTULO DE TRANSIÇÃO</a:t>
            </a:r>
          </a:p>
        </p:txBody>
      </p:sp>
      <p:pic>
        <p:nvPicPr>
          <p:cNvPr id="3" name="Picture 33" descr="D:\OI 2014\1. JASON\Oi_Logos\Oi_mass_logo_1_1c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6103" y="241331"/>
            <a:ext cx="480000" cy="515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9382DBF-DF74-4547-9C36-453AC22ABE8F}"/>
              </a:ext>
            </a:extLst>
          </p:cNvPr>
          <p:cNvSpPr/>
          <p:nvPr userDrawn="1"/>
        </p:nvSpPr>
        <p:spPr>
          <a:xfrm>
            <a:off x="1025622" y="3383623"/>
            <a:ext cx="931524" cy="9589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238"/>
            <a:endParaRPr lang="pt-BR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227388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204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2CF15F8C-4599-40FD-AD4E-96E6026AF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7" y="244408"/>
            <a:ext cx="10659467" cy="385824"/>
          </a:xfrm>
          <a:prstGeom prst="rect">
            <a:avLst/>
          </a:prstGeom>
        </p:spPr>
        <p:txBody>
          <a:bodyPr lIns="90000" tIns="46800" rIns="90000" bIns="46800" anchor="ctr" anchorCtr="0"/>
          <a:lstStyle>
            <a:lvl1pPr>
              <a:defRPr sz="2667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870903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28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4407"/>
            <a:ext cx="10659467" cy="699876"/>
          </a:xfrm>
          <a:prstGeom prst="rect">
            <a:avLst/>
          </a:prstGeom>
        </p:spPr>
        <p:txBody>
          <a:bodyPr lIns="90000" tIns="46800" rIns="90000" bIns="46800" anchor="t" anchorCtr="0"/>
          <a:lstStyle>
            <a:lvl1pPr>
              <a:defRPr sz="2133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D64A3B-8CEF-493F-B604-344685A719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-12774"/>
            <a:ext cx="10659533" cy="257183"/>
          </a:xfrm>
          <a:prstGeom prst="rect">
            <a:avLst/>
          </a:prstGeom>
        </p:spPr>
        <p:txBody>
          <a:bodyPr tIns="36000" bIns="36000"/>
          <a:lstStyle>
            <a:lvl1pPr>
              <a:defRPr sz="1067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0" lang="pt-BR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Clique para adicionar header</a:t>
            </a:r>
            <a:endParaRPr lang="pt-BR" dirty="0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BD6B3D70-0E14-4D68-BEAD-5F6CF789F6C7}"/>
              </a:ext>
            </a:extLst>
          </p:cNvPr>
          <p:cNvCxnSpPr/>
          <p:nvPr userDrawn="1"/>
        </p:nvCxnSpPr>
        <p:spPr>
          <a:xfrm>
            <a:off x="0" y="944300"/>
            <a:ext cx="12192000" cy="0"/>
          </a:xfrm>
          <a:prstGeom prst="line">
            <a:avLst/>
          </a:prstGeom>
          <a:ln w="285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435348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790223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2D12AD8-BB79-4479-97D5-680026E09646}"/>
              </a:ext>
            </a:extLst>
          </p:cNvPr>
          <p:cNvSpPr/>
          <p:nvPr userDrawn="1"/>
        </p:nvSpPr>
        <p:spPr>
          <a:xfrm>
            <a:off x="0" y="3724592"/>
            <a:ext cx="4464000" cy="4800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609238"/>
            <a:endParaRPr lang="pt-BR" sz="1600" dirty="0">
              <a:solidFill>
                <a:prstClr val="white"/>
              </a:solidFill>
              <a:latin typeface="Simplon BP Light" pitchFamily="2" charset="0"/>
            </a:endParaRPr>
          </a:p>
        </p:txBody>
      </p:sp>
      <p:sp>
        <p:nvSpPr>
          <p:cNvPr id="9" name="Espaço Reservado para Texto 1">
            <a:extLst>
              <a:ext uri="{FF2B5EF4-FFF2-40B4-BE49-F238E27FC236}">
                <a16:creationId xmlns:a16="http://schemas.microsoft.com/office/drawing/2014/main" id="{6E6E7BFE-15E0-4A06-B27F-C34F1C0EB2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3374" y="2741234"/>
            <a:ext cx="4254500" cy="1310217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accent5"/>
                </a:solidFill>
                <a:latin typeface="+mj-lt"/>
              </a:defRPr>
            </a:lvl1pPr>
          </a:lstStyle>
          <a:p>
            <a:r>
              <a:rPr lang="pt-BR" dirty="0"/>
              <a:t>INSERIR TEXTO</a:t>
            </a:r>
          </a:p>
        </p:txBody>
      </p:sp>
    </p:spTree>
    <p:extLst>
      <p:ext uri="{BB962C8B-B14F-4D97-AF65-F5344CB8AC3E}">
        <p14:creationId xmlns:p14="http://schemas.microsoft.com/office/powerpoint/2010/main" val="118013967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52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4"/>
          <p:cNvSpPr txBox="1">
            <a:spLocks/>
          </p:cNvSpPr>
          <p:nvPr userDrawn="1"/>
        </p:nvSpPr>
        <p:spPr>
          <a:xfrm>
            <a:off x="8816806" y="6232588"/>
            <a:ext cx="2846591" cy="365125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457200" rtl="0" eaLnBrk="1" latinLnBrk="0" hangingPunct="1">
              <a:defRPr sz="1000" kern="1200" baseline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 dirty="0">
                <a:cs typeface="Simplon BP Regular"/>
              </a:rPr>
              <a:t>MATERIAL CONFIDENCIAL  |  SLIDE Nº </a:t>
            </a:r>
            <a:fld id="{1115FE8E-B0E0-984D-A6F8-8DB859C1C7B7}" type="slidenum">
              <a:rPr lang="en-US" sz="1333" smtClean="0">
                <a:latin typeface="Simplon BP Bold"/>
                <a:cs typeface="Simplon BP Bold"/>
              </a:rPr>
              <a:pPr/>
              <a:t>‹nº›</a:t>
            </a:fld>
            <a:endParaRPr lang="en-US" sz="1333" dirty="0">
              <a:latin typeface="Simplon BP Bold"/>
              <a:cs typeface="Simplon BP Bold"/>
            </a:endParaRP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28" hasCustomPrompt="1"/>
          </p:nvPr>
        </p:nvSpPr>
        <p:spPr>
          <a:xfrm>
            <a:off x="430718" y="3196073"/>
            <a:ext cx="8114069" cy="202735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7" cap="none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</a:p>
          <a:p>
            <a:pPr lvl="0"/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430717" y="2436252"/>
            <a:ext cx="8114071" cy="38613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09585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cap="all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has id </a:t>
            </a:r>
            <a:r>
              <a:rPr lang="en-US" dirty="0" err="1"/>
              <a:t>cibo</a:t>
            </a:r>
            <a:r>
              <a:rPr lang="en-US" dirty="0"/>
              <a:t> </a:t>
            </a:r>
            <a:r>
              <a:rPr lang="en-US" dirty="0" err="1"/>
              <a:t>quidam</a:t>
            </a:r>
            <a:r>
              <a:rPr lang="en-US" dirty="0"/>
              <a:t> </a:t>
            </a:r>
            <a:r>
              <a:rPr lang="en-US" dirty="0" err="1"/>
              <a:t>facilis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1"/>
            <a:ext cx="8114069" cy="175904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 baseline="0">
                <a:solidFill>
                  <a:srgbClr val="EA288C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/>
              <a:t>Insira</a:t>
            </a:r>
            <a:r>
              <a:rPr lang="en-US" dirty="0"/>
              <a:t> o </a:t>
            </a:r>
            <a:r>
              <a:rPr lang="en-US" dirty="0" err="1"/>
              <a:t>Título</a:t>
            </a:r>
            <a:r>
              <a:rPr lang="en-US" dirty="0"/>
              <a:t> do slide </a:t>
            </a:r>
            <a:r>
              <a:rPr lang="en-US" dirty="0" err="1"/>
              <a:t>aqui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56137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76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9468"/>
            <a:ext cx="10659467" cy="5760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667" b="0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8281542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324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1F1C917B-2E43-4A39-9388-BC0FA950D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718" y="909337"/>
            <a:ext cx="8114069" cy="1759049"/>
          </a:xfrm>
          <a:prstGeom prst="rect">
            <a:avLst/>
          </a:prstGeom>
        </p:spPr>
        <p:txBody>
          <a:bodyPr/>
          <a:lstStyle/>
          <a:p>
            <a:r>
              <a:rPr lang="pt-BR" sz="5867" dirty="0">
                <a:solidFill>
                  <a:srgbClr val="FF6D00"/>
                </a:solidFill>
                <a:latin typeface="Simplon Oi Headline" pitchFamily="50" charset="0"/>
                <a:cs typeface="Arial"/>
              </a:rPr>
              <a:t>Revisão do Processo de Cobrança</a:t>
            </a:r>
            <a:endParaRPr lang="en-US" dirty="0">
              <a:solidFill>
                <a:srgbClr val="FF6D00"/>
              </a:solidFill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1777550-F3FF-4EF2-8E12-158CD1A88B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64671" y="6136217"/>
            <a:ext cx="2994807" cy="529167"/>
          </a:xfrm>
          <a:prstGeom prst="rect">
            <a:avLst/>
          </a:prstGeom>
        </p:spPr>
        <p:txBody>
          <a:bodyPr anchor="ctr"/>
          <a:lstStyle>
            <a:lvl1pPr marL="0" marR="0" indent="0" algn="r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l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pt-PT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implon BP Light" pitchFamily="2" charset="0"/>
              </a:rPr>
              <a:t>Inserir Data</a:t>
            </a:r>
            <a:endParaRPr lang="pt-BR" sz="2000" dirty="0">
              <a:solidFill>
                <a:schemeClr val="tx1">
                  <a:lumMod val="50000"/>
                  <a:lumOff val="50000"/>
                </a:schemeClr>
              </a:solidFill>
              <a:latin typeface="Simplon BP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831849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Transi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296560"/>
            <a:ext cx="10515600" cy="1325033"/>
          </a:xfrm>
          <a:prstGeom prst="rect">
            <a:avLst/>
          </a:prstGeom>
        </p:spPr>
        <p:txBody>
          <a:bodyPr anchor="ctr"/>
          <a:lstStyle>
            <a:lvl1pPr>
              <a:defRPr sz="4800">
                <a:solidFill>
                  <a:srgbClr val="FF6D00"/>
                </a:solidFill>
                <a:latin typeface="+mj-lt"/>
              </a:defRPr>
            </a:lvl1pPr>
          </a:lstStyle>
          <a:p>
            <a:r>
              <a:rPr lang="en-US" dirty="0"/>
              <a:t>TÍTULO DE TRANSIÇÃO</a:t>
            </a:r>
          </a:p>
        </p:txBody>
      </p:sp>
      <p:pic>
        <p:nvPicPr>
          <p:cNvPr id="3" name="Picture 33" descr="D:\OI 2014\1. JASON\Oi_Logos\Oi_mass_logo_1_1c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6103" y="241331"/>
            <a:ext cx="480000" cy="515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9382DBF-DF74-4547-9C36-453AC22ABE8F}"/>
              </a:ext>
            </a:extLst>
          </p:cNvPr>
          <p:cNvSpPr/>
          <p:nvPr userDrawn="1"/>
        </p:nvSpPr>
        <p:spPr>
          <a:xfrm>
            <a:off x="1025622" y="3383623"/>
            <a:ext cx="931524" cy="9589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238"/>
            <a:endParaRPr lang="pt-BR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738736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348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2CF15F8C-4599-40FD-AD4E-96E6026AF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7" y="244408"/>
            <a:ext cx="10659467" cy="385824"/>
          </a:xfrm>
          <a:prstGeom prst="rect">
            <a:avLst/>
          </a:prstGeom>
        </p:spPr>
        <p:txBody>
          <a:bodyPr lIns="90000" tIns="46800" rIns="90000" bIns="46800" anchor="ctr" anchorCtr="0"/>
          <a:lstStyle>
            <a:lvl1pPr>
              <a:defRPr sz="2667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13809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372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4407"/>
            <a:ext cx="10659467" cy="699876"/>
          </a:xfrm>
          <a:prstGeom prst="rect">
            <a:avLst/>
          </a:prstGeom>
        </p:spPr>
        <p:txBody>
          <a:bodyPr lIns="90000" tIns="46800" rIns="90000" bIns="46800" anchor="t" anchorCtr="0"/>
          <a:lstStyle>
            <a:lvl1pPr>
              <a:defRPr sz="2133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D64A3B-8CEF-493F-B604-344685A719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-12774"/>
            <a:ext cx="10659533" cy="257183"/>
          </a:xfrm>
          <a:prstGeom prst="rect">
            <a:avLst/>
          </a:prstGeom>
        </p:spPr>
        <p:txBody>
          <a:bodyPr tIns="36000" bIns="36000"/>
          <a:lstStyle>
            <a:lvl1pPr>
              <a:defRPr sz="1067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0" lang="pt-BR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Clique para adicionar header</a:t>
            </a:r>
            <a:endParaRPr lang="pt-BR" dirty="0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BD6B3D70-0E14-4D68-BEAD-5F6CF789F6C7}"/>
              </a:ext>
            </a:extLst>
          </p:cNvPr>
          <p:cNvCxnSpPr/>
          <p:nvPr userDrawn="1"/>
        </p:nvCxnSpPr>
        <p:spPr>
          <a:xfrm>
            <a:off x="0" y="944300"/>
            <a:ext cx="12192000" cy="0"/>
          </a:xfrm>
          <a:prstGeom prst="line">
            <a:avLst/>
          </a:prstGeom>
          <a:ln w="285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463984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304902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2D12AD8-BB79-4479-97D5-680026E09646}"/>
              </a:ext>
            </a:extLst>
          </p:cNvPr>
          <p:cNvSpPr/>
          <p:nvPr userDrawn="1"/>
        </p:nvSpPr>
        <p:spPr>
          <a:xfrm>
            <a:off x="0" y="3724592"/>
            <a:ext cx="4464000" cy="4800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609238"/>
            <a:endParaRPr lang="pt-BR" sz="1600" dirty="0">
              <a:solidFill>
                <a:prstClr val="white"/>
              </a:solidFill>
              <a:latin typeface="Simplon BP Light" pitchFamily="2" charset="0"/>
            </a:endParaRPr>
          </a:p>
        </p:txBody>
      </p:sp>
      <p:sp>
        <p:nvSpPr>
          <p:cNvPr id="9" name="Espaço Reservado para Texto 1">
            <a:extLst>
              <a:ext uri="{FF2B5EF4-FFF2-40B4-BE49-F238E27FC236}">
                <a16:creationId xmlns:a16="http://schemas.microsoft.com/office/drawing/2014/main" id="{6E6E7BFE-15E0-4A06-B27F-C34F1C0EB2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3374" y="2741234"/>
            <a:ext cx="4254500" cy="1310217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accent5"/>
                </a:solidFill>
                <a:latin typeface="+mj-lt"/>
              </a:defRPr>
            </a:lvl1pPr>
          </a:lstStyle>
          <a:p>
            <a:r>
              <a:rPr lang="pt-BR" dirty="0"/>
              <a:t>INSERIR TEXTO</a:t>
            </a:r>
          </a:p>
        </p:txBody>
      </p:sp>
    </p:spTree>
    <p:extLst>
      <p:ext uri="{BB962C8B-B14F-4D97-AF65-F5344CB8AC3E}">
        <p14:creationId xmlns:p14="http://schemas.microsoft.com/office/powerpoint/2010/main" val="5950165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396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4"/>
          <p:cNvSpPr txBox="1">
            <a:spLocks/>
          </p:cNvSpPr>
          <p:nvPr userDrawn="1"/>
        </p:nvSpPr>
        <p:spPr>
          <a:xfrm>
            <a:off x="8816806" y="6232588"/>
            <a:ext cx="2846591" cy="365125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457200" rtl="0" eaLnBrk="1" latinLnBrk="0" hangingPunct="1">
              <a:defRPr sz="1000" kern="1200" baseline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 dirty="0">
                <a:cs typeface="Simplon BP Regular"/>
              </a:rPr>
              <a:t>MATERIAL CONFIDENCIAL  |  SLIDE Nº </a:t>
            </a:r>
            <a:fld id="{1115FE8E-B0E0-984D-A6F8-8DB859C1C7B7}" type="slidenum">
              <a:rPr lang="en-US" sz="1333" smtClean="0">
                <a:latin typeface="Simplon BP Bold"/>
                <a:cs typeface="Simplon BP Bold"/>
              </a:rPr>
              <a:pPr/>
              <a:t>‹nº›</a:t>
            </a:fld>
            <a:endParaRPr lang="en-US" sz="1333" dirty="0">
              <a:latin typeface="Simplon BP Bold"/>
              <a:cs typeface="Simplon BP Bold"/>
            </a:endParaRP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28" hasCustomPrompt="1"/>
          </p:nvPr>
        </p:nvSpPr>
        <p:spPr>
          <a:xfrm>
            <a:off x="430718" y="3196073"/>
            <a:ext cx="8114069" cy="202735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7" cap="none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</a:p>
          <a:p>
            <a:pPr lvl="0"/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430717" y="2436252"/>
            <a:ext cx="8114071" cy="38613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09585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cap="all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has id </a:t>
            </a:r>
            <a:r>
              <a:rPr lang="en-US" dirty="0" err="1"/>
              <a:t>cibo</a:t>
            </a:r>
            <a:r>
              <a:rPr lang="en-US" dirty="0"/>
              <a:t> </a:t>
            </a:r>
            <a:r>
              <a:rPr lang="en-US" dirty="0" err="1"/>
              <a:t>quidam</a:t>
            </a:r>
            <a:r>
              <a:rPr lang="en-US" dirty="0"/>
              <a:t> </a:t>
            </a:r>
            <a:r>
              <a:rPr lang="en-US" dirty="0" err="1"/>
              <a:t>facilis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1"/>
            <a:ext cx="8114069" cy="175904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 baseline="0">
                <a:solidFill>
                  <a:srgbClr val="EA288C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/>
              <a:t>Insira</a:t>
            </a:r>
            <a:r>
              <a:rPr lang="en-US" dirty="0"/>
              <a:t> o </a:t>
            </a:r>
            <a:r>
              <a:rPr lang="en-US" dirty="0" err="1"/>
              <a:t>Título</a:t>
            </a:r>
            <a:r>
              <a:rPr lang="en-US" dirty="0"/>
              <a:t> do slide </a:t>
            </a:r>
            <a:r>
              <a:rPr lang="en-US" dirty="0" err="1"/>
              <a:t>aqui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46090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420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9468"/>
            <a:ext cx="10659467" cy="5760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667" b="0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4946683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68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1F1C917B-2E43-4A39-9388-BC0FA950D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718" y="909337"/>
            <a:ext cx="8114069" cy="1759049"/>
          </a:xfrm>
          <a:prstGeom prst="rect">
            <a:avLst/>
          </a:prstGeom>
        </p:spPr>
        <p:txBody>
          <a:bodyPr/>
          <a:lstStyle/>
          <a:p>
            <a:r>
              <a:rPr lang="pt-BR" sz="5867" dirty="0">
                <a:solidFill>
                  <a:srgbClr val="FF6D00"/>
                </a:solidFill>
                <a:latin typeface="Simplon Oi Headline" pitchFamily="50" charset="0"/>
                <a:cs typeface="Arial"/>
              </a:rPr>
              <a:t>Revisão do Processo de Cobrança</a:t>
            </a:r>
            <a:endParaRPr lang="en-US" dirty="0">
              <a:solidFill>
                <a:srgbClr val="FF6D00"/>
              </a:solidFill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1777550-F3FF-4EF2-8E12-158CD1A88B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64671" y="6136217"/>
            <a:ext cx="2994807" cy="529167"/>
          </a:xfrm>
          <a:prstGeom prst="rect">
            <a:avLst/>
          </a:prstGeom>
        </p:spPr>
        <p:txBody>
          <a:bodyPr anchor="ctr"/>
          <a:lstStyle>
            <a:lvl1pPr marL="0" marR="0" indent="0" algn="r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l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pt-PT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implon BP Light" pitchFamily="2" charset="0"/>
              </a:rPr>
              <a:t>Inserir Data</a:t>
            </a:r>
            <a:endParaRPr lang="pt-BR" sz="2000" dirty="0">
              <a:solidFill>
                <a:schemeClr val="tx1">
                  <a:lumMod val="50000"/>
                  <a:lumOff val="50000"/>
                </a:schemeClr>
              </a:solidFill>
              <a:latin typeface="Simplon BP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549083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Transi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296560"/>
            <a:ext cx="10515600" cy="1325033"/>
          </a:xfrm>
          <a:prstGeom prst="rect">
            <a:avLst/>
          </a:prstGeom>
        </p:spPr>
        <p:txBody>
          <a:bodyPr anchor="ctr"/>
          <a:lstStyle>
            <a:lvl1pPr>
              <a:defRPr sz="4800">
                <a:solidFill>
                  <a:srgbClr val="FF6D00"/>
                </a:solidFill>
                <a:latin typeface="+mj-lt"/>
              </a:defRPr>
            </a:lvl1pPr>
          </a:lstStyle>
          <a:p>
            <a:r>
              <a:rPr lang="en-US" dirty="0"/>
              <a:t>TÍTULO DE TRANSIÇÃO</a:t>
            </a:r>
          </a:p>
        </p:txBody>
      </p:sp>
      <p:pic>
        <p:nvPicPr>
          <p:cNvPr id="3" name="Picture 33" descr="D:\OI 2014\1. JASON\Oi_Logos\Oi_mass_logo_1_1c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6103" y="241331"/>
            <a:ext cx="480000" cy="515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9382DBF-DF74-4547-9C36-453AC22ABE8F}"/>
              </a:ext>
            </a:extLst>
          </p:cNvPr>
          <p:cNvSpPr/>
          <p:nvPr userDrawn="1"/>
        </p:nvSpPr>
        <p:spPr>
          <a:xfrm>
            <a:off x="1025622" y="3383623"/>
            <a:ext cx="931524" cy="9589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238"/>
            <a:endParaRPr lang="pt-BR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274839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492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2CF15F8C-4599-40FD-AD4E-96E6026AF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7" y="244408"/>
            <a:ext cx="10659467" cy="385824"/>
          </a:xfrm>
          <a:prstGeom prst="rect">
            <a:avLst/>
          </a:prstGeom>
        </p:spPr>
        <p:txBody>
          <a:bodyPr lIns="90000" tIns="46800" rIns="90000" bIns="46800" anchor="ctr" anchorCtr="0"/>
          <a:lstStyle>
            <a:lvl1pPr>
              <a:defRPr sz="2667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3199130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516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4407"/>
            <a:ext cx="10659467" cy="699876"/>
          </a:xfrm>
          <a:prstGeom prst="rect">
            <a:avLst/>
          </a:prstGeom>
        </p:spPr>
        <p:txBody>
          <a:bodyPr lIns="90000" tIns="46800" rIns="90000" bIns="46800" anchor="t" anchorCtr="0"/>
          <a:lstStyle>
            <a:lvl1pPr>
              <a:defRPr sz="2133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D64A3B-8CEF-493F-B604-344685A719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-12774"/>
            <a:ext cx="10659533" cy="257183"/>
          </a:xfrm>
          <a:prstGeom prst="rect">
            <a:avLst/>
          </a:prstGeom>
        </p:spPr>
        <p:txBody>
          <a:bodyPr tIns="36000" bIns="36000"/>
          <a:lstStyle>
            <a:lvl1pPr>
              <a:defRPr sz="1067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0" lang="pt-BR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Clique para adicionar header</a:t>
            </a:r>
            <a:endParaRPr lang="pt-BR" dirty="0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BD6B3D70-0E14-4D68-BEAD-5F6CF789F6C7}"/>
              </a:ext>
            </a:extLst>
          </p:cNvPr>
          <p:cNvCxnSpPr/>
          <p:nvPr userDrawn="1"/>
        </p:nvCxnSpPr>
        <p:spPr>
          <a:xfrm>
            <a:off x="0" y="944300"/>
            <a:ext cx="12192000" cy="0"/>
          </a:xfrm>
          <a:prstGeom prst="line">
            <a:avLst/>
          </a:prstGeom>
          <a:ln w="285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592758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157210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2D12AD8-BB79-4479-97D5-680026E09646}"/>
              </a:ext>
            </a:extLst>
          </p:cNvPr>
          <p:cNvSpPr/>
          <p:nvPr userDrawn="1"/>
        </p:nvSpPr>
        <p:spPr>
          <a:xfrm>
            <a:off x="0" y="3724592"/>
            <a:ext cx="4464000" cy="4800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609238"/>
            <a:endParaRPr lang="pt-BR" sz="1600" dirty="0">
              <a:solidFill>
                <a:prstClr val="white"/>
              </a:solidFill>
              <a:latin typeface="Simplon BP Light" pitchFamily="2" charset="0"/>
            </a:endParaRPr>
          </a:p>
        </p:txBody>
      </p:sp>
      <p:sp>
        <p:nvSpPr>
          <p:cNvPr id="9" name="Espaço Reservado para Texto 1">
            <a:extLst>
              <a:ext uri="{FF2B5EF4-FFF2-40B4-BE49-F238E27FC236}">
                <a16:creationId xmlns:a16="http://schemas.microsoft.com/office/drawing/2014/main" id="{6E6E7BFE-15E0-4A06-B27F-C34F1C0EB2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3374" y="2741234"/>
            <a:ext cx="4254500" cy="1310217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accent5"/>
                </a:solidFill>
                <a:latin typeface="+mj-lt"/>
              </a:defRPr>
            </a:lvl1pPr>
          </a:lstStyle>
          <a:p>
            <a:r>
              <a:rPr lang="pt-BR" dirty="0"/>
              <a:t>INSERIR TEXTO</a:t>
            </a:r>
          </a:p>
        </p:txBody>
      </p:sp>
    </p:spTree>
    <p:extLst>
      <p:ext uri="{BB962C8B-B14F-4D97-AF65-F5344CB8AC3E}">
        <p14:creationId xmlns:p14="http://schemas.microsoft.com/office/powerpoint/2010/main" val="1898215173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540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4"/>
          <p:cNvSpPr txBox="1">
            <a:spLocks/>
          </p:cNvSpPr>
          <p:nvPr userDrawn="1"/>
        </p:nvSpPr>
        <p:spPr>
          <a:xfrm>
            <a:off x="8816806" y="6232588"/>
            <a:ext cx="2846591" cy="365125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457200" rtl="0" eaLnBrk="1" latinLnBrk="0" hangingPunct="1">
              <a:defRPr sz="1000" kern="1200" baseline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 dirty="0">
                <a:cs typeface="Simplon BP Regular"/>
              </a:rPr>
              <a:t>MATERIAL CONFIDENCIAL  |  SLIDE Nº </a:t>
            </a:r>
            <a:fld id="{1115FE8E-B0E0-984D-A6F8-8DB859C1C7B7}" type="slidenum">
              <a:rPr lang="en-US" sz="1333" smtClean="0">
                <a:latin typeface="Simplon BP Bold"/>
                <a:cs typeface="Simplon BP Bold"/>
              </a:rPr>
              <a:pPr/>
              <a:t>‹nº›</a:t>
            </a:fld>
            <a:endParaRPr lang="en-US" sz="1333" dirty="0">
              <a:latin typeface="Simplon BP Bold"/>
              <a:cs typeface="Simplon BP Bold"/>
            </a:endParaRP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28" hasCustomPrompt="1"/>
          </p:nvPr>
        </p:nvSpPr>
        <p:spPr>
          <a:xfrm>
            <a:off x="430718" y="3196073"/>
            <a:ext cx="8114069" cy="202735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7" cap="none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</a:p>
          <a:p>
            <a:pPr lvl="0"/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430717" y="2436252"/>
            <a:ext cx="8114071" cy="38613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09585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cap="all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has id </a:t>
            </a:r>
            <a:r>
              <a:rPr lang="en-US" dirty="0" err="1"/>
              <a:t>cibo</a:t>
            </a:r>
            <a:r>
              <a:rPr lang="en-US" dirty="0"/>
              <a:t> </a:t>
            </a:r>
            <a:r>
              <a:rPr lang="en-US" dirty="0" err="1"/>
              <a:t>quidam</a:t>
            </a:r>
            <a:r>
              <a:rPr lang="en-US" dirty="0"/>
              <a:t> </a:t>
            </a:r>
            <a:r>
              <a:rPr lang="en-US" dirty="0" err="1"/>
              <a:t>facilis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1"/>
            <a:ext cx="8114069" cy="175904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 baseline="0">
                <a:solidFill>
                  <a:srgbClr val="EA288C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/>
              <a:t>Insira</a:t>
            </a:r>
            <a:r>
              <a:rPr lang="en-US" dirty="0"/>
              <a:t> o </a:t>
            </a:r>
            <a:r>
              <a:rPr lang="en-US" dirty="0" err="1"/>
              <a:t>Título</a:t>
            </a:r>
            <a:r>
              <a:rPr lang="en-US" dirty="0"/>
              <a:t> do slide </a:t>
            </a:r>
            <a:r>
              <a:rPr lang="en-US" dirty="0" err="1"/>
              <a:t>aqui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11827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564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9468"/>
            <a:ext cx="10659467" cy="5760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667" b="0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9389222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12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1F1C917B-2E43-4A39-9388-BC0FA950D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718" y="909337"/>
            <a:ext cx="8114069" cy="1759049"/>
          </a:xfrm>
          <a:prstGeom prst="rect">
            <a:avLst/>
          </a:prstGeom>
        </p:spPr>
        <p:txBody>
          <a:bodyPr/>
          <a:lstStyle/>
          <a:p>
            <a:r>
              <a:rPr lang="pt-BR" sz="5867" dirty="0">
                <a:solidFill>
                  <a:srgbClr val="FF6D00"/>
                </a:solidFill>
                <a:latin typeface="Simplon Oi Headline" pitchFamily="50" charset="0"/>
                <a:cs typeface="Arial"/>
              </a:rPr>
              <a:t>Revisão do Processo de Cobrança</a:t>
            </a:r>
            <a:endParaRPr lang="en-US" dirty="0">
              <a:solidFill>
                <a:srgbClr val="FF6D00"/>
              </a:solidFill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1777550-F3FF-4EF2-8E12-158CD1A88B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64671" y="6136217"/>
            <a:ext cx="2994807" cy="529167"/>
          </a:xfrm>
          <a:prstGeom prst="rect">
            <a:avLst/>
          </a:prstGeom>
        </p:spPr>
        <p:txBody>
          <a:bodyPr anchor="ctr"/>
          <a:lstStyle>
            <a:lvl1pPr marL="0" marR="0" indent="0" algn="r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l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pt-PT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implon BP Light" pitchFamily="2" charset="0"/>
              </a:rPr>
              <a:t>Inserir Data</a:t>
            </a:r>
            <a:endParaRPr lang="pt-BR" sz="2000" dirty="0">
              <a:solidFill>
                <a:schemeClr val="tx1">
                  <a:lumMod val="50000"/>
                  <a:lumOff val="50000"/>
                </a:schemeClr>
              </a:solidFill>
              <a:latin typeface="Simplon BP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684590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Transi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296560"/>
            <a:ext cx="10515600" cy="1325033"/>
          </a:xfrm>
          <a:prstGeom prst="rect">
            <a:avLst/>
          </a:prstGeom>
        </p:spPr>
        <p:txBody>
          <a:bodyPr anchor="ctr"/>
          <a:lstStyle>
            <a:lvl1pPr>
              <a:defRPr sz="4800">
                <a:solidFill>
                  <a:srgbClr val="FF6D00"/>
                </a:solidFill>
                <a:latin typeface="+mj-lt"/>
              </a:defRPr>
            </a:lvl1pPr>
          </a:lstStyle>
          <a:p>
            <a:r>
              <a:rPr lang="en-US" dirty="0"/>
              <a:t>TÍTULO DE TRANSIÇÃO</a:t>
            </a:r>
          </a:p>
        </p:txBody>
      </p:sp>
      <p:pic>
        <p:nvPicPr>
          <p:cNvPr id="3" name="Picture 33" descr="D:\OI 2014\1. JASON\Oi_Logos\Oi_mass_logo_1_1c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6103" y="241331"/>
            <a:ext cx="480000" cy="515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9382DBF-DF74-4547-9C36-453AC22ABE8F}"/>
              </a:ext>
            </a:extLst>
          </p:cNvPr>
          <p:cNvSpPr/>
          <p:nvPr userDrawn="1"/>
        </p:nvSpPr>
        <p:spPr>
          <a:xfrm>
            <a:off x="1025622" y="3383623"/>
            <a:ext cx="931524" cy="9589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238"/>
            <a:endParaRPr lang="pt-BR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96340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636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2CF15F8C-4599-40FD-AD4E-96E6026AF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7" y="244408"/>
            <a:ext cx="10659467" cy="385824"/>
          </a:xfrm>
          <a:prstGeom prst="rect">
            <a:avLst/>
          </a:prstGeom>
        </p:spPr>
        <p:txBody>
          <a:bodyPr lIns="90000" tIns="46800" rIns="90000" bIns="46800" anchor="ctr" anchorCtr="0"/>
          <a:lstStyle>
            <a:lvl1pPr>
              <a:defRPr sz="2667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48117588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660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4407"/>
            <a:ext cx="10659467" cy="699876"/>
          </a:xfrm>
          <a:prstGeom prst="rect">
            <a:avLst/>
          </a:prstGeom>
        </p:spPr>
        <p:txBody>
          <a:bodyPr lIns="90000" tIns="46800" rIns="90000" bIns="46800" anchor="t" anchorCtr="0"/>
          <a:lstStyle>
            <a:lvl1pPr>
              <a:defRPr sz="2133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D64A3B-8CEF-493F-B604-344685A719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-12774"/>
            <a:ext cx="10659533" cy="257183"/>
          </a:xfrm>
          <a:prstGeom prst="rect">
            <a:avLst/>
          </a:prstGeom>
        </p:spPr>
        <p:txBody>
          <a:bodyPr tIns="36000" bIns="36000"/>
          <a:lstStyle>
            <a:lvl1pPr>
              <a:defRPr sz="1067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0" lang="pt-BR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Clique para adicionar header</a:t>
            </a:r>
            <a:endParaRPr lang="pt-BR" dirty="0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BD6B3D70-0E14-4D68-BEAD-5F6CF789F6C7}"/>
              </a:ext>
            </a:extLst>
          </p:cNvPr>
          <p:cNvCxnSpPr/>
          <p:nvPr userDrawn="1"/>
        </p:nvCxnSpPr>
        <p:spPr>
          <a:xfrm>
            <a:off x="0" y="944300"/>
            <a:ext cx="12192000" cy="0"/>
          </a:xfrm>
          <a:prstGeom prst="line">
            <a:avLst/>
          </a:prstGeom>
          <a:ln w="285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098473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5190946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2D12AD8-BB79-4479-97D5-680026E09646}"/>
              </a:ext>
            </a:extLst>
          </p:cNvPr>
          <p:cNvSpPr/>
          <p:nvPr userDrawn="1"/>
        </p:nvSpPr>
        <p:spPr>
          <a:xfrm>
            <a:off x="0" y="3724592"/>
            <a:ext cx="4464000" cy="4800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609238"/>
            <a:endParaRPr lang="pt-BR" sz="1600" dirty="0">
              <a:solidFill>
                <a:prstClr val="white"/>
              </a:solidFill>
              <a:latin typeface="Simplon BP Light" pitchFamily="2" charset="0"/>
            </a:endParaRPr>
          </a:p>
        </p:txBody>
      </p:sp>
      <p:sp>
        <p:nvSpPr>
          <p:cNvPr id="9" name="Espaço Reservado para Texto 1">
            <a:extLst>
              <a:ext uri="{FF2B5EF4-FFF2-40B4-BE49-F238E27FC236}">
                <a16:creationId xmlns:a16="http://schemas.microsoft.com/office/drawing/2014/main" id="{6E6E7BFE-15E0-4A06-B27F-C34F1C0EB2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3374" y="2741234"/>
            <a:ext cx="4254500" cy="1310217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accent5"/>
                </a:solidFill>
                <a:latin typeface="+mj-lt"/>
              </a:defRPr>
            </a:lvl1pPr>
          </a:lstStyle>
          <a:p>
            <a:r>
              <a:rPr lang="pt-BR" dirty="0"/>
              <a:t>INSERIR TEXTO</a:t>
            </a:r>
          </a:p>
        </p:txBody>
      </p:sp>
    </p:spTree>
    <p:extLst>
      <p:ext uri="{BB962C8B-B14F-4D97-AF65-F5344CB8AC3E}">
        <p14:creationId xmlns:p14="http://schemas.microsoft.com/office/powerpoint/2010/main" val="2448285007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684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4"/>
          <p:cNvSpPr txBox="1">
            <a:spLocks/>
          </p:cNvSpPr>
          <p:nvPr userDrawn="1"/>
        </p:nvSpPr>
        <p:spPr>
          <a:xfrm>
            <a:off x="8816806" y="6232588"/>
            <a:ext cx="2846591" cy="365125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457200" rtl="0" eaLnBrk="1" latinLnBrk="0" hangingPunct="1">
              <a:defRPr sz="1000" kern="1200" baseline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 dirty="0">
                <a:cs typeface="Simplon BP Regular"/>
              </a:rPr>
              <a:t>MATERIAL CONFIDENCIAL  |  SLIDE Nº </a:t>
            </a:r>
            <a:fld id="{1115FE8E-B0E0-984D-A6F8-8DB859C1C7B7}" type="slidenum">
              <a:rPr lang="en-US" sz="1333" smtClean="0">
                <a:latin typeface="Simplon BP Bold"/>
                <a:cs typeface="Simplon BP Bold"/>
              </a:rPr>
              <a:pPr/>
              <a:t>‹nº›</a:t>
            </a:fld>
            <a:endParaRPr lang="en-US" sz="1333" dirty="0">
              <a:latin typeface="Simplon BP Bold"/>
              <a:cs typeface="Simplon BP Bold"/>
            </a:endParaRP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28" hasCustomPrompt="1"/>
          </p:nvPr>
        </p:nvSpPr>
        <p:spPr>
          <a:xfrm>
            <a:off x="430718" y="3196073"/>
            <a:ext cx="8114069" cy="202735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7" cap="none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</a:p>
          <a:p>
            <a:pPr lvl="0"/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430717" y="2436252"/>
            <a:ext cx="8114071" cy="38613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09585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cap="all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has id </a:t>
            </a:r>
            <a:r>
              <a:rPr lang="en-US" dirty="0" err="1"/>
              <a:t>cibo</a:t>
            </a:r>
            <a:r>
              <a:rPr lang="en-US" dirty="0"/>
              <a:t> </a:t>
            </a:r>
            <a:r>
              <a:rPr lang="en-US" dirty="0" err="1"/>
              <a:t>quidam</a:t>
            </a:r>
            <a:r>
              <a:rPr lang="en-US" dirty="0"/>
              <a:t> </a:t>
            </a:r>
            <a:r>
              <a:rPr lang="en-US" dirty="0" err="1"/>
              <a:t>facilis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1"/>
            <a:ext cx="8114069" cy="175904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 baseline="0">
                <a:solidFill>
                  <a:srgbClr val="EA288C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/>
              <a:t>Insira</a:t>
            </a:r>
            <a:r>
              <a:rPr lang="en-US" dirty="0"/>
              <a:t> o </a:t>
            </a:r>
            <a:r>
              <a:rPr lang="en-US" dirty="0" err="1"/>
              <a:t>Título</a:t>
            </a:r>
            <a:r>
              <a:rPr lang="en-US" dirty="0"/>
              <a:t> do slide </a:t>
            </a:r>
            <a:r>
              <a:rPr lang="en-US" dirty="0" err="1"/>
              <a:t>aqui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533116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08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9468"/>
            <a:ext cx="10659467" cy="5760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667" b="0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85812071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56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1F1C917B-2E43-4A39-9388-BC0FA950D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718" y="909337"/>
            <a:ext cx="8114069" cy="1759049"/>
          </a:xfrm>
          <a:prstGeom prst="rect">
            <a:avLst/>
          </a:prstGeom>
        </p:spPr>
        <p:txBody>
          <a:bodyPr/>
          <a:lstStyle/>
          <a:p>
            <a:r>
              <a:rPr lang="pt-BR" sz="5867" dirty="0">
                <a:solidFill>
                  <a:srgbClr val="FF6D00"/>
                </a:solidFill>
                <a:latin typeface="Simplon Oi Headline" pitchFamily="50" charset="0"/>
                <a:cs typeface="Arial"/>
              </a:rPr>
              <a:t>Revisão do Processo de Cobrança</a:t>
            </a:r>
            <a:endParaRPr lang="en-US" dirty="0">
              <a:solidFill>
                <a:srgbClr val="FF6D00"/>
              </a:solidFill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1777550-F3FF-4EF2-8E12-158CD1A88B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64671" y="6136217"/>
            <a:ext cx="2994807" cy="529167"/>
          </a:xfrm>
          <a:prstGeom prst="rect">
            <a:avLst/>
          </a:prstGeom>
        </p:spPr>
        <p:txBody>
          <a:bodyPr anchor="ctr"/>
          <a:lstStyle>
            <a:lvl1pPr marL="0" marR="0" indent="0" algn="r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l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pt-PT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implon BP Light" pitchFamily="2" charset="0"/>
              </a:rPr>
              <a:t>Inserir Data</a:t>
            </a:r>
            <a:endParaRPr lang="pt-BR" sz="2000" dirty="0">
              <a:solidFill>
                <a:schemeClr val="tx1">
                  <a:lumMod val="50000"/>
                  <a:lumOff val="50000"/>
                </a:schemeClr>
              </a:solidFill>
              <a:latin typeface="Simplon BP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2645709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Transi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296560"/>
            <a:ext cx="10515600" cy="1325033"/>
          </a:xfrm>
          <a:prstGeom prst="rect">
            <a:avLst/>
          </a:prstGeom>
        </p:spPr>
        <p:txBody>
          <a:bodyPr anchor="ctr"/>
          <a:lstStyle>
            <a:lvl1pPr>
              <a:defRPr sz="4800">
                <a:solidFill>
                  <a:srgbClr val="FF6D00"/>
                </a:solidFill>
                <a:latin typeface="+mj-lt"/>
              </a:defRPr>
            </a:lvl1pPr>
          </a:lstStyle>
          <a:p>
            <a:r>
              <a:rPr lang="en-US" dirty="0"/>
              <a:t>TÍTULO DE TRANSIÇÃO</a:t>
            </a:r>
          </a:p>
        </p:txBody>
      </p:sp>
      <p:pic>
        <p:nvPicPr>
          <p:cNvPr id="3" name="Picture 33" descr="D:\OI 2014\1. JASON\Oi_Logos\Oi_mass_logo_1_1c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6103" y="241331"/>
            <a:ext cx="480000" cy="515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9382DBF-DF74-4547-9C36-453AC22ABE8F}"/>
              </a:ext>
            </a:extLst>
          </p:cNvPr>
          <p:cNvSpPr/>
          <p:nvPr userDrawn="1"/>
        </p:nvSpPr>
        <p:spPr>
          <a:xfrm>
            <a:off x="1025622" y="3383623"/>
            <a:ext cx="931524" cy="9589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238"/>
            <a:endParaRPr lang="pt-BR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0306311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80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2CF15F8C-4599-40FD-AD4E-96E6026AF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7" y="244408"/>
            <a:ext cx="10659467" cy="385824"/>
          </a:xfrm>
          <a:prstGeom prst="rect">
            <a:avLst/>
          </a:prstGeom>
        </p:spPr>
        <p:txBody>
          <a:bodyPr lIns="90000" tIns="46800" rIns="90000" bIns="46800" anchor="ctr" anchorCtr="0"/>
          <a:lstStyle>
            <a:lvl1pPr>
              <a:defRPr sz="2667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63407622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804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4407"/>
            <a:ext cx="10659467" cy="699876"/>
          </a:xfrm>
          <a:prstGeom prst="rect">
            <a:avLst/>
          </a:prstGeom>
        </p:spPr>
        <p:txBody>
          <a:bodyPr lIns="90000" tIns="46800" rIns="90000" bIns="46800" anchor="t" anchorCtr="0"/>
          <a:lstStyle>
            <a:lvl1pPr>
              <a:defRPr sz="2133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D64A3B-8CEF-493F-B604-344685A719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-12774"/>
            <a:ext cx="10659533" cy="257183"/>
          </a:xfrm>
          <a:prstGeom prst="rect">
            <a:avLst/>
          </a:prstGeom>
        </p:spPr>
        <p:txBody>
          <a:bodyPr tIns="36000" bIns="36000"/>
          <a:lstStyle>
            <a:lvl1pPr>
              <a:defRPr sz="1067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0" lang="pt-BR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Clique para adicionar header</a:t>
            </a:r>
            <a:endParaRPr lang="pt-BR" dirty="0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BD6B3D70-0E14-4D68-BEAD-5F6CF789F6C7}"/>
              </a:ext>
            </a:extLst>
          </p:cNvPr>
          <p:cNvCxnSpPr/>
          <p:nvPr userDrawn="1"/>
        </p:nvCxnSpPr>
        <p:spPr>
          <a:xfrm>
            <a:off x="0" y="944300"/>
            <a:ext cx="12192000" cy="0"/>
          </a:xfrm>
          <a:prstGeom prst="line">
            <a:avLst/>
          </a:prstGeom>
          <a:ln w="285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189853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2083729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2D12AD8-BB79-4479-97D5-680026E09646}"/>
              </a:ext>
            </a:extLst>
          </p:cNvPr>
          <p:cNvSpPr/>
          <p:nvPr userDrawn="1"/>
        </p:nvSpPr>
        <p:spPr>
          <a:xfrm>
            <a:off x="0" y="3724592"/>
            <a:ext cx="4464000" cy="4800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609238"/>
            <a:endParaRPr lang="pt-BR" sz="1600" dirty="0">
              <a:solidFill>
                <a:prstClr val="white"/>
              </a:solidFill>
              <a:latin typeface="Simplon BP Light" pitchFamily="2" charset="0"/>
            </a:endParaRPr>
          </a:p>
        </p:txBody>
      </p:sp>
      <p:sp>
        <p:nvSpPr>
          <p:cNvPr id="9" name="Espaço Reservado para Texto 1">
            <a:extLst>
              <a:ext uri="{FF2B5EF4-FFF2-40B4-BE49-F238E27FC236}">
                <a16:creationId xmlns:a16="http://schemas.microsoft.com/office/drawing/2014/main" id="{6E6E7BFE-15E0-4A06-B27F-C34F1C0EB2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3374" y="2741234"/>
            <a:ext cx="4254500" cy="1310217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accent5"/>
                </a:solidFill>
                <a:latin typeface="+mj-lt"/>
              </a:defRPr>
            </a:lvl1pPr>
          </a:lstStyle>
          <a:p>
            <a:r>
              <a:rPr lang="pt-BR" dirty="0"/>
              <a:t>INSERIR TEXTO</a:t>
            </a:r>
          </a:p>
        </p:txBody>
      </p:sp>
    </p:spTree>
    <p:extLst>
      <p:ext uri="{BB962C8B-B14F-4D97-AF65-F5344CB8AC3E}">
        <p14:creationId xmlns:p14="http://schemas.microsoft.com/office/powerpoint/2010/main" val="2030792220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28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4"/>
          <p:cNvSpPr txBox="1">
            <a:spLocks/>
          </p:cNvSpPr>
          <p:nvPr userDrawn="1"/>
        </p:nvSpPr>
        <p:spPr>
          <a:xfrm>
            <a:off x="8816806" y="6232588"/>
            <a:ext cx="2846591" cy="365125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457200" rtl="0" eaLnBrk="1" latinLnBrk="0" hangingPunct="1">
              <a:defRPr sz="1000" kern="1200" baseline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 dirty="0">
                <a:cs typeface="Simplon BP Regular"/>
              </a:rPr>
              <a:t>MATERIAL CONFIDENCIAL  |  SLIDE Nº </a:t>
            </a:r>
            <a:fld id="{1115FE8E-B0E0-984D-A6F8-8DB859C1C7B7}" type="slidenum">
              <a:rPr lang="en-US" sz="1333" smtClean="0">
                <a:latin typeface="Simplon BP Bold"/>
                <a:cs typeface="Simplon BP Bold"/>
              </a:rPr>
              <a:pPr/>
              <a:t>‹nº›</a:t>
            </a:fld>
            <a:endParaRPr lang="en-US" sz="1333" dirty="0">
              <a:latin typeface="Simplon BP Bold"/>
              <a:cs typeface="Simplon BP Bold"/>
            </a:endParaRP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28" hasCustomPrompt="1"/>
          </p:nvPr>
        </p:nvSpPr>
        <p:spPr>
          <a:xfrm>
            <a:off x="430718" y="3196073"/>
            <a:ext cx="8114069" cy="202735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7" cap="none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</a:p>
          <a:p>
            <a:pPr lvl="0"/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430717" y="2436252"/>
            <a:ext cx="8114071" cy="38613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09585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cap="all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has id </a:t>
            </a:r>
            <a:r>
              <a:rPr lang="en-US" dirty="0" err="1"/>
              <a:t>cibo</a:t>
            </a:r>
            <a:r>
              <a:rPr lang="en-US" dirty="0"/>
              <a:t> </a:t>
            </a:r>
            <a:r>
              <a:rPr lang="en-US" dirty="0" err="1"/>
              <a:t>quidam</a:t>
            </a:r>
            <a:r>
              <a:rPr lang="en-US" dirty="0"/>
              <a:t> </a:t>
            </a:r>
            <a:r>
              <a:rPr lang="en-US" dirty="0" err="1"/>
              <a:t>facilis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1"/>
            <a:ext cx="8114069" cy="175904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 baseline="0">
                <a:solidFill>
                  <a:srgbClr val="EA288C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/>
              <a:t>Insira</a:t>
            </a:r>
            <a:r>
              <a:rPr lang="en-US" dirty="0"/>
              <a:t> o </a:t>
            </a:r>
            <a:r>
              <a:rPr lang="en-US" dirty="0" err="1"/>
              <a:t>Título</a:t>
            </a:r>
            <a:r>
              <a:rPr lang="en-US" dirty="0"/>
              <a:t> do slide </a:t>
            </a:r>
            <a:r>
              <a:rPr lang="en-US" dirty="0" err="1"/>
              <a:t>aqui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143625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852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9468"/>
            <a:ext cx="10659467" cy="5760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667" b="0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68736399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900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1F1C917B-2E43-4A39-9388-BC0FA950D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718" y="909337"/>
            <a:ext cx="8114069" cy="1759049"/>
          </a:xfrm>
          <a:prstGeom prst="rect">
            <a:avLst/>
          </a:prstGeom>
        </p:spPr>
        <p:txBody>
          <a:bodyPr/>
          <a:lstStyle/>
          <a:p>
            <a:r>
              <a:rPr lang="pt-BR" sz="5867" dirty="0">
                <a:solidFill>
                  <a:srgbClr val="FF6D00"/>
                </a:solidFill>
                <a:latin typeface="Simplon Oi Headline" pitchFamily="50" charset="0"/>
                <a:cs typeface="Arial"/>
              </a:rPr>
              <a:t>Revisão do Processo de Cobrança</a:t>
            </a:r>
            <a:endParaRPr lang="en-US" dirty="0">
              <a:solidFill>
                <a:srgbClr val="FF6D00"/>
              </a:solidFill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1777550-F3FF-4EF2-8E12-158CD1A88B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64671" y="6136217"/>
            <a:ext cx="2994807" cy="529167"/>
          </a:xfrm>
          <a:prstGeom prst="rect">
            <a:avLst/>
          </a:prstGeom>
        </p:spPr>
        <p:txBody>
          <a:bodyPr anchor="ctr"/>
          <a:lstStyle>
            <a:lvl1pPr marL="0" marR="0" indent="0" algn="r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l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pt-PT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implon BP Light" pitchFamily="2" charset="0"/>
              </a:rPr>
              <a:t>Inserir Data</a:t>
            </a:r>
            <a:endParaRPr lang="pt-BR" sz="2000" dirty="0">
              <a:solidFill>
                <a:schemeClr val="tx1">
                  <a:lumMod val="50000"/>
                  <a:lumOff val="50000"/>
                </a:schemeClr>
              </a:solidFill>
              <a:latin typeface="Simplon BP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2489423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Transi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296560"/>
            <a:ext cx="10515600" cy="1325033"/>
          </a:xfrm>
          <a:prstGeom prst="rect">
            <a:avLst/>
          </a:prstGeom>
        </p:spPr>
        <p:txBody>
          <a:bodyPr anchor="ctr"/>
          <a:lstStyle>
            <a:lvl1pPr>
              <a:defRPr sz="4800">
                <a:solidFill>
                  <a:srgbClr val="FF6D00"/>
                </a:solidFill>
                <a:latin typeface="+mj-lt"/>
              </a:defRPr>
            </a:lvl1pPr>
          </a:lstStyle>
          <a:p>
            <a:r>
              <a:rPr lang="en-US" dirty="0"/>
              <a:t>TÍTULO DE TRANSIÇÃO</a:t>
            </a:r>
          </a:p>
        </p:txBody>
      </p:sp>
      <p:pic>
        <p:nvPicPr>
          <p:cNvPr id="3" name="Picture 33" descr="D:\OI 2014\1. JASON\Oi_Logos\Oi_mass_logo_1_1c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6103" y="241331"/>
            <a:ext cx="480000" cy="515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9382DBF-DF74-4547-9C36-453AC22ABE8F}"/>
              </a:ext>
            </a:extLst>
          </p:cNvPr>
          <p:cNvSpPr/>
          <p:nvPr userDrawn="1"/>
        </p:nvSpPr>
        <p:spPr>
          <a:xfrm>
            <a:off x="1025622" y="3383623"/>
            <a:ext cx="931524" cy="9589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238"/>
            <a:endParaRPr lang="pt-BR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3339514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24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2CF15F8C-4599-40FD-AD4E-96E6026AF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7" y="244408"/>
            <a:ext cx="10659467" cy="385824"/>
          </a:xfrm>
          <a:prstGeom prst="rect">
            <a:avLst/>
          </a:prstGeom>
        </p:spPr>
        <p:txBody>
          <a:bodyPr lIns="90000" tIns="46800" rIns="90000" bIns="46800" anchor="ctr" anchorCtr="0"/>
          <a:lstStyle>
            <a:lvl1pPr>
              <a:defRPr sz="2667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03142261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48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4407"/>
            <a:ext cx="10659467" cy="699876"/>
          </a:xfrm>
          <a:prstGeom prst="rect">
            <a:avLst/>
          </a:prstGeom>
        </p:spPr>
        <p:txBody>
          <a:bodyPr lIns="90000" tIns="46800" rIns="90000" bIns="46800" anchor="t" anchorCtr="0"/>
          <a:lstStyle>
            <a:lvl1pPr>
              <a:defRPr sz="2133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D64A3B-8CEF-493F-B604-344685A719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-12774"/>
            <a:ext cx="10659533" cy="257183"/>
          </a:xfrm>
          <a:prstGeom prst="rect">
            <a:avLst/>
          </a:prstGeom>
        </p:spPr>
        <p:txBody>
          <a:bodyPr tIns="36000" bIns="36000"/>
          <a:lstStyle>
            <a:lvl1pPr>
              <a:defRPr sz="1067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0" lang="pt-BR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Clique para adicionar header</a:t>
            </a:r>
            <a:endParaRPr lang="pt-BR" dirty="0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BD6B3D70-0E14-4D68-BEAD-5F6CF789F6C7}"/>
              </a:ext>
            </a:extLst>
          </p:cNvPr>
          <p:cNvCxnSpPr/>
          <p:nvPr userDrawn="1"/>
        </p:nvCxnSpPr>
        <p:spPr>
          <a:xfrm>
            <a:off x="0" y="944300"/>
            <a:ext cx="12192000" cy="0"/>
          </a:xfrm>
          <a:prstGeom prst="line">
            <a:avLst/>
          </a:prstGeom>
          <a:ln w="285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319641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3337645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2D12AD8-BB79-4479-97D5-680026E09646}"/>
              </a:ext>
            </a:extLst>
          </p:cNvPr>
          <p:cNvSpPr/>
          <p:nvPr userDrawn="1"/>
        </p:nvSpPr>
        <p:spPr>
          <a:xfrm>
            <a:off x="0" y="3724592"/>
            <a:ext cx="4464000" cy="4800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609238"/>
            <a:endParaRPr lang="pt-BR" sz="1600" dirty="0">
              <a:solidFill>
                <a:prstClr val="white"/>
              </a:solidFill>
              <a:latin typeface="Simplon BP Light" pitchFamily="2" charset="0"/>
            </a:endParaRPr>
          </a:p>
        </p:txBody>
      </p:sp>
      <p:sp>
        <p:nvSpPr>
          <p:cNvPr id="9" name="Espaço Reservado para Texto 1">
            <a:extLst>
              <a:ext uri="{FF2B5EF4-FFF2-40B4-BE49-F238E27FC236}">
                <a16:creationId xmlns:a16="http://schemas.microsoft.com/office/drawing/2014/main" id="{6E6E7BFE-15E0-4A06-B27F-C34F1C0EB2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3374" y="2741234"/>
            <a:ext cx="4254500" cy="1310217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accent5"/>
                </a:solidFill>
                <a:latin typeface="+mj-lt"/>
              </a:defRPr>
            </a:lvl1pPr>
          </a:lstStyle>
          <a:p>
            <a:r>
              <a:rPr lang="pt-BR" dirty="0"/>
              <a:t>INSERIR TEXTO</a:t>
            </a:r>
          </a:p>
        </p:txBody>
      </p:sp>
    </p:spTree>
    <p:extLst>
      <p:ext uri="{BB962C8B-B14F-4D97-AF65-F5344CB8AC3E}">
        <p14:creationId xmlns:p14="http://schemas.microsoft.com/office/powerpoint/2010/main" val="1021473222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72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4"/>
          <p:cNvSpPr txBox="1">
            <a:spLocks/>
          </p:cNvSpPr>
          <p:nvPr userDrawn="1"/>
        </p:nvSpPr>
        <p:spPr>
          <a:xfrm>
            <a:off x="8816806" y="6232588"/>
            <a:ext cx="2846591" cy="365125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457200" rtl="0" eaLnBrk="1" latinLnBrk="0" hangingPunct="1">
              <a:defRPr sz="1000" kern="1200" baseline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 dirty="0">
                <a:cs typeface="Simplon BP Regular"/>
              </a:rPr>
              <a:t>MATERIAL CONFIDENCIAL  |  SLIDE Nº </a:t>
            </a:r>
            <a:fld id="{1115FE8E-B0E0-984D-A6F8-8DB859C1C7B7}" type="slidenum">
              <a:rPr lang="en-US" sz="1333" smtClean="0">
                <a:latin typeface="Simplon BP Bold"/>
                <a:cs typeface="Simplon BP Bold"/>
              </a:rPr>
              <a:pPr/>
              <a:t>‹nº›</a:t>
            </a:fld>
            <a:endParaRPr lang="en-US" sz="1333" dirty="0">
              <a:latin typeface="Simplon BP Bold"/>
              <a:cs typeface="Simplon BP Bold"/>
            </a:endParaRP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28" hasCustomPrompt="1"/>
          </p:nvPr>
        </p:nvSpPr>
        <p:spPr>
          <a:xfrm>
            <a:off x="430718" y="3196073"/>
            <a:ext cx="8114069" cy="202735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7" cap="none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</a:p>
          <a:p>
            <a:pPr lvl="0"/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430717" y="2436252"/>
            <a:ext cx="8114071" cy="38613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09585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cap="all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has id </a:t>
            </a:r>
            <a:r>
              <a:rPr lang="en-US" dirty="0" err="1"/>
              <a:t>cibo</a:t>
            </a:r>
            <a:r>
              <a:rPr lang="en-US" dirty="0"/>
              <a:t> </a:t>
            </a:r>
            <a:r>
              <a:rPr lang="en-US" dirty="0" err="1"/>
              <a:t>quidam</a:t>
            </a:r>
            <a:r>
              <a:rPr lang="en-US" dirty="0"/>
              <a:t> </a:t>
            </a:r>
            <a:r>
              <a:rPr lang="en-US" dirty="0" err="1"/>
              <a:t>facilis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1"/>
            <a:ext cx="8114069" cy="175904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 baseline="0">
                <a:solidFill>
                  <a:srgbClr val="EA288C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/>
              <a:t>Insira</a:t>
            </a:r>
            <a:r>
              <a:rPr lang="en-US" dirty="0"/>
              <a:t> o </a:t>
            </a:r>
            <a:r>
              <a:rPr lang="en-US" dirty="0" err="1"/>
              <a:t>Título</a:t>
            </a:r>
            <a:r>
              <a:rPr lang="en-US" dirty="0"/>
              <a:t> do slide </a:t>
            </a:r>
            <a:r>
              <a:rPr lang="en-US" dirty="0" err="1"/>
              <a:t>aqui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330344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996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9468"/>
            <a:ext cx="10659467" cy="5760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667" b="0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63686257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044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1F1C917B-2E43-4A39-9388-BC0FA950D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718" y="909337"/>
            <a:ext cx="8114069" cy="1759049"/>
          </a:xfrm>
          <a:prstGeom prst="rect">
            <a:avLst/>
          </a:prstGeom>
        </p:spPr>
        <p:txBody>
          <a:bodyPr/>
          <a:lstStyle/>
          <a:p>
            <a:r>
              <a:rPr lang="pt-BR" sz="5867" dirty="0">
                <a:solidFill>
                  <a:srgbClr val="FF6D00"/>
                </a:solidFill>
                <a:latin typeface="Simplon Oi Headline" pitchFamily="50" charset="0"/>
                <a:cs typeface="Arial"/>
              </a:rPr>
              <a:t>Revisão do Processo de Cobrança</a:t>
            </a:r>
            <a:endParaRPr lang="en-US" dirty="0">
              <a:solidFill>
                <a:srgbClr val="FF6D00"/>
              </a:solidFill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1777550-F3FF-4EF2-8E12-158CD1A88B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64671" y="6136217"/>
            <a:ext cx="2994807" cy="529167"/>
          </a:xfrm>
          <a:prstGeom prst="rect">
            <a:avLst/>
          </a:prstGeom>
        </p:spPr>
        <p:txBody>
          <a:bodyPr anchor="ctr"/>
          <a:lstStyle>
            <a:lvl1pPr marL="0" marR="0" indent="0" algn="r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l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pt-PT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implon BP Light" pitchFamily="2" charset="0"/>
              </a:rPr>
              <a:t>Inserir Data</a:t>
            </a:r>
            <a:endParaRPr lang="pt-BR" sz="2000" dirty="0">
              <a:solidFill>
                <a:schemeClr val="tx1">
                  <a:lumMod val="50000"/>
                  <a:lumOff val="50000"/>
                </a:schemeClr>
              </a:solidFill>
              <a:latin typeface="Simplon BP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2518295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Transi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296560"/>
            <a:ext cx="10515600" cy="1325033"/>
          </a:xfrm>
          <a:prstGeom prst="rect">
            <a:avLst/>
          </a:prstGeom>
        </p:spPr>
        <p:txBody>
          <a:bodyPr anchor="ctr"/>
          <a:lstStyle>
            <a:lvl1pPr>
              <a:defRPr sz="4800">
                <a:solidFill>
                  <a:srgbClr val="FF6D00"/>
                </a:solidFill>
                <a:latin typeface="+mj-lt"/>
              </a:defRPr>
            </a:lvl1pPr>
          </a:lstStyle>
          <a:p>
            <a:r>
              <a:rPr lang="en-US" dirty="0"/>
              <a:t>TÍTULO DE TRANSIÇÃO</a:t>
            </a:r>
          </a:p>
        </p:txBody>
      </p:sp>
      <p:pic>
        <p:nvPicPr>
          <p:cNvPr id="3" name="Picture 33" descr="D:\OI 2014\1. JASON\Oi_Logos\Oi_mass_logo_1_1c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6103" y="241331"/>
            <a:ext cx="480000" cy="515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9382DBF-DF74-4547-9C36-453AC22ABE8F}"/>
              </a:ext>
            </a:extLst>
          </p:cNvPr>
          <p:cNvSpPr/>
          <p:nvPr userDrawn="1"/>
        </p:nvSpPr>
        <p:spPr>
          <a:xfrm>
            <a:off x="1025622" y="3383623"/>
            <a:ext cx="931524" cy="9589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238"/>
            <a:endParaRPr lang="pt-BR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684171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068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2CF15F8C-4599-40FD-AD4E-96E6026AF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7" y="244408"/>
            <a:ext cx="10659467" cy="385824"/>
          </a:xfrm>
          <a:prstGeom prst="rect">
            <a:avLst/>
          </a:prstGeom>
        </p:spPr>
        <p:txBody>
          <a:bodyPr lIns="90000" tIns="46800" rIns="90000" bIns="46800" anchor="ctr" anchorCtr="0"/>
          <a:lstStyle>
            <a:lvl1pPr>
              <a:defRPr sz="2667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60169303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092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4407"/>
            <a:ext cx="10659467" cy="699876"/>
          </a:xfrm>
          <a:prstGeom prst="rect">
            <a:avLst/>
          </a:prstGeom>
        </p:spPr>
        <p:txBody>
          <a:bodyPr lIns="90000" tIns="46800" rIns="90000" bIns="46800" anchor="t" anchorCtr="0"/>
          <a:lstStyle>
            <a:lvl1pPr>
              <a:defRPr sz="2133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D64A3B-8CEF-493F-B604-344685A719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-12774"/>
            <a:ext cx="10659533" cy="257183"/>
          </a:xfrm>
          <a:prstGeom prst="rect">
            <a:avLst/>
          </a:prstGeom>
        </p:spPr>
        <p:txBody>
          <a:bodyPr tIns="36000" bIns="36000"/>
          <a:lstStyle>
            <a:lvl1pPr>
              <a:defRPr sz="1067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0" lang="pt-BR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Clique para adicionar header</a:t>
            </a:r>
            <a:endParaRPr lang="pt-BR" dirty="0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BD6B3D70-0E14-4D68-BEAD-5F6CF789F6C7}"/>
              </a:ext>
            </a:extLst>
          </p:cNvPr>
          <p:cNvCxnSpPr/>
          <p:nvPr userDrawn="1"/>
        </p:nvCxnSpPr>
        <p:spPr>
          <a:xfrm>
            <a:off x="0" y="944300"/>
            <a:ext cx="12192000" cy="0"/>
          </a:xfrm>
          <a:prstGeom prst="line">
            <a:avLst/>
          </a:prstGeom>
          <a:ln w="285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8878051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0723973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2D12AD8-BB79-4479-97D5-680026E09646}"/>
              </a:ext>
            </a:extLst>
          </p:cNvPr>
          <p:cNvSpPr/>
          <p:nvPr userDrawn="1"/>
        </p:nvSpPr>
        <p:spPr>
          <a:xfrm>
            <a:off x="0" y="3724592"/>
            <a:ext cx="4464000" cy="4800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609238"/>
            <a:endParaRPr lang="pt-BR" sz="1600" dirty="0">
              <a:solidFill>
                <a:prstClr val="white"/>
              </a:solidFill>
              <a:latin typeface="Simplon BP Light" pitchFamily="2" charset="0"/>
            </a:endParaRPr>
          </a:p>
        </p:txBody>
      </p:sp>
      <p:sp>
        <p:nvSpPr>
          <p:cNvPr id="9" name="Espaço Reservado para Texto 1">
            <a:extLst>
              <a:ext uri="{FF2B5EF4-FFF2-40B4-BE49-F238E27FC236}">
                <a16:creationId xmlns:a16="http://schemas.microsoft.com/office/drawing/2014/main" id="{6E6E7BFE-15E0-4A06-B27F-C34F1C0EB2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3374" y="2741234"/>
            <a:ext cx="4254500" cy="1310217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accent5"/>
                </a:solidFill>
                <a:latin typeface="+mj-lt"/>
              </a:defRPr>
            </a:lvl1pPr>
          </a:lstStyle>
          <a:p>
            <a:r>
              <a:rPr lang="pt-BR" dirty="0"/>
              <a:t>INSERIR TEXTO</a:t>
            </a:r>
          </a:p>
        </p:txBody>
      </p:sp>
    </p:spTree>
    <p:extLst>
      <p:ext uri="{BB962C8B-B14F-4D97-AF65-F5344CB8AC3E}">
        <p14:creationId xmlns:p14="http://schemas.microsoft.com/office/powerpoint/2010/main" val="1227231854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116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4"/>
          <p:cNvSpPr txBox="1">
            <a:spLocks/>
          </p:cNvSpPr>
          <p:nvPr userDrawn="1"/>
        </p:nvSpPr>
        <p:spPr>
          <a:xfrm>
            <a:off x="8816806" y="6232588"/>
            <a:ext cx="2846591" cy="365125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457200" rtl="0" eaLnBrk="1" latinLnBrk="0" hangingPunct="1">
              <a:defRPr sz="1000" kern="1200" baseline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 dirty="0">
                <a:cs typeface="Simplon BP Regular"/>
              </a:rPr>
              <a:t>MATERIAL CONFIDENCIAL  |  SLIDE Nº </a:t>
            </a:r>
            <a:fld id="{1115FE8E-B0E0-984D-A6F8-8DB859C1C7B7}" type="slidenum">
              <a:rPr lang="en-US" sz="1333" smtClean="0">
                <a:latin typeface="Simplon BP Bold"/>
                <a:cs typeface="Simplon BP Bold"/>
              </a:rPr>
              <a:pPr/>
              <a:t>‹nº›</a:t>
            </a:fld>
            <a:endParaRPr lang="en-US" sz="1333" dirty="0">
              <a:latin typeface="Simplon BP Bold"/>
              <a:cs typeface="Simplon BP Bold"/>
            </a:endParaRP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28" hasCustomPrompt="1"/>
          </p:nvPr>
        </p:nvSpPr>
        <p:spPr>
          <a:xfrm>
            <a:off x="430718" y="3196073"/>
            <a:ext cx="8114069" cy="202735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7" cap="none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</a:p>
          <a:p>
            <a:pPr lvl="0"/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430717" y="2436252"/>
            <a:ext cx="8114071" cy="38613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09585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cap="all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has id </a:t>
            </a:r>
            <a:r>
              <a:rPr lang="en-US" dirty="0" err="1"/>
              <a:t>cibo</a:t>
            </a:r>
            <a:r>
              <a:rPr lang="en-US" dirty="0"/>
              <a:t> </a:t>
            </a:r>
            <a:r>
              <a:rPr lang="en-US" dirty="0" err="1"/>
              <a:t>quidam</a:t>
            </a:r>
            <a:r>
              <a:rPr lang="en-US" dirty="0"/>
              <a:t> </a:t>
            </a:r>
            <a:r>
              <a:rPr lang="en-US" dirty="0" err="1"/>
              <a:t>facilis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1"/>
            <a:ext cx="8114069" cy="175904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 baseline="0">
                <a:solidFill>
                  <a:srgbClr val="EA288C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/>
              <a:t>Insira</a:t>
            </a:r>
            <a:r>
              <a:rPr lang="en-US" dirty="0"/>
              <a:t> o </a:t>
            </a:r>
            <a:r>
              <a:rPr lang="en-US" dirty="0" err="1"/>
              <a:t>Título</a:t>
            </a:r>
            <a:r>
              <a:rPr lang="en-US" dirty="0"/>
              <a:t> do slide </a:t>
            </a:r>
            <a:r>
              <a:rPr lang="en-US" dirty="0" err="1"/>
              <a:t>aqui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452908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140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9468"/>
            <a:ext cx="10659467" cy="5760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667" b="0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22881891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88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1F1C917B-2E43-4A39-9388-BC0FA950D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718" y="909337"/>
            <a:ext cx="8114069" cy="1759049"/>
          </a:xfrm>
          <a:prstGeom prst="rect">
            <a:avLst/>
          </a:prstGeom>
        </p:spPr>
        <p:txBody>
          <a:bodyPr/>
          <a:lstStyle/>
          <a:p>
            <a:r>
              <a:rPr lang="pt-BR" sz="5867" dirty="0">
                <a:solidFill>
                  <a:srgbClr val="FF6D00"/>
                </a:solidFill>
                <a:latin typeface="Simplon Oi Headline" pitchFamily="50" charset="0"/>
                <a:cs typeface="Arial"/>
              </a:rPr>
              <a:t>Revisão do Processo de Cobrança</a:t>
            </a:r>
            <a:endParaRPr lang="en-US" dirty="0">
              <a:solidFill>
                <a:srgbClr val="FF6D00"/>
              </a:solidFill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1777550-F3FF-4EF2-8E12-158CD1A88B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64671" y="6136217"/>
            <a:ext cx="2994807" cy="529167"/>
          </a:xfrm>
          <a:prstGeom prst="rect">
            <a:avLst/>
          </a:prstGeom>
        </p:spPr>
        <p:txBody>
          <a:bodyPr anchor="ctr"/>
          <a:lstStyle>
            <a:lvl1pPr marL="0" marR="0" indent="0" algn="r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l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pt-PT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implon BP Light" pitchFamily="2" charset="0"/>
              </a:rPr>
              <a:t>Inserir Data</a:t>
            </a:r>
            <a:endParaRPr lang="pt-BR" sz="2000" dirty="0">
              <a:solidFill>
                <a:schemeClr val="tx1">
                  <a:lumMod val="50000"/>
                  <a:lumOff val="50000"/>
                </a:schemeClr>
              </a:solidFill>
              <a:latin typeface="Simplon BP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9214979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Transi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296560"/>
            <a:ext cx="10515600" cy="1325033"/>
          </a:xfrm>
          <a:prstGeom prst="rect">
            <a:avLst/>
          </a:prstGeom>
        </p:spPr>
        <p:txBody>
          <a:bodyPr anchor="ctr"/>
          <a:lstStyle>
            <a:lvl1pPr>
              <a:defRPr sz="4800">
                <a:solidFill>
                  <a:srgbClr val="FF6D00"/>
                </a:solidFill>
                <a:latin typeface="+mj-lt"/>
              </a:defRPr>
            </a:lvl1pPr>
          </a:lstStyle>
          <a:p>
            <a:r>
              <a:rPr lang="en-US" dirty="0"/>
              <a:t>TÍTULO DE TRANSIÇÃO</a:t>
            </a:r>
          </a:p>
        </p:txBody>
      </p:sp>
      <p:pic>
        <p:nvPicPr>
          <p:cNvPr id="3" name="Picture 33" descr="D:\OI 2014\1. JASON\Oi_Logos\Oi_mass_logo_1_1c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6103" y="241331"/>
            <a:ext cx="480000" cy="515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9382DBF-DF74-4547-9C36-453AC22ABE8F}"/>
              </a:ext>
            </a:extLst>
          </p:cNvPr>
          <p:cNvSpPr/>
          <p:nvPr userDrawn="1"/>
        </p:nvSpPr>
        <p:spPr>
          <a:xfrm>
            <a:off x="1025622" y="3383623"/>
            <a:ext cx="931524" cy="9589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238"/>
            <a:endParaRPr lang="pt-BR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8290862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212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2CF15F8C-4599-40FD-AD4E-96E6026AF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7" y="244408"/>
            <a:ext cx="10659467" cy="385824"/>
          </a:xfrm>
          <a:prstGeom prst="rect">
            <a:avLst/>
          </a:prstGeom>
        </p:spPr>
        <p:txBody>
          <a:bodyPr lIns="90000" tIns="46800" rIns="90000" bIns="46800" anchor="ctr" anchorCtr="0"/>
          <a:lstStyle>
            <a:lvl1pPr>
              <a:defRPr sz="2667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7406130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236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4407"/>
            <a:ext cx="10659467" cy="699876"/>
          </a:xfrm>
          <a:prstGeom prst="rect">
            <a:avLst/>
          </a:prstGeom>
        </p:spPr>
        <p:txBody>
          <a:bodyPr lIns="90000" tIns="46800" rIns="90000" bIns="46800" anchor="t" anchorCtr="0"/>
          <a:lstStyle>
            <a:lvl1pPr>
              <a:defRPr sz="2133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D64A3B-8CEF-493F-B604-344685A719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-12774"/>
            <a:ext cx="10659533" cy="257183"/>
          </a:xfrm>
          <a:prstGeom prst="rect">
            <a:avLst/>
          </a:prstGeom>
        </p:spPr>
        <p:txBody>
          <a:bodyPr tIns="36000" bIns="36000"/>
          <a:lstStyle>
            <a:lvl1pPr>
              <a:defRPr sz="1067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0" lang="pt-BR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Clique para adicionar header</a:t>
            </a:r>
            <a:endParaRPr lang="pt-BR" dirty="0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BD6B3D70-0E14-4D68-BEAD-5F6CF789F6C7}"/>
              </a:ext>
            </a:extLst>
          </p:cNvPr>
          <p:cNvCxnSpPr/>
          <p:nvPr userDrawn="1"/>
        </p:nvCxnSpPr>
        <p:spPr>
          <a:xfrm>
            <a:off x="0" y="944300"/>
            <a:ext cx="12192000" cy="0"/>
          </a:xfrm>
          <a:prstGeom prst="line">
            <a:avLst/>
          </a:prstGeom>
          <a:ln w="285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7106554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9953721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2D12AD8-BB79-4479-97D5-680026E09646}"/>
              </a:ext>
            </a:extLst>
          </p:cNvPr>
          <p:cNvSpPr/>
          <p:nvPr userDrawn="1"/>
        </p:nvSpPr>
        <p:spPr>
          <a:xfrm>
            <a:off x="0" y="3724592"/>
            <a:ext cx="4464000" cy="4800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609238"/>
            <a:endParaRPr lang="pt-BR" sz="1600" dirty="0">
              <a:solidFill>
                <a:prstClr val="white"/>
              </a:solidFill>
              <a:latin typeface="Simplon BP Light" pitchFamily="2" charset="0"/>
            </a:endParaRPr>
          </a:p>
        </p:txBody>
      </p:sp>
      <p:sp>
        <p:nvSpPr>
          <p:cNvPr id="9" name="Espaço Reservado para Texto 1">
            <a:extLst>
              <a:ext uri="{FF2B5EF4-FFF2-40B4-BE49-F238E27FC236}">
                <a16:creationId xmlns:a16="http://schemas.microsoft.com/office/drawing/2014/main" id="{6E6E7BFE-15E0-4A06-B27F-C34F1C0EB2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3374" y="2741234"/>
            <a:ext cx="4254500" cy="1310217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accent5"/>
                </a:solidFill>
                <a:latin typeface="+mj-lt"/>
              </a:defRPr>
            </a:lvl1pPr>
          </a:lstStyle>
          <a:p>
            <a:r>
              <a:rPr lang="pt-BR" dirty="0"/>
              <a:t>INSERIR TEXTO</a:t>
            </a:r>
          </a:p>
        </p:txBody>
      </p:sp>
    </p:spTree>
    <p:extLst>
      <p:ext uri="{BB962C8B-B14F-4D97-AF65-F5344CB8AC3E}">
        <p14:creationId xmlns:p14="http://schemas.microsoft.com/office/powerpoint/2010/main" val="1497786705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260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4"/>
          <p:cNvSpPr txBox="1">
            <a:spLocks/>
          </p:cNvSpPr>
          <p:nvPr userDrawn="1"/>
        </p:nvSpPr>
        <p:spPr>
          <a:xfrm>
            <a:off x="8816806" y="6232588"/>
            <a:ext cx="2846591" cy="365125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457200" rtl="0" eaLnBrk="1" latinLnBrk="0" hangingPunct="1">
              <a:defRPr sz="1000" kern="1200" baseline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 dirty="0">
                <a:cs typeface="Simplon BP Regular"/>
              </a:rPr>
              <a:t>MATERIAL CONFIDENCIAL  |  SLIDE Nº </a:t>
            </a:r>
            <a:fld id="{1115FE8E-B0E0-984D-A6F8-8DB859C1C7B7}" type="slidenum">
              <a:rPr lang="en-US" sz="1333" smtClean="0">
                <a:latin typeface="Simplon BP Bold"/>
                <a:cs typeface="Simplon BP Bold"/>
              </a:rPr>
              <a:pPr/>
              <a:t>‹nº›</a:t>
            </a:fld>
            <a:endParaRPr lang="en-US" sz="1333" dirty="0">
              <a:latin typeface="Simplon BP Bold"/>
              <a:cs typeface="Simplon BP Bold"/>
            </a:endParaRP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28" hasCustomPrompt="1"/>
          </p:nvPr>
        </p:nvSpPr>
        <p:spPr>
          <a:xfrm>
            <a:off x="430718" y="3196073"/>
            <a:ext cx="8114069" cy="202735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7" cap="none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</a:p>
          <a:p>
            <a:pPr lvl="0"/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430717" y="2436252"/>
            <a:ext cx="8114071" cy="38613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09585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cap="all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has id </a:t>
            </a:r>
            <a:r>
              <a:rPr lang="en-US" dirty="0" err="1"/>
              <a:t>cibo</a:t>
            </a:r>
            <a:r>
              <a:rPr lang="en-US" dirty="0"/>
              <a:t> </a:t>
            </a:r>
            <a:r>
              <a:rPr lang="en-US" dirty="0" err="1"/>
              <a:t>quidam</a:t>
            </a:r>
            <a:r>
              <a:rPr lang="en-US" dirty="0"/>
              <a:t> </a:t>
            </a:r>
            <a:r>
              <a:rPr lang="en-US" dirty="0" err="1"/>
              <a:t>facilis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1"/>
            <a:ext cx="8114069" cy="175904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 baseline="0">
                <a:solidFill>
                  <a:srgbClr val="EA288C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/>
              <a:t>Insira</a:t>
            </a:r>
            <a:r>
              <a:rPr lang="en-US" dirty="0"/>
              <a:t> o </a:t>
            </a:r>
            <a:r>
              <a:rPr lang="en-US" dirty="0" err="1"/>
              <a:t>Título</a:t>
            </a:r>
            <a:r>
              <a:rPr lang="en-US" dirty="0"/>
              <a:t> do slide </a:t>
            </a:r>
            <a:r>
              <a:rPr lang="en-US" dirty="0" err="1"/>
              <a:t>aqui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109596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284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9468"/>
            <a:ext cx="10659467" cy="5760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667" b="0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1755166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332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1F1C917B-2E43-4A39-9388-BC0FA950D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718" y="909337"/>
            <a:ext cx="8114069" cy="1759049"/>
          </a:xfrm>
          <a:prstGeom prst="rect">
            <a:avLst/>
          </a:prstGeom>
        </p:spPr>
        <p:txBody>
          <a:bodyPr/>
          <a:lstStyle/>
          <a:p>
            <a:r>
              <a:rPr lang="pt-BR" sz="5867" dirty="0">
                <a:solidFill>
                  <a:srgbClr val="FF6D00"/>
                </a:solidFill>
                <a:latin typeface="Simplon Oi Headline" pitchFamily="50" charset="0"/>
                <a:cs typeface="Arial"/>
              </a:rPr>
              <a:t>Revisão do Processo de Cobrança</a:t>
            </a:r>
            <a:endParaRPr lang="en-US" dirty="0">
              <a:solidFill>
                <a:srgbClr val="FF6D00"/>
              </a:solidFill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1777550-F3FF-4EF2-8E12-158CD1A88B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64671" y="6136217"/>
            <a:ext cx="2994807" cy="529167"/>
          </a:xfrm>
          <a:prstGeom prst="rect">
            <a:avLst/>
          </a:prstGeom>
        </p:spPr>
        <p:txBody>
          <a:bodyPr anchor="ctr"/>
          <a:lstStyle>
            <a:lvl1pPr marL="0" marR="0" indent="0" algn="r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l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pt-PT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implon BP Light" pitchFamily="2" charset="0"/>
              </a:rPr>
              <a:t>Inserir Data</a:t>
            </a:r>
            <a:endParaRPr lang="pt-BR" sz="2000" dirty="0">
              <a:solidFill>
                <a:schemeClr val="tx1">
                  <a:lumMod val="50000"/>
                  <a:lumOff val="50000"/>
                </a:schemeClr>
              </a:solidFill>
              <a:latin typeface="Simplon BP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9293664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Transi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296560"/>
            <a:ext cx="10515600" cy="1325033"/>
          </a:xfrm>
          <a:prstGeom prst="rect">
            <a:avLst/>
          </a:prstGeom>
        </p:spPr>
        <p:txBody>
          <a:bodyPr anchor="ctr"/>
          <a:lstStyle>
            <a:lvl1pPr>
              <a:defRPr sz="4800">
                <a:solidFill>
                  <a:srgbClr val="FF6D00"/>
                </a:solidFill>
                <a:latin typeface="+mj-lt"/>
              </a:defRPr>
            </a:lvl1pPr>
          </a:lstStyle>
          <a:p>
            <a:r>
              <a:rPr lang="en-US" dirty="0"/>
              <a:t>TÍTULO DE TRANSIÇÃO</a:t>
            </a:r>
          </a:p>
        </p:txBody>
      </p:sp>
      <p:pic>
        <p:nvPicPr>
          <p:cNvPr id="3" name="Picture 33" descr="D:\OI 2014\1. JASON\Oi_Logos\Oi_mass_logo_1_1c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6103" y="241331"/>
            <a:ext cx="480000" cy="515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9382DBF-DF74-4547-9C36-453AC22ABE8F}"/>
              </a:ext>
            </a:extLst>
          </p:cNvPr>
          <p:cNvSpPr/>
          <p:nvPr userDrawn="1"/>
        </p:nvSpPr>
        <p:spPr>
          <a:xfrm>
            <a:off x="1025622" y="3383623"/>
            <a:ext cx="931524" cy="9589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238"/>
            <a:endParaRPr lang="pt-BR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0202251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356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2CF15F8C-4599-40FD-AD4E-96E6026AF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7" y="244408"/>
            <a:ext cx="10659467" cy="385824"/>
          </a:xfrm>
          <a:prstGeom prst="rect">
            <a:avLst/>
          </a:prstGeom>
        </p:spPr>
        <p:txBody>
          <a:bodyPr lIns="90000" tIns="46800" rIns="90000" bIns="46800" anchor="ctr" anchorCtr="0"/>
          <a:lstStyle>
            <a:lvl1pPr>
              <a:defRPr sz="2667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2043088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380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4407"/>
            <a:ext cx="10659467" cy="699876"/>
          </a:xfrm>
          <a:prstGeom prst="rect">
            <a:avLst/>
          </a:prstGeom>
        </p:spPr>
        <p:txBody>
          <a:bodyPr lIns="90000" tIns="46800" rIns="90000" bIns="46800" anchor="t" anchorCtr="0"/>
          <a:lstStyle>
            <a:lvl1pPr>
              <a:defRPr sz="2133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D64A3B-8CEF-493F-B604-344685A719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-12774"/>
            <a:ext cx="10659533" cy="257183"/>
          </a:xfrm>
          <a:prstGeom prst="rect">
            <a:avLst/>
          </a:prstGeom>
        </p:spPr>
        <p:txBody>
          <a:bodyPr tIns="36000" bIns="36000"/>
          <a:lstStyle>
            <a:lvl1pPr>
              <a:defRPr sz="1067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0" lang="pt-BR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Clique para adicionar header</a:t>
            </a:r>
            <a:endParaRPr lang="pt-BR" dirty="0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BD6B3D70-0E14-4D68-BEAD-5F6CF789F6C7}"/>
              </a:ext>
            </a:extLst>
          </p:cNvPr>
          <p:cNvCxnSpPr/>
          <p:nvPr userDrawn="1"/>
        </p:nvCxnSpPr>
        <p:spPr>
          <a:xfrm>
            <a:off x="0" y="944300"/>
            <a:ext cx="12192000" cy="0"/>
          </a:xfrm>
          <a:prstGeom prst="line">
            <a:avLst/>
          </a:prstGeom>
          <a:ln w="285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1179383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969899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2D12AD8-BB79-4479-97D5-680026E09646}"/>
              </a:ext>
            </a:extLst>
          </p:cNvPr>
          <p:cNvSpPr/>
          <p:nvPr userDrawn="1"/>
        </p:nvSpPr>
        <p:spPr>
          <a:xfrm>
            <a:off x="0" y="3724592"/>
            <a:ext cx="4464000" cy="4800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609238"/>
            <a:endParaRPr lang="pt-BR" sz="1600" dirty="0">
              <a:solidFill>
                <a:prstClr val="white"/>
              </a:solidFill>
              <a:latin typeface="Simplon BP Light" pitchFamily="2" charset="0"/>
            </a:endParaRPr>
          </a:p>
        </p:txBody>
      </p:sp>
      <p:sp>
        <p:nvSpPr>
          <p:cNvPr id="9" name="Espaço Reservado para Texto 1">
            <a:extLst>
              <a:ext uri="{FF2B5EF4-FFF2-40B4-BE49-F238E27FC236}">
                <a16:creationId xmlns:a16="http://schemas.microsoft.com/office/drawing/2014/main" id="{6E6E7BFE-15E0-4A06-B27F-C34F1C0EB2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3374" y="2741234"/>
            <a:ext cx="4254500" cy="1310217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accent5"/>
                </a:solidFill>
                <a:latin typeface="+mj-lt"/>
              </a:defRPr>
            </a:lvl1pPr>
          </a:lstStyle>
          <a:p>
            <a:r>
              <a:rPr lang="pt-BR" dirty="0"/>
              <a:t>INSERIR TEXTO</a:t>
            </a:r>
          </a:p>
        </p:txBody>
      </p:sp>
    </p:spTree>
    <p:extLst>
      <p:ext uri="{BB962C8B-B14F-4D97-AF65-F5344CB8AC3E}">
        <p14:creationId xmlns:p14="http://schemas.microsoft.com/office/powerpoint/2010/main" val="2104786957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404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4"/>
          <p:cNvSpPr txBox="1">
            <a:spLocks/>
          </p:cNvSpPr>
          <p:nvPr userDrawn="1"/>
        </p:nvSpPr>
        <p:spPr>
          <a:xfrm>
            <a:off x="8816806" y="6232588"/>
            <a:ext cx="2846591" cy="365125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457200" rtl="0" eaLnBrk="1" latinLnBrk="0" hangingPunct="1">
              <a:defRPr sz="1000" kern="1200" baseline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 dirty="0">
                <a:cs typeface="Simplon BP Regular"/>
              </a:rPr>
              <a:t>MATERIAL CONFIDENCIAL  |  SLIDE Nº </a:t>
            </a:r>
            <a:fld id="{1115FE8E-B0E0-984D-A6F8-8DB859C1C7B7}" type="slidenum">
              <a:rPr lang="en-US" sz="1333" smtClean="0">
                <a:latin typeface="Simplon BP Bold"/>
                <a:cs typeface="Simplon BP Bold"/>
              </a:rPr>
              <a:pPr/>
              <a:t>‹nº›</a:t>
            </a:fld>
            <a:endParaRPr lang="en-US" sz="1333" dirty="0">
              <a:latin typeface="Simplon BP Bold"/>
              <a:cs typeface="Simplon BP Bold"/>
            </a:endParaRP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28" hasCustomPrompt="1"/>
          </p:nvPr>
        </p:nvSpPr>
        <p:spPr>
          <a:xfrm>
            <a:off x="430718" y="3196073"/>
            <a:ext cx="8114069" cy="202735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7" cap="none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</a:p>
          <a:p>
            <a:pPr lvl="0"/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430717" y="2436252"/>
            <a:ext cx="8114071" cy="38613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09585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cap="all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has id </a:t>
            </a:r>
            <a:r>
              <a:rPr lang="en-US" dirty="0" err="1"/>
              <a:t>cibo</a:t>
            </a:r>
            <a:r>
              <a:rPr lang="en-US" dirty="0"/>
              <a:t> </a:t>
            </a:r>
            <a:r>
              <a:rPr lang="en-US" dirty="0" err="1"/>
              <a:t>quidam</a:t>
            </a:r>
            <a:r>
              <a:rPr lang="en-US" dirty="0"/>
              <a:t> </a:t>
            </a:r>
            <a:r>
              <a:rPr lang="en-US" dirty="0" err="1"/>
              <a:t>facilis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1"/>
            <a:ext cx="8114069" cy="175904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 baseline="0">
                <a:solidFill>
                  <a:srgbClr val="EA288C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/>
              <a:t>Insira</a:t>
            </a:r>
            <a:r>
              <a:rPr lang="en-US" dirty="0"/>
              <a:t> o </a:t>
            </a:r>
            <a:r>
              <a:rPr lang="en-US" dirty="0" err="1"/>
              <a:t>Título</a:t>
            </a:r>
            <a:r>
              <a:rPr lang="en-US" dirty="0"/>
              <a:t> do slide </a:t>
            </a:r>
            <a:r>
              <a:rPr lang="en-US" dirty="0" err="1"/>
              <a:t>aqui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986027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28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9468"/>
            <a:ext cx="10659467" cy="5760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667" b="0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12616490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476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1F1C917B-2E43-4A39-9388-BC0FA950D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718" y="909337"/>
            <a:ext cx="8114069" cy="1759049"/>
          </a:xfrm>
          <a:prstGeom prst="rect">
            <a:avLst/>
          </a:prstGeom>
        </p:spPr>
        <p:txBody>
          <a:bodyPr/>
          <a:lstStyle/>
          <a:p>
            <a:r>
              <a:rPr lang="pt-BR" sz="5867" dirty="0">
                <a:solidFill>
                  <a:srgbClr val="FF6D00"/>
                </a:solidFill>
                <a:latin typeface="Simplon Oi Headline" pitchFamily="50" charset="0"/>
                <a:cs typeface="Arial"/>
              </a:rPr>
              <a:t>Revisão do Processo de Cobrança</a:t>
            </a:r>
            <a:endParaRPr lang="en-US" dirty="0">
              <a:solidFill>
                <a:srgbClr val="FF6D00"/>
              </a:solidFill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1777550-F3FF-4EF2-8E12-158CD1A88B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64671" y="6136217"/>
            <a:ext cx="2994807" cy="529167"/>
          </a:xfrm>
          <a:prstGeom prst="rect">
            <a:avLst/>
          </a:prstGeom>
        </p:spPr>
        <p:txBody>
          <a:bodyPr anchor="ctr"/>
          <a:lstStyle>
            <a:lvl1pPr marL="0" marR="0" indent="0" algn="r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l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pt-PT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implon BP Light" pitchFamily="2" charset="0"/>
              </a:rPr>
              <a:t>Inserir Data</a:t>
            </a:r>
            <a:endParaRPr lang="pt-BR" sz="2000" dirty="0">
              <a:solidFill>
                <a:schemeClr val="tx1">
                  <a:lumMod val="50000"/>
                  <a:lumOff val="50000"/>
                </a:schemeClr>
              </a:solidFill>
              <a:latin typeface="Simplon BP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7582035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Transi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296560"/>
            <a:ext cx="10515600" cy="1325033"/>
          </a:xfrm>
          <a:prstGeom prst="rect">
            <a:avLst/>
          </a:prstGeom>
        </p:spPr>
        <p:txBody>
          <a:bodyPr anchor="ctr"/>
          <a:lstStyle>
            <a:lvl1pPr>
              <a:defRPr sz="4800">
                <a:solidFill>
                  <a:srgbClr val="FF6D00"/>
                </a:solidFill>
                <a:latin typeface="+mj-lt"/>
              </a:defRPr>
            </a:lvl1pPr>
          </a:lstStyle>
          <a:p>
            <a:r>
              <a:rPr lang="en-US" dirty="0"/>
              <a:t>TÍTULO DE TRANSIÇÃO</a:t>
            </a:r>
          </a:p>
        </p:txBody>
      </p:sp>
      <p:pic>
        <p:nvPicPr>
          <p:cNvPr id="3" name="Picture 33" descr="D:\OI 2014\1. JASON\Oi_Logos\Oi_mass_logo_1_1c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6103" y="241331"/>
            <a:ext cx="480000" cy="515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9382DBF-DF74-4547-9C36-453AC22ABE8F}"/>
              </a:ext>
            </a:extLst>
          </p:cNvPr>
          <p:cNvSpPr/>
          <p:nvPr userDrawn="1"/>
        </p:nvSpPr>
        <p:spPr>
          <a:xfrm>
            <a:off x="1025622" y="3383623"/>
            <a:ext cx="931524" cy="9589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238"/>
            <a:endParaRPr lang="pt-BR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6760507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500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2CF15F8C-4599-40FD-AD4E-96E6026AF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7" y="244408"/>
            <a:ext cx="10659467" cy="385824"/>
          </a:xfrm>
          <a:prstGeom prst="rect">
            <a:avLst/>
          </a:prstGeom>
        </p:spPr>
        <p:txBody>
          <a:bodyPr lIns="90000" tIns="46800" rIns="90000" bIns="46800" anchor="ctr" anchorCtr="0"/>
          <a:lstStyle>
            <a:lvl1pPr>
              <a:defRPr sz="2667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57803398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524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4407"/>
            <a:ext cx="10659467" cy="699876"/>
          </a:xfrm>
          <a:prstGeom prst="rect">
            <a:avLst/>
          </a:prstGeom>
        </p:spPr>
        <p:txBody>
          <a:bodyPr lIns="90000" tIns="46800" rIns="90000" bIns="46800" anchor="t" anchorCtr="0"/>
          <a:lstStyle>
            <a:lvl1pPr>
              <a:defRPr sz="2133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D64A3B-8CEF-493F-B604-344685A719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-12774"/>
            <a:ext cx="10659533" cy="257183"/>
          </a:xfrm>
          <a:prstGeom prst="rect">
            <a:avLst/>
          </a:prstGeom>
        </p:spPr>
        <p:txBody>
          <a:bodyPr tIns="36000" bIns="36000"/>
          <a:lstStyle>
            <a:lvl1pPr>
              <a:defRPr sz="1067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0" lang="pt-BR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Clique para adicionar header</a:t>
            </a:r>
            <a:endParaRPr lang="pt-BR" dirty="0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BD6B3D70-0E14-4D68-BEAD-5F6CF789F6C7}"/>
              </a:ext>
            </a:extLst>
          </p:cNvPr>
          <p:cNvCxnSpPr/>
          <p:nvPr userDrawn="1"/>
        </p:nvCxnSpPr>
        <p:spPr>
          <a:xfrm>
            <a:off x="0" y="944300"/>
            <a:ext cx="12192000" cy="0"/>
          </a:xfrm>
          <a:prstGeom prst="line">
            <a:avLst/>
          </a:prstGeom>
          <a:ln w="285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1676163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7969473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2D12AD8-BB79-4479-97D5-680026E09646}"/>
              </a:ext>
            </a:extLst>
          </p:cNvPr>
          <p:cNvSpPr/>
          <p:nvPr userDrawn="1"/>
        </p:nvSpPr>
        <p:spPr>
          <a:xfrm>
            <a:off x="0" y="3724592"/>
            <a:ext cx="4464000" cy="4800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609238"/>
            <a:endParaRPr lang="pt-BR" sz="1600" dirty="0">
              <a:solidFill>
                <a:prstClr val="white"/>
              </a:solidFill>
              <a:latin typeface="Simplon BP Light" pitchFamily="2" charset="0"/>
            </a:endParaRPr>
          </a:p>
        </p:txBody>
      </p:sp>
      <p:sp>
        <p:nvSpPr>
          <p:cNvPr id="9" name="Espaço Reservado para Texto 1">
            <a:extLst>
              <a:ext uri="{FF2B5EF4-FFF2-40B4-BE49-F238E27FC236}">
                <a16:creationId xmlns:a16="http://schemas.microsoft.com/office/drawing/2014/main" id="{6E6E7BFE-15E0-4A06-B27F-C34F1C0EB2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3374" y="2741234"/>
            <a:ext cx="4254500" cy="1310217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accent5"/>
                </a:solidFill>
                <a:latin typeface="+mj-lt"/>
              </a:defRPr>
            </a:lvl1pPr>
          </a:lstStyle>
          <a:p>
            <a:r>
              <a:rPr lang="pt-BR" dirty="0"/>
              <a:t>INSERIR TEXTO</a:t>
            </a:r>
          </a:p>
        </p:txBody>
      </p:sp>
    </p:spTree>
    <p:extLst>
      <p:ext uri="{BB962C8B-B14F-4D97-AF65-F5344CB8AC3E}">
        <p14:creationId xmlns:p14="http://schemas.microsoft.com/office/powerpoint/2010/main" val="318338176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548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4"/>
          <p:cNvSpPr txBox="1">
            <a:spLocks/>
          </p:cNvSpPr>
          <p:nvPr userDrawn="1"/>
        </p:nvSpPr>
        <p:spPr>
          <a:xfrm>
            <a:off x="8816806" y="6232588"/>
            <a:ext cx="2846591" cy="365125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457200" rtl="0" eaLnBrk="1" latinLnBrk="0" hangingPunct="1">
              <a:defRPr sz="1000" kern="1200" baseline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 dirty="0">
                <a:cs typeface="Simplon BP Regular"/>
              </a:rPr>
              <a:t>MATERIAL CONFIDENCIAL  |  SLIDE Nº </a:t>
            </a:r>
            <a:fld id="{1115FE8E-B0E0-984D-A6F8-8DB859C1C7B7}" type="slidenum">
              <a:rPr lang="en-US" sz="1333" smtClean="0">
                <a:latin typeface="Simplon BP Bold"/>
                <a:cs typeface="Simplon BP Bold"/>
              </a:rPr>
              <a:pPr/>
              <a:t>‹nº›</a:t>
            </a:fld>
            <a:endParaRPr lang="en-US" sz="1333" dirty="0">
              <a:latin typeface="Simplon BP Bold"/>
              <a:cs typeface="Simplon BP Bold"/>
            </a:endParaRP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28" hasCustomPrompt="1"/>
          </p:nvPr>
        </p:nvSpPr>
        <p:spPr>
          <a:xfrm>
            <a:off x="430718" y="3196073"/>
            <a:ext cx="8114069" cy="202735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7" cap="none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</a:p>
          <a:p>
            <a:pPr lvl="0"/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430717" y="2436252"/>
            <a:ext cx="8114071" cy="38613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09585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cap="all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has id </a:t>
            </a:r>
            <a:r>
              <a:rPr lang="en-US" dirty="0" err="1"/>
              <a:t>cibo</a:t>
            </a:r>
            <a:r>
              <a:rPr lang="en-US" dirty="0"/>
              <a:t> </a:t>
            </a:r>
            <a:r>
              <a:rPr lang="en-US" dirty="0" err="1"/>
              <a:t>quidam</a:t>
            </a:r>
            <a:r>
              <a:rPr lang="en-US" dirty="0"/>
              <a:t> </a:t>
            </a:r>
            <a:r>
              <a:rPr lang="en-US" dirty="0" err="1"/>
              <a:t>facilis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1"/>
            <a:ext cx="8114069" cy="175904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 baseline="0">
                <a:solidFill>
                  <a:srgbClr val="EA288C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/>
              <a:t>Insira</a:t>
            </a:r>
            <a:r>
              <a:rPr lang="en-US" dirty="0"/>
              <a:t> o </a:t>
            </a:r>
            <a:r>
              <a:rPr lang="en-US" dirty="0" err="1"/>
              <a:t>Título</a:t>
            </a:r>
            <a:r>
              <a:rPr lang="en-US" dirty="0"/>
              <a:t> do slide </a:t>
            </a:r>
            <a:r>
              <a:rPr lang="en-US" dirty="0" err="1"/>
              <a:t>aqui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79019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572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9468"/>
            <a:ext cx="10659467" cy="5760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667" b="0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8036177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Slide de Título" preserve="1">
  <p:cSld name="17_Slide de Título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oogle Shape;12;p20"/>
          <p:cNvGrpSpPr/>
          <p:nvPr/>
        </p:nvGrpSpPr>
        <p:grpSpPr>
          <a:xfrm>
            <a:off x="8797290" y="6001216"/>
            <a:ext cx="3081580" cy="753914"/>
            <a:chOff x="8797290" y="6001216"/>
            <a:chExt cx="3081580" cy="753914"/>
          </a:xfrm>
        </p:grpSpPr>
        <p:cxnSp>
          <p:nvCxnSpPr>
            <p:cNvPr id="13" name="Google Shape;13;p20"/>
            <p:cNvCxnSpPr/>
            <p:nvPr/>
          </p:nvCxnSpPr>
          <p:spPr>
            <a:xfrm>
              <a:off x="8797290" y="6652260"/>
              <a:ext cx="93273" cy="9118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0"/>
            <p:cNvCxnSpPr/>
            <p:nvPr/>
          </p:nvCxnSpPr>
          <p:spPr>
            <a:xfrm>
              <a:off x="8799295" y="6502175"/>
              <a:ext cx="252040" cy="25295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" name="Google Shape;15;p20"/>
            <p:cNvCxnSpPr/>
            <p:nvPr/>
          </p:nvCxnSpPr>
          <p:spPr>
            <a:xfrm>
              <a:off x="8808430" y="6361246"/>
              <a:ext cx="388285" cy="393884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" name="Google Shape;16;p20"/>
            <p:cNvCxnSpPr/>
            <p:nvPr/>
          </p:nvCxnSpPr>
          <p:spPr>
            <a:xfrm>
              <a:off x="8806000" y="6206289"/>
              <a:ext cx="540772" cy="548841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0"/>
            <p:cNvCxnSpPr/>
            <p:nvPr/>
          </p:nvCxnSpPr>
          <p:spPr>
            <a:xfrm>
              <a:off x="8801771" y="6055895"/>
              <a:ext cx="697041" cy="69923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" name="Google Shape;18;p20"/>
            <p:cNvCxnSpPr/>
            <p:nvPr/>
          </p:nvCxnSpPr>
          <p:spPr>
            <a:xfrm>
              <a:off x="889815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" name="Google Shape;19;p20"/>
            <p:cNvCxnSpPr/>
            <p:nvPr/>
          </p:nvCxnSpPr>
          <p:spPr>
            <a:xfrm>
              <a:off x="904647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" name="Google Shape;20;p20"/>
            <p:cNvCxnSpPr/>
            <p:nvPr/>
          </p:nvCxnSpPr>
          <p:spPr>
            <a:xfrm>
              <a:off x="919685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21;p20"/>
            <p:cNvCxnSpPr/>
            <p:nvPr/>
          </p:nvCxnSpPr>
          <p:spPr>
            <a:xfrm>
              <a:off x="934722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22;p20"/>
            <p:cNvCxnSpPr/>
            <p:nvPr/>
          </p:nvCxnSpPr>
          <p:spPr>
            <a:xfrm>
              <a:off x="949607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" name="Google Shape;23;p20"/>
            <p:cNvCxnSpPr/>
            <p:nvPr/>
          </p:nvCxnSpPr>
          <p:spPr>
            <a:xfrm>
              <a:off x="9644921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" name="Google Shape;24;p20"/>
            <p:cNvCxnSpPr/>
            <p:nvPr/>
          </p:nvCxnSpPr>
          <p:spPr>
            <a:xfrm>
              <a:off x="979376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" name="Google Shape;25;p20"/>
            <p:cNvCxnSpPr/>
            <p:nvPr/>
          </p:nvCxnSpPr>
          <p:spPr>
            <a:xfrm>
              <a:off x="994462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6" name="Google Shape;26;p20"/>
            <p:cNvCxnSpPr/>
            <p:nvPr/>
          </p:nvCxnSpPr>
          <p:spPr>
            <a:xfrm>
              <a:off x="1009948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" name="Google Shape;27;p20"/>
            <p:cNvCxnSpPr/>
            <p:nvPr/>
          </p:nvCxnSpPr>
          <p:spPr>
            <a:xfrm>
              <a:off x="1024432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" name="Google Shape;28;p20"/>
            <p:cNvCxnSpPr/>
            <p:nvPr/>
          </p:nvCxnSpPr>
          <p:spPr>
            <a:xfrm>
              <a:off x="1039517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" name="Google Shape;29;p20"/>
            <p:cNvCxnSpPr/>
            <p:nvPr/>
          </p:nvCxnSpPr>
          <p:spPr>
            <a:xfrm>
              <a:off x="1054807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" name="Google Shape;30;p20"/>
            <p:cNvCxnSpPr/>
            <p:nvPr/>
          </p:nvCxnSpPr>
          <p:spPr>
            <a:xfrm>
              <a:off x="1069494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" name="Google Shape;31;p20"/>
            <p:cNvCxnSpPr/>
            <p:nvPr/>
          </p:nvCxnSpPr>
          <p:spPr>
            <a:xfrm>
              <a:off x="1084581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" name="Google Shape;32;p20"/>
            <p:cNvCxnSpPr/>
            <p:nvPr/>
          </p:nvCxnSpPr>
          <p:spPr>
            <a:xfrm>
              <a:off x="1099466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" name="Google Shape;33;p20"/>
            <p:cNvCxnSpPr/>
            <p:nvPr/>
          </p:nvCxnSpPr>
          <p:spPr>
            <a:xfrm rot="10800000">
              <a:off x="11735741" y="6001216"/>
              <a:ext cx="126796" cy="1238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" name="Google Shape;34;p20"/>
            <p:cNvCxnSpPr/>
            <p:nvPr/>
          </p:nvCxnSpPr>
          <p:spPr>
            <a:xfrm rot="10800000">
              <a:off x="11588951" y="6001216"/>
              <a:ext cx="271163" cy="2721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5" name="Google Shape;35;p20"/>
            <p:cNvCxnSpPr/>
            <p:nvPr/>
          </p:nvCxnSpPr>
          <p:spPr>
            <a:xfrm rot="10800000">
              <a:off x="11440564" y="6001216"/>
              <a:ext cx="417745" cy="42376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" name="Google Shape;36;p20"/>
            <p:cNvCxnSpPr/>
            <p:nvPr/>
          </p:nvCxnSpPr>
          <p:spPr>
            <a:xfrm rot="10800000">
              <a:off x="11291174" y="6001217"/>
              <a:ext cx="569359" cy="57539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" name="Google Shape;37;p20"/>
            <p:cNvCxnSpPr/>
            <p:nvPr/>
          </p:nvCxnSpPr>
          <p:spPr>
            <a:xfrm rot="10800000">
              <a:off x="11141878" y="6001217"/>
              <a:ext cx="736992" cy="74222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43" name="Google Shape;68;p21">
            <a:extLst>
              <a:ext uri="{FF2B5EF4-FFF2-40B4-BE49-F238E27FC236}">
                <a16:creationId xmlns:a16="http://schemas.microsoft.com/office/drawing/2014/main" id="{2614AF7A-99D4-4B49-BC50-B79F952D1862}"/>
              </a:ext>
            </a:extLst>
          </p:cNvPr>
          <p:cNvPicPr preferRelativeResize="0"/>
          <p:nvPr userDrawn="1"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76912" y="-198214"/>
            <a:ext cx="4684105" cy="46841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97563513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Slide de Título" preserve="1">
  <p:cSld name="17_Slide de Título">
    <p:bg>
      <p:bgPr>
        <a:solidFill>
          <a:schemeClr val="accent6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21"/>
          <p:cNvGrpSpPr/>
          <p:nvPr/>
        </p:nvGrpSpPr>
        <p:grpSpPr>
          <a:xfrm>
            <a:off x="8797290" y="6001216"/>
            <a:ext cx="3081580" cy="753914"/>
            <a:chOff x="8797290" y="6001216"/>
            <a:chExt cx="3081580" cy="753914"/>
          </a:xfrm>
        </p:grpSpPr>
        <p:cxnSp>
          <p:nvCxnSpPr>
            <p:cNvPr id="43" name="Google Shape;43;p21"/>
            <p:cNvCxnSpPr/>
            <p:nvPr/>
          </p:nvCxnSpPr>
          <p:spPr>
            <a:xfrm>
              <a:off x="8797290" y="6652260"/>
              <a:ext cx="93273" cy="9118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4" name="Google Shape;44;p21"/>
            <p:cNvCxnSpPr/>
            <p:nvPr/>
          </p:nvCxnSpPr>
          <p:spPr>
            <a:xfrm>
              <a:off x="8799295" y="6502175"/>
              <a:ext cx="252040" cy="25295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5" name="Google Shape;45;p21"/>
            <p:cNvCxnSpPr/>
            <p:nvPr/>
          </p:nvCxnSpPr>
          <p:spPr>
            <a:xfrm>
              <a:off x="8808430" y="6361246"/>
              <a:ext cx="388285" cy="393884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6" name="Google Shape;46;p21"/>
            <p:cNvCxnSpPr/>
            <p:nvPr/>
          </p:nvCxnSpPr>
          <p:spPr>
            <a:xfrm>
              <a:off x="8806000" y="6206289"/>
              <a:ext cx="540772" cy="548841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7" name="Google Shape;47;p21"/>
            <p:cNvCxnSpPr/>
            <p:nvPr/>
          </p:nvCxnSpPr>
          <p:spPr>
            <a:xfrm>
              <a:off x="8801771" y="6055895"/>
              <a:ext cx="697041" cy="69923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8" name="Google Shape;48;p21"/>
            <p:cNvCxnSpPr/>
            <p:nvPr/>
          </p:nvCxnSpPr>
          <p:spPr>
            <a:xfrm>
              <a:off x="889815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9" name="Google Shape;49;p21"/>
            <p:cNvCxnSpPr/>
            <p:nvPr/>
          </p:nvCxnSpPr>
          <p:spPr>
            <a:xfrm>
              <a:off x="904647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0" name="Google Shape;50;p21"/>
            <p:cNvCxnSpPr/>
            <p:nvPr/>
          </p:nvCxnSpPr>
          <p:spPr>
            <a:xfrm>
              <a:off x="919685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1" name="Google Shape;51;p21"/>
            <p:cNvCxnSpPr/>
            <p:nvPr/>
          </p:nvCxnSpPr>
          <p:spPr>
            <a:xfrm>
              <a:off x="934722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2" name="Google Shape;52;p21"/>
            <p:cNvCxnSpPr/>
            <p:nvPr/>
          </p:nvCxnSpPr>
          <p:spPr>
            <a:xfrm>
              <a:off x="949607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3" name="Google Shape;53;p21"/>
            <p:cNvCxnSpPr/>
            <p:nvPr/>
          </p:nvCxnSpPr>
          <p:spPr>
            <a:xfrm>
              <a:off x="9644921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4" name="Google Shape;54;p21"/>
            <p:cNvCxnSpPr/>
            <p:nvPr/>
          </p:nvCxnSpPr>
          <p:spPr>
            <a:xfrm>
              <a:off x="979376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5" name="Google Shape;55;p21"/>
            <p:cNvCxnSpPr/>
            <p:nvPr/>
          </p:nvCxnSpPr>
          <p:spPr>
            <a:xfrm>
              <a:off x="994462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6" name="Google Shape;56;p21"/>
            <p:cNvCxnSpPr/>
            <p:nvPr/>
          </p:nvCxnSpPr>
          <p:spPr>
            <a:xfrm>
              <a:off x="1009948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7" name="Google Shape;57;p21"/>
            <p:cNvCxnSpPr/>
            <p:nvPr/>
          </p:nvCxnSpPr>
          <p:spPr>
            <a:xfrm>
              <a:off x="1024432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8" name="Google Shape;58;p21"/>
            <p:cNvCxnSpPr/>
            <p:nvPr/>
          </p:nvCxnSpPr>
          <p:spPr>
            <a:xfrm>
              <a:off x="1039517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9" name="Google Shape;59;p21"/>
            <p:cNvCxnSpPr/>
            <p:nvPr/>
          </p:nvCxnSpPr>
          <p:spPr>
            <a:xfrm>
              <a:off x="1054807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0" name="Google Shape;60;p21"/>
            <p:cNvCxnSpPr/>
            <p:nvPr/>
          </p:nvCxnSpPr>
          <p:spPr>
            <a:xfrm>
              <a:off x="1069494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1" name="Google Shape;61;p21"/>
            <p:cNvCxnSpPr/>
            <p:nvPr/>
          </p:nvCxnSpPr>
          <p:spPr>
            <a:xfrm>
              <a:off x="1084581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2" name="Google Shape;62;p21"/>
            <p:cNvCxnSpPr/>
            <p:nvPr/>
          </p:nvCxnSpPr>
          <p:spPr>
            <a:xfrm>
              <a:off x="1099466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3" name="Google Shape;63;p21"/>
            <p:cNvCxnSpPr/>
            <p:nvPr/>
          </p:nvCxnSpPr>
          <p:spPr>
            <a:xfrm rot="10800000">
              <a:off x="11735741" y="6001216"/>
              <a:ext cx="126796" cy="1238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4" name="Google Shape;64;p21"/>
            <p:cNvCxnSpPr/>
            <p:nvPr/>
          </p:nvCxnSpPr>
          <p:spPr>
            <a:xfrm rot="10800000">
              <a:off x="11588951" y="6001216"/>
              <a:ext cx="271163" cy="2721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5" name="Google Shape;65;p21"/>
            <p:cNvCxnSpPr/>
            <p:nvPr/>
          </p:nvCxnSpPr>
          <p:spPr>
            <a:xfrm rot="10800000">
              <a:off x="11440564" y="6001216"/>
              <a:ext cx="417745" cy="42376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6" name="Google Shape;66;p21"/>
            <p:cNvCxnSpPr/>
            <p:nvPr/>
          </p:nvCxnSpPr>
          <p:spPr>
            <a:xfrm rot="10800000">
              <a:off x="11291174" y="6001217"/>
              <a:ext cx="569359" cy="57539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7" name="Google Shape;67;p21"/>
            <p:cNvCxnSpPr/>
            <p:nvPr/>
          </p:nvCxnSpPr>
          <p:spPr>
            <a:xfrm rot="10800000">
              <a:off x="11141878" y="6001217"/>
              <a:ext cx="736992" cy="74222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68" name="Google Shape;68;p21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76912" y="-198214"/>
            <a:ext cx="4684105" cy="46841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05380348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Slide de Título" preserve="1">
  <p:cSld name="17_Slide de Título">
    <p:bg>
      <p:bgPr>
        <a:solidFill>
          <a:schemeClr val="accent2">
            <a:alpha val="0"/>
          </a:schemeClr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69E83F73-3FF0-C94A-AA5D-FB1EB2320D91}"/>
              </a:ext>
            </a:extLst>
          </p:cNvPr>
          <p:cNvSpPr/>
          <p:nvPr userDrawn="1"/>
        </p:nvSpPr>
        <p:spPr>
          <a:xfrm flipH="1">
            <a:off x="0" y="0"/>
            <a:ext cx="748197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22A200F-C0C4-9B49-B9B7-65A5078D6E6B}"/>
              </a:ext>
            </a:extLst>
          </p:cNvPr>
          <p:cNvSpPr/>
          <p:nvPr userDrawn="1"/>
        </p:nvSpPr>
        <p:spPr>
          <a:xfrm flipV="1">
            <a:off x="1031769" y="6132114"/>
            <a:ext cx="3600000" cy="18000"/>
          </a:xfrm>
          <a:prstGeom prst="rect">
            <a:avLst/>
          </a:prstGeom>
          <a:solidFill>
            <a:schemeClr val="tx2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844607B-58CA-534A-87D1-4F0838525DBB}"/>
              </a:ext>
            </a:extLst>
          </p:cNvPr>
          <p:cNvSpPr/>
          <p:nvPr userDrawn="1"/>
        </p:nvSpPr>
        <p:spPr>
          <a:xfrm>
            <a:off x="339306" y="1155941"/>
            <a:ext cx="5250611" cy="6671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411672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Slide de Título" preserve="1">
  <p:cSld name="17_Slide de Título">
    <p:bg>
      <p:bgPr>
        <a:solidFill>
          <a:schemeClr val="accent2">
            <a:alpha val="0"/>
          </a:schemeClr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6851184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>
  <p:cSld name="Slide de Título">
    <p:bg>
      <p:bgPr>
        <a:solidFill>
          <a:schemeClr val="accent6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22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70663" y="0"/>
            <a:ext cx="1121337" cy="11213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48724656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>
  <p:cSld name="1_Slide de Título">
    <p:bg>
      <p:bgPr>
        <a:solidFill>
          <a:schemeClr val="accent6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24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92760" y="-71537"/>
            <a:ext cx="1121337" cy="11213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77739934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7_Slide de Título">
  <p:cSld name="27_Slide de Título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22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07417" y="226692"/>
            <a:ext cx="1216566" cy="2075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7" name="Google Shape;77;p122"/>
          <p:cNvGrpSpPr/>
          <p:nvPr/>
        </p:nvGrpSpPr>
        <p:grpSpPr>
          <a:xfrm>
            <a:off x="8521140" y="0"/>
            <a:ext cx="3081580" cy="753914"/>
            <a:chOff x="8797290" y="6001216"/>
            <a:chExt cx="3081580" cy="753914"/>
          </a:xfrm>
        </p:grpSpPr>
        <p:cxnSp>
          <p:nvCxnSpPr>
            <p:cNvPr id="78" name="Google Shape;78;p122"/>
            <p:cNvCxnSpPr/>
            <p:nvPr/>
          </p:nvCxnSpPr>
          <p:spPr>
            <a:xfrm>
              <a:off x="8797290" y="6652260"/>
              <a:ext cx="93273" cy="9118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9" name="Google Shape;79;p122"/>
            <p:cNvCxnSpPr/>
            <p:nvPr/>
          </p:nvCxnSpPr>
          <p:spPr>
            <a:xfrm>
              <a:off x="8799295" y="6502175"/>
              <a:ext cx="252040" cy="252955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0" name="Google Shape;80;p122"/>
            <p:cNvCxnSpPr/>
            <p:nvPr/>
          </p:nvCxnSpPr>
          <p:spPr>
            <a:xfrm>
              <a:off x="8808430" y="6361246"/>
              <a:ext cx="388285" cy="393884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1" name="Google Shape;81;p122"/>
            <p:cNvCxnSpPr/>
            <p:nvPr/>
          </p:nvCxnSpPr>
          <p:spPr>
            <a:xfrm>
              <a:off x="8806000" y="6206289"/>
              <a:ext cx="540772" cy="548841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2" name="Google Shape;82;p122"/>
            <p:cNvCxnSpPr/>
            <p:nvPr/>
          </p:nvCxnSpPr>
          <p:spPr>
            <a:xfrm>
              <a:off x="8801771" y="6055895"/>
              <a:ext cx="697041" cy="699235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3" name="Google Shape;83;p122"/>
            <p:cNvCxnSpPr/>
            <p:nvPr/>
          </p:nvCxnSpPr>
          <p:spPr>
            <a:xfrm>
              <a:off x="889815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4" name="Google Shape;84;p122"/>
            <p:cNvCxnSpPr/>
            <p:nvPr/>
          </p:nvCxnSpPr>
          <p:spPr>
            <a:xfrm>
              <a:off x="904647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5" name="Google Shape;85;p122"/>
            <p:cNvCxnSpPr/>
            <p:nvPr/>
          </p:nvCxnSpPr>
          <p:spPr>
            <a:xfrm>
              <a:off x="919685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6" name="Google Shape;86;p122"/>
            <p:cNvCxnSpPr/>
            <p:nvPr/>
          </p:nvCxnSpPr>
          <p:spPr>
            <a:xfrm>
              <a:off x="934722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7" name="Google Shape;87;p122"/>
            <p:cNvCxnSpPr/>
            <p:nvPr/>
          </p:nvCxnSpPr>
          <p:spPr>
            <a:xfrm>
              <a:off x="949607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8" name="Google Shape;88;p122"/>
            <p:cNvCxnSpPr/>
            <p:nvPr/>
          </p:nvCxnSpPr>
          <p:spPr>
            <a:xfrm>
              <a:off x="9644921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9" name="Google Shape;89;p122"/>
            <p:cNvCxnSpPr/>
            <p:nvPr/>
          </p:nvCxnSpPr>
          <p:spPr>
            <a:xfrm>
              <a:off x="979376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0" name="Google Shape;90;p122"/>
            <p:cNvCxnSpPr/>
            <p:nvPr/>
          </p:nvCxnSpPr>
          <p:spPr>
            <a:xfrm>
              <a:off x="994462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1" name="Google Shape;91;p122"/>
            <p:cNvCxnSpPr/>
            <p:nvPr/>
          </p:nvCxnSpPr>
          <p:spPr>
            <a:xfrm>
              <a:off x="1009948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2" name="Google Shape;92;p122"/>
            <p:cNvCxnSpPr/>
            <p:nvPr/>
          </p:nvCxnSpPr>
          <p:spPr>
            <a:xfrm>
              <a:off x="1024432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3" name="Google Shape;93;p122"/>
            <p:cNvCxnSpPr/>
            <p:nvPr/>
          </p:nvCxnSpPr>
          <p:spPr>
            <a:xfrm>
              <a:off x="1039517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4" name="Google Shape;94;p122"/>
            <p:cNvCxnSpPr/>
            <p:nvPr/>
          </p:nvCxnSpPr>
          <p:spPr>
            <a:xfrm>
              <a:off x="1054807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5" name="Google Shape;95;p122"/>
            <p:cNvCxnSpPr/>
            <p:nvPr/>
          </p:nvCxnSpPr>
          <p:spPr>
            <a:xfrm>
              <a:off x="1069494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6" name="Google Shape;96;p122"/>
            <p:cNvCxnSpPr/>
            <p:nvPr/>
          </p:nvCxnSpPr>
          <p:spPr>
            <a:xfrm>
              <a:off x="1084581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7" name="Google Shape;97;p122"/>
            <p:cNvCxnSpPr/>
            <p:nvPr/>
          </p:nvCxnSpPr>
          <p:spPr>
            <a:xfrm>
              <a:off x="1099466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8" name="Google Shape;98;p122"/>
            <p:cNvCxnSpPr/>
            <p:nvPr/>
          </p:nvCxnSpPr>
          <p:spPr>
            <a:xfrm rot="10800000">
              <a:off x="11735741" y="6001216"/>
              <a:ext cx="126796" cy="12384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9" name="Google Shape;99;p122"/>
            <p:cNvCxnSpPr/>
            <p:nvPr/>
          </p:nvCxnSpPr>
          <p:spPr>
            <a:xfrm rot="10800000">
              <a:off x="11588951" y="6001216"/>
              <a:ext cx="271163" cy="27214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0" name="Google Shape;100;p122"/>
            <p:cNvCxnSpPr/>
            <p:nvPr/>
          </p:nvCxnSpPr>
          <p:spPr>
            <a:xfrm rot="10800000">
              <a:off x="11440564" y="6001216"/>
              <a:ext cx="417745" cy="423769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1" name="Google Shape;101;p122"/>
            <p:cNvCxnSpPr/>
            <p:nvPr/>
          </p:nvCxnSpPr>
          <p:spPr>
            <a:xfrm rot="10800000">
              <a:off x="11291174" y="6001217"/>
              <a:ext cx="569359" cy="575390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2" name="Google Shape;102;p122"/>
            <p:cNvCxnSpPr/>
            <p:nvPr/>
          </p:nvCxnSpPr>
          <p:spPr>
            <a:xfrm rot="10800000">
              <a:off x="11141878" y="6001217"/>
              <a:ext cx="736992" cy="742229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03" name="Google Shape;103;p122"/>
          <p:cNvSpPr/>
          <p:nvPr/>
        </p:nvSpPr>
        <p:spPr>
          <a:xfrm>
            <a:off x="674913" y="1463040"/>
            <a:ext cx="10927807" cy="3947160"/>
          </a:xfrm>
          <a:prstGeom prst="rect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p122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17593" y="5296896"/>
            <a:ext cx="1641750" cy="164175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8F3DE66F-B080-7740-BCFB-F1E4446C4708}"/>
              </a:ext>
            </a:extLst>
          </p:cNvPr>
          <p:cNvSpPr/>
          <p:nvPr userDrawn="1"/>
        </p:nvSpPr>
        <p:spPr>
          <a:xfrm>
            <a:off x="149396" y="150443"/>
            <a:ext cx="2175677" cy="36003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5338330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7_Slide de Título">
  <p:cSld name="28_Slide de Título">
    <p:bg>
      <p:bgPr>
        <a:solidFill>
          <a:schemeClr val="accent5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25"/>
          <p:cNvGrpSpPr/>
          <p:nvPr/>
        </p:nvGrpSpPr>
        <p:grpSpPr>
          <a:xfrm>
            <a:off x="8521140" y="0"/>
            <a:ext cx="3081580" cy="753914"/>
            <a:chOff x="8797290" y="6001216"/>
            <a:chExt cx="3081580" cy="753914"/>
          </a:xfrm>
        </p:grpSpPr>
        <p:cxnSp>
          <p:nvCxnSpPr>
            <p:cNvPr id="107" name="Google Shape;107;p25"/>
            <p:cNvCxnSpPr/>
            <p:nvPr/>
          </p:nvCxnSpPr>
          <p:spPr>
            <a:xfrm>
              <a:off x="8797290" y="6652260"/>
              <a:ext cx="93273" cy="9118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8" name="Google Shape;108;p25"/>
            <p:cNvCxnSpPr/>
            <p:nvPr/>
          </p:nvCxnSpPr>
          <p:spPr>
            <a:xfrm>
              <a:off x="8799295" y="6502175"/>
              <a:ext cx="252040" cy="25295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9" name="Google Shape;109;p25"/>
            <p:cNvCxnSpPr/>
            <p:nvPr/>
          </p:nvCxnSpPr>
          <p:spPr>
            <a:xfrm>
              <a:off x="8808430" y="6361246"/>
              <a:ext cx="388285" cy="393884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0" name="Google Shape;110;p25"/>
            <p:cNvCxnSpPr/>
            <p:nvPr/>
          </p:nvCxnSpPr>
          <p:spPr>
            <a:xfrm>
              <a:off x="8806000" y="6206289"/>
              <a:ext cx="540772" cy="548841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1" name="Google Shape;111;p25"/>
            <p:cNvCxnSpPr/>
            <p:nvPr/>
          </p:nvCxnSpPr>
          <p:spPr>
            <a:xfrm>
              <a:off x="8801771" y="6055895"/>
              <a:ext cx="697041" cy="69923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2" name="Google Shape;112;p25"/>
            <p:cNvCxnSpPr/>
            <p:nvPr/>
          </p:nvCxnSpPr>
          <p:spPr>
            <a:xfrm>
              <a:off x="889815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3" name="Google Shape;113;p25"/>
            <p:cNvCxnSpPr/>
            <p:nvPr/>
          </p:nvCxnSpPr>
          <p:spPr>
            <a:xfrm>
              <a:off x="904647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4" name="Google Shape;114;p25"/>
            <p:cNvCxnSpPr/>
            <p:nvPr/>
          </p:nvCxnSpPr>
          <p:spPr>
            <a:xfrm>
              <a:off x="919685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5" name="Google Shape;115;p25"/>
            <p:cNvCxnSpPr/>
            <p:nvPr/>
          </p:nvCxnSpPr>
          <p:spPr>
            <a:xfrm>
              <a:off x="934722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6" name="Google Shape;116;p25"/>
            <p:cNvCxnSpPr/>
            <p:nvPr/>
          </p:nvCxnSpPr>
          <p:spPr>
            <a:xfrm>
              <a:off x="949607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7" name="Google Shape;117;p25"/>
            <p:cNvCxnSpPr/>
            <p:nvPr/>
          </p:nvCxnSpPr>
          <p:spPr>
            <a:xfrm>
              <a:off x="9644921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8" name="Google Shape;118;p25"/>
            <p:cNvCxnSpPr/>
            <p:nvPr/>
          </p:nvCxnSpPr>
          <p:spPr>
            <a:xfrm>
              <a:off x="979376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9" name="Google Shape;119;p25"/>
            <p:cNvCxnSpPr/>
            <p:nvPr/>
          </p:nvCxnSpPr>
          <p:spPr>
            <a:xfrm>
              <a:off x="994462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0" name="Google Shape;120;p25"/>
            <p:cNvCxnSpPr/>
            <p:nvPr/>
          </p:nvCxnSpPr>
          <p:spPr>
            <a:xfrm>
              <a:off x="1009948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1" name="Google Shape;121;p25"/>
            <p:cNvCxnSpPr/>
            <p:nvPr/>
          </p:nvCxnSpPr>
          <p:spPr>
            <a:xfrm>
              <a:off x="1024432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2" name="Google Shape;122;p25"/>
            <p:cNvCxnSpPr/>
            <p:nvPr/>
          </p:nvCxnSpPr>
          <p:spPr>
            <a:xfrm>
              <a:off x="1039517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3" name="Google Shape;123;p25"/>
            <p:cNvCxnSpPr/>
            <p:nvPr/>
          </p:nvCxnSpPr>
          <p:spPr>
            <a:xfrm>
              <a:off x="1054807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4" name="Google Shape;124;p25"/>
            <p:cNvCxnSpPr/>
            <p:nvPr/>
          </p:nvCxnSpPr>
          <p:spPr>
            <a:xfrm>
              <a:off x="1069494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5" name="Google Shape;125;p25"/>
            <p:cNvCxnSpPr/>
            <p:nvPr/>
          </p:nvCxnSpPr>
          <p:spPr>
            <a:xfrm>
              <a:off x="1084581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6" name="Google Shape;126;p25"/>
            <p:cNvCxnSpPr/>
            <p:nvPr/>
          </p:nvCxnSpPr>
          <p:spPr>
            <a:xfrm>
              <a:off x="1099466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7" name="Google Shape;127;p25"/>
            <p:cNvCxnSpPr/>
            <p:nvPr/>
          </p:nvCxnSpPr>
          <p:spPr>
            <a:xfrm rot="10800000">
              <a:off x="11735741" y="6001216"/>
              <a:ext cx="126796" cy="1238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8" name="Google Shape;128;p25"/>
            <p:cNvCxnSpPr/>
            <p:nvPr/>
          </p:nvCxnSpPr>
          <p:spPr>
            <a:xfrm rot="10800000">
              <a:off x="11588951" y="6001216"/>
              <a:ext cx="271163" cy="2721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9" name="Google Shape;129;p25"/>
            <p:cNvCxnSpPr/>
            <p:nvPr/>
          </p:nvCxnSpPr>
          <p:spPr>
            <a:xfrm rot="10800000">
              <a:off x="11440564" y="6001216"/>
              <a:ext cx="417745" cy="42376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0" name="Google Shape;130;p25"/>
            <p:cNvCxnSpPr/>
            <p:nvPr/>
          </p:nvCxnSpPr>
          <p:spPr>
            <a:xfrm rot="10800000">
              <a:off x="11291174" y="6001217"/>
              <a:ext cx="569359" cy="57539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1" name="Google Shape;131;p25"/>
            <p:cNvCxnSpPr/>
            <p:nvPr/>
          </p:nvCxnSpPr>
          <p:spPr>
            <a:xfrm rot="10800000">
              <a:off x="11141878" y="6001217"/>
              <a:ext cx="736992" cy="74222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132" name="Google Shape;132;p25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17593" y="5296896"/>
            <a:ext cx="1641750" cy="164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5"/>
          <p:cNvSpPr/>
          <p:nvPr/>
        </p:nvSpPr>
        <p:spPr>
          <a:xfrm>
            <a:off x="674913" y="1463040"/>
            <a:ext cx="10927807" cy="3947160"/>
          </a:xfrm>
          <a:prstGeom prst="rect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E7E7CEC-8C95-FF4F-A547-E6A239B07F20}"/>
              </a:ext>
            </a:extLst>
          </p:cNvPr>
          <p:cNvSpPr/>
          <p:nvPr userDrawn="1"/>
        </p:nvSpPr>
        <p:spPr>
          <a:xfrm>
            <a:off x="149396" y="150443"/>
            <a:ext cx="2175677" cy="36003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381527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Slide de Título">
  <p:cSld name="6_Slide de Título">
    <p:bg>
      <p:bgPr>
        <a:solidFill>
          <a:schemeClr val="lt2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6" name="Google Shape;166;p27"/>
          <p:cNvGrpSpPr/>
          <p:nvPr/>
        </p:nvGrpSpPr>
        <p:grpSpPr>
          <a:xfrm>
            <a:off x="0" y="4145280"/>
            <a:ext cx="4402013" cy="1076960"/>
            <a:chOff x="8797290" y="6001216"/>
            <a:chExt cx="3081580" cy="753914"/>
          </a:xfrm>
        </p:grpSpPr>
        <p:cxnSp>
          <p:nvCxnSpPr>
            <p:cNvPr id="167" name="Google Shape;167;p27"/>
            <p:cNvCxnSpPr/>
            <p:nvPr/>
          </p:nvCxnSpPr>
          <p:spPr>
            <a:xfrm>
              <a:off x="8797290" y="6652260"/>
              <a:ext cx="93273" cy="9118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8" name="Google Shape;168;p27"/>
            <p:cNvCxnSpPr/>
            <p:nvPr/>
          </p:nvCxnSpPr>
          <p:spPr>
            <a:xfrm>
              <a:off x="8799295" y="6502175"/>
              <a:ext cx="252040" cy="252955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9" name="Google Shape;169;p27"/>
            <p:cNvCxnSpPr/>
            <p:nvPr/>
          </p:nvCxnSpPr>
          <p:spPr>
            <a:xfrm>
              <a:off x="8808430" y="6361246"/>
              <a:ext cx="388285" cy="393884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0" name="Google Shape;170;p27"/>
            <p:cNvCxnSpPr/>
            <p:nvPr/>
          </p:nvCxnSpPr>
          <p:spPr>
            <a:xfrm>
              <a:off x="8806000" y="6206289"/>
              <a:ext cx="540772" cy="548841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1" name="Google Shape;171;p27"/>
            <p:cNvCxnSpPr/>
            <p:nvPr/>
          </p:nvCxnSpPr>
          <p:spPr>
            <a:xfrm>
              <a:off x="8801771" y="6055895"/>
              <a:ext cx="697041" cy="699235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2" name="Google Shape;172;p27"/>
            <p:cNvCxnSpPr/>
            <p:nvPr/>
          </p:nvCxnSpPr>
          <p:spPr>
            <a:xfrm>
              <a:off x="889815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3" name="Google Shape;173;p27"/>
            <p:cNvCxnSpPr/>
            <p:nvPr/>
          </p:nvCxnSpPr>
          <p:spPr>
            <a:xfrm>
              <a:off x="904647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4" name="Google Shape;174;p27"/>
            <p:cNvCxnSpPr/>
            <p:nvPr/>
          </p:nvCxnSpPr>
          <p:spPr>
            <a:xfrm>
              <a:off x="919685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5" name="Google Shape;175;p27"/>
            <p:cNvCxnSpPr/>
            <p:nvPr/>
          </p:nvCxnSpPr>
          <p:spPr>
            <a:xfrm>
              <a:off x="934722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6" name="Google Shape;176;p27"/>
            <p:cNvCxnSpPr/>
            <p:nvPr/>
          </p:nvCxnSpPr>
          <p:spPr>
            <a:xfrm>
              <a:off x="949607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7" name="Google Shape;177;p27"/>
            <p:cNvCxnSpPr/>
            <p:nvPr/>
          </p:nvCxnSpPr>
          <p:spPr>
            <a:xfrm>
              <a:off x="9644921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8" name="Google Shape;178;p27"/>
            <p:cNvCxnSpPr/>
            <p:nvPr/>
          </p:nvCxnSpPr>
          <p:spPr>
            <a:xfrm>
              <a:off x="979376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9" name="Google Shape;179;p27"/>
            <p:cNvCxnSpPr/>
            <p:nvPr/>
          </p:nvCxnSpPr>
          <p:spPr>
            <a:xfrm>
              <a:off x="994462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0" name="Google Shape;180;p27"/>
            <p:cNvCxnSpPr/>
            <p:nvPr/>
          </p:nvCxnSpPr>
          <p:spPr>
            <a:xfrm>
              <a:off x="1009948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1" name="Google Shape;181;p27"/>
            <p:cNvCxnSpPr/>
            <p:nvPr/>
          </p:nvCxnSpPr>
          <p:spPr>
            <a:xfrm>
              <a:off x="1024432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2" name="Google Shape;182;p27"/>
            <p:cNvCxnSpPr/>
            <p:nvPr/>
          </p:nvCxnSpPr>
          <p:spPr>
            <a:xfrm>
              <a:off x="1039517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3" name="Google Shape;183;p27"/>
            <p:cNvCxnSpPr/>
            <p:nvPr/>
          </p:nvCxnSpPr>
          <p:spPr>
            <a:xfrm>
              <a:off x="1054807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4" name="Google Shape;184;p27"/>
            <p:cNvCxnSpPr/>
            <p:nvPr/>
          </p:nvCxnSpPr>
          <p:spPr>
            <a:xfrm>
              <a:off x="1069494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5" name="Google Shape;185;p27"/>
            <p:cNvCxnSpPr/>
            <p:nvPr/>
          </p:nvCxnSpPr>
          <p:spPr>
            <a:xfrm>
              <a:off x="1084581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6" name="Google Shape;186;p27"/>
            <p:cNvCxnSpPr/>
            <p:nvPr/>
          </p:nvCxnSpPr>
          <p:spPr>
            <a:xfrm>
              <a:off x="1099466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7" name="Google Shape;187;p27"/>
            <p:cNvCxnSpPr/>
            <p:nvPr/>
          </p:nvCxnSpPr>
          <p:spPr>
            <a:xfrm rot="10800000">
              <a:off x="11735741" y="6001216"/>
              <a:ext cx="126796" cy="12384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8" name="Google Shape;188;p27"/>
            <p:cNvCxnSpPr/>
            <p:nvPr/>
          </p:nvCxnSpPr>
          <p:spPr>
            <a:xfrm rot="10800000">
              <a:off x="11588951" y="6001216"/>
              <a:ext cx="271163" cy="27214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9" name="Google Shape;189;p27"/>
            <p:cNvCxnSpPr/>
            <p:nvPr/>
          </p:nvCxnSpPr>
          <p:spPr>
            <a:xfrm rot="10800000">
              <a:off x="11440564" y="6001216"/>
              <a:ext cx="417745" cy="423769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0" name="Google Shape;190;p27"/>
            <p:cNvCxnSpPr/>
            <p:nvPr/>
          </p:nvCxnSpPr>
          <p:spPr>
            <a:xfrm rot="10800000">
              <a:off x="11291174" y="6001217"/>
              <a:ext cx="569359" cy="57539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1" name="Google Shape;191;p27"/>
            <p:cNvCxnSpPr/>
            <p:nvPr/>
          </p:nvCxnSpPr>
          <p:spPr>
            <a:xfrm rot="10800000">
              <a:off x="11141878" y="6001217"/>
              <a:ext cx="736992" cy="742229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1936392219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Slide de Título">
  <p:cSld name="6_Slide de Título">
    <p:bg>
      <p:bgPr>
        <a:solidFill>
          <a:schemeClr val="lt2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4" name="Google Shape;194;p28"/>
          <p:cNvGrpSpPr/>
          <p:nvPr/>
        </p:nvGrpSpPr>
        <p:grpSpPr>
          <a:xfrm>
            <a:off x="0" y="4145280"/>
            <a:ext cx="4402013" cy="1076960"/>
            <a:chOff x="8797290" y="6001216"/>
            <a:chExt cx="3081580" cy="753914"/>
          </a:xfrm>
        </p:grpSpPr>
        <p:cxnSp>
          <p:nvCxnSpPr>
            <p:cNvPr id="195" name="Google Shape;195;p28"/>
            <p:cNvCxnSpPr/>
            <p:nvPr/>
          </p:nvCxnSpPr>
          <p:spPr>
            <a:xfrm>
              <a:off x="8797290" y="6652260"/>
              <a:ext cx="93273" cy="9118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6" name="Google Shape;196;p28"/>
            <p:cNvCxnSpPr/>
            <p:nvPr/>
          </p:nvCxnSpPr>
          <p:spPr>
            <a:xfrm>
              <a:off x="8799295" y="6502175"/>
              <a:ext cx="252040" cy="252955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7" name="Google Shape;197;p28"/>
            <p:cNvCxnSpPr/>
            <p:nvPr/>
          </p:nvCxnSpPr>
          <p:spPr>
            <a:xfrm>
              <a:off x="8808430" y="6361246"/>
              <a:ext cx="388285" cy="393884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8" name="Google Shape;198;p28"/>
            <p:cNvCxnSpPr/>
            <p:nvPr/>
          </p:nvCxnSpPr>
          <p:spPr>
            <a:xfrm>
              <a:off x="8806000" y="6206289"/>
              <a:ext cx="540772" cy="548841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9" name="Google Shape;199;p28"/>
            <p:cNvCxnSpPr/>
            <p:nvPr/>
          </p:nvCxnSpPr>
          <p:spPr>
            <a:xfrm>
              <a:off x="8801771" y="6055895"/>
              <a:ext cx="697041" cy="699235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0" name="Google Shape;200;p28"/>
            <p:cNvCxnSpPr/>
            <p:nvPr/>
          </p:nvCxnSpPr>
          <p:spPr>
            <a:xfrm>
              <a:off x="889815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1" name="Google Shape;201;p28"/>
            <p:cNvCxnSpPr/>
            <p:nvPr/>
          </p:nvCxnSpPr>
          <p:spPr>
            <a:xfrm>
              <a:off x="904647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2" name="Google Shape;202;p28"/>
            <p:cNvCxnSpPr/>
            <p:nvPr/>
          </p:nvCxnSpPr>
          <p:spPr>
            <a:xfrm>
              <a:off x="919685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3" name="Google Shape;203;p28"/>
            <p:cNvCxnSpPr/>
            <p:nvPr/>
          </p:nvCxnSpPr>
          <p:spPr>
            <a:xfrm>
              <a:off x="934722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4" name="Google Shape;204;p28"/>
            <p:cNvCxnSpPr/>
            <p:nvPr/>
          </p:nvCxnSpPr>
          <p:spPr>
            <a:xfrm>
              <a:off x="949607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5" name="Google Shape;205;p28"/>
            <p:cNvCxnSpPr/>
            <p:nvPr/>
          </p:nvCxnSpPr>
          <p:spPr>
            <a:xfrm>
              <a:off x="9644921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6" name="Google Shape;206;p28"/>
            <p:cNvCxnSpPr/>
            <p:nvPr/>
          </p:nvCxnSpPr>
          <p:spPr>
            <a:xfrm>
              <a:off x="979376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7" name="Google Shape;207;p28"/>
            <p:cNvCxnSpPr/>
            <p:nvPr/>
          </p:nvCxnSpPr>
          <p:spPr>
            <a:xfrm>
              <a:off x="994462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8" name="Google Shape;208;p28"/>
            <p:cNvCxnSpPr/>
            <p:nvPr/>
          </p:nvCxnSpPr>
          <p:spPr>
            <a:xfrm>
              <a:off x="1009948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9" name="Google Shape;209;p28"/>
            <p:cNvCxnSpPr/>
            <p:nvPr/>
          </p:nvCxnSpPr>
          <p:spPr>
            <a:xfrm>
              <a:off x="1024432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0" name="Google Shape;210;p28"/>
            <p:cNvCxnSpPr/>
            <p:nvPr/>
          </p:nvCxnSpPr>
          <p:spPr>
            <a:xfrm>
              <a:off x="1039517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1" name="Google Shape;211;p28"/>
            <p:cNvCxnSpPr/>
            <p:nvPr/>
          </p:nvCxnSpPr>
          <p:spPr>
            <a:xfrm>
              <a:off x="1054807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2" name="Google Shape;212;p28"/>
            <p:cNvCxnSpPr/>
            <p:nvPr/>
          </p:nvCxnSpPr>
          <p:spPr>
            <a:xfrm>
              <a:off x="1069494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3" name="Google Shape;213;p28"/>
            <p:cNvCxnSpPr/>
            <p:nvPr/>
          </p:nvCxnSpPr>
          <p:spPr>
            <a:xfrm>
              <a:off x="1084581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4" name="Google Shape;214;p28"/>
            <p:cNvCxnSpPr/>
            <p:nvPr/>
          </p:nvCxnSpPr>
          <p:spPr>
            <a:xfrm>
              <a:off x="1099466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5" name="Google Shape;215;p28"/>
            <p:cNvCxnSpPr/>
            <p:nvPr/>
          </p:nvCxnSpPr>
          <p:spPr>
            <a:xfrm rot="10800000">
              <a:off x="11735741" y="6001216"/>
              <a:ext cx="126796" cy="12384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6" name="Google Shape;216;p28"/>
            <p:cNvCxnSpPr/>
            <p:nvPr/>
          </p:nvCxnSpPr>
          <p:spPr>
            <a:xfrm rot="10800000">
              <a:off x="11588951" y="6001216"/>
              <a:ext cx="271163" cy="27214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7" name="Google Shape;217;p28"/>
            <p:cNvCxnSpPr/>
            <p:nvPr/>
          </p:nvCxnSpPr>
          <p:spPr>
            <a:xfrm rot="10800000">
              <a:off x="11440564" y="6001216"/>
              <a:ext cx="417745" cy="423769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8" name="Google Shape;218;p28"/>
            <p:cNvCxnSpPr/>
            <p:nvPr/>
          </p:nvCxnSpPr>
          <p:spPr>
            <a:xfrm rot="10800000">
              <a:off x="11291174" y="6001217"/>
              <a:ext cx="569359" cy="575390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9" name="Google Shape;219;p28"/>
            <p:cNvCxnSpPr/>
            <p:nvPr/>
          </p:nvCxnSpPr>
          <p:spPr>
            <a:xfrm rot="10800000">
              <a:off x="11141878" y="6001217"/>
              <a:ext cx="736992" cy="742229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868536933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>
  <p:cSld name="1_Slide de Título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9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92760" y="-71537"/>
            <a:ext cx="1121337" cy="11213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32132631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>
  <p:cSld name="1_Slide de Título">
    <p:bg>
      <p:bgPr>
        <a:solidFill>
          <a:schemeClr val="accent5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30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92760" y="-71537"/>
            <a:ext cx="1121337" cy="11213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31321382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>
  <p:cSld name="1_Slide de Título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32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92760" y="-71537"/>
            <a:ext cx="1121337" cy="11213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55454652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>
  <p:cSld name="1_Slide de Título">
    <p:bg>
      <p:bgPr>
        <a:solidFill>
          <a:schemeClr val="accent5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33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92760" y="-71537"/>
            <a:ext cx="1121337" cy="11213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99340899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>
  <p:cSld name="1_Slide de Título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34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92760" y="-71537"/>
            <a:ext cx="1121337" cy="11213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23772948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Slide de Título">
  <p:cSld name="6_Slide de Título">
    <p:bg>
      <p:bgPr>
        <a:solidFill>
          <a:schemeClr val="accent1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6761649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Slide de Título">
  <p:cSld name="8_Slide de Título">
    <p:bg>
      <p:bgPr>
        <a:solidFill>
          <a:schemeClr val="accent2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7955990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Slide de Título">
  <p:cSld name="17_Slide de Título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oogle Shape;236;p35"/>
          <p:cNvGrpSpPr/>
          <p:nvPr/>
        </p:nvGrpSpPr>
        <p:grpSpPr>
          <a:xfrm>
            <a:off x="8797290" y="6001216"/>
            <a:ext cx="3081580" cy="753914"/>
            <a:chOff x="8797290" y="6001216"/>
            <a:chExt cx="3081580" cy="753914"/>
          </a:xfrm>
        </p:grpSpPr>
        <p:cxnSp>
          <p:nvCxnSpPr>
            <p:cNvPr id="237" name="Google Shape;237;p35"/>
            <p:cNvCxnSpPr/>
            <p:nvPr/>
          </p:nvCxnSpPr>
          <p:spPr>
            <a:xfrm>
              <a:off x="8797290" y="6652260"/>
              <a:ext cx="93273" cy="9118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8" name="Google Shape;238;p35"/>
            <p:cNvCxnSpPr/>
            <p:nvPr/>
          </p:nvCxnSpPr>
          <p:spPr>
            <a:xfrm>
              <a:off x="8799295" y="6502175"/>
              <a:ext cx="252040" cy="25295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9" name="Google Shape;239;p35"/>
            <p:cNvCxnSpPr/>
            <p:nvPr/>
          </p:nvCxnSpPr>
          <p:spPr>
            <a:xfrm>
              <a:off x="8808430" y="6361246"/>
              <a:ext cx="388285" cy="393884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0" name="Google Shape;240;p35"/>
            <p:cNvCxnSpPr/>
            <p:nvPr/>
          </p:nvCxnSpPr>
          <p:spPr>
            <a:xfrm>
              <a:off x="8806000" y="6206289"/>
              <a:ext cx="540772" cy="548841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1" name="Google Shape;241;p35"/>
            <p:cNvCxnSpPr/>
            <p:nvPr/>
          </p:nvCxnSpPr>
          <p:spPr>
            <a:xfrm>
              <a:off x="8801771" y="6055895"/>
              <a:ext cx="697041" cy="69923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2" name="Google Shape;242;p35"/>
            <p:cNvCxnSpPr/>
            <p:nvPr/>
          </p:nvCxnSpPr>
          <p:spPr>
            <a:xfrm>
              <a:off x="889815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3" name="Google Shape;243;p35"/>
            <p:cNvCxnSpPr/>
            <p:nvPr/>
          </p:nvCxnSpPr>
          <p:spPr>
            <a:xfrm>
              <a:off x="904647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4" name="Google Shape;244;p35"/>
            <p:cNvCxnSpPr/>
            <p:nvPr/>
          </p:nvCxnSpPr>
          <p:spPr>
            <a:xfrm>
              <a:off x="919685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5" name="Google Shape;245;p35"/>
            <p:cNvCxnSpPr/>
            <p:nvPr/>
          </p:nvCxnSpPr>
          <p:spPr>
            <a:xfrm>
              <a:off x="934722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6" name="Google Shape;246;p35"/>
            <p:cNvCxnSpPr/>
            <p:nvPr/>
          </p:nvCxnSpPr>
          <p:spPr>
            <a:xfrm>
              <a:off x="949607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7" name="Google Shape;247;p35"/>
            <p:cNvCxnSpPr/>
            <p:nvPr/>
          </p:nvCxnSpPr>
          <p:spPr>
            <a:xfrm>
              <a:off x="9644921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8" name="Google Shape;248;p35"/>
            <p:cNvCxnSpPr/>
            <p:nvPr/>
          </p:nvCxnSpPr>
          <p:spPr>
            <a:xfrm>
              <a:off x="979376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9" name="Google Shape;249;p35"/>
            <p:cNvCxnSpPr/>
            <p:nvPr/>
          </p:nvCxnSpPr>
          <p:spPr>
            <a:xfrm>
              <a:off x="994462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0" name="Google Shape;250;p35"/>
            <p:cNvCxnSpPr/>
            <p:nvPr/>
          </p:nvCxnSpPr>
          <p:spPr>
            <a:xfrm>
              <a:off x="1009948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1" name="Google Shape;251;p35"/>
            <p:cNvCxnSpPr/>
            <p:nvPr/>
          </p:nvCxnSpPr>
          <p:spPr>
            <a:xfrm>
              <a:off x="1024432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2" name="Google Shape;252;p35"/>
            <p:cNvCxnSpPr/>
            <p:nvPr/>
          </p:nvCxnSpPr>
          <p:spPr>
            <a:xfrm>
              <a:off x="1039517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3" name="Google Shape;253;p35"/>
            <p:cNvCxnSpPr/>
            <p:nvPr/>
          </p:nvCxnSpPr>
          <p:spPr>
            <a:xfrm>
              <a:off x="1054807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4" name="Google Shape;254;p35"/>
            <p:cNvCxnSpPr/>
            <p:nvPr/>
          </p:nvCxnSpPr>
          <p:spPr>
            <a:xfrm>
              <a:off x="1069494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5" name="Google Shape;255;p35"/>
            <p:cNvCxnSpPr/>
            <p:nvPr/>
          </p:nvCxnSpPr>
          <p:spPr>
            <a:xfrm>
              <a:off x="1084581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6" name="Google Shape;256;p35"/>
            <p:cNvCxnSpPr/>
            <p:nvPr/>
          </p:nvCxnSpPr>
          <p:spPr>
            <a:xfrm>
              <a:off x="1099466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7" name="Google Shape;257;p35"/>
            <p:cNvCxnSpPr/>
            <p:nvPr/>
          </p:nvCxnSpPr>
          <p:spPr>
            <a:xfrm rot="10800000">
              <a:off x="11735741" y="6001216"/>
              <a:ext cx="126796" cy="1238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8" name="Google Shape;258;p35"/>
            <p:cNvCxnSpPr/>
            <p:nvPr/>
          </p:nvCxnSpPr>
          <p:spPr>
            <a:xfrm rot="10800000">
              <a:off x="11588951" y="6001216"/>
              <a:ext cx="271163" cy="2721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9" name="Google Shape;259;p35"/>
            <p:cNvCxnSpPr/>
            <p:nvPr/>
          </p:nvCxnSpPr>
          <p:spPr>
            <a:xfrm rot="10800000">
              <a:off x="11440564" y="6001216"/>
              <a:ext cx="417745" cy="42376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60" name="Google Shape;260;p35"/>
            <p:cNvCxnSpPr/>
            <p:nvPr/>
          </p:nvCxnSpPr>
          <p:spPr>
            <a:xfrm rot="10800000">
              <a:off x="11291174" y="6001217"/>
              <a:ext cx="569359" cy="57539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61" name="Google Shape;261;p35"/>
            <p:cNvCxnSpPr/>
            <p:nvPr/>
          </p:nvCxnSpPr>
          <p:spPr>
            <a:xfrm rot="10800000">
              <a:off x="11141878" y="6001217"/>
              <a:ext cx="736992" cy="74222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262" name="Google Shape;262;p35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26059" y="919308"/>
            <a:ext cx="4684105" cy="4684105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5"/>
          <p:cNvSpPr/>
          <p:nvPr/>
        </p:nvSpPr>
        <p:spPr>
          <a:xfrm>
            <a:off x="1178560" y="4356100"/>
            <a:ext cx="2621274" cy="195580"/>
          </a:xfrm>
          <a:prstGeom prst="round2SameRect">
            <a:avLst>
              <a:gd name="adj1" fmla="val 0"/>
              <a:gd name="adj2" fmla="val 16418"/>
            </a:avLst>
          </a:prstGeom>
          <a:gradFill>
            <a:gsLst>
              <a:gs pos="0">
                <a:srgbClr val="ECE425"/>
              </a:gs>
              <a:gs pos="95000">
                <a:srgbClr val="56B14B"/>
              </a:gs>
              <a:gs pos="100000">
                <a:srgbClr val="56B14B"/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38256217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Slide de Título">
  <p:cSld name="17_Slide de Título"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36" descr="Logotipo, Ícone&#10;&#10;Descrição gerada automaticamente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26059" y="919308"/>
            <a:ext cx="4684105" cy="468410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6"/>
          <p:cNvSpPr/>
          <p:nvPr/>
        </p:nvSpPr>
        <p:spPr>
          <a:xfrm>
            <a:off x="1178560" y="4356100"/>
            <a:ext cx="2621274" cy="195580"/>
          </a:xfrm>
          <a:prstGeom prst="round2SameRect">
            <a:avLst>
              <a:gd name="adj1" fmla="val 0"/>
              <a:gd name="adj2" fmla="val 16418"/>
            </a:avLst>
          </a:prstGeom>
          <a:gradFill>
            <a:gsLst>
              <a:gs pos="0">
                <a:srgbClr val="ECE425"/>
              </a:gs>
              <a:gs pos="95000">
                <a:srgbClr val="56B14B"/>
              </a:gs>
              <a:gs pos="100000">
                <a:srgbClr val="56B14B"/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8" name="Google Shape;268;p36"/>
          <p:cNvGrpSpPr/>
          <p:nvPr/>
        </p:nvGrpSpPr>
        <p:grpSpPr>
          <a:xfrm>
            <a:off x="8797290" y="6001216"/>
            <a:ext cx="3081580" cy="753914"/>
            <a:chOff x="8797290" y="6001216"/>
            <a:chExt cx="3081580" cy="753914"/>
          </a:xfrm>
        </p:grpSpPr>
        <p:cxnSp>
          <p:nvCxnSpPr>
            <p:cNvPr id="269" name="Google Shape;269;p36"/>
            <p:cNvCxnSpPr/>
            <p:nvPr/>
          </p:nvCxnSpPr>
          <p:spPr>
            <a:xfrm>
              <a:off x="8797290" y="6652260"/>
              <a:ext cx="93273" cy="9118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0" name="Google Shape;270;p36"/>
            <p:cNvCxnSpPr/>
            <p:nvPr/>
          </p:nvCxnSpPr>
          <p:spPr>
            <a:xfrm>
              <a:off x="8799295" y="6502175"/>
              <a:ext cx="252040" cy="25295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1" name="Google Shape;271;p36"/>
            <p:cNvCxnSpPr/>
            <p:nvPr/>
          </p:nvCxnSpPr>
          <p:spPr>
            <a:xfrm>
              <a:off x="8808430" y="6361246"/>
              <a:ext cx="388285" cy="393884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2" name="Google Shape;272;p36"/>
            <p:cNvCxnSpPr/>
            <p:nvPr/>
          </p:nvCxnSpPr>
          <p:spPr>
            <a:xfrm>
              <a:off x="8806000" y="6206289"/>
              <a:ext cx="540772" cy="548841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3" name="Google Shape;273;p36"/>
            <p:cNvCxnSpPr/>
            <p:nvPr/>
          </p:nvCxnSpPr>
          <p:spPr>
            <a:xfrm>
              <a:off x="8801771" y="6055895"/>
              <a:ext cx="697041" cy="69923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4" name="Google Shape;274;p36"/>
            <p:cNvCxnSpPr/>
            <p:nvPr/>
          </p:nvCxnSpPr>
          <p:spPr>
            <a:xfrm>
              <a:off x="889815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5" name="Google Shape;275;p36"/>
            <p:cNvCxnSpPr/>
            <p:nvPr/>
          </p:nvCxnSpPr>
          <p:spPr>
            <a:xfrm>
              <a:off x="904647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6" name="Google Shape;276;p36"/>
            <p:cNvCxnSpPr/>
            <p:nvPr/>
          </p:nvCxnSpPr>
          <p:spPr>
            <a:xfrm>
              <a:off x="919685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7" name="Google Shape;277;p36"/>
            <p:cNvCxnSpPr/>
            <p:nvPr/>
          </p:nvCxnSpPr>
          <p:spPr>
            <a:xfrm>
              <a:off x="934722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8" name="Google Shape;278;p36"/>
            <p:cNvCxnSpPr/>
            <p:nvPr/>
          </p:nvCxnSpPr>
          <p:spPr>
            <a:xfrm>
              <a:off x="949607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9" name="Google Shape;279;p36"/>
            <p:cNvCxnSpPr/>
            <p:nvPr/>
          </p:nvCxnSpPr>
          <p:spPr>
            <a:xfrm>
              <a:off x="9644921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0" name="Google Shape;280;p36"/>
            <p:cNvCxnSpPr/>
            <p:nvPr/>
          </p:nvCxnSpPr>
          <p:spPr>
            <a:xfrm>
              <a:off x="979376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1" name="Google Shape;281;p36"/>
            <p:cNvCxnSpPr/>
            <p:nvPr/>
          </p:nvCxnSpPr>
          <p:spPr>
            <a:xfrm>
              <a:off x="994462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2" name="Google Shape;282;p36"/>
            <p:cNvCxnSpPr/>
            <p:nvPr/>
          </p:nvCxnSpPr>
          <p:spPr>
            <a:xfrm>
              <a:off x="1009948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3" name="Google Shape;283;p36"/>
            <p:cNvCxnSpPr/>
            <p:nvPr/>
          </p:nvCxnSpPr>
          <p:spPr>
            <a:xfrm>
              <a:off x="1024432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4" name="Google Shape;284;p36"/>
            <p:cNvCxnSpPr/>
            <p:nvPr/>
          </p:nvCxnSpPr>
          <p:spPr>
            <a:xfrm>
              <a:off x="1039517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5" name="Google Shape;285;p36"/>
            <p:cNvCxnSpPr/>
            <p:nvPr/>
          </p:nvCxnSpPr>
          <p:spPr>
            <a:xfrm>
              <a:off x="1054807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6" name="Google Shape;286;p36"/>
            <p:cNvCxnSpPr/>
            <p:nvPr/>
          </p:nvCxnSpPr>
          <p:spPr>
            <a:xfrm>
              <a:off x="1069494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7" name="Google Shape;287;p36"/>
            <p:cNvCxnSpPr/>
            <p:nvPr/>
          </p:nvCxnSpPr>
          <p:spPr>
            <a:xfrm>
              <a:off x="1084581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8" name="Google Shape;288;p36"/>
            <p:cNvCxnSpPr/>
            <p:nvPr/>
          </p:nvCxnSpPr>
          <p:spPr>
            <a:xfrm>
              <a:off x="1099466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9" name="Google Shape;289;p36"/>
            <p:cNvCxnSpPr/>
            <p:nvPr/>
          </p:nvCxnSpPr>
          <p:spPr>
            <a:xfrm rot="10800000">
              <a:off x="11735741" y="6001216"/>
              <a:ext cx="126796" cy="1238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0" name="Google Shape;290;p36"/>
            <p:cNvCxnSpPr/>
            <p:nvPr/>
          </p:nvCxnSpPr>
          <p:spPr>
            <a:xfrm rot="10800000">
              <a:off x="11588951" y="6001216"/>
              <a:ext cx="271163" cy="2721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1" name="Google Shape;291;p36"/>
            <p:cNvCxnSpPr/>
            <p:nvPr/>
          </p:nvCxnSpPr>
          <p:spPr>
            <a:xfrm rot="10800000">
              <a:off x="11440564" y="6001216"/>
              <a:ext cx="417745" cy="42376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2" name="Google Shape;292;p36"/>
            <p:cNvCxnSpPr/>
            <p:nvPr/>
          </p:nvCxnSpPr>
          <p:spPr>
            <a:xfrm rot="10800000">
              <a:off x="11291174" y="6001217"/>
              <a:ext cx="569359" cy="57539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3" name="Google Shape;293;p36"/>
            <p:cNvCxnSpPr/>
            <p:nvPr/>
          </p:nvCxnSpPr>
          <p:spPr>
            <a:xfrm rot="10800000">
              <a:off x="11141878" y="6001217"/>
              <a:ext cx="736992" cy="74222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4234412804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Slide de Título">
  <p:cSld name="17_Slide de Título"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" name="Google Shape;296;p37"/>
          <p:cNvGrpSpPr/>
          <p:nvPr/>
        </p:nvGrpSpPr>
        <p:grpSpPr>
          <a:xfrm>
            <a:off x="8797290" y="6001216"/>
            <a:ext cx="3081580" cy="753914"/>
            <a:chOff x="8797290" y="6001216"/>
            <a:chExt cx="3081580" cy="753914"/>
          </a:xfrm>
        </p:grpSpPr>
        <p:cxnSp>
          <p:nvCxnSpPr>
            <p:cNvPr id="297" name="Google Shape;297;p37"/>
            <p:cNvCxnSpPr/>
            <p:nvPr/>
          </p:nvCxnSpPr>
          <p:spPr>
            <a:xfrm>
              <a:off x="8797290" y="6652260"/>
              <a:ext cx="93273" cy="9118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8" name="Google Shape;298;p37"/>
            <p:cNvCxnSpPr/>
            <p:nvPr/>
          </p:nvCxnSpPr>
          <p:spPr>
            <a:xfrm>
              <a:off x="8799295" y="6502175"/>
              <a:ext cx="252040" cy="25295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9" name="Google Shape;299;p37"/>
            <p:cNvCxnSpPr/>
            <p:nvPr/>
          </p:nvCxnSpPr>
          <p:spPr>
            <a:xfrm>
              <a:off x="8808430" y="6361246"/>
              <a:ext cx="388285" cy="393884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0" name="Google Shape;300;p37"/>
            <p:cNvCxnSpPr/>
            <p:nvPr/>
          </p:nvCxnSpPr>
          <p:spPr>
            <a:xfrm>
              <a:off x="8806000" y="6206289"/>
              <a:ext cx="540772" cy="548841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1" name="Google Shape;301;p37"/>
            <p:cNvCxnSpPr/>
            <p:nvPr/>
          </p:nvCxnSpPr>
          <p:spPr>
            <a:xfrm>
              <a:off x="8801771" y="6055895"/>
              <a:ext cx="697041" cy="69923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2" name="Google Shape;302;p37"/>
            <p:cNvCxnSpPr/>
            <p:nvPr/>
          </p:nvCxnSpPr>
          <p:spPr>
            <a:xfrm>
              <a:off x="889815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3" name="Google Shape;303;p37"/>
            <p:cNvCxnSpPr/>
            <p:nvPr/>
          </p:nvCxnSpPr>
          <p:spPr>
            <a:xfrm>
              <a:off x="904647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4" name="Google Shape;304;p37"/>
            <p:cNvCxnSpPr/>
            <p:nvPr/>
          </p:nvCxnSpPr>
          <p:spPr>
            <a:xfrm>
              <a:off x="919685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5" name="Google Shape;305;p37"/>
            <p:cNvCxnSpPr/>
            <p:nvPr/>
          </p:nvCxnSpPr>
          <p:spPr>
            <a:xfrm>
              <a:off x="934722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6" name="Google Shape;306;p37"/>
            <p:cNvCxnSpPr/>
            <p:nvPr/>
          </p:nvCxnSpPr>
          <p:spPr>
            <a:xfrm>
              <a:off x="949607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7" name="Google Shape;307;p37"/>
            <p:cNvCxnSpPr/>
            <p:nvPr/>
          </p:nvCxnSpPr>
          <p:spPr>
            <a:xfrm>
              <a:off x="9644921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8" name="Google Shape;308;p37"/>
            <p:cNvCxnSpPr/>
            <p:nvPr/>
          </p:nvCxnSpPr>
          <p:spPr>
            <a:xfrm>
              <a:off x="979376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9" name="Google Shape;309;p37"/>
            <p:cNvCxnSpPr/>
            <p:nvPr/>
          </p:nvCxnSpPr>
          <p:spPr>
            <a:xfrm>
              <a:off x="994462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0" name="Google Shape;310;p37"/>
            <p:cNvCxnSpPr/>
            <p:nvPr/>
          </p:nvCxnSpPr>
          <p:spPr>
            <a:xfrm>
              <a:off x="1009948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1" name="Google Shape;311;p37"/>
            <p:cNvCxnSpPr/>
            <p:nvPr/>
          </p:nvCxnSpPr>
          <p:spPr>
            <a:xfrm>
              <a:off x="1024432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2" name="Google Shape;312;p37"/>
            <p:cNvCxnSpPr/>
            <p:nvPr/>
          </p:nvCxnSpPr>
          <p:spPr>
            <a:xfrm>
              <a:off x="1039517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3" name="Google Shape;313;p37"/>
            <p:cNvCxnSpPr/>
            <p:nvPr/>
          </p:nvCxnSpPr>
          <p:spPr>
            <a:xfrm>
              <a:off x="1054807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4" name="Google Shape;314;p37"/>
            <p:cNvCxnSpPr/>
            <p:nvPr/>
          </p:nvCxnSpPr>
          <p:spPr>
            <a:xfrm>
              <a:off x="1069494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5" name="Google Shape;315;p37"/>
            <p:cNvCxnSpPr/>
            <p:nvPr/>
          </p:nvCxnSpPr>
          <p:spPr>
            <a:xfrm>
              <a:off x="1084581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6" name="Google Shape;316;p37"/>
            <p:cNvCxnSpPr/>
            <p:nvPr/>
          </p:nvCxnSpPr>
          <p:spPr>
            <a:xfrm>
              <a:off x="1099466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7" name="Google Shape;317;p37"/>
            <p:cNvCxnSpPr/>
            <p:nvPr/>
          </p:nvCxnSpPr>
          <p:spPr>
            <a:xfrm rot="10800000">
              <a:off x="11735741" y="6001216"/>
              <a:ext cx="126796" cy="1238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8" name="Google Shape;318;p37"/>
            <p:cNvCxnSpPr/>
            <p:nvPr/>
          </p:nvCxnSpPr>
          <p:spPr>
            <a:xfrm rot="10800000">
              <a:off x="11588951" y="6001216"/>
              <a:ext cx="271163" cy="2721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9" name="Google Shape;319;p37"/>
            <p:cNvCxnSpPr/>
            <p:nvPr/>
          </p:nvCxnSpPr>
          <p:spPr>
            <a:xfrm rot="10800000">
              <a:off x="11440564" y="6001216"/>
              <a:ext cx="417745" cy="42376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0" name="Google Shape;320;p37"/>
            <p:cNvCxnSpPr/>
            <p:nvPr/>
          </p:nvCxnSpPr>
          <p:spPr>
            <a:xfrm rot="10800000">
              <a:off x="11291174" y="6001217"/>
              <a:ext cx="569359" cy="57539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1" name="Google Shape;321;p37"/>
            <p:cNvCxnSpPr/>
            <p:nvPr/>
          </p:nvCxnSpPr>
          <p:spPr>
            <a:xfrm rot="10800000">
              <a:off x="11141878" y="6001217"/>
              <a:ext cx="736992" cy="74222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322" name="Google Shape;322;p37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26059" y="919308"/>
            <a:ext cx="4684105" cy="468410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7"/>
          <p:cNvSpPr/>
          <p:nvPr/>
        </p:nvSpPr>
        <p:spPr>
          <a:xfrm>
            <a:off x="1178560" y="4356100"/>
            <a:ext cx="2621274" cy="195580"/>
          </a:xfrm>
          <a:prstGeom prst="round2SameRect">
            <a:avLst>
              <a:gd name="adj1" fmla="val 0"/>
              <a:gd name="adj2" fmla="val 16418"/>
            </a:avLst>
          </a:prstGeom>
          <a:gradFill>
            <a:gsLst>
              <a:gs pos="0">
                <a:srgbClr val="ECE425"/>
              </a:gs>
              <a:gs pos="95000">
                <a:srgbClr val="56B14B"/>
              </a:gs>
              <a:gs pos="100000">
                <a:srgbClr val="56B14B"/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56615227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Slide de Título">
  <p:cSld name="17_Slide de Título">
    <p:bg>
      <p:bgPr>
        <a:solidFill>
          <a:schemeClr val="accent5"/>
        </a:solidFill>
        <a:effectLst/>
      </p:bgPr>
    </p:bg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6" name="Google Shape;326;p38"/>
          <p:cNvGrpSpPr/>
          <p:nvPr/>
        </p:nvGrpSpPr>
        <p:grpSpPr>
          <a:xfrm>
            <a:off x="8797290" y="6001216"/>
            <a:ext cx="3081580" cy="753914"/>
            <a:chOff x="8797290" y="6001216"/>
            <a:chExt cx="3081580" cy="753914"/>
          </a:xfrm>
        </p:grpSpPr>
        <p:cxnSp>
          <p:nvCxnSpPr>
            <p:cNvPr id="327" name="Google Shape;327;p38"/>
            <p:cNvCxnSpPr/>
            <p:nvPr/>
          </p:nvCxnSpPr>
          <p:spPr>
            <a:xfrm>
              <a:off x="8797290" y="6652260"/>
              <a:ext cx="93273" cy="9118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8" name="Google Shape;328;p38"/>
            <p:cNvCxnSpPr/>
            <p:nvPr/>
          </p:nvCxnSpPr>
          <p:spPr>
            <a:xfrm>
              <a:off x="8799295" y="6502175"/>
              <a:ext cx="252040" cy="25295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9" name="Google Shape;329;p38"/>
            <p:cNvCxnSpPr/>
            <p:nvPr/>
          </p:nvCxnSpPr>
          <p:spPr>
            <a:xfrm>
              <a:off x="8808430" y="6361246"/>
              <a:ext cx="388285" cy="393884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0" name="Google Shape;330;p38"/>
            <p:cNvCxnSpPr/>
            <p:nvPr/>
          </p:nvCxnSpPr>
          <p:spPr>
            <a:xfrm>
              <a:off x="8806000" y="6206289"/>
              <a:ext cx="540772" cy="548841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1" name="Google Shape;331;p38"/>
            <p:cNvCxnSpPr/>
            <p:nvPr/>
          </p:nvCxnSpPr>
          <p:spPr>
            <a:xfrm>
              <a:off x="8801771" y="6055895"/>
              <a:ext cx="697041" cy="69923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2" name="Google Shape;332;p38"/>
            <p:cNvCxnSpPr/>
            <p:nvPr/>
          </p:nvCxnSpPr>
          <p:spPr>
            <a:xfrm>
              <a:off x="889815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3" name="Google Shape;333;p38"/>
            <p:cNvCxnSpPr/>
            <p:nvPr/>
          </p:nvCxnSpPr>
          <p:spPr>
            <a:xfrm>
              <a:off x="904647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4" name="Google Shape;334;p38"/>
            <p:cNvCxnSpPr/>
            <p:nvPr/>
          </p:nvCxnSpPr>
          <p:spPr>
            <a:xfrm>
              <a:off x="919685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5" name="Google Shape;335;p38"/>
            <p:cNvCxnSpPr/>
            <p:nvPr/>
          </p:nvCxnSpPr>
          <p:spPr>
            <a:xfrm>
              <a:off x="934722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6" name="Google Shape;336;p38"/>
            <p:cNvCxnSpPr/>
            <p:nvPr/>
          </p:nvCxnSpPr>
          <p:spPr>
            <a:xfrm>
              <a:off x="949607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7" name="Google Shape;337;p38"/>
            <p:cNvCxnSpPr/>
            <p:nvPr/>
          </p:nvCxnSpPr>
          <p:spPr>
            <a:xfrm>
              <a:off x="9644921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8" name="Google Shape;338;p38"/>
            <p:cNvCxnSpPr/>
            <p:nvPr/>
          </p:nvCxnSpPr>
          <p:spPr>
            <a:xfrm>
              <a:off x="979376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9" name="Google Shape;339;p38"/>
            <p:cNvCxnSpPr/>
            <p:nvPr/>
          </p:nvCxnSpPr>
          <p:spPr>
            <a:xfrm>
              <a:off x="994462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0" name="Google Shape;340;p38"/>
            <p:cNvCxnSpPr/>
            <p:nvPr/>
          </p:nvCxnSpPr>
          <p:spPr>
            <a:xfrm>
              <a:off x="1009948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1" name="Google Shape;341;p38"/>
            <p:cNvCxnSpPr/>
            <p:nvPr/>
          </p:nvCxnSpPr>
          <p:spPr>
            <a:xfrm>
              <a:off x="1024432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2" name="Google Shape;342;p38"/>
            <p:cNvCxnSpPr/>
            <p:nvPr/>
          </p:nvCxnSpPr>
          <p:spPr>
            <a:xfrm>
              <a:off x="1039517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3" name="Google Shape;343;p38"/>
            <p:cNvCxnSpPr/>
            <p:nvPr/>
          </p:nvCxnSpPr>
          <p:spPr>
            <a:xfrm>
              <a:off x="1054807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4" name="Google Shape;344;p38"/>
            <p:cNvCxnSpPr/>
            <p:nvPr/>
          </p:nvCxnSpPr>
          <p:spPr>
            <a:xfrm>
              <a:off x="1069494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5" name="Google Shape;345;p38"/>
            <p:cNvCxnSpPr/>
            <p:nvPr/>
          </p:nvCxnSpPr>
          <p:spPr>
            <a:xfrm>
              <a:off x="1084581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6" name="Google Shape;346;p38"/>
            <p:cNvCxnSpPr/>
            <p:nvPr/>
          </p:nvCxnSpPr>
          <p:spPr>
            <a:xfrm>
              <a:off x="1099466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7" name="Google Shape;347;p38"/>
            <p:cNvCxnSpPr/>
            <p:nvPr/>
          </p:nvCxnSpPr>
          <p:spPr>
            <a:xfrm rot="10800000">
              <a:off x="11735741" y="6001216"/>
              <a:ext cx="126796" cy="1238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8" name="Google Shape;348;p38"/>
            <p:cNvCxnSpPr/>
            <p:nvPr/>
          </p:nvCxnSpPr>
          <p:spPr>
            <a:xfrm rot="10800000">
              <a:off x="11588951" y="6001216"/>
              <a:ext cx="271163" cy="2721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9" name="Google Shape;349;p38"/>
            <p:cNvCxnSpPr/>
            <p:nvPr/>
          </p:nvCxnSpPr>
          <p:spPr>
            <a:xfrm rot="10800000">
              <a:off x="11440564" y="6001216"/>
              <a:ext cx="417745" cy="42376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50" name="Google Shape;350;p38"/>
            <p:cNvCxnSpPr/>
            <p:nvPr/>
          </p:nvCxnSpPr>
          <p:spPr>
            <a:xfrm rot="10800000">
              <a:off x="11291174" y="6001217"/>
              <a:ext cx="569359" cy="57539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51" name="Google Shape;351;p38"/>
            <p:cNvCxnSpPr/>
            <p:nvPr/>
          </p:nvCxnSpPr>
          <p:spPr>
            <a:xfrm rot="10800000">
              <a:off x="11141878" y="6001217"/>
              <a:ext cx="736992" cy="74222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352" name="Google Shape;352;p38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26059" y="919308"/>
            <a:ext cx="4684105" cy="468410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FF38065-2E1F-864E-9EDB-1814DC39BA53}"/>
              </a:ext>
            </a:extLst>
          </p:cNvPr>
          <p:cNvSpPr/>
          <p:nvPr userDrawn="1"/>
        </p:nvSpPr>
        <p:spPr>
          <a:xfrm>
            <a:off x="1178560" y="4275587"/>
            <a:ext cx="2621274" cy="195580"/>
          </a:xfrm>
          <a:prstGeom prst="rect">
            <a:avLst/>
          </a:prstGeom>
          <a:gradFill>
            <a:gsLst>
              <a:gs pos="0">
                <a:schemeClr val="accent4"/>
              </a:gs>
              <a:gs pos="70000">
                <a:schemeClr val="accent1"/>
              </a:gs>
              <a:gs pos="100000">
                <a:schemeClr val="accent1"/>
              </a:gs>
            </a:gsLst>
            <a:lin ang="2700000" scaled="0"/>
          </a:gra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8671382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Slide de Título">
  <p:cSld name="17_Slide de Título">
    <p:bg>
      <p:bgPr>
        <a:solidFill>
          <a:schemeClr val="accent5"/>
        </a:soli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40" descr="Logotipo, Ícone&#10;&#10;Descrição gerada automaticamente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26059" y="919308"/>
            <a:ext cx="4684105" cy="468410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8" name="Google Shape;358;p40"/>
          <p:cNvGrpSpPr/>
          <p:nvPr/>
        </p:nvGrpSpPr>
        <p:grpSpPr>
          <a:xfrm>
            <a:off x="8797290" y="6001216"/>
            <a:ext cx="3081580" cy="753914"/>
            <a:chOff x="8797290" y="6001216"/>
            <a:chExt cx="3081580" cy="753914"/>
          </a:xfrm>
        </p:grpSpPr>
        <p:cxnSp>
          <p:nvCxnSpPr>
            <p:cNvPr id="359" name="Google Shape;359;p40"/>
            <p:cNvCxnSpPr/>
            <p:nvPr/>
          </p:nvCxnSpPr>
          <p:spPr>
            <a:xfrm>
              <a:off x="8797290" y="6652260"/>
              <a:ext cx="93273" cy="9118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0" name="Google Shape;360;p40"/>
            <p:cNvCxnSpPr/>
            <p:nvPr/>
          </p:nvCxnSpPr>
          <p:spPr>
            <a:xfrm>
              <a:off x="8799295" y="6502175"/>
              <a:ext cx="252040" cy="25295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1" name="Google Shape;361;p40"/>
            <p:cNvCxnSpPr/>
            <p:nvPr/>
          </p:nvCxnSpPr>
          <p:spPr>
            <a:xfrm>
              <a:off x="8808430" y="6361246"/>
              <a:ext cx="388285" cy="393884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2" name="Google Shape;362;p40"/>
            <p:cNvCxnSpPr/>
            <p:nvPr/>
          </p:nvCxnSpPr>
          <p:spPr>
            <a:xfrm>
              <a:off x="8806000" y="6206289"/>
              <a:ext cx="540772" cy="548841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3" name="Google Shape;363;p40"/>
            <p:cNvCxnSpPr/>
            <p:nvPr/>
          </p:nvCxnSpPr>
          <p:spPr>
            <a:xfrm>
              <a:off x="8801771" y="6055895"/>
              <a:ext cx="697041" cy="69923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4" name="Google Shape;364;p40"/>
            <p:cNvCxnSpPr/>
            <p:nvPr/>
          </p:nvCxnSpPr>
          <p:spPr>
            <a:xfrm>
              <a:off x="889815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5" name="Google Shape;365;p40"/>
            <p:cNvCxnSpPr/>
            <p:nvPr/>
          </p:nvCxnSpPr>
          <p:spPr>
            <a:xfrm>
              <a:off x="904647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6" name="Google Shape;366;p40"/>
            <p:cNvCxnSpPr/>
            <p:nvPr/>
          </p:nvCxnSpPr>
          <p:spPr>
            <a:xfrm>
              <a:off x="919685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7" name="Google Shape;367;p40"/>
            <p:cNvCxnSpPr/>
            <p:nvPr/>
          </p:nvCxnSpPr>
          <p:spPr>
            <a:xfrm>
              <a:off x="934722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8" name="Google Shape;368;p40"/>
            <p:cNvCxnSpPr/>
            <p:nvPr/>
          </p:nvCxnSpPr>
          <p:spPr>
            <a:xfrm>
              <a:off x="949607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9" name="Google Shape;369;p40"/>
            <p:cNvCxnSpPr/>
            <p:nvPr/>
          </p:nvCxnSpPr>
          <p:spPr>
            <a:xfrm>
              <a:off x="9644921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0" name="Google Shape;370;p40"/>
            <p:cNvCxnSpPr/>
            <p:nvPr/>
          </p:nvCxnSpPr>
          <p:spPr>
            <a:xfrm>
              <a:off x="979376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1" name="Google Shape;371;p40"/>
            <p:cNvCxnSpPr/>
            <p:nvPr/>
          </p:nvCxnSpPr>
          <p:spPr>
            <a:xfrm>
              <a:off x="994462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2" name="Google Shape;372;p40"/>
            <p:cNvCxnSpPr/>
            <p:nvPr/>
          </p:nvCxnSpPr>
          <p:spPr>
            <a:xfrm>
              <a:off x="1009948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3" name="Google Shape;373;p40"/>
            <p:cNvCxnSpPr/>
            <p:nvPr/>
          </p:nvCxnSpPr>
          <p:spPr>
            <a:xfrm>
              <a:off x="1024432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4" name="Google Shape;374;p40"/>
            <p:cNvCxnSpPr/>
            <p:nvPr/>
          </p:nvCxnSpPr>
          <p:spPr>
            <a:xfrm>
              <a:off x="1039517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5" name="Google Shape;375;p40"/>
            <p:cNvCxnSpPr/>
            <p:nvPr/>
          </p:nvCxnSpPr>
          <p:spPr>
            <a:xfrm>
              <a:off x="1054807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6" name="Google Shape;376;p40"/>
            <p:cNvCxnSpPr/>
            <p:nvPr/>
          </p:nvCxnSpPr>
          <p:spPr>
            <a:xfrm>
              <a:off x="1069494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7" name="Google Shape;377;p40"/>
            <p:cNvCxnSpPr/>
            <p:nvPr/>
          </p:nvCxnSpPr>
          <p:spPr>
            <a:xfrm>
              <a:off x="1084581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8" name="Google Shape;378;p40"/>
            <p:cNvCxnSpPr/>
            <p:nvPr/>
          </p:nvCxnSpPr>
          <p:spPr>
            <a:xfrm>
              <a:off x="1099466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9" name="Google Shape;379;p40"/>
            <p:cNvCxnSpPr/>
            <p:nvPr/>
          </p:nvCxnSpPr>
          <p:spPr>
            <a:xfrm rot="10800000">
              <a:off x="11735741" y="6001216"/>
              <a:ext cx="126796" cy="1238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0" name="Google Shape;380;p40"/>
            <p:cNvCxnSpPr/>
            <p:nvPr/>
          </p:nvCxnSpPr>
          <p:spPr>
            <a:xfrm rot="10800000">
              <a:off x="11588951" y="6001216"/>
              <a:ext cx="271163" cy="2721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1" name="Google Shape;381;p40"/>
            <p:cNvCxnSpPr/>
            <p:nvPr/>
          </p:nvCxnSpPr>
          <p:spPr>
            <a:xfrm rot="10800000">
              <a:off x="11440564" y="6001216"/>
              <a:ext cx="417745" cy="42376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2" name="Google Shape;382;p40"/>
            <p:cNvCxnSpPr/>
            <p:nvPr/>
          </p:nvCxnSpPr>
          <p:spPr>
            <a:xfrm rot="10800000">
              <a:off x="11291174" y="6001217"/>
              <a:ext cx="569359" cy="57539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3" name="Google Shape;383;p40"/>
            <p:cNvCxnSpPr/>
            <p:nvPr/>
          </p:nvCxnSpPr>
          <p:spPr>
            <a:xfrm rot="10800000">
              <a:off x="11141878" y="6001217"/>
              <a:ext cx="736992" cy="74222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C3D27DAA-EE97-E947-9F2D-917CCE0B14E6}"/>
              </a:ext>
            </a:extLst>
          </p:cNvPr>
          <p:cNvSpPr/>
          <p:nvPr userDrawn="1"/>
        </p:nvSpPr>
        <p:spPr>
          <a:xfrm>
            <a:off x="1178560" y="4275587"/>
            <a:ext cx="2621274" cy="195580"/>
          </a:xfrm>
          <a:prstGeom prst="rect">
            <a:avLst/>
          </a:prstGeom>
          <a:gradFill>
            <a:gsLst>
              <a:gs pos="0">
                <a:schemeClr val="accent4"/>
              </a:gs>
              <a:gs pos="70000">
                <a:schemeClr val="accent1"/>
              </a:gs>
              <a:gs pos="100000">
                <a:schemeClr val="accent1"/>
              </a:gs>
            </a:gsLst>
            <a:lin ang="2700000" scaled="0"/>
          </a:gra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093123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Slide de Título">
  <p:cSld name="17_Slide de Título">
    <p:bg>
      <p:bgPr>
        <a:solidFill>
          <a:schemeClr val="accent5"/>
        </a:solidFill>
        <a:effectLst/>
      </p:bgPr>
    </p:bg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6" name="Google Shape;386;p42"/>
          <p:cNvGrpSpPr/>
          <p:nvPr/>
        </p:nvGrpSpPr>
        <p:grpSpPr>
          <a:xfrm>
            <a:off x="8797290" y="6001216"/>
            <a:ext cx="3081580" cy="753914"/>
            <a:chOff x="8797290" y="6001216"/>
            <a:chExt cx="3081580" cy="753914"/>
          </a:xfrm>
        </p:grpSpPr>
        <p:cxnSp>
          <p:nvCxnSpPr>
            <p:cNvPr id="387" name="Google Shape;387;p42"/>
            <p:cNvCxnSpPr/>
            <p:nvPr/>
          </p:nvCxnSpPr>
          <p:spPr>
            <a:xfrm>
              <a:off x="8797290" y="6652260"/>
              <a:ext cx="93273" cy="9118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8" name="Google Shape;388;p42"/>
            <p:cNvCxnSpPr/>
            <p:nvPr/>
          </p:nvCxnSpPr>
          <p:spPr>
            <a:xfrm>
              <a:off x="8799295" y="6502175"/>
              <a:ext cx="252040" cy="25295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9" name="Google Shape;389;p42"/>
            <p:cNvCxnSpPr/>
            <p:nvPr/>
          </p:nvCxnSpPr>
          <p:spPr>
            <a:xfrm>
              <a:off x="8808430" y="6361246"/>
              <a:ext cx="388285" cy="393884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0" name="Google Shape;390;p42"/>
            <p:cNvCxnSpPr/>
            <p:nvPr/>
          </p:nvCxnSpPr>
          <p:spPr>
            <a:xfrm>
              <a:off x="8806000" y="6206289"/>
              <a:ext cx="540772" cy="548841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1" name="Google Shape;391;p42"/>
            <p:cNvCxnSpPr/>
            <p:nvPr/>
          </p:nvCxnSpPr>
          <p:spPr>
            <a:xfrm>
              <a:off x="8801771" y="6055895"/>
              <a:ext cx="697041" cy="69923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2" name="Google Shape;392;p42"/>
            <p:cNvCxnSpPr/>
            <p:nvPr/>
          </p:nvCxnSpPr>
          <p:spPr>
            <a:xfrm>
              <a:off x="889815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3" name="Google Shape;393;p42"/>
            <p:cNvCxnSpPr/>
            <p:nvPr/>
          </p:nvCxnSpPr>
          <p:spPr>
            <a:xfrm>
              <a:off x="904647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4" name="Google Shape;394;p42"/>
            <p:cNvCxnSpPr/>
            <p:nvPr/>
          </p:nvCxnSpPr>
          <p:spPr>
            <a:xfrm>
              <a:off x="919685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5" name="Google Shape;395;p42"/>
            <p:cNvCxnSpPr/>
            <p:nvPr/>
          </p:nvCxnSpPr>
          <p:spPr>
            <a:xfrm>
              <a:off x="934722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6" name="Google Shape;396;p42"/>
            <p:cNvCxnSpPr/>
            <p:nvPr/>
          </p:nvCxnSpPr>
          <p:spPr>
            <a:xfrm>
              <a:off x="949607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7" name="Google Shape;397;p42"/>
            <p:cNvCxnSpPr/>
            <p:nvPr/>
          </p:nvCxnSpPr>
          <p:spPr>
            <a:xfrm>
              <a:off x="9644921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8" name="Google Shape;398;p42"/>
            <p:cNvCxnSpPr/>
            <p:nvPr/>
          </p:nvCxnSpPr>
          <p:spPr>
            <a:xfrm>
              <a:off x="979376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9" name="Google Shape;399;p42"/>
            <p:cNvCxnSpPr/>
            <p:nvPr/>
          </p:nvCxnSpPr>
          <p:spPr>
            <a:xfrm>
              <a:off x="994462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0" name="Google Shape;400;p42"/>
            <p:cNvCxnSpPr/>
            <p:nvPr/>
          </p:nvCxnSpPr>
          <p:spPr>
            <a:xfrm>
              <a:off x="1009948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1" name="Google Shape;401;p42"/>
            <p:cNvCxnSpPr/>
            <p:nvPr/>
          </p:nvCxnSpPr>
          <p:spPr>
            <a:xfrm>
              <a:off x="1024432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2" name="Google Shape;402;p42"/>
            <p:cNvCxnSpPr/>
            <p:nvPr/>
          </p:nvCxnSpPr>
          <p:spPr>
            <a:xfrm>
              <a:off x="1039517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3" name="Google Shape;403;p42"/>
            <p:cNvCxnSpPr/>
            <p:nvPr/>
          </p:nvCxnSpPr>
          <p:spPr>
            <a:xfrm>
              <a:off x="1054807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4" name="Google Shape;404;p42"/>
            <p:cNvCxnSpPr/>
            <p:nvPr/>
          </p:nvCxnSpPr>
          <p:spPr>
            <a:xfrm>
              <a:off x="1069494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5" name="Google Shape;405;p42"/>
            <p:cNvCxnSpPr/>
            <p:nvPr/>
          </p:nvCxnSpPr>
          <p:spPr>
            <a:xfrm>
              <a:off x="1084581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6" name="Google Shape;406;p42"/>
            <p:cNvCxnSpPr/>
            <p:nvPr/>
          </p:nvCxnSpPr>
          <p:spPr>
            <a:xfrm>
              <a:off x="1099466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7" name="Google Shape;407;p42"/>
            <p:cNvCxnSpPr/>
            <p:nvPr/>
          </p:nvCxnSpPr>
          <p:spPr>
            <a:xfrm rot="10800000">
              <a:off x="11735741" y="6001216"/>
              <a:ext cx="126796" cy="1238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8" name="Google Shape;408;p42"/>
            <p:cNvCxnSpPr/>
            <p:nvPr/>
          </p:nvCxnSpPr>
          <p:spPr>
            <a:xfrm rot="10800000">
              <a:off x="11588951" y="6001216"/>
              <a:ext cx="271163" cy="2721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9" name="Google Shape;409;p42"/>
            <p:cNvCxnSpPr/>
            <p:nvPr/>
          </p:nvCxnSpPr>
          <p:spPr>
            <a:xfrm rot="10800000">
              <a:off x="11440564" y="6001216"/>
              <a:ext cx="417745" cy="42376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10" name="Google Shape;410;p42"/>
            <p:cNvCxnSpPr/>
            <p:nvPr/>
          </p:nvCxnSpPr>
          <p:spPr>
            <a:xfrm rot="10800000">
              <a:off x="11291174" y="6001217"/>
              <a:ext cx="569359" cy="57539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11" name="Google Shape;411;p42"/>
            <p:cNvCxnSpPr/>
            <p:nvPr/>
          </p:nvCxnSpPr>
          <p:spPr>
            <a:xfrm rot="10800000">
              <a:off x="11141878" y="6001217"/>
              <a:ext cx="736992" cy="74222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412" name="Google Shape;412;p42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26059" y="919308"/>
            <a:ext cx="4684105" cy="468410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A6D1108F-85F9-4942-99D3-8EB879D3352D}"/>
              </a:ext>
            </a:extLst>
          </p:cNvPr>
          <p:cNvSpPr/>
          <p:nvPr userDrawn="1"/>
        </p:nvSpPr>
        <p:spPr>
          <a:xfrm>
            <a:off x="1178560" y="4275587"/>
            <a:ext cx="2621274" cy="195580"/>
          </a:xfrm>
          <a:prstGeom prst="rect">
            <a:avLst/>
          </a:prstGeom>
          <a:gradFill>
            <a:gsLst>
              <a:gs pos="0">
                <a:schemeClr val="accent4"/>
              </a:gs>
              <a:gs pos="70000">
                <a:schemeClr val="accent1"/>
              </a:gs>
              <a:gs pos="100000">
                <a:schemeClr val="accent1"/>
              </a:gs>
            </a:gsLst>
            <a:lin ang="2700000" scaled="0"/>
          </a:gra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769482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Slide de Título">
  <p:cSld name="2_Slide de Título">
    <p:bg>
      <p:bgPr>
        <a:solidFill>
          <a:schemeClr val="accent6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6074836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>
  <p:cSld name="1_Slide de Título">
    <p:bg>
      <p:bgPr>
        <a:solidFill>
          <a:schemeClr val="accent6"/>
        </a:solidFill>
        <a:effectLst/>
      </p:bgPr>
    </p:bg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43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92760" y="-71537"/>
            <a:ext cx="1121337" cy="11213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11667736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>
  <p:cSld name="1_Slide de Título">
    <p:bg>
      <p:bgPr>
        <a:solidFill>
          <a:schemeClr val="accent6"/>
        </a:solidFill>
        <a:effectLst/>
      </p:bgPr>
    </p:bg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oogle Shape;418;p44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92760" y="-71537"/>
            <a:ext cx="1121337" cy="11213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07569321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>
  <p:cSld name="1_Slide de Título">
    <p:bg>
      <p:bgPr>
        <a:solidFill>
          <a:schemeClr val="accent5"/>
        </a:solidFill>
        <a:effectLst/>
      </p:bgPr>
    </p:bg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Google Shape;420;p45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92760" y="-71537"/>
            <a:ext cx="1121337" cy="11213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36884281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>
  <p:cSld name="1_Slide de Título">
    <p:bg>
      <p:bgPr>
        <a:solidFill>
          <a:schemeClr val="accent5"/>
        </a:solidFill>
        <a:effectLst/>
      </p:bgPr>
    </p:bg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46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92760" y="-71537"/>
            <a:ext cx="1121337" cy="11213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56534624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5_Slide de Título">
  <p:cSld name="25_Slide de Título">
    <p:bg>
      <p:bgPr>
        <a:solidFill>
          <a:schemeClr val="accent4"/>
        </a:solidFill>
        <a:effectLst/>
      </p:bgPr>
    </p:bg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0692120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4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04;p76" descr="Google Shape;204;p76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11761"/>
            <a:ext cx="1121337" cy="1121338"/>
          </a:xfrm>
          <a:prstGeom prst="rect">
            <a:avLst/>
          </a:prstGeom>
          <a:ln w="12700">
            <a:miter lim="400000"/>
          </a:ln>
        </p:spPr>
      </p:pic>
      <p:sp>
        <p:nvSpPr>
          <p:cNvPr id="27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5473327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1.xml"/><Relationship Id="rId4" Type="http://schemas.openxmlformats.org/officeDocument/2006/relationships/slideLayout" Target="../slideLayouts/slideLayout4.xml"/><Relationship Id="rId9" Type="http://schemas.openxmlformats.org/officeDocument/2006/relationships/vmlDrawing" Target="../drawings/vmlDrawing1.v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slideLayout" Target="../slideLayouts/slideLayout10.xml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tags" Target="../tags/tag3.xml"/><Relationship Id="rId5" Type="http://schemas.openxmlformats.org/officeDocument/2006/relationships/vmlDrawing" Target="../drawings/vmlDrawing3.v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7" Type="http://schemas.openxmlformats.org/officeDocument/2006/relationships/image" Target="../media/image2.emf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oleObject" Target="../embeddings/oleObject5.bin"/><Relationship Id="rId5" Type="http://schemas.openxmlformats.org/officeDocument/2006/relationships/tags" Target="../tags/tag5.xml"/><Relationship Id="rId4" Type="http://schemas.openxmlformats.org/officeDocument/2006/relationships/vmlDrawing" Target="../drawings/vmlDrawing5.v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7" Type="http://schemas.openxmlformats.org/officeDocument/2006/relationships/image" Target="../media/image2.emf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6.bin"/><Relationship Id="rId5" Type="http://schemas.openxmlformats.org/officeDocument/2006/relationships/tags" Target="../tags/tag8.xml"/><Relationship Id="rId4" Type="http://schemas.openxmlformats.org/officeDocument/2006/relationships/vmlDrawing" Target="../drawings/vmlDrawing6.v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vmlDrawing" Target="../drawings/vmlDrawing7.vml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7.bin"/><Relationship Id="rId4" Type="http://schemas.openxmlformats.org/officeDocument/2006/relationships/tags" Target="../tags/tag11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vmlDrawing" Target="../drawings/vmlDrawing8.vml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8.bin"/><Relationship Id="rId4" Type="http://schemas.openxmlformats.org/officeDocument/2006/relationships/tags" Target="../tags/tag14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vmlDrawing" Target="../drawings/vmlDrawing9.vml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9.bin"/><Relationship Id="rId4" Type="http://schemas.openxmlformats.org/officeDocument/2006/relationships/tags" Target="../tags/tag1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vmlDrawing" Target="../drawings/vmlDrawing10.vml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0.bin"/><Relationship Id="rId4" Type="http://schemas.openxmlformats.org/officeDocument/2006/relationships/tags" Target="../tags/tag20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vmlDrawing" Target="../drawings/vmlDrawing11.vml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1.bin"/><Relationship Id="rId4" Type="http://schemas.openxmlformats.org/officeDocument/2006/relationships/tags" Target="../tags/tag23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vmlDrawing" Target="../drawings/vmlDrawing12.vml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2.bin"/><Relationship Id="rId4" Type="http://schemas.openxmlformats.org/officeDocument/2006/relationships/tags" Target="../tags/tag26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vmlDrawing" Target="../drawings/vmlDrawing13.vml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3.bin"/><Relationship Id="rId4" Type="http://schemas.openxmlformats.org/officeDocument/2006/relationships/tags" Target="../tags/tag29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vmlDrawing" Target="../drawings/vmlDrawing14.vml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4.bin"/><Relationship Id="rId4" Type="http://schemas.openxmlformats.org/officeDocument/2006/relationships/tags" Target="../tags/tag3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vmlDrawing" Target="../drawings/vmlDrawing15.vml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5.bin"/><Relationship Id="rId4" Type="http://schemas.openxmlformats.org/officeDocument/2006/relationships/tags" Target="../tags/tag35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theme" Target="../theme/theme14.xml"/><Relationship Id="rId7" Type="http://schemas.openxmlformats.org/officeDocument/2006/relationships/image" Target="../media/image2.emf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oleObject" Target="../embeddings/oleObject16.bin"/><Relationship Id="rId5" Type="http://schemas.openxmlformats.org/officeDocument/2006/relationships/tags" Target="../tags/tag38.xml"/><Relationship Id="rId4" Type="http://schemas.openxmlformats.org/officeDocument/2006/relationships/vmlDrawing" Target="../drawings/vmlDrawing16.v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vmlDrawing" Target="../drawings/vmlDrawing17.vml"/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7.bin"/><Relationship Id="rId4" Type="http://schemas.openxmlformats.org/officeDocument/2006/relationships/tags" Target="../tags/tag41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theme" Target="../theme/theme16.xml"/><Relationship Id="rId7" Type="http://schemas.openxmlformats.org/officeDocument/2006/relationships/image" Target="../media/image2.emf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oleObject" Target="../embeddings/oleObject18.bin"/><Relationship Id="rId5" Type="http://schemas.openxmlformats.org/officeDocument/2006/relationships/tags" Target="../tags/tag44.xml"/><Relationship Id="rId4" Type="http://schemas.openxmlformats.org/officeDocument/2006/relationships/vmlDrawing" Target="../drawings/vmlDrawing18.vml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9.vml"/><Relationship Id="rId3" Type="http://schemas.openxmlformats.org/officeDocument/2006/relationships/slideLayout" Target="../slideLayouts/slideLayout31.xml"/><Relationship Id="rId7" Type="http://schemas.openxmlformats.org/officeDocument/2006/relationships/theme" Target="../theme/theme17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image" Target="../media/image2.emf"/><Relationship Id="rId5" Type="http://schemas.openxmlformats.org/officeDocument/2006/relationships/slideLayout" Target="../slideLayouts/slideLayout33.xml"/><Relationship Id="rId10" Type="http://schemas.openxmlformats.org/officeDocument/2006/relationships/oleObject" Target="../embeddings/oleObject19.bin"/><Relationship Id="rId4" Type="http://schemas.openxmlformats.org/officeDocument/2006/relationships/slideLayout" Target="../slideLayouts/slideLayout32.xml"/><Relationship Id="rId9" Type="http://schemas.openxmlformats.org/officeDocument/2006/relationships/tags" Target="../tags/tag47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oleObject" Target="../embeddings/oleObject20.bin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tags" Target="../tags/tag50.xml"/><Relationship Id="rId5" Type="http://schemas.openxmlformats.org/officeDocument/2006/relationships/slideLayout" Target="../slideLayouts/slideLayout39.xml"/><Relationship Id="rId10" Type="http://schemas.openxmlformats.org/officeDocument/2006/relationships/vmlDrawing" Target="../drawings/vmlDrawing20.vml"/><Relationship Id="rId4" Type="http://schemas.openxmlformats.org/officeDocument/2006/relationships/slideLayout" Target="../slideLayouts/slideLayout38.xml"/><Relationship Id="rId9" Type="http://schemas.openxmlformats.org/officeDocument/2006/relationships/theme" Target="../theme/theme18.xml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9.xml"/><Relationship Id="rId12" Type="http://schemas.openxmlformats.org/officeDocument/2006/relationships/oleObject" Target="../embeddings/oleObject26.bin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tags" Target="../tags/tag56.xml"/><Relationship Id="rId5" Type="http://schemas.openxmlformats.org/officeDocument/2006/relationships/slideLayout" Target="../slideLayouts/slideLayout47.xml"/><Relationship Id="rId10" Type="http://schemas.openxmlformats.org/officeDocument/2006/relationships/vmlDrawing" Target="../drawings/vmlDrawing26.vml"/><Relationship Id="rId4" Type="http://schemas.openxmlformats.org/officeDocument/2006/relationships/slideLayout" Target="../slideLayouts/slideLayout46.xml"/><Relationship Id="rId9" Type="http://schemas.openxmlformats.org/officeDocument/2006/relationships/theme" Target="../theme/theme19.xml"/></Relationships>
</file>

<file path=ppt/slideMasters/_rels/slideMaster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oleObject" Target="../embeddings/oleObject32.bin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tags" Target="../tags/tag62.xml"/><Relationship Id="rId5" Type="http://schemas.openxmlformats.org/officeDocument/2006/relationships/slideLayout" Target="../slideLayouts/slideLayout55.xml"/><Relationship Id="rId10" Type="http://schemas.openxmlformats.org/officeDocument/2006/relationships/vmlDrawing" Target="../drawings/vmlDrawing32.vml"/><Relationship Id="rId4" Type="http://schemas.openxmlformats.org/officeDocument/2006/relationships/slideLayout" Target="../slideLayouts/slideLayout54.xml"/><Relationship Id="rId9" Type="http://schemas.openxmlformats.org/officeDocument/2006/relationships/theme" Target="../theme/theme20.xml"/></Relationships>
</file>

<file path=ppt/slideMasters/_rels/slideMaster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6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5.xml"/><Relationship Id="rId12" Type="http://schemas.openxmlformats.org/officeDocument/2006/relationships/oleObject" Target="../embeddings/oleObject38.bin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1" Type="http://schemas.openxmlformats.org/officeDocument/2006/relationships/tags" Target="../tags/tag68.xml"/><Relationship Id="rId5" Type="http://schemas.openxmlformats.org/officeDocument/2006/relationships/slideLayout" Target="../slideLayouts/slideLayout63.xml"/><Relationship Id="rId10" Type="http://schemas.openxmlformats.org/officeDocument/2006/relationships/vmlDrawing" Target="../drawings/vmlDrawing38.vml"/><Relationship Id="rId4" Type="http://schemas.openxmlformats.org/officeDocument/2006/relationships/slideLayout" Target="../slideLayouts/slideLayout62.xml"/><Relationship Id="rId9" Type="http://schemas.openxmlformats.org/officeDocument/2006/relationships/theme" Target="../theme/theme21.xml"/></Relationships>
</file>

<file path=ppt/slideMasters/_rels/slideMaster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oleObject" Target="../embeddings/oleObject44.bin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tags" Target="../tags/tag74.xml"/><Relationship Id="rId5" Type="http://schemas.openxmlformats.org/officeDocument/2006/relationships/slideLayout" Target="../slideLayouts/slideLayout71.xml"/><Relationship Id="rId10" Type="http://schemas.openxmlformats.org/officeDocument/2006/relationships/vmlDrawing" Target="../drawings/vmlDrawing44.vml"/><Relationship Id="rId4" Type="http://schemas.openxmlformats.org/officeDocument/2006/relationships/slideLayout" Target="../slideLayouts/slideLayout70.xml"/><Relationship Id="rId9" Type="http://schemas.openxmlformats.org/officeDocument/2006/relationships/theme" Target="../theme/theme22.xml"/></Relationships>
</file>

<file path=ppt/slideMasters/_rels/slideMaster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2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77.xml"/><Relationship Id="rId7" Type="http://schemas.openxmlformats.org/officeDocument/2006/relationships/slideLayout" Target="../slideLayouts/slideLayout81.xml"/><Relationship Id="rId12" Type="http://schemas.openxmlformats.org/officeDocument/2006/relationships/oleObject" Target="../embeddings/oleObject50.bin"/><Relationship Id="rId2" Type="http://schemas.openxmlformats.org/officeDocument/2006/relationships/slideLayout" Target="../slideLayouts/slideLayout76.xml"/><Relationship Id="rId1" Type="http://schemas.openxmlformats.org/officeDocument/2006/relationships/slideLayout" Target="../slideLayouts/slideLayout75.xml"/><Relationship Id="rId6" Type="http://schemas.openxmlformats.org/officeDocument/2006/relationships/slideLayout" Target="../slideLayouts/slideLayout80.xml"/><Relationship Id="rId11" Type="http://schemas.openxmlformats.org/officeDocument/2006/relationships/tags" Target="../tags/tag80.xml"/><Relationship Id="rId5" Type="http://schemas.openxmlformats.org/officeDocument/2006/relationships/slideLayout" Target="../slideLayouts/slideLayout79.xml"/><Relationship Id="rId10" Type="http://schemas.openxmlformats.org/officeDocument/2006/relationships/vmlDrawing" Target="../drawings/vmlDrawing50.vml"/><Relationship Id="rId4" Type="http://schemas.openxmlformats.org/officeDocument/2006/relationships/slideLayout" Target="../slideLayouts/slideLayout78.xml"/><Relationship Id="rId9" Type="http://schemas.openxmlformats.org/officeDocument/2006/relationships/theme" Target="../theme/theme23.xml"/></Relationships>
</file>

<file path=ppt/slideMasters/_rels/slideMaster2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0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85.xml"/><Relationship Id="rId7" Type="http://schemas.openxmlformats.org/officeDocument/2006/relationships/slideLayout" Target="../slideLayouts/slideLayout89.xml"/><Relationship Id="rId12" Type="http://schemas.openxmlformats.org/officeDocument/2006/relationships/oleObject" Target="../embeddings/oleObject56.bin"/><Relationship Id="rId2" Type="http://schemas.openxmlformats.org/officeDocument/2006/relationships/slideLayout" Target="../slideLayouts/slideLayout84.xml"/><Relationship Id="rId1" Type="http://schemas.openxmlformats.org/officeDocument/2006/relationships/slideLayout" Target="../slideLayouts/slideLayout83.xml"/><Relationship Id="rId6" Type="http://schemas.openxmlformats.org/officeDocument/2006/relationships/slideLayout" Target="../slideLayouts/slideLayout88.xml"/><Relationship Id="rId11" Type="http://schemas.openxmlformats.org/officeDocument/2006/relationships/tags" Target="../tags/tag86.xml"/><Relationship Id="rId5" Type="http://schemas.openxmlformats.org/officeDocument/2006/relationships/slideLayout" Target="../slideLayouts/slideLayout87.xml"/><Relationship Id="rId10" Type="http://schemas.openxmlformats.org/officeDocument/2006/relationships/vmlDrawing" Target="../drawings/vmlDrawing56.vml"/><Relationship Id="rId4" Type="http://schemas.openxmlformats.org/officeDocument/2006/relationships/slideLayout" Target="../slideLayouts/slideLayout86.xml"/><Relationship Id="rId9" Type="http://schemas.openxmlformats.org/officeDocument/2006/relationships/theme" Target="../theme/theme24.xml"/></Relationships>
</file>

<file path=ppt/slideMasters/_rels/slideMaster2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93.xml"/><Relationship Id="rId7" Type="http://schemas.openxmlformats.org/officeDocument/2006/relationships/slideLayout" Target="../slideLayouts/slideLayout97.xml"/><Relationship Id="rId12" Type="http://schemas.openxmlformats.org/officeDocument/2006/relationships/oleObject" Target="../embeddings/oleObject62.bin"/><Relationship Id="rId2" Type="http://schemas.openxmlformats.org/officeDocument/2006/relationships/slideLayout" Target="../slideLayouts/slideLayout92.xml"/><Relationship Id="rId1" Type="http://schemas.openxmlformats.org/officeDocument/2006/relationships/slideLayout" Target="../slideLayouts/slideLayout91.xml"/><Relationship Id="rId6" Type="http://schemas.openxmlformats.org/officeDocument/2006/relationships/slideLayout" Target="../slideLayouts/slideLayout96.xml"/><Relationship Id="rId11" Type="http://schemas.openxmlformats.org/officeDocument/2006/relationships/tags" Target="../tags/tag92.xml"/><Relationship Id="rId5" Type="http://schemas.openxmlformats.org/officeDocument/2006/relationships/slideLayout" Target="../slideLayouts/slideLayout95.xml"/><Relationship Id="rId10" Type="http://schemas.openxmlformats.org/officeDocument/2006/relationships/vmlDrawing" Target="../drawings/vmlDrawing62.vml"/><Relationship Id="rId4" Type="http://schemas.openxmlformats.org/officeDocument/2006/relationships/slideLayout" Target="../slideLayouts/slideLayout94.xml"/><Relationship Id="rId9" Type="http://schemas.openxmlformats.org/officeDocument/2006/relationships/theme" Target="../theme/theme25.xml"/></Relationships>
</file>

<file path=ppt/slideMasters/_rels/slideMaster2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6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101.xml"/><Relationship Id="rId7" Type="http://schemas.openxmlformats.org/officeDocument/2006/relationships/slideLayout" Target="../slideLayouts/slideLayout105.xml"/><Relationship Id="rId12" Type="http://schemas.openxmlformats.org/officeDocument/2006/relationships/oleObject" Target="../embeddings/oleObject68.bin"/><Relationship Id="rId2" Type="http://schemas.openxmlformats.org/officeDocument/2006/relationships/slideLayout" Target="../slideLayouts/slideLayout100.xml"/><Relationship Id="rId1" Type="http://schemas.openxmlformats.org/officeDocument/2006/relationships/slideLayout" Target="../slideLayouts/slideLayout99.xml"/><Relationship Id="rId6" Type="http://schemas.openxmlformats.org/officeDocument/2006/relationships/slideLayout" Target="../slideLayouts/slideLayout104.xml"/><Relationship Id="rId11" Type="http://schemas.openxmlformats.org/officeDocument/2006/relationships/tags" Target="../tags/tag98.xml"/><Relationship Id="rId5" Type="http://schemas.openxmlformats.org/officeDocument/2006/relationships/slideLayout" Target="../slideLayouts/slideLayout103.xml"/><Relationship Id="rId10" Type="http://schemas.openxmlformats.org/officeDocument/2006/relationships/vmlDrawing" Target="../drawings/vmlDrawing68.vml"/><Relationship Id="rId4" Type="http://schemas.openxmlformats.org/officeDocument/2006/relationships/slideLayout" Target="../slideLayouts/slideLayout102.xml"/><Relationship Id="rId9" Type="http://schemas.openxmlformats.org/officeDocument/2006/relationships/theme" Target="../theme/theme26.xml"/></Relationships>
</file>

<file path=ppt/slideMasters/_rels/slideMaster2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4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109.xml"/><Relationship Id="rId7" Type="http://schemas.openxmlformats.org/officeDocument/2006/relationships/slideLayout" Target="../slideLayouts/slideLayout113.xml"/><Relationship Id="rId12" Type="http://schemas.openxmlformats.org/officeDocument/2006/relationships/oleObject" Target="../embeddings/oleObject74.bin"/><Relationship Id="rId2" Type="http://schemas.openxmlformats.org/officeDocument/2006/relationships/slideLayout" Target="../slideLayouts/slideLayout108.xml"/><Relationship Id="rId1" Type="http://schemas.openxmlformats.org/officeDocument/2006/relationships/slideLayout" Target="../slideLayouts/slideLayout107.xml"/><Relationship Id="rId6" Type="http://schemas.openxmlformats.org/officeDocument/2006/relationships/slideLayout" Target="../slideLayouts/slideLayout112.xml"/><Relationship Id="rId11" Type="http://schemas.openxmlformats.org/officeDocument/2006/relationships/tags" Target="../tags/tag104.xml"/><Relationship Id="rId5" Type="http://schemas.openxmlformats.org/officeDocument/2006/relationships/slideLayout" Target="../slideLayouts/slideLayout111.xml"/><Relationship Id="rId10" Type="http://schemas.openxmlformats.org/officeDocument/2006/relationships/vmlDrawing" Target="../drawings/vmlDrawing74.vml"/><Relationship Id="rId4" Type="http://schemas.openxmlformats.org/officeDocument/2006/relationships/slideLayout" Target="../slideLayouts/slideLayout110.xml"/><Relationship Id="rId9" Type="http://schemas.openxmlformats.org/officeDocument/2006/relationships/theme" Target="../theme/theme27.xml"/></Relationships>
</file>

<file path=ppt/slideMasters/_rels/slideMaster2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2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117.xml"/><Relationship Id="rId7" Type="http://schemas.openxmlformats.org/officeDocument/2006/relationships/slideLayout" Target="../slideLayouts/slideLayout121.xml"/><Relationship Id="rId12" Type="http://schemas.openxmlformats.org/officeDocument/2006/relationships/oleObject" Target="../embeddings/oleObject80.bin"/><Relationship Id="rId2" Type="http://schemas.openxmlformats.org/officeDocument/2006/relationships/slideLayout" Target="../slideLayouts/slideLayout116.xml"/><Relationship Id="rId1" Type="http://schemas.openxmlformats.org/officeDocument/2006/relationships/slideLayout" Target="../slideLayouts/slideLayout115.xml"/><Relationship Id="rId6" Type="http://schemas.openxmlformats.org/officeDocument/2006/relationships/slideLayout" Target="../slideLayouts/slideLayout120.xml"/><Relationship Id="rId11" Type="http://schemas.openxmlformats.org/officeDocument/2006/relationships/tags" Target="../tags/tag110.xml"/><Relationship Id="rId5" Type="http://schemas.openxmlformats.org/officeDocument/2006/relationships/slideLayout" Target="../slideLayouts/slideLayout119.xml"/><Relationship Id="rId10" Type="http://schemas.openxmlformats.org/officeDocument/2006/relationships/vmlDrawing" Target="../drawings/vmlDrawing80.vml"/><Relationship Id="rId4" Type="http://schemas.openxmlformats.org/officeDocument/2006/relationships/slideLayout" Target="../slideLayouts/slideLayout118.xml"/><Relationship Id="rId9" Type="http://schemas.openxmlformats.org/officeDocument/2006/relationships/theme" Target="../theme/theme28.xml"/></Relationships>
</file>

<file path=ppt/slideMasters/_rels/slideMaster2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0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125.xml"/><Relationship Id="rId7" Type="http://schemas.openxmlformats.org/officeDocument/2006/relationships/slideLayout" Target="../slideLayouts/slideLayout129.xml"/><Relationship Id="rId12" Type="http://schemas.openxmlformats.org/officeDocument/2006/relationships/oleObject" Target="../embeddings/oleObject86.bin"/><Relationship Id="rId2" Type="http://schemas.openxmlformats.org/officeDocument/2006/relationships/slideLayout" Target="../slideLayouts/slideLayout124.xml"/><Relationship Id="rId1" Type="http://schemas.openxmlformats.org/officeDocument/2006/relationships/slideLayout" Target="../slideLayouts/slideLayout123.xml"/><Relationship Id="rId6" Type="http://schemas.openxmlformats.org/officeDocument/2006/relationships/slideLayout" Target="../slideLayouts/slideLayout128.xml"/><Relationship Id="rId11" Type="http://schemas.openxmlformats.org/officeDocument/2006/relationships/tags" Target="../tags/tag116.xml"/><Relationship Id="rId5" Type="http://schemas.openxmlformats.org/officeDocument/2006/relationships/slideLayout" Target="../slideLayouts/slideLayout127.xml"/><Relationship Id="rId10" Type="http://schemas.openxmlformats.org/officeDocument/2006/relationships/vmlDrawing" Target="../drawings/vmlDrawing86.vml"/><Relationship Id="rId4" Type="http://schemas.openxmlformats.org/officeDocument/2006/relationships/slideLayout" Target="../slideLayouts/slideLayout126.xml"/><Relationship Id="rId9" Type="http://schemas.openxmlformats.org/officeDocument/2006/relationships/theme" Target="../theme/theme29.xml"/></Relationships>
</file>

<file path=ppt/slideMasters/_rels/slideMaster3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8.xml"/><Relationship Id="rId13" Type="http://schemas.openxmlformats.org/officeDocument/2006/relationships/slideLayout" Target="../slideLayouts/slideLayout143.xml"/><Relationship Id="rId18" Type="http://schemas.openxmlformats.org/officeDocument/2006/relationships/slideLayout" Target="../slideLayouts/slideLayout148.xml"/><Relationship Id="rId26" Type="http://schemas.openxmlformats.org/officeDocument/2006/relationships/slideLayout" Target="../slideLayouts/slideLayout156.xml"/><Relationship Id="rId3" Type="http://schemas.openxmlformats.org/officeDocument/2006/relationships/slideLayout" Target="../slideLayouts/slideLayout133.xml"/><Relationship Id="rId21" Type="http://schemas.openxmlformats.org/officeDocument/2006/relationships/slideLayout" Target="../slideLayouts/slideLayout151.xml"/><Relationship Id="rId7" Type="http://schemas.openxmlformats.org/officeDocument/2006/relationships/slideLayout" Target="../slideLayouts/slideLayout137.xml"/><Relationship Id="rId12" Type="http://schemas.openxmlformats.org/officeDocument/2006/relationships/slideLayout" Target="../slideLayouts/slideLayout142.xml"/><Relationship Id="rId17" Type="http://schemas.openxmlformats.org/officeDocument/2006/relationships/slideLayout" Target="../slideLayouts/slideLayout147.xml"/><Relationship Id="rId25" Type="http://schemas.openxmlformats.org/officeDocument/2006/relationships/slideLayout" Target="../slideLayouts/slideLayout155.xml"/><Relationship Id="rId2" Type="http://schemas.openxmlformats.org/officeDocument/2006/relationships/slideLayout" Target="../slideLayouts/slideLayout132.xml"/><Relationship Id="rId16" Type="http://schemas.openxmlformats.org/officeDocument/2006/relationships/slideLayout" Target="../slideLayouts/slideLayout146.xml"/><Relationship Id="rId20" Type="http://schemas.openxmlformats.org/officeDocument/2006/relationships/slideLayout" Target="../slideLayouts/slideLayout150.xml"/><Relationship Id="rId29" Type="http://schemas.openxmlformats.org/officeDocument/2006/relationships/slideLayout" Target="../slideLayouts/slideLayout159.xml"/><Relationship Id="rId1" Type="http://schemas.openxmlformats.org/officeDocument/2006/relationships/slideLayout" Target="../slideLayouts/slideLayout131.xml"/><Relationship Id="rId6" Type="http://schemas.openxmlformats.org/officeDocument/2006/relationships/slideLayout" Target="../slideLayouts/slideLayout136.xml"/><Relationship Id="rId11" Type="http://schemas.openxmlformats.org/officeDocument/2006/relationships/slideLayout" Target="../slideLayouts/slideLayout141.xml"/><Relationship Id="rId24" Type="http://schemas.openxmlformats.org/officeDocument/2006/relationships/slideLayout" Target="../slideLayouts/slideLayout154.xml"/><Relationship Id="rId5" Type="http://schemas.openxmlformats.org/officeDocument/2006/relationships/slideLayout" Target="../slideLayouts/slideLayout135.xml"/><Relationship Id="rId15" Type="http://schemas.openxmlformats.org/officeDocument/2006/relationships/slideLayout" Target="../slideLayouts/slideLayout145.xml"/><Relationship Id="rId23" Type="http://schemas.openxmlformats.org/officeDocument/2006/relationships/slideLayout" Target="../slideLayouts/slideLayout153.xml"/><Relationship Id="rId28" Type="http://schemas.openxmlformats.org/officeDocument/2006/relationships/slideLayout" Target="../slideLayouts/slideLayout158.xml"/><Relationship Id="rId10" Type="http://schemas.openxmlformats.org/officeDocument/2006/relationships/slideLayout" Target="../slideLayouts/slideLayout140.xml"/><Relationship Id="rId19" Type="http://schemas.openxmlformats.org/officeDocument/2006/relationships/slideLayout" Target="../slideLayouts/slideLayout149.xml"/><Relationship Id="rId31" Type="http://schemas.openxmlformats.org/officeDocument/2006/relationships/theme" Target="../theme/theme30.xml"/><Relationship Id="rId4" Type="http://schemas.openxmlformats.org/officeDocument/2006/relationships/slideLayout" Target="../slideLayouts/slideLayout134.xml"/><Relationship Id="rId9" Type="http://schemas.openxmlformats.org/officeDocument/2006/relationships/slideLayout" Target="../slideLayouts/slideLayout139.xml"/><Relationship Id="rId14" Type="http://schemas.openxmlformats.org/officeDocument/2006/relationships/slideLayout" Target="../slideLayouts/slideLayout144.xml"/><Relationship Id="rId22" Type="http://schemas.openxmlformats.org/officeDocument/2006/relationships/slideLayout" Target="../slideLayouts/slideLayout152.xml"/><Relationship Id="rId27" Type="http://schemas.openxmlformats.org/officeDocument/2006/relationships/slideLayout" Target="../slideLayouts/slideLayout157.xml"/><Relationship Id="rId30" Type="http://schemas.openxmlformats.org/officeDocument/2006/relationships/slideLayout" Target="../slideLayouts/slideLayout1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/>
          </p:cNvGraphicFramePr>
          <p:nvPr>
            <p:custDataLst>
              <p:tags r:id="rId10"/>
            </p:custDataLst>
            <p:extLst/>
          </p:nvPr>
        </p:nvGraphicFramePr>
        <p:xfrm>
          <a:off x="2127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4" name="think-cell Slide" r:id="rId11" imgW="360" imgH="360" progId="TCLayout.ActiveDocument.1">
                  <p:embed/>
                </p:oleObj>
              </mc:Choice>
              <mc:Fallback>
                <p:oleObj name="think-cell Slide" r:id="rId11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89504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09191" rtl="0" eaLnBrk="1" latinLnBrk="0" hangingPunct="1">
        <a:lnSpc>
          <a:spcPct val="90000"/>
        </a:lnSpc>
        <a:spcBef>
          <a:spcPct val="0"/>
        </a:spcBef>
        <a:buNone/>
        <a:defRPr sz="5867" kern="1200" baseline="0">
          <a:solidFill>
            <a:srgbClr val="FFFFFF"/>
          </a:solidFill>
          <a:latin typeface="Arial"/>
          <a:ea typeface="+mj-ea"/>
          <a:cs typeface="Arial"/>
        </a:defRPr>
      </a:lvl1pPr>
    </p:titleStyle>
    <p:bodyStyle>
      <a:lvl1pPr marL="0" indent="0" algn="l" defTabSz="609191" rtl="0" eaLnBrk="1" latinLnBrk="0" hangingPunct="1">
        <a:spcBef>
          <a:spcPct val="20000"/>
        </a:spcBef>
        <a:buFont typeface="Arial"/>
        <a:buNone/>
        <a:defRPr sz="2000" kern="1200" baseline="0">
          <a:solidFill>
            <a:srgbClr val="FFFFFF"/>
          </a:solidFill>
          <a:latin typeface="Arial"/>
          <a:ea typeface="+mn-ea"/>
          <a:cs typeface="Arial"/>
        </a:defRPr>
      </a:lvl1pPr>
      <a:lvl2pPr marL="609191" indent="0" algn="l" defTabSz="609191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1218386" indent="0" algn="l" defTabSz="609191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1827578" indent="0" algn="l" defTabSz="609191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436770" indent="0" algn="l" defTabSz="609191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3350559" indent="-304595" algn="l" defTabSz="609191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59752" indent="-304595" algn="l" defTabSz="609191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68944" indent="-304595" algn="l" defTabSz="609191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78136" indent="-304595" algn="l" defTabSz="609191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19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191" algn="l" defTabSz="60919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386" algn="l" defTabSz="60919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578" algn="l" defTabSz="60919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6770" algn="l" defTabSz="60919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5963" algn="l" defTabSz="60919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155" algn="l" defTabSz="60919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4347" algn="l" defTabSz="60919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3539" algn="l" defTabSz="60919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6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6" name="Slide do think-cell" r:id="rId7" imgW="270" imgH="270" progId="TCLayout.ActiveDocument.1">
                  <p:embed/>
                </p:oleObj>
              </mc:Choice>
              <mc:Fallback>
                <p:oleObj name="Slide do think-cell" r:id="rId7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 userDrawn="1"/>
        </p:nvSpPr>
        <p:spPr>
          <a:xfrm>
            <a:off x="15449031" y="818709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en-US" sz="2133" i="1" dirty="0">
              <a:solidFill>
                <a:prstClr val="black"/>
              </a:solidFill>
            </a:endParaRPr>
          </a:p>
        </p:txBody>
      </p:sp>
      <p:sp>
        <p:nvSpPr>
          <p:cNvPr id="40" name="TextBox 39"/>
          <p:cNvSpPr txBox="1"/>
          <p:nvPr userDrawn="1"/>
        </p:nvSpPr>
        <p:spPr>
          <a:xfrm>
            <a:off x="-4118981" y="21995"/>
            <a:ext cx="4004200" cy="27420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7466"/>
              </a:lnSpc>
              <a:spcBef>
                <a:spcPts val="1067"/>
              </a:spcBef>
            </a:pPr>
            <a:r>
              <a:rPr lang="en-US" sz="7466" dirty="0" err="1">
                <a:solidFill>
                  <a:srgbClr val="4D4D4D"/>
                </a:solidFill>
                <a:latin typeface="Simplon Oi Headline"/>
                <a:cs typeface="Simplon Oi Headline"/>
              </a:rPr>
              <a:t>Título</a:t>
            </a:r>
            <a:r>
              <a:rPr lang="en-US" sz="7466" dirty="0">
                <a:solidFill>
                  <a:srgbClr val="4D4D4D"/>
                </a:solidFill>
                <a:latin typeface="Simplon Oi Headline"/>
                <a:cs typeface="Simplon Oi Headline"/>
              </a:rPr>
              <a:t> Simplon </a:t>
            </a:r>
            <a:r>
              <a:rPr lang="en-US" sz="7466" dirty="0" err="1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r>
              <a:rPr lang="en-US" sz="7466" dirty="0">
                <a:solidFill>
                  <a:srgbClr val="4D4D4D"/>
                </a:solidFill>
                <a:latin typeface="Simplon Oi Headline"/>
                <a:cs typeface="Simplon Oi Headline"/>
              </a:rPr>
              <a:t> 42pt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-4069811" y="3108297"/>
            <a:ext cx="3652352" cy="14697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3733"/>
              </a:lnSpc>
            </a:pPr>
            <a:r>
              <a:rPr lang="en-US" sz="3733" dirty="0">
                <a:solidFill>
                  <a:srgbClr val="4D4D4D"/>
                </a:solidFill>
                <a:latin typeface="Simplon BP Regular"/>
                <a:cs typeface="Simplon BP Regular"/>
              </a:rPr>
              <a:t>SUBTÍTULOS</a:t>
            </a:r>
          </a:p>
          <a:p>
            <a:pPr defTabSz="609585">
              <a:lnSpc>
                <a:spcPts val="3733"/>
              </a:lnSpc>
            </a:pPr>
            <a:r>
              <a:rPr lang="en-US" sz="3733" dirty="0">
                <a:solidFill>
                  <a:srgbClr val="4D4D4D"/>
                </a:solidFill>
                <a:latin typeface="Simplon BP Regular"/>
                <a:cs typeface="Simplon BP Regular"/>
              </a:rPr>
              <a:t>SIMPLON BP REGULAR 21PT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-4069811" y="4824488"/>
            <a:ext cx="3652352" cy="3952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1867"/>
              </a:lnSpc>
            </a:pPr>
            <a:r>
              <a:rPr lang="en-US" sz="1867" dirty="0" err="1">
                <a:solidFill>
                  <a:srgbClr val="4D4D4D"/>
                </a:solidFill>
                <a:latin typeface="Simplon BP Regular"/>
                <a:cs typeface="Simplon BP Regular"/>
              </a:rPr>
              <a:t>Textos</a:t>
            </a:r>
            <a:r>
              <a:rPr lang="en-US" sz="1867" dirty="0">
                <a:solidFill>
                  <a:srgbClr val="4D4D4D"/>
                </a:solidFill>
                <a:latin typeface="Simplon BP Regular"/>
                <a:cs typeface="Simplon BP Regular"/>
              </a:rPr>
              <a:t> Simplon BP Regular 14pt</a:t>
            </a:r>
          </a:p>
        </p:txBody>
      </p:sp>
      <p:sp>
        <p:nvSpPr>
          <p:cNvPr id="74" name="Rectangle 35"/>
          <p:cNvSpPr/>
          <p:nvPr userDrawn="1"/>
        </p:nvSpPr>
        <p:spPr>
          <a:xfrm>
            <a:off x="13344424" y="412105"/>
            <a:ext cx="118217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pt-BR" sz="1600" dirty="0">
                <a:solidFill>
                  <a:srgbClr val="4D4D4D"/>
                </a:solidFill>
                <a:latin typeface="Simplon BP Regular"/>
                <a:cs typeface="Simplon BP Regular"/>
              </a:rPr>
              <a:t>ROXO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>
                <a:solidFill>
                  <a:srgbClr val="4D4D4D"/>
                </a:solidFill>
                <a:latin typeface="Simplon BP Regular"/>
                <a:cs typeface="Simplon BP Regular"/>
              </a:rPr>
              <a:t>ROSA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>
                <a:solidFill>
                  <a:srgbClr val="4D4D4D"/>
                </a:solidFill>
                <a:latin typeface="Simplon BP Regular"/>
                <a:cs typeface="Simplon BP Regular"/>
              </a:rPr>
              <a:t>LARANJA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>
                <a:solidFill>
                  <a:srgbClr val="4D4D4D"/>
                </a:solidFill>
                <a:latin typeface="Simplon BP Regular"/>
                <a:cs typeface="Simplon BP Regular"/>
              </a:rPr>
              <a:t>AMARELO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>
                <a:solidFill>
                  <a:srgbClr val="4D4D4D"/>
                </a:solidFill>
                <a:latin typeface="Simplon BP Regular"/>
                <a:cs typeface="Simplon BP Regular"/>
              </a:rPr>
              <a:t>VERDE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>
                <a:solidFill>
                  <a:srgbClr val="4D4D4D"/>
                </a:solidFill>
                <a:latin typeface="Simplon BP Regular"/>
                <a:cs typeface="Simplon BP Regular"/>
              </a:rPr>
              <a:t>AZUL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>
                <a:solidFill>
                  <a:srgbClr val="4D4D4D"/>
                </a:solidFill>
                <a:latin typeface="Simplon BP Regular"/>
                <a:cs typeface="Simplon BP Regular"/>
              </a:rPr>
              <a:t>CINZA</a:t>
            </a:r>
            <a:endParaRPr lang="hr-HR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</p:txBody>
      </p:sp>
      <p:sp>
        <p:nvSpPr>
          <p:cNvPr id="75" name="Rectangle 36"/>
          <p:cNvSpPr/>
          <p:nvPr userDrawn="1"/>
        </p:nvSpPr>
        <p:spPr>
          <a:xfrm>
            <a:off x="13355795" y="144739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>
                <a:solidFill>
                  <a:srgbClr val="4D4E50"/>
                </a:solidFill>
                <a:latin typeface="Simplon BP Regular"/>
                <a:cs typeface="Simplon BP Regular"/>
              </a:rPr>
              <a:t>R 234  G 40  B 140</a:t>
            </a:r>
          </a:p>
        </p:txBody>
      </p:sp>
      <p:sp>
        <p:nvSpPr>
          <p:cNvPr id="76" name="Rectangle 37"/>
          <p:cNvSpPr/>
          <p:nvPr userDrawn="1"/>
        </p:nvSpPr>
        <p:spPr>
          <a:xfrm>
            <a:off x="13355795" y="718297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en-US" sz="1600" dirty="0">
                <a:solidFill>
                  <a:srgbClr val="4D4E50"/>
                </a:solidFill>
                <a:latin typeface="Simplon BP Regular"/>
                <a:cs typeface="Simplon BP Regular"/>
              </a:rPr>
              <a:t>R 160  G 43  B 255 </a:t>
            </a:r>
          </a:p>
        </p:txBody>
      </p:sp>
      <p:sp>
        <p:nvSpPr>
          <p:cNvPr id="77" name="Rectangle 38"/>
          <p:cNvSpPr/>
          <p:nvPr userDrawn="1"/>
        </p:nvSpPr>
        <p:spPr>
          <a:xfrm>
            <a:off x="13355795" y="212923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>
                <a:solidFill>
                  <a:srgbClr val="4D4E50"/>
                </a:solidFill>
                <a:latin typeface="Simplon BP Regular"/>
                <a:cs typeface="Simplon BP Regular"/>
              </a:rPr>
              <a:t>R 255  G 109  B 0</a:t>
            </a:r>
          </a:p>
        </p:txBody>
      </p:sp>
      <p:sp>
        <p:nvSpPr>
          <p:cNvPr id="78" name="Rectangle 39"/>
          <p:cNvSpPr/>
          <p:nvPr userDrawn="1"/>
        </p:nvSpPr>
        <p:spPr>
          <a:xfrm>
            <a:off x="13355795" y="2868739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>
                <a:solidFill>
                  <a:srgbClr val="4D4E50"/>
                </a:solidFill>
                <a:latin typeface="Simplon BP Regular"/>
                <a:cs typeface="Simplon BP Regular"/>
              </a:rPr>
              <a:t>R 255  G 255  B 0</a:t>
            </a:r>
          </a:p>
        </p:txBody>
      </p:sp>
      <p:sp>
        <p:nvSpPr>
          <p:cNvPr id="79" name="Rectangle 39"/>
          <p:cNvSpPr/>
          <p:nvPr userDrawn="1"/>
        </p:nvSpPr>
        <p:spPr>
          <a:xfrm>
            <a:off x="13355795" y="3611613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>
                <a:solidFill>
                  <a:srgbClr val="4D4E50"/>
                </a:solidFill>
                <a:latin typeface="Simplon BP Regular"/>
                <a:cs typeface="Simplon BP Regular"/>
              </a:rPr>
              <a:t>R 0  G 211  B 24</a:t>
            </a:r>
          </a:p>
        </p:txBody>
      </p:sp>
      <p:sp>
        <p:nvSpPr>
          <p:cNvPr id="80" name="Rectangle 39"/>
          <p:cNvSpPr/>
          <p:nvPr userDrawn="1"/>
        </p:nvSpPr>
        <p:spPr>
          <a:xfrm>
            <a:off x="13355795" y="4379202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>
                <a:solidFill>
                  <a:srgbClr val="4D4E50"/>
                </a:solidFill>
                <a:latin typeface="Simplon BP Regular"/>
                <a:cs typeface="Simplon BP Regular"/>
              </a:rPr>
              <a:t>R 0  G 206  B 255</a:t>
            </a:r>
          </a:p>
        </p:txBody>
      </p:sp>
      <p:sp>
        <p:nvSpPr>
          <p:cNvPr id="81" name="Freeform 5"/>
          <p:cNvSpPr>
            <a:spLocks/>
          </p:cNvSpPr>
          <p:nvPr userDrawn="1"/>
        </p:nvSpPr>
        <p:spPr bwMode="auto">
          <a:xfrm>
            <a:off x="12419232" y="407093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2" name="Freeform 5"/>
          <p:cNvSpPr>
            <a:spLocks/>
          </p:cNvSpPr>
          <p:nvPr userDrawn="1"/>
        </p:nvSpPr>
        <p:spPr bwMode="auto">
          <a:xfrm>
            <a:off x="12419232" y="3339166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3" name="Freeform 5"/>
          <p:cNvSpPr>
            <a:spLocks/>
          </p:cNvSpPr>
          <p:nvPr userDrawn="1"/>
        </p:nvSpPr>
        <p:spPr bwMode="auto">
          <a:xfrm>
            <a:off x="12419232" y="260740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4" name="Freeform 5"/>
          <p:cNvSpPr>
            <a:spLocks/>
          </p:cNvSpPr>
          <p:nvPr userDrawn="1"/>
        </p:nvSpPr>
        <p:spPr bwMode="auto">
          <a:xfrm>
            <a:off x="12419232" y="187563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5" name="Freeform 5"/>
          <p:cNvSpPr>
            <a:spLocks/>
          </p:cNvSpPr>
          <p:nvPr userDrawn="1"/>
        </p:nvSpPr>
        <p:spPr bwMode="auto">
          <a:xfrm>
            <a:off x="12419232" y="1143870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6" name="Freeform 5"/>
          <p:cNvSpPr>
            <a:spLocks/>
          </p:cNvSpPr>
          <p:nvPr userDrawn="1"/>
        </p:nvSpPr>
        <p:spPr bwMode="auto">
          <a:xfrm>
            <a:off x="12419232" y="41210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7" name="Rectangle 39"/>
          <p:cNvSpPr/>
          <p:nvPr userDrawn="1"/>
        </p:nvSpPr>
        <p:spPr>
          <a:xfrm>
            <a:off x="13355795" y="5124105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>
                <a:solidFill>
                  <a:srgbClr val="4D4E50"/>
                </a:solidFill>
                <a:latin typeface="Simplon BP Regular"/>
                <a:cs typeface="Simplon BP Regular"/>
              </a:rPr>
              <a:t>R 77  G 77  B 77</a:t>
            </a:r>
          </a:p>
        </p:txBody>
      </p:sp>
      <p:sp>
        <p:nvSpPr>
          <p:cNvPr id="88" name="Freeform 5"/>
          <p:cNvSpPr>
            <a:spLocks/>
          </p:cNvSpPr>
          <p:nvPr userDrawn="1"/>
        </p:nvSpPr>
        <p:spPr bwMode="auto">
          <a:xfrm>
            <a:off x="12419232" y="481583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4" name="TextBox 39"/>
          <p:cNvSpPr txBox="1"/>
          <p:nvPr userDrawn="1"/>
        </p:nvSpPr>
        <p:spPr>
          <a:xfrm>
            <a:off x="12419233" y="18477"/>
            <a:ext cx="164248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>
                <a:solidFill>
                  <a:srgbClr val="4D4D4D"/>
                </a:solidFill>
                <a:latin typeface="Simplon Oi Headline"/>
                <a:cs typeface="Simplon Oi Headline"/>
              </a:rPr>
              <a:t>Cores </a:t>
            </a:r>
            <a:r>
              <a:rPr lang="en-US" sz="2133" dirty="0" err="1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endParaRPr lang="en-US" sz="2133" dirty="0">
              <a:solidFill>
                <a:srgbClr val="4D4D4D"/>
              </a:solidFill>
              <a:latin typeface="Simplon Oi Headline"/>
              <a:cs typeface="Simplon Oi Headline"/>
            </a:endParaRPr>
          </a:p>
        </p:txBody>
      </p:sp>
      <p:sp>
        <p:nvSpPr>
          <p:cNvPr id="105" name="TextBox 39"/>
          <p:cNvSpPr txBox="1"/>
          <p:nvPr userDrawn="1"/>
        </p:nvSpPr>
        <p:spPr>
          <a:xfrm>
            <a:off x="-9090" y="7016177"/>
            <a:ext cx="843025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err="1">
                <a:solidFill>
                  <a:srgbClr val="4D4D4D"/>
                </a:solidFill>
                <a:latin typeface="Simplon Oi Headline"/>
                <a:cs typeface="Simplon Oi Headline"/>
              </a:rPr>
              <a:t>Esquemas</a:t>
            </a:r>
            <a:r>
              <a:rPr lang="en-US" sz="2133" dirty="0">
                <a:solidFill>
                  <a:srgbClr val="4D4D4D"/>
                </a:solidFill>
                <a:latin typeface="Simplon Oi Headline"/>
                <a:cs typeface="Simplon Oi Headline"/>
              </a:rPr>
              <a:t> de cores </a:t>
            </a:r>
            <a:r>
              <a:rPr lang="en-US" sz="2133" dirty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(</a:t>
            </a:r>
            <a:r>
              <a:rPr lang="en-US" sz="2133" dirty="0" err="1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usar</a:t>
            </a:r>
            <a:r>
              <a:rPr lang="en-US" sz="2133" dirty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apenas</a:t>
            </a:r>
            <a:r>
              <a:rPr lang="en-US" sz="2133" dirty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2 cores dos </a:t>
            </a:r>
            <a:r>
              <a:rPr lang="en-US" sz="2133" dirty="0" err="1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esquemas</a:t>
            </a:r>
            <a:r>
              <a:rPr lang="en-US" sz="2133" dirty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abaixo</a:t>
            </a:r>
            <a:r>
              <a:rPr lang="en-US" sz="2133" dirty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)</a:t>
            </a:r>
          </a:p>
        </p:txBody>
      </p:sp>
      <p:sp>
        <p:nvSpPr>
          <p:cNvPr id="106" name="Freeform 5"/>
          <p:cNvSpPr>
            <a:spLocks/>
          </p:cNvSpPr>
          <p:nvPr userDrawn="1"/>
        </p:nvSpPr>
        <p:spPr bwMode="auto">
          <a:xfrm>
            <a:off x="0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7" name="Freeform 5"/>
          <p:cNvSpPr>
            <a:spLocks/>
          </p:cNvSpPr>
          <p:nvPr userDrawn="1"/>
        </p:nvSpPr>
        <p:spPr bwMode="auto">
          <a:xfrm>
            <a:off x="-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8" name="Freeform 5"/>
          <p:cNvSpPr>
            <a:spLocks/>
          </p:cNvSpPr>
          <p:nvPr userDrawn="1"/>
        </p:nvSpPr>
        <p:spPr bwMode="auto">
          <a:xfrm>
            <a:off x="1001183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9" name="Freeform 5"/>
          <p:cNvSpPr>
            <a:spLocks/>
          </p:cNvSpPr>
          <p:nvPr userDrawn="1"/>
        </p:nvSpPr>
        <p:spPr bwMode="auto">
          <a:xfrm>
            <a:off x="2002367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0" name="Freeform 5"/>
          <p:cNvSpPr>
            <a:spLocks/>
          </p:cNvSpPr>
          <p:nvPr userDrawn="1"/>
        </p:nvSpPr>
        <p:spPr bwMode="auto">
          <a:xfrm>
            <a:off x="3224743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1" name="Freeform 5"/>
          <p:cNvSpPr>
            <a:spLocks/>
          </p:cNvSpPr>
          <p:nvPr userDrawn="1"/>
        </p:nvSpPr>
        <p:spPr bwMode="auto">
          <a:xfrm>
            <a:off x="322474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2" name="Freeform 5"/>
          <p:cNvSpPr>
            <a:spLocks/>
          </p:cNvSpPr>
          <p:nvPr userDrawn="1"/>
        </p:nvSpPr>
        <p:spPr bwMode="auto">
          <a:xfrm>
            <a:off x="4225925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3" name="Freeform 5"/>
          <p:cNvSpPr>
            <a:spLocks/>
          </p:cNvSpPr>
          <p:nvPr userDrawn="1"/>
        </p:nvSpPr>
        <p:spPr bwMode="auto">
          <a:xfrm>
            <a:off x="5227109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4" name="Freeform 5"/>
          <p:cNvSpPr>
            <a:spLocks/>
          </p:cNvSpPr>
          <p:nvPr userDrawn="1"/>
        </p:nvSpPr>
        <p:spPr bwMode="auto">
          <a:xfrm>
            <a:off x="6418793" y="7391399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5" name="Freeform 5"/>
          <p:cNvSpPr>
            <a:spLocks/>
          </p:cNvSpPr>
          <p:nvPr userDrawn="1"/>
        </p:nvSpPr>
        <p:spPr bwMode="auto">
          <a:xfrm>
            <a:off x="6418792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6" name="Freeform 5"/>
          <p:cNvSpPr>
            <a:spLocks/>
          </p:cNvSpPr>
          <p:nvPr userDrawn="1"/>
        </p:nvSpPr>
        <p:spPr bwMode="auto">
          <a:xfrm>
            <a:off x="7419976" y="814005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7" name="Freeform 5"/>
          <p:cNvSpPr>
            <a:spLocks/>
          </p:cNvSpPr>
          <p:nvPr userDrawn="1"/>
        </p:nvSpPr>
        <p:spPr bwMode="auto">
          <a:xfrm>
            <a:off x="842116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6949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</p:sldLayoutIdLst>
  <p:hf hdr="0" ftr="0" dt="0"/>
  <p:txStyles>
    <p:titleStyle>
      <a:lvl1pPr algn="l" defTabSz="609585" rtl="0" eaLnBrk="1" latinLnBrk="0" hangingPunct="1">
        <a:lnSpc>
          <a:spcPts val="3200"/>
        </a:lnSpc>
        <a:spcBef>
          <a:spcPts val="1467"/>
        </a:spcBef>
        <a:buNone/>
        <a:defRPr sz="2933" i="1" kern="1200">
          <a:solidFill>
            <a:schemeClr val="tx1"/>
          </a:solidFill>
          <a:latin typeface="+mn-lt"/>
          <a:ea typeface="+mj-ea"/>
          <a:cs typeface="Arial"/>
        </a:defRPr>
      </a:lvl1pPr>
    </p:titleStyle>
    <p:bodyStyle>
      <a:lvl1pPr marL="0" indent="0" algn="l" defTabSz="609585" rtl="0" eaLnBrk="1" latinLnBrk="0" hangingPunct="1">
        <a:lnSpc>
          <a:spcPts val="2667"/>
        </a:lnSpc>
        <a:spcBef>
          <a:spcPts val="1200"/>
        </a:spcBef>
        <a:buFont typeface="Arial"/>
        <a:buNone/>
        <a:defRPr sz="2400" b="0" i="0" kern="1200" baseline="0">
          <a:solidFill>
            <a:schemeClr val="tx1"/>
          </a:solidFill>
          <a:latin typeface="Museo Sans 300"/>
          <a:ea typeface="+mn-ea"/>
          <a:cs typeface="Museo Sans 300"/>
        </a:defRPr>
      </a:lvl1pPr>
      <a:lvl2pPr marL="234945" indent="-234945" algn="l" defTabSz="609585" rtl="0" eaLnBrk="1" latinLnBrk="0" hangingPunct="1">
        <a:lnSpc>
          <a:spcPts val="2667"/>
        </a:lnSpc>
        <a:spcBef>
          <a:spcPts val="1200"/>
        </a:spcBef>
        <a:buSzPct val="50000"/>
        <a:buFont typeface="Arial"/>
        <a:buChar char="•"/>
        <a:tabLst/>
        <a:defRPr sz="2400" b="0" i="0" kern="1200">
          <a:solidFill>
            <a:schemeClr val="tx1"/>
          </a:solidFill>
          <a:latin typeface="Museo Sans 300"/>
          <a:ea typeface="+mn-ea"/>
          <a:cs typeface="Museo Sans 300"/>
        </a:defRPr>
      </a:lvl2pPr>
      <a:lvl3pPr marL="1219170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2133" b="0" i="0" kern="1200">
          <a:solidFill>
            <a:schemeClr val="tx1"/>
          </a:solidFill>
          <a:latin typeface="Museo Sans 300"/>
          <a:ea typeface="+mn-ea"/>
          <a:cs typeface="Museo Sans 300"/>
        </a:defRPr>
      </a:lvl3pPr>
      <a:lvl4pPr marL="1828754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4pPr>
      <a:lvl5pPr marL="2438339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5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93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 userDrawn="1"/>
        </p:nvSpPr>
        <p:spPr>
          <a:xfrm>
            <a:off x="15449031" y="818709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en-US" sz="2133" i="1" dirty="0" smtClean="0">
              <a:solidFill>
                <a:prstClr val="black"/>
              </a:solidFill>
            </a:endParaRPr>
          </a:p>
        </p:txBody>
      </p:sp>
      <p:sp>
        <p:nvSpPr>
          <p:cNvPr id="40" name="TextBox 39"/>
          <p:cNvSpPr txBox="1"/>
          <p:nvPr userDrawn="1"/>
        </p:nvSpPr>
        <p:spPr>
          <a:xfrm>
            <a:off x="-4118981" y="21995"/>
            <a:ext cx="4004200" cy="27420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7466"/>
              </a:lnSpc>
              <a:spcBef>
                <a:spcPts val="1067"/>
              </a:spcBef>
            </a:pP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Título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Simplon </a:t>
            </a: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42pt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-4069811" y="3108297"/>
            <a:ext cx="3652352" cy="14697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SUBTÍTULOS</a:t>
            </a:r>
          </a:p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SIMPLON BP REGULAR 21PT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-4069811" y="4824488"/>
            <a:ext cx="3652352" cy="3952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1867"/>
              </a:lnSpc>
            </a:pPr>
            <a:r>
              <a:rPr lang="en-US" sz="1867" dirty="0" err="1" smtClean="0">
                <a:solidFill>
                  <a:srgbClr val="4D4D4D"/>
                </a:solidFill>
                <a:latin typeface="Simplon BP Regular"/>
                <a:cs typeface="Simplon BP Regular"/>
              </a:rPr>
              <a:t>Textos</a:t>
            </a:r>
            <a:r>
              <a:rPr lang="en-US" sz="1867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 Simplon BP Regular 14pt</a:t>
            </a:r>
          </a:p>
        </p:txBody>
      </p:sp>
      <p:sp>
        <p:nvSpPr>
          <p:cNvPr id="74" name="Rectangle 35"/>
          <p:cNvSpPr/>
          <p:nvPr userDrawn="1"/>
        </p:nvSpPr>
        <p:spPr>
          <a:xfrm>
            <a:off x="13344424" y="412105"/>
            <a:ext cx="118217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pt-BR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ROXO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ROSA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LARANJA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AMARELO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VERDE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AZUL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CINZA</a:t>
            </a:r>
            <a:endParaRPr lang="hr-HR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</p:txBody>
      </p:sp>
      <p:sp>
        <p:nvSpPr>
          <p:cNvPr id="75" name="Rectangle 36"/>
          <p:cNvSpPr/>
          <p:nvPr userDrawn="1"/>
        </p:nvSpPr>
        <p:spPr>
          <a:xfrm>
            <a:off x="13355795" y="144739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234  G 40  B 140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6" name="Rectangle 37"/>
          <p:cNvSpPr/>
          <p:nvPr userDrawn="1"/>
        </p:nvSpPr>
        <p:spPr>
          <a:xfrm>
            <a:off x="13355795" y="718297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160  G 43  B 255 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7" name="Rectangle 38"/>
          <p:cNvSpPr/>
          <p:nvPr userDrawn="1"/>
        </p:nvSpPr>
        <p:spPr>
          <a:xfrm>
            <a:off x="13355795" y="212923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109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8" name="Rectangle 39"/>
          <p:cNvSpPr/>
          <p:nvPr userDrawn="1"/>
        </p:nvSpPr>
        <p:spPr>
          <a:xfrm>
            <a:off x="13355795" y="2868739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255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9" name="Rectangle 39"/>
          <p:cNvSpPr/>
          <p:nvPr userDrawn="1"/>
        </p:nvSpPr>
        <p:spPr>
          <a:xfrm>
            <a:off x="13355795" y="3611613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211  B 24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0" name="Rectangle 39"/>
          <p:cNvSpPr/>
          <p:nvPr userDrawn="1"/>
        </p:nvSpPr>
        <p:spPr>
          <a:xfrm>
            <a:off x="13355795" y="4379202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206  B 255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1" name="Freeform 5"/>
          <p:cNvSpPr>
            <a:spLocks/>
          </p:cNvSpPr>
          <p:nvPr userDrawn="1"/>
        </p:nvSpPr>
        <p:spPr bwMode="auto">
          <a:xfrm>
            <a:off x="12419232" y="407093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2" name="Freeform 5"/>
          <p:cNvSpPr>
            <a:spLocks/>
          </p:cNvSpPr>
          <p:nvPr userDrawn="1"/>
        </p:nvSpPr>
        <p:spPr bwMode="auto">
          <a:xfrm>
            <a:off x="12419232" y="3339166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3" name="Freeform 5"/>
          <p:cNvSpPr>
            <a:spLocks/>
          </p:cNvSpPr>
          <p:nvPr userDrawn="1"/>
        </p:nvSpPr>
        <p:spPr bwMode="auto">
          <a:xfrm>
            <a:off x="12419232" y="260740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4" name="Freeform 5"/>
          <p:cNvSpPr>
            <a:spLocks/>
          </p:cNvSpPr>
          <p:nvPr userDrawn="1"/>
        </p:nvSpPr>
        <p:spPr bwMode="auto">
          <a:xfrm>
            <a:off x="12419232" y="187563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5" name="Freeform 5"/>
          <p:cNvSpPr>
            <a:spLocks/>
          </p:cNvSpPr>
          <p:nvPr userDrawn="1"/>
        </p:nvSpPr>
        <p:spPr bwMode="auto">
          <a:xfrm>
            <a:off x="12419232" y="1143870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6" name="Freeform 5"/>
          <p:cNvSpPr>
            <a:spLocks/>
          </p:cNvSpPr>
          <p:nvPr userDrawn="1"/>
        </p:nvSpPr>
        <p:spPr bwMode="auto">
          <a:xfrm>
            <a:off x="12419232" y="41210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7" name="Rectangle 39"/>
          <p:cNvSpPr/>
          <p:nvPr userDrawn="1"/>
        </p:nvSpPr>
        <p:spPr>
          <a:xfrm>
            <a:off x="13355795" y="5124105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77  G 77  B 77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8" name="Freeform 5"/>
          <p:cNvSpPr>
            <a:spLocks/>
          </p:cNvSpPr>
          <p:nvPr userDrawn="1"/>
        </p:nvSpPr>
        <p:spPr bwMode="auto">
          <a:xfrm>
            <a:off x="12419232" y="481583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4" name="TextBox 39"/>
          <p:cNvSpPr txBox="1"/>
          <p:nvPr userDrawn="1"/>
        </p:nvSpPr>
        <p:spPr>
          <a:xfrm>
            <a:off x="12419233" y="18477"/>
            <a:ext cx="164248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Cores </a:t>
            </a: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endParaRPr lang="en-US" sz="2133" dirty="0" smtClean="0">
              <a:solidFill>
                <a:srgbClr val="4D4D4D"/>
              </a:solidFill>
              <a:latin typeface="Simplon Oi Headline"/>
              <a:cs typeface="Simplon Oi Headline"/>
            </a:endParaRPr>
          </a:p>
        </p:txBody>
      </p:sp>
      <p:sp>
        <p:nvSpPr>
          <p:cNvPr id="105" name="TextBox 39"/>
          <p:cNvSpPr txBox="1"/>
          <p:nvPr userDrawn="1"/>
        </p:nvSpPr>
        <p:spPr>
          <a:xfrm>
            <a:off x="-9090" y="7016177"/>
            <a:ext cx="843025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de cores 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(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usar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apenas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2 cores dos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abaixo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)</a:t>
            </a:r>
          </a:p>
        </p:txBody>
      </p:sp>
      <p:sp>
        <p:nvSpPr>
          <p:cNvPr id="106" name="Freeform 5"/>
          <p:cNvSpPr>
            <a:spLocks/>
          </p:cNvSpPr>
          <p:nvPr userDrawn="1"/>
        </p:nvSpPr>
        <p:spPr bwMode="auto">
          <a:xfrm>
            <a:off x="0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7" name="Freeform 5"/>
          <p:cNvSpPr>
            <a:spLocks/>
          </p:cNvSpPr>
          <p:nvPr userDrawn="1"/>
        </p:nvSpPr>
        <p:spPr bwMode="auto">
          <a:xfrm>
            <a:off x="-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8" name="Freeform 5"/>
          <p:cNvSpPr>
            <a:spLocks/>
          </p:cNvSpPr>
          <p:nvPr userDrawn="1"/>
        </p:nvSpPr>
        <p:spPr bwMode="auto">
          <a:xfrm>
            <a:off x="1001183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9" name="Freeform 5"/>
          <p:cNvSpPr>
            <a:spLocks/>
          </p:cNvSpPr>
          <p:nvPr userDrawn="1"/>
        </p:nvSpPr>
        <p:spPr bwMode="auto">
          <a:xfrm>
            <a:off x="2002367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0" name="Freeform 5"/>
          <p:cNvSpPr>
            <a:spLocks/>
          </p:cNvSpPr>
          <p:nvPr userDrawn="1"/>
        </p:nvSpPr>
        <p:spPr bwMode="auto">
          <a:xfrm>
            <a:off x="3224743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1" name="Freeform 5"/>
          <p:cNvSpPr>
            <a:spLocks/>
          </p:cNvSpPr>
          <p:nvPr userDrawn="1"/>
        </p:nvSpPr>
        <p:spPr bwMode="auto">
          <a:xfrm>
            <a:off x="322474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2" name="Freeform 5"/>
          <p:cNvSpPr>
            <a:spLocks/>
          </p:cNvSpPr>
          <p:nvPr userDrawn="1"/>
        </p:nvSpPr>
        <p:spPr bwMode="auto">
          <a:xfrm>
            <a:off x="4225925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3" name="Freeform 5"/>
          <p:cNvSpPr>
            <a:spLocks/>
          </p:cNvSpPr>
          <p:nvPr userDrawn="1"/>
        </p:nvSpPr>
        <p:spPr bwMode="auto">
          <a:xfrm>
            <a:off x="5227109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4" name="Freeform 5"/>
          <p:cNvSpPr>
            <a:spLocks/>
          </p:cNvSpPr>
          <p:nvPr userDrawn="1"/>
        </p:nvSpPr>
        <p:spPr bwMode="auto">
          <a:xfrm>
            <a:off x="6418793" y="7391399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5" name="Freeform 5"/>
          <p:cNvSpPr>
            <a:spLocks/>
          </p:cNvSpPr>
          <p:nvPr userDrawn="1"/>
        </p:nvSpPr>
        <p:spPr bwMode="auto">
          <a:xfrm>
            <a:off x="6418792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6" name="Freeform 5"/>
          <p:cNvSpPr>
            <a:spLocks/>
          </p:cNvSpPr>
          <p:nvPr userDrawn="1"/>
        </p:nvSpPr>
        <p:spPr bwMode="auto">
          <a:xfrm>
            <a:off x="7419976" y="814005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7" name="Freeform 5"/>
          <p:cNvSpPr>
            <a:spLocks/>
          </p:cNvSpPr>
          <p:nvPr userDrawn="1"/>
        </p:nvSpPr>
        <p:spPr bwMode="auto">
          <a:xfrm>
            <a:off x="842116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4612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09585" rtl="0" eaLnBrk="1" latinLnBrk="0" hangingPunct="1">
        <a:lnSpc>
          <a:spcPts val="3200"/>
        </a:lnSpc>
        <a:spcBef>
          <a:spcPts val="1467"/>
        </a:spcBef>
        <a:buNone/>
        <a:defRPr sz="2933" i="1" kern="1200">
          <a:solidFill>
            <a:schemeClr val="tx1"/>
          </a:solidFill>
          <a:latin typeface="+mn-lt"/>
          <a:ea typeface="+mj-ea"/>
          <a:cs typeface="Arial"/>
        </a:defRPr>
      </a:lvl1pPr>
    </p:titleStyle>
    <p:bodyStyle>
      <a:lvl1pPr marL="0" indent="0" algn="l" defTabSz="609585" rtl="0" eaLnBrk="1" latinLnBrk="0" hangingPunct="1">
        <a:lnSpc>
          <a:spcPts val="2667"/>
        </a:lnSpc>
        <a:spcBef>
          <a:spcPts val="1200"/>
        </a:spcBef>
        <a:buFont typeface="Arial"/>
        <a:buNone/>
        <a:defRPr sz="2400" b="0" i="0" kern="1200" baseline="0">
          <a:solidFill>
            <a:schemeClr val="tx1"/>
          </a:solidFill>
          <a:latin typeface="Museo Sans 300"/>
          <a:ea typeface="+mn-ea"/>
          <a:cs typeface="Museo Sans 300"/>
        </a:defRPr>
      </a:lvl1pPr>
      <a:lvl2pPr marL="234945" indent="-234945" algn="l" defTabSz="609585" rtl="0" eaLnBrk="1" latinLnBrk="0" hangingPunct="1">
        <a:lnSpc>
          <a:spcPts val="2667"/>
        </a:lnSpc>
        <a:spcBef>
          <a:spcPts val="1200"/>
        </a:spcBef>
        <a:buSzPct val="50000"/>
        <a:buFont typeface="Arial"/>
        <a:buChar char="•"/>
        <a:tabLst/>
        <a:defRPr sz="2400" b="0" i="0" kern="1200">
          <a:solidFill>
            <a:schemeClr val="tx1"/>
          </a:solidFill>
          <a:latin typeface="Museo Sans 300"/>
          <a:ea typeface="+mn-ea"/>
          <a:cs typeface="Museo Sans 300"/>
        </a:defRPr>
      </a:lvl2pPr>
      <a:lvl3pPr marL="1219170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2133" b="0" i="0" kern="1200">
          <a:solidFill>
            <a:schemeClr val="tx1"/>
          </a:solidFill>
          <a:latin typeface="Museo Sans 300"/>
          <a:ea typeface="+mn-ea"/>
          <a:cs typeface="Museo Sans 300"/>
        </a:defRPr>
      </a:lvl3pPr>
      <a:lvl4pPr marL="1828754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4pPr>
      <a:lvl5pPr marL="2438339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5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7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 userDrawn="1"/>
        </p:nvSpPr>
        <p:spPr>
          <a:xfrm>
            <a:off x="15449031" y="818709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en-US" sz="2133" i="1" dirty="0" smtClean="0">
              <a:solidFill>
                <a:prstClr val="black"/>
              </a:solidFill>
            </a:endParaRPr>
          </a:p>
        </p:txBody>
      </p:sp>
      <p:sp>
        <p:nvSpPr>
          <p:cNvPr id="40" name="TextBox 39"/>
          <p:cNvSpPr txBox="1"/>
          <p:nvPr userDrawn="1"/>
        </p:nvSpPr>
        <p:spPr>
          <a:xfrm>
            <a:off x="-4118981" y="21995"/>
            <a:ext cx="4004200" cy="27420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7466"/>
              </a:lnSpc>
              <a:spcBef>
                <a:spcPts val="1067"/>
              </a:spcBef>
            </a:pP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Título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Simplon </a:t>
            </a: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42pt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-4069811" y="3108297"/>
            <a:ext cx="3652352" cy="14697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SUBTÍTULOS</a:t>
            </a:r>
          </a:p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SIMPLON BP REGULAR 21PT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-4069811" y="4824488"/>
            <a:ext cx="3652352" cy="3952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1867"/>
              </a:lnSpc>
            </a:pPr>
            <a:r>
              <a:rPr lang="en-US" sz="1867" dirty="0" err="1" smtClean="0">
                <a:solidFill>
                  <a:srgbClr val="4D4D4D"/>
                </a:solidFill>
                <a:latin typeface="Simplon BP Regular"/>
                <a:cs typeface="Simplon BP Regular"/>
              </a:rPr>
              <a:t>Textos</a:t>
            </a:r>
            <a:r>
              <a:rPr lang="en-US" sz="1867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 Simplon BP Regular 14pt</a:t>
            </a:r>
          </a:p>
        </p:txBody>
      </p:sp>
      <p:sp>
        <p:nvSpPr>
          <p:cNvPr id="74" name="Rectangle 35"/>
          <p:cNvSpPr/>
          <p:nvPr userDrawn="1"/>
        </p:nvSpPr>
        <p:spPr>
          <a:xfrm>
            <a:off x="13344424" y="412105"/>
            <a:ext cx="118217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pt-BR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ROXO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ROSA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LARANJA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AMARELO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VERDE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AZUL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CINZA</a:t>
            </a:r>
            <a:endParaRPr lang="hr-HR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</p:txBody>
      </p:sp>
      <p:sp>
        <p:nvSpPr>
          <p:cNvPr id="75" name="Rectangle 36"/>
          <p:cNvSpPr/>
          <p:nvPr userDrawn="1"/>
        </p:nvSpPr>
        <p:spPr>
          <a:xfrm>
            <a:off x="13355795" y="144739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234  G 40  B 140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6" name="Rectangle 37"/>
          <p:cNvSpPr/>
          <p:nvPr userDrawn="1"/>
        </p:nvSpPr>
        <p:spPr>
          <a:xfrm>
            <a:off x="13355795" y="718297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160  G 43  B 255 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7" name="Rectangle 38"/>
          <p:cNvSpPr/>
          <p:nvPr userDrawn="1"/>
        </p:nvSpPr>
        <p:spPr>
          <a:xfrm>
            <a:off x="13355795" y="212923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109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8" name="Rectangle 39"/>
          <p:cNvSpPr/>
          <p:nvPr userDrawn="1"/>
        </p:nvSpPr>
        <p:spPr>
          <a:xfrm>
            <a:off x="13355795" y="2868739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255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9" name="Rectangle 39"/>
          <p:cNvSpPr/>
          <p:nvPr userDrawn="1"/>
        </p:nvSpPr>
        <p:spPr>
          <a:xfrm>
            <a:off x="13355795" y="3611613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211  B 24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0" name="Rectangle 39"/>
          <p:cNvSpPr/>
          <p:nvPr userDrawn="1"/>
        </p:nvSpPr>
        <p:spPr>
          <a:xfrm>
            <a:off x="13355795" y="4379202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206  B 255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1" name="Freeform 5"/>
          <p:cNvSpPr>
            <a:spLocks/>
          </p:cNvSpPr>
          <p:nvPr userDrawn="1"/>
        </p:nvSpPr>
        <p:spPr bwMode="auto">
          <a:xfrm>
            <a:off x="12419232" y="407093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2" name="Freeform 5"/>
          <p:cNvSpPr>
            <a:spLocks/>
          </p:cNvSpPr>
          <p:nvPr userDrawn="1"/>
        </p:nvSpPr>
        <p:spPr bwMode="auto">
          <a:xfrm>
            <a:off x="12419232" y="3339166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3" name="Freeform 5"/>
          <p:cNvSpPr>
            <a:spLocks/>
          </p:cNvSpPr>
          <p:nvPr userDrawn="1"/>
        </p:nvSpPr>
        <p:spPr bwMode="auto">
          <a:xfrm>
            <a:off x="12419232" y="260740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4" name="Freeform 5"/>
          <p:cNvSpPr>
            <a:spLocks/>
          </p:cNvSpPr>
          <p:nvPr userDrawn="1"/>
        </p:nvSpPr>
        <p:spPr bwMode="auto">
          <a:xfrm>
            <a:off x="12419232" y="187563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5" name="Freeform 5"/>
          <p:cNvSpPr>
            <a:spLocks/>
          </p:cNvSpPr>
          <p:nvPr userDrawn="1"/>
        </p:nvSpPr>
        <p:spPr bwMode="auto">
          <a:xfrm>
            <a:off x="12419232" y="1143870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6" name="Freeform 5"/>
          <p:cNvSpPr>
            <a:spLocks/>
          </p:cNvSpPr>
          <p:nvPr userDrawn="1"/>
        </p:nvSpPr>
        <p:spPr bwMode="auto">
          <a:xfrm>
            <a:off x="12419232" y="41210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7" name="Rectangle 39"/>
          <p:cNvSpPr/>
          <p:nvPr userDrawn="1"/>
        </p:nvSpPr>
        <p:spPr>
          <a:xfrm>
            <a:off x="13355795" y="5124105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77  G 77  B 77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8" name="Freeform 5"/>
          <p:cNvSpPr>
            <a:spLocks/>
          </p:cNvSpPr>
          <p:nvPr userDrawn="1"/>
        </p:nvSpPr>
        <p:spPr bwMode="auto">
          <a:xfrm>
            <a:off x="12419232" y="481583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4" name="TextBox 39"/>
          <p:cNvSpPr txBox="1"/>
          <p:nvPr userDrawn="1"/>
        </p:nvSpPr>
        <p:spPr>
          <a:xfrm>
            <a:off x="12419233" y="18477"/>
            <a:ext cx="164248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Cores </a:t>
            </a: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endParaRPr lang="en-US" sz="2133" dirty="0" smtClean="0">
              <a:solidFill>
                <a:srgbClr val="4D4D4D"/>
              </a:solidFill>
              <a:latin typeface="Simplon Oi Headline"/>
              <a:cs typeface="Simplon Oi Headline"/>
            </a:endParaRPr>
          </a:p>
        </p:txBody>
      </p:sp>
      <p:sp>
        <p:nvSpPr>
          <p:cNvPr id="105" name="TextBox 39"/>
          <p:cNvSpPr txBox="1"/>
          <p:nvPr userDrawn="1"/>
        </p:nvSpPr>
        <p:spPr>
          <a:xfrm>
            <a:off x="-9090" y="7016177"/>
            <a:ext cx="843025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de cores 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(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usar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apenas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2 cores dos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abaixo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)</a:t>
            </a:r>
          </a:p>
        </p:txBody>
      </p:sp>
      <p:sp>
        <p:nvSpPr>
          <p:cNvPr id="106" name="Freeform 5"/>
          <p:cNvSpPr>
            <a:spLocks/>
          </p:cNvSpPr>
          <p:nvPr userDrawn="1"/>
        </p:nvSpPr>
        <p:spPr bwMode="auto">
          <a:xfrm>
            <a:off x="0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7" name="Freeform 5"/>
          <p:cNvSpPr>
            <a:spLocks/>
          </p:cNvSpPr>
          <p:nvPr userDrawn="1"/>
        </p:nvSpPr>
        <p:spPr bwMode="auto">
          <a:xfrm>
            <a:off x="-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8" name="Freeform 5"/>
          <p:cNvSpPr>
            <a:spLocks/>
          </p:cNvSpPr>
          <p:nvPr userDrawn="1"/>
        </p:nvSpPr>
        <p:spPr bwMode="auto">
          <a:xfrm>
            <a:off x="1001183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9" name="Freeform 5"/>
          <p:cNvSpPr>
            <a:spLocks/>
          </p:cNvSpPr>
          <p:nvPr userDrawn="1"/>
        </p:nvSpPr>
        <p:spPr bwMode="auto">
          <a:xfrm>
            <a:off x="2002367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0" name="Freeform 5"/>
          <p:cNvSpPr>
            <a:spLocks/>
          </p:cNvSpPr>
          <p:nvPr userDrawn="1"/>
        </p:nvSpPr>
        <p:spPr bwMode="auto">
          <a:xfrm>
            <a:off x="3224743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1" name="Freeform 5"/>
          <p:cNvSpPr>
            <a:spLocks/>
          </p:cNvSpPr>
          <p:nvPr userDrawn="1"/>
        </p:nvSpPr>
        <p:spPr bwMode="auto">
          <a:xfrm>
            <a:off x="322474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2" name="Freeform 5"/>
          <p:cNvSpPr>
            <a:spLocks/>
          </p:cNvSpPr>
          <p:nvPr userDrawn="1"/>
        </p:nvSpPr>
        <p:spPr bwMode="auto">
          <a:xfrm>
            <a:off x="4225925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3" name="Freeform 5"/>
          <p:cNvSpPr>
            <a:spLocks/>
          </p:cNvSpPr>
          <p:nvPr userDrawn="1"/>
        </p:nvSpPr>
        <p:spPr bwMode="auto">
          <a:xfrm>
            <a:off x="5227109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4" name="Freeform 5"/>
          <p:cNvSpPr>
            <a:spLocks/>
          </p:cNvSpPr>
          <p:nvPr userDrawn="1"/>
        </p:nvSpPr>
        <p:spPr bwMode="auto">
          <a:xfrm>
            <a:off x="6418793" y="7391399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5" name="Freeform 5"/>
          <p:cNvSpPr>
            <a:spLocks/>
          </p:cNvSpPr>
          <p:nvPr userDrawn="1"/>
        </p:nvSpPr>
        <p:spPr bwMode="auto">
          <a:xfrm>
            <a:off x="6418792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6" name="Freeform 5"/>
          <p:cNvSpPr>
            <a:spLocks/>
          </p:cNvSpPr>
          <p:nvPr userDrawn="1"/>
        </p:nvSpPr>
        <p:spPr bwMode="auto">
          <a:xfrm>
            <a:off x="7419976" y="814005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7" name="Freeform 5"/>
          <p:cNvSpPr>
            <a:spLocks/>
          </p:cNvSpPr>
          <p:nvPr userDrawn="1"/>
        </p:nvSpPr>
        <p:spPr bwMode="auto">
          <a:xfrm>
            <a:off x="842116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3228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09585" rtl="0" eaLnBrk="1" latinLnBrk="0" hangingPunct="1">
        <a:lnSpc>
          <a:spcPts val="3200"/>
        </a:lnSpc>
        <a:spcBef>
          <a:spcPts val="1467"/>
        </a:spcBef>
        <a:buNone/>
        <a:defRPr sz="2933" i="1" kern="1200">
          <a:solidFill>
            <a:schemeClr val="tx1"/>
          </a:solidFill>
          <a:latin typeface="+mn-lt"/>
          <a:ea typeface="+mj-ea"/>
          <a:cs typeface="Arial"/>
        </a:defRPr>
      </a:lvl1pPr>
    </p:titleStyle>
    <p:bodyStyle>
      <a:lvl1pPr marL="0" indent="0" algn="l" defTabSz="609585" rtl="0" eaLnBrk="1" latinLnBrk="0" hangingPunct="1">
        <a:lnSpc>
          <a:spcPts val="2667"/>
        </a:lnSpc>
        <a:spcBef>
          <a:spcPts val="1200"/>
        </a:spcBef>
        <a:buFont typeface="Arial"/>
        <a:buNone/>
        <a:defRPr sz="2400" b="0" i="0" kern="1200" baseline="0">
          <a:solidFill>
            <a:schemeClr val="tx1"/>
          </a:solidFill>
          <a:latin typeface="Museo Sans 300"/>
          <a:ea typeface="+mn-ea"/>
          <a:cs typeface="Museo Sans 300"/>
        </a:defRPr>
      </a:lvl1pPr>
      <a:lvl2pPr marL="234945" indent="-234945" algn="l" defTabSz="609585" rtl="0" eaLnBrk="1" latinLnBrk="0" hangingPunct="1">
        <a:lnSpc>
          <a:spcPts val="2667"/>
        </a:lnSpc>
        <a:spcBef>
          <a:spcPts val="1200"/>
        </a:spcBef>
        <a:buSzPct val="50000"/>
        <a:buFont typeface="Arial"/>
        <a:buChar char="•"/>
        <a:tabLst/>
        <a:defRPr sz="2400" b="0" i="0" kern="1200">
          <a:solidFill>
            <a:schemeClr val="tx1"/>
          </a:solidFill>
          <a:latin typeface="Museo Sans 300"/>
          <a:ea typeface="+mn-ea"/>
          <a:cs typeface="Museo Sans 300"/>
        </a:defRPr>
      </a:lvl2pPr>
      <a:lvl3pPr marL="1219170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2133" b="0" i="0" kern="1200">
          <a:solidFill>
            <a:schemeClr val="tx1"/>
          </a:solidFill>
          <a:latin typeface="Museo Sans 300"/>
          <a:ea typeface="+mn-ea"/>
          <a:cs typeface="Museo Sans 300"/>
        </a:defRPr>
      </a:lvl3pPr>
      <a:lvl4pPr marL="1828754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4pPr>
      <a:lvl5pPr marL="2438339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41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 userDrawn="1"/>
        </p:nvSpPr>
        <p:spPr>
          <a:xfrm>
            <a:off x="15449031" y="818709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en-US" sz="2133" i="1" dirty="0" smtClean="0">
              <a:solidFill>
                <a:prstClr val="black"/>
              </a:solidFill>
            </a:endParaRPr>
          </a:p>
        </p:txBody>
      </p:sp>
      <p:sp>
        <p:nvSpPr>
          <p:cNvPr id="40" name="TextBox 39"/>
          <p:cNvSpPr txBox="1"/>
          <p:nvPr userDrawn="1"/>
        </p:nvSpPr>
        <p:spPr>
          <a:xfrm>
            <a:off x="-4118981" y="21995"/>
            <a:ext cx="4004200" cy="27420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7466"/>
              </a:lnSpc>
              <a:spcBef>
                <a:spcPts val="1067"/>
              </a:spcBef>
            </a:pP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Título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Simplon </a:t>
            </a: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42pt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-4069811" y="3108297"/>
            <a:ext cx="3652352" cy="14697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SUBTÍTULOS</a:t>
            </a:r>
          </a:p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SIMPLON BP REGULAR 21PT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-4069811" y="4824488"/>
            <a:ext cx="3652352" cy="3952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1867"/>
              </a:lnSpc>
            </a:pPr>
            <a:r>
              <a:rPr lang="en-US" sz="1867" dirty="0" err="1" smtClean="0">
                <a:solidFill>
                  <a:srgbClr val="4D4D4D"/>
                </a:solidFill>
                <a:latin typeface="Simplon BP Regular"/>
                <a:cs typeface="Simplon BP Regular"/>
              </a:rPr>
              <a:t>Textos</a:t>
            </a:r>
            <a:r>
              <a:rPr lang="en-US" sz="1867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 Simplon BP Regular 14pt</a:t>
            </a:r>
          </a:p>
        </p:txBody>
      </p:sp>
      <p:sp>
        <p:nvSpPr>
          <p:cNvPr id="74" name="Rectangle 35"/>
          <p:cNvSpPr/>
          <p:nvPr userDrawn="1"/>
        </p:nvSpPr>
        <p:spPr>
          <a:xfrm>
            <a:off x="13344424" y="412105"/>
            <a:ext cx="118217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pt-BR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ROXO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ROSA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LARANJA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AMARELO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VERDE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AZUL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CINZA</a:t>
            </a:r>
            <a:endParaRPr lang="hr-HR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</p:txBody>
      </p:sp>
      <p:sp>
        <p:nvSpPr>
          <p:cNvPr id="75" name="Rectangle 36"/>
          <p:cNvSpPr/>
          <p:nvPr userDrawn="1"/>
        </p:nvSpPr>
        <p:spPr>
          <a:xfrm>
            <a:off x="13355795" y="144739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234  G 40  B 140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6" name="Rectangle 37"/>
          <p:cNvSpPr/>
          <p:nvPr userDrawn="1"/>
        </p:nvSpPr>
        <p:spPr>
          <a:xfrm>
            <a:off x="13355795" y="718297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160  G 43  B 255 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7" name="Rectangle 38"/>
          <p:cNvSpPr/>
          <p:nvPr userDrawn="1"/>
        </p:nvSpPr>
        <p:spPr>
          <a:xfrm>
            <a:off x="13355795" y="212923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109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8" name="Rectangle 39"/>
          <p:cNvSpPr/>
          <p:nvPr userDrawn="1"/>
        </p:nvSpPr>
        <p:spPr>
          <a:xfrm>
            <a:off x="13355795" y="2868739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255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9" name="Rectangle 39"/>
          <p:cNvSpPr/>
          <p:nvPr userDrawn="1"/>
        </p:nvSpPr>
        <p:spPr>
          <a:xfrm>
            <a:off x="13355795" y="3611613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211  B 24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0" name="Rectangle 39"/>
          <p:cNvSpPr/>
          <p:nvPr userDrawn="1"/>
        </p:nvSpPr>
        <p:spPr>
          <a:xfrm>
            <a:off x="13355795" y="4379202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206  B 255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1" name="Freeform 5"/>
          <p:cNvSpPr>
            <a:spLocks/>
          </p:cNvSpPr>
          <p:nvPr userDrawn="1"/>
        </p:nvSpPr>
        <p:spPr bwMode="auto">
          <a:xfrm>
            <a:off x="12419232" y="407093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2" name="Freeform 5"/>
          <p:cNvSpPr>
            <a:spLocks/>
          </p:cNvSpPr>
          <p:nvPr userDrawn="1"/>
        </p:nvSpPr>
        <p:spPr bwMode="auto">
          <a:xfrm>
            <a:off x="12419232" y="3339166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3" name="Freeform 5"/>
          <p:cNvSpPr>
            <a:spLocks/>
          </p:cNvSpPr>
          <p:nvPr userDrawn="1"/>
        </p:nvSpPr>
        <p:spPr bwMode="auto">
          <a:xfrm>
            <a:off x="12419232" y="260740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4" name="Freeform 5"/>
          <p:cNvSpPr>
            <a:spLocks/>
          </p:cNvSpPr>
          <p:nvPr userDrawn="1"/>
        </p:nvSpPr>
        <p:spPr bwMode="auto">
          <a:xfrm>
            <a:off x="12419232" y="187563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5" name="Freeform 5"/>
          <p:cNvSpPr>
            <a:spLocks/>
          </p:cNvSpPr>
          <p:nvPr userDrawn="1"/>
        </p:nvSpPr>
        <p:spPr bwMode="auto">
          <a:xfrm>
            <a:off x="12419232" y="1143870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6" name="Freeform 5"/>
          <p:cNvSpPr>
            <a:spLocks/>
          </p:cNvSpPr>
          <p:nvPr userDrawn="1"/>
        </p:nvSpPr>
        <p:spPr bwMode="auto">
          <a:xfrm>
            <a:off x="12419232" y="41210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7" name="Rectangle 39"/>
          <p:cNvSpPr/>
          <p:nvPr userDrawn="1"/>
        </p:nvSpPr>
        <p:spPr>
          <a:xfrm>
            <a:off x="13355795" y="5124105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77  G 77  B 77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8" name="Freeform 5"/>
          <p:cNvSpPr>
            <a:spLocks/>
          </p:cNvSpPr>
          <p:nvPr userDrawn="1"/>
        </p:nvSpPr>
        <p:spPr bwMode="auto">
          <a:xfrm>
            <a:off x="12419232" y="481583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4" name="TextBox 39"/>
          <p:cNvSpPr txBox="1"/>
          <p:nvPr userDrawn="1"/>
        </p:nvSpPr>
        <p:spPr>
          <a:xfrm>
            <a:off x="12419233" y="18477"/>
            <a:ext cx="164248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Cores </a:t>
            </a: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endParaRPr lang="en-US" sz="2133" dirty="0" smtClean="0">
              <a:solidFill>
                <a:srgbClr val="4D4D4D"/>
              </a:solidFill>
              <a:latin typeface="Simplon Oi Headline"/>
              <a:cs typeface="Simplon Oi Headline"/>
            </a:endParaRPr>
          </a:p>
        </p:txBody>
      </p:sp>
      <p:sp>
        <p:nvSpPr>
          <p:cNvPr id="105" name="TextBox 39"/>
          <p:cNvSpPr txBox="1"/>
          <p:nvPr userDrawn="1"/>
        </p:nvSpPr>
        <p:spPr>
          <a:xfrm>
            <a:off x="-9090" y="7016177"/>
            <a:ext cx="843025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de cores 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(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usar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apenas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2 cores dos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abaixo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)</a:t>
            </a:r>
          </a:p>
        </p:txBody>
      </p:sp>
      <p:sp>
        <p:nvSpPr>
          <p:cNvPr id="106" name="Freeform 5"/>
          <p:cNvSpPr>
            <a:spLocks/>
          </p:cNvSpPr>
          <p:nvPr userDrawn="1"/>
        </p:nvSpPr>
        <p:spPr bwMode="auto">
          <a:xfrm>
            <a:off x="0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7" name="Freeform 5"/>
          <p:cNvSpPr>
            <a:spLocks/>
          </p:cNvSpPr>
          <p:nvPr userDrawn="1"/>
        </p:nvSpPr>
        <p:spPr bwMode="auto">
          <a:xfrm>
            <a:off x="-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8" name="Freeform 5"/>
          <p:cNvSpPr>
            <a:spLocks/>
          </p:cNvSpPr>
          <p:nvPr userDrawn="1"/>
        </p:nvSpPr>
        <p:spPr bwMode="auto">
          <a:xfrm>
            <a:off x="1001183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9" name="Freeform 5"/>
          <p:cNvSpPr>
            <a:spLocks/>
          </p:cNvSpPr>
          <p:nvPr userDrawn="1"/>
        </p:nvSpPr>
        <p:spPr bwMode="auto">
          <a:xfrm>
            <a:off x="2002367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0" name="Freeform 5"/>
          <p:cNvSpPr>
            <a:spLocks/>
          </p:cNvSpPr>
          <p:nvPr userDrawn="1"/>
        </p:nvSpPr>
        <p:spPr bwMode="auto">
          <a:xfrm>
            <a:off x="3224743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1" name="Freeform 5"/>
          <p:cNvSpPr>
            <a:spLocks/>
          </p:cNvSpPr>
          <p:nvPr userDrawn="1"/>
        </p:nvSpPr>
        <p:spPr bwMode="auto">
          <a:xfrm>
            <a:off x="322474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2" name="Freeform 5"/>
          <p:cNvSpPr>
            <a:spLocks/>
          </p:cNvSpPr>
          <p:nvPr userDrawn="1"/>
        </p:nvSpPr>
        <p:spPr bwMode="auto">
          <a:xfrm>
            <a:off x="4225925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3" name="Freeform 5"/>
          <p:cNvSpPr>
            <a:spLocks/>
          </p:cNvSpPr>
          <p:nvPr userDrawn="1"/>
        </p:nvSpPr>
        <p:spPr bwMode="auto">
          <a:xfrm>
            <a:off x="5227109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4" name="Freeform 5"/>
          <p:cNvSpPr>
            <a:spLocks/>
          </p:cNvSpPr>
          <p:nvPr userDrawn="1"/>
        </p:nvSpPr>
        <p:spPr bwMode="auto">
          <a:xfrm>
            <a:off x="6418793" y="7391399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5" name="Freeform 5"/>
          <p:cNvSpPr>
            <a:spLocks/>
          </p:cNvSpPr>
          <p:nvPr userDrawn="1"/>
        </p:nvSpPr>
        <p:spPr bwMode="auto">
          <a:xfrm>
            <a:off x="6418792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6" name="Freeform 5"/>
          <p:cNvSpPr>
            <a:spLocks/>
          </p:cNvSpPr>
          <p:nvPr userDrawn="1"/>
        </p:nvSpPr>
        <p:spPr bwMode="auto">
          <a:xfrm>
            <a:off x="7419976" y="814005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7" name="Freeform 5"/>
          <p:cNvSpPr>
            <a:spLocks/>
          </p:cNvSpPr>
          <p:nvPr userDrawn="1"/>
        </p:nvSpPr>
        <p:spPr bwMode="auto">
          <a:xfrm>
            <a:off x="842116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4497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09585" rtl="0" eaLnBrk="1" latinLnBrk="0" hangingPunct="1">
        <a:lnSpc>
          <a:spcPts val="3200"/>
        </a:lnSpc>
        <a:spcBef>
          <a:spcPts val="1467"/>
        </a:spcBef>
        <a:buNone/>
        <a:defRPr sz="2933" i="1" kern="1200">
          <a:solidFill>
            <a:schemeClr val="tx1"/>
          </a:solidFill>
          <a:latin typeface="+mn-lt"/>
          <a:ea typeface="+mj-ea"/>
          <a:cs typeface="Arial"/>
        </a:defRPr>
      </a:lvl1pPr>
    </p:titleStyle>
    <p:bodyStyle>
      <a:lvl1pPr marL="0" indent="0" algn="l" defTabSz="609585" rtl="0" eaLnBrk="1" latinLnBrk="0" hangingPunct="1">
        <a:lnSpc>
          <a:spcPts val="2667"/>
        </a:lnSpc>
        <a:spcBef>
          <a:spcPts val="1200"/>
        </a:spcBef>
        <a:buFont typeface="Arial"/>
        <a:buNone/>
        <a:defRPr sz="2400" b="0" i="0" kern="1200" baseline="0">
          <a:solidFill>
            <a:schemeClr val="tx1"/>
          </a:solidFill>
          <a:latin typeface="Museo Sans 300"/>
          <a:ea typeface="+mn-ea"/>
          <a:cs typeface="Museo Sans 300"/>
        </a:defRPr>
      </a:lvl1pPr>
      <a:lvl2pPr marL="234945" indent="-234945" algn="l" defTabSz="609585" rtl="0" eaLnBrk="1" latinLnBrk="0" hangingPunct="1">
        <a:lnSpc>
          <a:spcPts val="2667"/>
        </a:lnSpc>
        <a:spcBef>
          <a:spcPts val="1200"/>
        </a:spcBef>
        <a:buSzPct val="50000"/>
        <a:buFont typeface="Arial"/>
        <a:buChar char="•"/>
        <a:tabLst/>
        <a:defRPr sz="2400" b="0" i="0" kern="1200">
          <a:solidFill>
            <a:schemeClr val="tx1"/>
          </a:solidFill>
          <a:latin typeface="Museo Sans 300"/>
          <a:ea typeface="+mn-ea"/>
          <a:cs typeface="Museo Sans 300"/>
        </a:defRPr>
      </a:lvl2pPr>
      <a:lvl3pPr marL="1219170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2133" b="0" i="0" kern="1200">
          <a:solidFill>
            <a:schemeClr val="tx1"/>
          </a:solidFill>
          <a:latin typeface="Museo Sans 300"/>
          <a:ea typeface="+mn-ea"/>
          <a:cs typeface="Museo Sans 300"/>
        </a:defRPr>
      </a:lvl3pPr>
      <a:lvl4pPr marL="1828754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4pPr>
      <a:lvl5pPr marL="2438339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65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 userDrawn="1"/>
        </p:nvSpPr>
        <p:spPr>
          <a:xfrm>
            <a:off x="15449031" y="818709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en-US" sz="2133" i="1" dirty="0" smtClean="0">
              <a:solidFill>
                <a:prstClr val="black"/>
              </a:solidFill>
            </a:endParaRPr>
          </a:p>
        </p:txBody>
      </p:sp>
      <p:sp>
        <p:nvSpPr>
          <p:cNvPr id="40" name="TextBox 39"/>
          <p:cNvSpPr txBox="1"/>
          <p:nvPr userDrawn="1"/>
        </p:nvSpPr>
        <p:spPr>
          <a:xfrm>
            <a:off x="-4118981" y="21995"/>
            <a:ext cx="4004200" cy="27420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7466"/>
              </a:lnSpc>
              <a:spcBef>
                <a:spcPts val="1067"/>
              </a:spcBef>
            </a:pP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Título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Simplon </a:t>
            </a: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42pt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-4069811" y="3108297"/>
            <a:ext cx="3652352" cy="14697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SUBTÍTULOS</a:t>
            </a:r>
          </a:p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SIMPLON BP REGULAR 21PT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-4069811" y="4824488"/>
            <a:ext cx="3652352" cy="3952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1867"/>
              </a:lnSpc>
            </a:pPr>
            <a:r>
              <a:rPr lang="en-US" sz="1867" dirty="0" err="1" smtClean="0">
                <a:solidFill>
                  <a:srgbClr val="4D4D4D"/>
                </a:solidFill>
                <a:latin typeface="Simplon BP Regular"/>
                <a:cs typeface="Simplon BP Regular"/>
              </a:rPr>
              <a:t>Textos</a:t>
            </a:r>
            <a:r>
              <a:rPr lang="en-US" sz="1867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 Simplon BP Regular 14pt</a:t>
            </a:r>
          </a:p>
        </p:txBody>
      </p:sp>
      <p:sp>
        <p:nvSpPr>
          <p:cNvPr id="74" name="Rectangle 35"/>
          <p:cNvSpPr/>
          <p:nvPr userDrawn="1"/>
        </p:nvSpPr>
        <p:spPr>
          <a:xfrm>
            <a:off x="13344424" y="412105"/>
            <a:ext cx="118217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pt-BR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ROXO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ROSA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LARANJA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AMARELO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VERDE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AZUL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CINZA</a:t>
            </a:r>
            <a:endParaRPr lang="hr-HR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</p:txBody>
      </p:sp>
      <p:sp>
        <p:nvSpPr>
          <p:cNvPr id="75" name="Rectangle 36"/>
          <p:cNvSpPr/>
          <p:nvPr userDrawn="1"/>
        </p:nvSpPr>
        <p:spPr>
          <a:xfrm>
            <a:off x="13355795" y="144739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234  G 40  B 140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6" name="Rectangle 37"/>
          <p:cNvSpPr/>
          <p:nvPr userDrawn="1"/>
        </p:nvSpPr>
        <p:spPr>
          <a:xfrm>
            <a:off x="13355795" y="718297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160  G 43  B 255 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7" name="Rectangle 38"/>
          <p:cNvSpPr/>
          <p:nvPr userDrawn="1"/>
        </p:nvSpPr>
        <p:spPr>
          <a:xfrm>
            <a:off x="13355795" y="212923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109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8" name="Rectangle 39"/>
          <p:cNvSpPr/>
          <p:nvPr userDrawn="1"/>
        </p:nvSpPr>
        <p:spPr>
          <a:xfrm>
            <a:off x="13355795" y="2868739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255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9" name="Rectangle 39"/>
          <p:cNvSpPr/>
          <p:nvPr userDrawn="1"/>
        </p:nvSpPr>
        <p:spPr>
          <a:xfrm>
            <a:off x="13355795" y="3611613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211  B 24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0" name="Rectangle 39"/>
          <p:cNvSpPr/>
          <p:nvPr userDrawn="1"/>
        </p:nvSpPr>
        <p:spPr>
          <a:xfrm>
            <a:off x="13355795" y="4379202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206  B 255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1" name="Freeform 5"/>
          <p:cNvSpPr>
            <a:spLocks/>
          </p:cNvSpPr>
          <p:nvPr userDrawn="1"/>
        </p:nvSpPr>
        <p:spPr bwMode="auto">
          <a:xfrm>
            <a:off x="12419232" y="407093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2" name="Freeform 5"/>
          <p:cNvSpPr>
            <a:spLocks/>
          </p:cNvSpPr>
          <p:nvPr userDrawn="1"/>
        </p:nvSpPr>
        <p:spPr bwMode="auto">
          <a:xfrm>
            <a:off x="12419232" y="3339166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3" name="Freeform 5"/>
          <p:cNvSpPr>
            <a:spLocks/>
          </p:cNvSpPr>
          <p:nvPr userDrawn="1"/>
        </p:nvSpPr>
        <p:spPr bwMode="auto">
          <a:xfrm>
            <a:off x="12419232" y="260740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4" name="Freeform 5"/>
          <p:cNvSpPr>
            <a:spLocks/>
          </p:cNvSpPr>
          <p:nvPr userDrawn="1"/>
        </p:nvSpPr>
        <p:spPr bwMode="auto">
          <a:xfrm>
            <a:off x="12419232" y="187563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5" name="Freeform 5"/>
          <p:cNvSpPr>
            <a:spLocks/>
          </p:cNvSpPr>
          <p:nvPr userDrawn="1"/>
        </p:nvSpPr>
        <p:spPr bwMode="auto">
          <a:xfrm>
            <a:off x="12419232" y="1143870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6" name="Freeform 5"/>
          <p:cNvSpPr>
            <a:spLocks/>
          </p:cNvSpPr>
          <p:nvPr userDrawn="1"/>
        </p:nvSpPr>
        <p:spPr bwMode="auto">
          <a:xfrm>
            <a:off x="12419232" y="41210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7" name="Rectangle 39"/>
          <p:cNvSpPr/>
          <p:nvPr userDrawn="1"/>
        </p:nvSpPr>
        <p:spPr>
          <a:xfrm>
            <a:off x="13355795" y="5124105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77  G 77  B 77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8" name="Freeform 5"/>
          <p:cNvSpPr>
            <a:spLocks/>
          </p:cNvSpPr>
          <p:nvPr userDrawn="1"/>
        </p:nvSpPr>
        <p:spPr bwMode="auto">
          <a:xfrm>
            <a:off x="12419232" y="481583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4" name="TextBox 39"/>
          <p:cNvSpPr txBox="1"/>
          <p:nvPr userDrawn="1"/>
        </p:nvSpPr>
        <p:spPr>
          <a:xfrm>
            <a:off x="12419233" y="18477"/>
            <a:ext cx="164248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Cores </a:t>
            </a: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endParaRPr lang="en-US" sz="2133" dirty="0" smtClean="0">
              <a:solidFill>
                <a:srgbClr val="4D4D4D"/>
              </a:solidFill>
              <a:latin typeface="Simplon Oi Headline"/>
              <a:cs typeface="Simplon Oi Headline"/>
            </a:endParaRPr>
          </a:p>
        </p:txBody>
      </p:sp>
      <p:sp>
        <p:nvSpPr>
          <p:cNvPr id="105" name="TextBox 39"/>
          <p:cNvSpPr txBox="1"/>
          <p:nvPr userDrawn="1"/>
        </p:nvSpPr>
        <p:spPr>
          <a:xfrm>
            <a:off x="-9090" y="7016177"/>
            <a:ext cx="843025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de cores 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(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usar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apenas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2 cores dos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abaixo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)</a:t>
            </a:r>
          </a:p>
        </p:txBody>
      </p:sp>
      <p:sp>
        <p:nvSpPr>
          <p:cNvPr id="106" name="Freeform 5"/>
          <p:cNvSpPr>
            <a:spLocks/>
          </p:cNvSpPr>
          <p:nvPr userDrawn="1"/>
        </p:nvSpPr>
        <p:spPr bwMode="auto">
          <a:xfrm>
            <a:off x="0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7" name="Freeform 5"/>
          <p:cNvSpPr>
            <a:spLocks/>
          </p:cNvSpPr>
          <p:nvPr userDrawn="1"/>
        </p:nvSpPr>
        <p:spPr bwMode="auto">
          <a:xfrm>
            <a:off x="-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8" name="Freeform 5"/>
          <p:cNvSpPr>
            <a:spLocks/>
          </p:cNvSpPr>
          <p:nvPr userDrawn="1"/>
        </p:nvSpPr>
        <p:spPr bwMode="auto">
          <a:xfrm>
            <a:off x="1001183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9" name="Freeform 5"/>
          <p:cNvSpPr>
            <a:spLocks/>
          </p:cNvSpPr>
          <p:nvPr userDrawn="1"/>
        </p:nvSpPr>
        <p:spPr bwMode="auto">
          <a:xfrm>
            <a:off x="2002367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0" name="Freeform 5"/>
          <p:cNvSpPr>
            <a:spLocks/>
          </p:cNvSpPr>
          <p:nvPr userDrawn="1"/>
        </p:nvSpPr>
        <p:spPr bwMode="auto">
          <a:xfrm>
            <a:off x="3224743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1" name="Freeform 5"/>
          <p:cNvSpPr>
            <a:spLocks/>
          </p:cNvSpPr>
          <p:nvPr userDrawn="1"/>
        </p:nvSpPr>
        <p:spPr bwMode="auto">
          <a:xfrm>
            <a:off x="322474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2" name="Freeform 5"/>
          <p:cNvSpPr>
            <a:spLocks/>
          </p:cNvSpPr>
          <p:nvPr userDrawn="1"/>
        </p:nvSpPr>
        <p:spPr bwMode="auto">
          <a:xfrm>
            <a:off x="4225925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3" name="Freeform 5"/>
          <p:cNvSpPr>
            <a:spLocks/>
          </p:cNvSpPr>
          <p:nvPr userDrawn="1"/>
        </p:nvSpPr>
        <p:spPr bwMode="auto">
          <a:xfrm>
            <a:off x="5227109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4" name="Freeform 5"/>
          <p:cNvSpPr>
            <a:spLocks/>
          </p:cNvSpPr>
          <p:nvPr userDrawn="1"/>
        </p:nvSpPr>
        <p:spPr bwMode="auto">
          <a:xfrm>
            <a:off x="6418793" y="7391399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5" name="Freeform 5"/>
          <p:cNvSpPr>
            <a:spLocks/>
          </p:cNvSpPr>
          <p:nvPr userDrawn="1"/>
        </p:nvSpPr>
        <p:spPr bwMode="auto">
          <a:xfrm>
            <a:off x="6418792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6" name="Freeform 5"/>
          <p:cNvSpPr>
            <a:spLocks/>
          </p:cNvSpPr>
          <p:nvPr userDrawn="1"/>
        </p:nvSpPr>
        <p:spPr bwMode="auto">
          <a:xfrm>
            <a:off x="7419976" y="814005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7" name="Freeform 5"/>
          <p:cNvSpPr>
            <a:spLocks/>
          </p:cNvSpPr>
          <p:nvPr userDrawn="1"/>
        </p:nvSpPr>
        <p:spPr bwMode="auto">
          <a:xfrm>
            <a:off x="842116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7003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09585" rtl="0" eaLnBrk="1" latinLnBrk="0" hangingPunct="1">
        <a:lnSpc>
          <a:spcPts val="3200"/>
        </a:lnSpc>
        <a:spcBef>
          <a:spcPts val="1467"/>
        </a:spcBef>
        <a:buNone/>
        <a:defRPr sz="2933" i="1" kern="1200">
          <a:solidFill>
            <a:schemeClr val="tx1"/>
          </a:solidFill>
          <a:latin typeface="+mn-lt"/>
          <a:ea typeface="+mj-ea"/>
          <a:cs typeface="Arial"/>
        </a:defRPr>
      </a:lvl1pPr>
    </p:titleStyle>
    <p:bodyStyle>
      <a:lvl1pPr marL="0" indent="0" algn="l" defTabSz="609585" rtl="0" eaLnBrk="1" latinLnBrk="0" hangingPunct="1">
        <a:lnSpc>
          <a:spcPts val="2667"/>
        </a:lnSpc>
        <a:spcBef>
          <a:spcPts val="1200"/>
        </a:spcBef>
        <a:buFont typeface="Arial"/>
        <a:buNone/>
        <a:defRPr sz="2400" b="0" i="0" kern="1200" baseline="0">
          <a:solidFill>
            <a:schemeClr val="tx1"/>
          </a:solidFill>
          <a:latin typeface="Museo Sans 300"/>
          <a:ea typeface="+mn-ea"/>
          <a:cs typeface="Museo Sans 300"/>
        </a:defRPr>
      </a:lvl1pPr>
      <a:lvl2pPr marL="234945" indent="-234945" algn="l" defTabSz="609585" rtl="0" eaLnBrk="1" latinLnBrk="0" hangingPunct="1">
        <a:lnSpc>
          <a:spcPts val="2667"/>
        </a:lnSpc>
        <a:spcBef>
          <a:spcPts val="1200"/>
        </a:spcBef>
        <a:buSzPct val="50000"/>
        <a:buFont typeface="Arial"/>
        <a:buChar char="•"/>
        <a:tabLst/>
        <a:defRPr sz="2400" b="0" i="0" kern="1200">
          <a:solidFill>
            <a:schemeClr val="tx1"/>
          </a:solidFill>
          <a:latin typeface="Museo Sans 300"/>
          <a:ea typeface="+mn-ea"/>
          <a:cs typeface="Museo Sans 300"/>
        </a:defRPr>
      </a:lvl2pPr>
      <a:lvl3pPr marL="1219170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2133" b="0" i="0" kern="1200">
          <a:solidFill>
            <a:schemeClr val="tx1"/>
          </a:solidFill>
          <a:latin typeface="Museo Sans 300"/>
          <a:ea typeface="+mn-ea"/>
          <a:cs typeface="Museo Sans 300"/>
        </a:defRPr>
      </a:lvl3pPr>
      <a:lvl4pPr marL="1828754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4pPr>
      <a:lvl5pPr marL="2438339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84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 userDrawn="1"/>
        </p:nvSpPr>
        <p:spPr>
          <a:xfrm>
            <a:off x="15449031" y="818709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en-US" sz="2133" i="1" dirty="0" smtClean="0">
              <a:solidFill>
                <a:prstClr val="black"/>
              </a:solidFill>
            </a:endParaRPr>
          </a:p>
        </p:txBody>
      </p:sp>
      <p:sp>
        <p:nvSpPr>
          <p:cNvPr id="40" name="TextBox 39"/>
          <p:cNvSpPr txBox="1"/>
          <p:nvPr userDrawn="1"/>
        </p:nvSpPr>
        <p:spPr>
          <a:xfrm>
            <a:off x="-4118981" y="21995"/>
            <a:ext cx="4004200" cy="27420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7466"/>
              </a:lnSpc>
              <a:spcBef>
                <a:spcPts val="1067"/>
              </a:spcBef>
            </a:pP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Título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Simplon </a:t>
            </a: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42pt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-4069811" y="3108297"/>
            <a:ext cx="3652352" cy="14697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SUBTÍTULOS</a:t>
            </a:r>
          </a:p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SIMPLON BP REGULAR 21PT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-4069811" y="4824488"/>
            <a:ext cx="3652352" cy="3952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1867"/>
              </a:lnSpc>
            </a:pPr>
            <a:r>
              <a:rPr lang="en-US" sz="1867" dirty="0" err="1" smtClean="0">
                <a:solidFill>
                  <a:srgbClr val="4D4D4D"/>
                </a:solidFill>
                <a:latin typeface="Simplon BP Regular"/>
                <a:cs typeface="Simplon BP Regular"/>
              </a:rPr>
              <a:t>Textos</a:t>
            </a:r>
            <a:r>
              <a:rPr lang="en-US" sz="1867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 Simplon BP Regular 14pt</a:t>
            </a:r>
          </a:p>
        </p:txBody>
      </p:sp>
      <p:sp>
        <p:nvSpPr>
          <p:cNvPr id="74" name="Rectangle 35"/>
          <p:cNvSpPr/>
          <p:nvPr userDrawn="1"/>
        </p:nvSpPr>
        <p:spPr>
          <a:xfrm>
            <a:off x="13344424" y="412105"/>
            <a:ext cx="118217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pt-BR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ROXO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ROSA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LARANJA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AMARELO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VERDE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AZUL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CINZA</a:t>
            </a:r>
            <a:endParaRPr lang="hr-HR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</p:txBody>
      </p:sp>
      <p:sp>
        <p:nvSpPr>
          <p:cNvPr id="75" name="Rectangle 36"/>
          <p:cNvSpPr/>
          <p:nvPr userDrawn="1"/>
        </p:nvSpPr>
        <p:spPr>
          <a:xfrm>
            <a:off x="13355795" y="144739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234  G 40  B 140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6" name="Rectangle 37"/>
          <p:cNvSpPr/>
          <p:nvPr userDrawn="1"/>
        </p:nvSpPr>
        <p:spPr>
          <a:xfrm>
            <a:off x="13355795" y="718297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160  G 43  B 255 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7" name="Rectangle 38"/>
          <p:cNvSpPr/>
          <p:nvPr userDrawn="1"/>
        </p:nvSpPr>
        <p:spPr>
          <a:xfrm>
            <a:off x="13355795" y="212923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109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8" name="Rectangle 39"/>
          <p:cNvSpPr/>
          <p:nvPr userDrawn="1"/>
        </p:nvSpPr>
        <p:spPr>
          <a:xfrm>
            <a:off x="13355795" y="2868739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255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9" name="Rectangle 39"/>
          <p:cNvSpPr/>
          <p:nvPr userDrawn="1"/>
        </p:nvSpPr>
        <p:spPr>
          <a:xfrm>
            <a:off x="13355795" y="3611613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211  B 24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0" name="Rectangle 39"/>
          <p:cNvSpPr/>
          <p:nvPr userDrawn="1"/>
        </p:nvSpPr>
        <p:spPr>
          <a:xfrm>
            <a:off x="13355795" y="4379202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206  B 255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1" name="Freeform 5"/>
          <p:cNvSpPr>
            <a:spLocks/>
          </p:cNvSpPr>
          <p:nvPr userDrawn="1"/>
        </p:nvSpPr>
        <p:spPr bwMode="auto">
          <a:xfrm>
            <a:off x="12419232" y="407093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2" name="Freeform 5"/>
          <p:cNvSpPr>
            <a:spLocks/>
          </p:cNvSpPr>
          <p:nvPr userDrawn="1"/>
        </p:nvSpPr>
        <p:spPr bwMode="auto">
          <a:xfrm>
            <a:off x="12419232" y="3339166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3" name="Freeform 5"/>
          <p:cNvSpPr>
            <a:spLocks/>
          </p:cNvSpPr>
          <p:nvPr userDrawn="1"/>
        </p:nvSpPr>
        <p:spPr bwMode="auto">
          <a:xfrm>
            <a:off x="12419232" y="260740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4" name="Freeform 5"/>
          <p:cNvSpPr>
            <a:spLocks/>
          </p:cNvSpPr>
          <p:nvPr userDrawn="1"/>
        </p:nvSpPr>
        <p:spPr bwMode="auto">
          <a:xfrm>
            <a:off x="12419232" y="187563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5" name="Freeform 5"/>
          <p:cNvSpPr>
            <a:spLocks/>
          </p:cNvSpPr>
          <p:nvPr userDrawn="1"/>
        </p:nvSpPr>
        <p:spPr bwMode="auto">
          <a:xfrm>
            <a:off x="12419232" y="1143870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6" name="Freeform 5"/>
          <p:cNvSpPr>
            <a:spLocks/>
          </p:cNvSpPr>
          <p:nvPr userDrawn="1"/>
        </p:nvSpPr>
        <p:spPr bwMode="auto">
          <a:xfrm>
            <a:off x="12419232" y="41210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7" name="Rectangle 39"/>
          <p:cNvSpPr/>
          <p:nvPr userDrawn="1"/>
        </p:nvSpPr>
        <p:spPr>
          <a:xfrm>
            <a:off x="13355795" y="5124105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77  G 77  B 77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8" name="Freeform 5"/>
          <p:cNvSpPr>
            <a:spLocks/>
          </p:cNvSpPr>
          <p:nvPr userDrawn="1"/>
        </p:nvSpPr>
        <p:spPr bwMode="auto">
          <a:xfrm>
            <a:off x="12419232" y="481583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4" name="TextBox 39"/>
          <p:cNvSpPr txBox="1"/>
          <p:nvPr userDrawn="1"/>
        </p:nvSpPr>
        <p:spPr>
          <a:xfrm>
            <a:off x="12419233" y="18477"/>
            <a:ext cx="164248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Cores </a:t>
            </a: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endParaRPr lang="en-US" sz="2133" dirty="0" smtClean="0">
              <a:solidFill>
                <a:srgbClr val="4D4D4D"/>
              </a:solidFill>
              <a:latin typeface="Simplon Oi Headline"/>
              <a:cs typeface="Simplon Oi Headline"/>
            </a:endParaRPr>
          </a:p>
        </p:txBody>
      </p:sp>
      <p:sp>
        <p:nvSpPr>
          <p:cNvPr id="105" name="TextBox 39"/>
          <p:cNvSpPr txBox="1"/>
          <p:nvPr userDrawn="1"/>
        </p:nvSpPr>
        <p:spPr>
          <a:xfrm>
            <a:off x="-9090" y="7016177"/>
            <a:ext cx="843025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de cores 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(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usar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apenas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2 cores dos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abaixo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)</a:t>
            </a:r>
          </a:p>
        </p:txBody>
      </p:sp>
      <p:sp>
        <p:nvSpPr>
          <p:cNvPr id="106" name="Freeform 5"/>
          <p:cNvSpPr>
            <a:spLocks/>
          </p:cNvSpPr>
          <p:nvPr userDrawn="1"/>
        </p:nvSpPr>
        <p:spPr bwMode="auto">
          <a:xfrm>
            <a:off x="0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7" name="Freeform 5"/>
          <p:cNvSpPr>
            <a:spLocks/>
          </p:cNvSpPr>
          <p:nvPr userDrawn="1"/>
        </p:nvSpPr>
        <p:spPr bwMode="auto">
          <a:xfrm>
            <a:off x="-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8" name="Freeform 5"/>
          <p:cNvSpPr>
            <a:spLocks/>
          </p:cNvSpPr>
          <p:nvPr userDrawn="1"/>
        </p:nvSpPr>
        <p:spPr bwMode="auto">
          <a:xfrm>
            <a:off x="1001183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9" name="Freeform 5"/>
          <p:cNvSpPr>
            <a:spLocks/>
          </p:cNvSpPr>
          <p:nvPr userDrawn="1"/>
        </p:nvSpPr>
        <p:spPr bwMode="auto">
          <a:xfrm>
            <a:off x="2002367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0" name="Freeform 5"/>
          <p:cNvSpPr>
            <a:spLocks/>
          </p:cNvSpPr>
          <p:nvPr userDrawn="1"/>
        </p:nvSpPr>
        <p:spPr bwMode="auto">
          <a:xfrm>
            <a:off x="3224743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1" name="Freeform 5"/>
          <p:cNvSpPr>
            <a:spLocks/>
          </p:cNvSpPr>
          <p:nvPr userDrawn="1"/>
        </p:nvSpPr>
        <p:spPr bwMode="auto">
          <a:xfrm>
            <a:off x="322474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2" name="Freeform 5"/>
          <p:cNvSpPr>
            <a:spLocks/>
          </p:cNvSpPr>
          <p:nvPr userDrawn="1"/>
        </p:nvSpPr>
        <p:spPr bwMode="auto">
          <a:xfrm>
            <a:off x="4225925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3" name="Freeform 5"/>
          <p:cNvSpPr>
            <a:spLocks/>
          </p:cNvSpPr>
          <p:nvPr userDrawn="1"/>
        </p:nvSpPr>
        <p:spPr bwMode="auto">
          <a:xfrm>
            <a:off x="5227109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4" name="Freeform 5"/>
          <p:cNvSpPr>
            <a:spLocks/>
          </p:cNvSpPr>
          <p:nvPr userDrawn="1"/>
        </p:nvSpPr>
        <p:spPr bwMode="auto">
          <a:xfrm>
            <a:off x="6418793" y="7391399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5" name="Freeform 5"/>
          <p:cNvSpPr>
            <a:spLocks/>
          </p:cNvSpPr>
          <p:nvPr userDrawn="1"/>
        </p:nvSpPr>
        <p:spPr bwMode="auto">
          <a:xfrm>
            <a:off x="6418792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6" name="Freeform 5"/>
          <p:cNvSpPr>
            <a:spLocks/>
          </p:cNvSpPr>
          <p:nvPr userDrawn="1"/>
        </p:nvSpPr>
        <p:spPr bwMode="auto">
          <a:xfrm>
            <a:off x="7419976" y="814005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7" name="Freeform 5"/>
          <p:cNvSpPr>
            <a:spLocks/>
          </p:cNvSpPr>
          <p:nvPr userDrawn="1"/>
        </p:nvSpPr>
        <p:spPr bwMode="auto">
          <a:xfrm>
            <a:off x="842116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2879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09585" rtl="0" eaLnBrk="1" latinLnBrk="0" hangingPunct="1">
        <a:lnSpc>
          <a:spcPts val="3200"/>
        </a:lnSpc>
        <a:spcBef>
          <a:spcPts val="1467"/>
        </a:spcBef>
        <a:buNone/>
        <a:defRPr sz="2933" i="1" kern="1200">
          <a:solidFill>
            <a:schemeClr val="tx1"/>
          </a:solidFill>
          <a:latin typeface="+mn-lt"/>
          <a:ea typeface="+mj-ea"/>
          <a:cs typeface="Arial"/>
        </a:defRPr>
      </a:lvl1pPr>
    </p:titleStyle>
    <p:bodyStyle>
      <a:lvl1pPr marL="0" indent="0" algn="l" defTabSz="609585" rtl="0" eaLnBrk="1" latinLnBrk="0" hangingPunct="1">
        <a:lnSpc>
          <a:spcPts val="2667"/>
        </a:lnSpc>
        <a:spcBef>
          <a:spcPts val="1200"/>
        </a:spcBef>
        <a:buFont typeface="Arial"/>
        <a:buNone/>
        <a:defRPr sz="2400" b="0" i="0" kern="1200" baseline="0">
          <a:solidFill>
            <a:schemeClr val="tx1"/>
          </a:solidFill>
          <a:latin typeface="Museo Sans 300"/>
          <a:ea typeface="+mn-ea"/>
          <a:cs typeface="Museo Sans 300"/>
        </a:defRPr>
      </a:lvl1pPr>
      <a:lvl2pPr marL="234945" indent="-234945" algn="l" defTabSz="609585" rtl="0" eaLnBrk="1" latinLnBrk="0" hangingPunct="1">
        <a:lnSpc>
          <a:spcPts val="2667"/>
        </a:lnSpc>
        <a:spcBef>
          <a:spcPts val="1200"/>
        </a:spcBef>
        <a:buSzPct val="50000"/>
        <a:buFont typeface="Arial"/>
        <a:buChar char="•"/>
        <a:tabLst/>
        <a:defRPr sz="2400" b="0" i="0" kern="1200">
          <a:solidFill>
            <a:schemeClr val="tx1"/>
          </a:solidFill>
          <a:latin typeface="Museo Sans 300"/>
          <a:ea typeface="+mn-ea"/>
          <a:cs typeface="Museo Sans 300"/>
        </a:defRPr>
      </a:lvl2pPr>
      <a:lvl3pPr marL="1219170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2133" b="0" i="0" kern="1200">
          <a:solidFill>
            <a:schemeClr val="tx1"/>
          </a:solidFill>
          <a:latin typeface="Museo Sans 300"/>
          <a:ea typeface="+mn-ea"/>
          <a:cs typeface="Museo Sans 300"/>
        </a:defRPr>
      </a:lvl3pPr>
      <a:lvl4pPr marL="1828754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4pPr>
      <a:lvl5pPr marL="2438339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08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 userDrawn="1"/>
        </p:nvSpPr>
        <p:spPr>
          <a:xfrm>
            <a:off x="15449031" y="818709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en-US" sz="2133" i="1" dirty="0" smtClean="0">
              <a:solidFill>
                <a:prstClr val="black"/>
              </a:solidFill>
            </a:endParaRPr>
          </a:p>
        </p:txBody>
      </p:sp>
      <p:sp>
        <p:nvSpPr>
          <p:cNvPr id="40" name="TextBox 39"/>
          <p:cNvSpPr txBox="1"/>
          <p:nvPr userDrawn="1"/>
        </p:nvSpPr>
        <p:spPr>
          <a:xfrm>
            <a:off x="-4118981" y="21995"/>
            <a:ext cx="4004200" cy="27420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7466"/>
              </a:lnSpc>
              <a:spcBef>
                <a:spcPts val="1067"/>
              </a:spcBef>
            </a:pP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Título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Simplon </a:t>
            </a: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42pt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-4069811" y="3108297"/>
            <a:ext cx="3652352" cy="14697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SUBTÍTULOS</a:t>
            </a:r>
          </a:p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SIMPLON BP REGULAR 21PT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-4069811" y="4824488"/>
            <a:ext cx="3652352" cy="3952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1867"/>
              </a:lnSpc>
            </a:pPr>
            <a:r>
              <a:rPr lang="en-US" sz="1867" dirty="0" err="1" smtClean="0">
                <a:solidFill>
                  <a:srgbClr val="4D4D4D"/>
                </a:solidFill>
                <a:latin typeface="Simplon BP Regular"/>
                <a:cs typeface="Simplon BP Regular"/>
              </a:rPr>
              <a:t>Textos</a:t>
            </a:r>
            <a:r>
              <a:rPr lang="en-US" sz="1867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 Simplon BP Regular 14pt</a:t>
            </a:r>
          </a:p>
        </p:txBody>
      </p:sp>
      <p:sp>
        <p:nvSpPr>
          <p:cNvPr id="74" name="Rectangle 35"/>
          <p:cNvSpPr/>
          <p:nvPr userDrawn="1"/>
        </p:nvSpPr>
        <p:spPr>
          <a:xfrm>
            <a:off x="13344424" y="412105"/>
            <a:ext cx="118217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pt-BR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ROXO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ROSA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LARANJA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AMARELO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VERDE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AZUL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CINZA</a:t>
            </a:r>
            <a:endParaRPr lang="hr-HR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</p:txBody>
      </p:sp>
      <p:sp>
        <p:nvSpPr>
          <p:cNvPr id="75" name="Rectangle 36"/>
          <p:cNvSpPr/>
          <p:nvPr userDrawn="1"/>
        </p:nvSpPr>
        <p:spPr>
          <a:xfrm>
            <a:off x="13355795" y="144739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234  G 40  B 140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6" name="Rectangle 37"/>
          <p:cNvSpPr/>
          <p:nvPr userDrawn="1"/>
        </p:nvSpPr>
        <p:spPr>
          <a:xfrm>
            <a:off x="13355795" y="718297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160  G 43  B 255 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7" name="Rectangle 38"/>
          <p:cNvSpPr/>
          <p:nvPr userDrawn="1"/>
        </p:nvSpPr>
        <p:spPr>
          <a:xfrm>
            <a:off x="13355795" y="212923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109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8" name="Rectangle 39"/>
          <p:cNvSpPr/>
          <p:nvPr userDrawn="1"/>
        </p:nvSpPr>
        <p:spPr>
          <a:xfrm>
            <a:off x="13355795" y="2868739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255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9" name="Rectangle 39"/>
          <p:cNvSpPr/>
          <p:nvPr userDrawn="1"/>
        </p:nvSpPr>
        <p:spPr>
          <a:xfrm>
            <a:off x="13355795" y="3611613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211  B 24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0" name="Rectangle 39"/>
          <p:cNvSpPr/>
          <p:nvPr userDrawn="1"/>
        </p:nvSpPr>
        <p:spPr>
          <a:xfrm>
            <a:off x="13355795" y="4379202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206  B 255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1" name="Freeform 5"/>
          <p:cNvSpPr>
            <a:spLocks/>
          </p:cNvSpPr>
          <p:nvPr userDrawn="1"/>
        </p:nvSpPr>
        <p:spPr bwMode="auto">
          <a:xfrm>
            <a:off x="12419232" y="407093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2" name="Freeform 5"/>
          <p:cNvSpPr>
            <a:spLocks/>
          </p:cNvSpPr>
          <p:nvPr userDrawn="1"/>
        </p:nvSpPr>
        <p:spPr bwMode="auto">
          <a:xfrm>
            <a:off x="12419232" y="3339166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3" name="Freeform 5"/>
          <p:cNvSpPr>
            <a:spLocks/>
          </p:cNvSpPr>
          <p:nvPr userDrawn="1"/>
        </p:nvSpPr>
        <p:spPr bwMode="auto">
          <a:xfrm>
            <a:off x="12419232" y="260740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4" name="Freeform 5"/>
          <p:cNvSpPr>
            <a:spLocks/>
          </p:cNvSpPr>
          <p:nvPr userDrawn="1"/>
        </p:nvSpPr>
        <p:spPr bwMode="auto">
          <a:xfrm>
            <a:off x="12419232" y="187563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5" name="Freeform 5"/>
          <p:cNvSpPr>
            <a:spLocks/>
          </p:cNvSpPr>
          <p:nvPr userDrawn="1"/>
        </p:nvSpPr>
        <p:spPr bwMode="auto">
          <a:xfrm>
            <a:off x="12419232" y="1143870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6" name="Freeform 5"/>
          <p:cNvSpPr>
            <a:spLocks/>
          </p:cNvSpPr>
          <p:nvPr userDrawn="1"/>
        </p:nvSpPr>
        <p:spPr bwMode="auto">
          <a:xfrm>
            <a:off x="12419232" y="41210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7" name="Rectangle 39"/>
          <p:cNvSpPr/>
          <p:nvPr userDrawn="1"/>
        </p:nvSpPr>
        <p:spPr>
          <a:xfrm>
            <a:off x="13355795" y="5124105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77  G 77  B 77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8" name="Freeform 5"/>
          <p:cNvSpPr>
            <a:spLocks/>
          </p:cNvSpPr>
          <p:nvPr userDrawn="1"/>
        </p:nvSpPr>
        <p:spPr bwMode="auto">
          <a:xfrm>
            <a:off x="12419232" y="481583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4" name="TextBox 39"/>
          <p:cNvSpPr txBox="1"/>
          <p:nvPr userDrawn="1"/>
        </p:nvSpPr>
        <p:spPr>
          <a:xfrm>
            <a:off x="12419233" y="18477"/>
            <a:ext cx="164248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Cores </a:t>
            </a: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endParaRPr lang="en-US" sz="2133" dirty="0" smtClean="0">
              <a:solidFill>
                <a:srgbClr val="4D4D4D"/>
              </a:solidFill>
              <a:latin typeface="Simplon Oi Headline"/>
              <a:cs typeface="Simplon Oi Headline"/>
            </a:endParaRPr>
          </a:p>
        </p:txBody>
      </p:sp>
      <p:sp>
        <p:nvSpPr>
          <p:cNvPr id="105" name="TextBox 39"/>
          <p:cNvSpPr txBox="1"/>
          <p:nvPr userDrawn="1"/>
        </p:nvSpPr>
        <p:spPr>
          <a:xfrm>
            <a:off x="-9090" y="7016177"/>
            <a:ext cx="843025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de cores 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(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usar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apenas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2 cores dos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abaixo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)</a:t>
            </a:r>
          </a:p>
        </p:txBody>
      </p:sp>
      <p:sp>
        <p:nvSpPr>
          <p:cNvPr id="106" name="Freeform 5"/>
          <p:cNvSpPr>
            <a:spLocks/>
          </p:cNvSpPr>
          <p:nvPr userDrawn="1"/>
        </p:nvSpPr>
        <p:spPr bwMode="auto">
          <a:xfrm>
            <a:off x="0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7" name="Freeform 5"/>
          <p:cNvSpPr>
            <a:spLocks/>
          </p:cNvSpPr>
          <p:nvPr userDrawn="1"/>
        </p:nvSpPr>
        <p:spPr bwMode="auto">
          <a:xfrm>
            <a:off x="-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8" name="Freeform 5"/>
          <p:cNvSpPr>
            <a:spLocks/>
          </p:cNvSpPr>
          <p:nvPr userDrawn="1"/>
        </p:nvSpPr>
        <p:spPr bwMode="auto">
          <a:xfrm>
            <a:off x="1001183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9" name="Freeform 5"/>
          <p:cNvSpPr>
            <a:spLocks/>
          </p:cNvSpPr>
          <p:nvPr userDrawn="1"/>
        </p:nvSpPr>
        <p:spPr bwMode="auto">
          <a:xfrm>
            <a:off x="2002367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0" name="Freeform 5"/>
          <p:cNvSpPr>
            <a:spLocks/>
          </p:cNvSpPr>
          <p:nvPr userDrawn="1"/>
        </p:nvSpPr>
        <p:spPr bwMode="auto">
          <a:xfrm>
            <a:off x="3224743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1" name="Freeform 5"/>
          <p:cNvSpPr>
            <a:spLocks/>
          </p:cNvSpPr>
          <p:nvPr userDrawn="1"/>
        </p:nvSpPr>
        <p:spPr bwMode="auto">
          <a:xfrm>
            <a:off x="322474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2" name="Freeform 5"/>
          <p:cNvSpPr>
            <a:spLocks/>
          </p:cNvSpPr>
          <p:nvPr userDrawn="1"/>
        </p:nvSpPr>
        <p:spPr bwMode="auto">
          <a:xfrm>
            <a:off x="4225925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3" name="Freeform 5"/>
          <p:cNvSpPr>
            <a:spLocks/>
          </p:cNvSpPr>
          <p:nvPr userDrawn="1"/>
        </p:nvSpPr>
        <p:spPr bwMode="auto">
          <a:xfrm>
            <a:off x="5227109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4" name="Freeform 5"/>
          <p:cNvSpPr>
            <a:spLocks/>
          </p:cNvSpPr>
          <p:nvPr userDrawn="1"/>
        </p:nvSpPr>
        <p:spPr bwMode="auto">
          <a:xfrm>
            <a:off x="6418793" y="7391399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5" name="Freeform 5"/>
          <p:cNvSpPr>
            <a:spLocks/>
          </p:cNvSpPr>
          <p:nvPr userDrawn="1"/>
        </p:nvSpPr>
        <p:spPr bwMode="auto">
          <a:xfrm>
            <a:off x="6418792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6" name="Freeform 5"/>
          <p:cNvSpPr>
            <a:spLocks/>
          </p:cNvSpPr>
          <p:nvPr userDrawn="1"/>
        </p:nvSpPr>
        <p:spPr bwMode="auto">
          <a:xfrm>
            <a:off x="7419976" y="814005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7" name="Freeform 5"/>
          <p:cNvSpPr>
            <a:spLocks/>
          </p:cNvSpPr>
          <p:nvPr userDrawn="1"/>
        </p:nvSpPr>
        <p:spPr bwMode="auto">
          <a:xfrm>
            <a:off x="842116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0032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09585" rtl="0" eaLnBrk="1" latinLnBrk="0" hangingPunct="1">
        <a:lnSpc>
          <a:spcPts val="3200"/>
        </a:lnSpc>
        <a:spcBef>
          <a:spcPts val="1467"/>
        </a:spcBef>
        <a:buNone/>
        <a:defRPr sz="2933" i="1" kern="1200">
          <a:solidFill>
            <a:schemeClr val="tx1"/>
          </a:solidFill>
          <a:latin typeface="+mn-lt"/>
          <a:ea typeface="+mj-ea"/>
          <a:cs typeface="Arial"/>
        </a:defRPr>
      </a:lvl1pPr>
    </p:titleStyle>
    <p:bodyStyle>
      <a:lvl1pPr marL="0" indent="0" algn="l" defTabSz="609585" rtl="0" eaLnBrk="1" latinLnBrk="0" hangingPunct="1">
        <a:lnSpc>
          <a:spcPts val="2667"/>
        </a:lnSpc>
        <a:spcBef>
          <a:spcPts val="1200"/>
        </a:spcBef>
        <a:buFont typeface="Arial"/>
        <a:buNone/>
        <a:defRPr sz="2400" b="0" i="0" kern="1200" baseline="0">
          <a:solidFill>
            <a:schemeClr val="tx1"/>
          </a:solidFill>
          <a:latin typeface="Museo Sans 300"/>
          <a:ea typeface="+mn-ea"/>
          <a:cs typeface="Museo Sans 300"/>
        </a:defRPr>
      </a:lvl1pPr>
      <a:lvl2pPr marL="234945" indent="-234945" algn="l" defTabSz="609585" rtl="0" eaLnBrk="1" latinLnBrk="0" hangingPunct="1">
        <a:lnSpc>
          <a:spcPts val="2667"/>
        </a:lnSpc>
        <a:spcBef>
          <a:spcPts val="1200"/>
        </a:spcBef>
        <a:buSzPct val="50000"/>
        <a:buFont typeface="Arial"/>
        <a:buChar char="•"/>
        <a:tabLst/>
        <a:defRPr sz="2400" b="0" i="0" kern="1200">
          <a:solidFill>
            <a:schemeClr val="tx1"/>
          </a:solidFill>
          <a:latin typeface="Museo Sans 300"/>
          <a:ea typeface="+mn-ea"/>
          <a:cs typeface="Museo Sans 300"/>
        </a:defRPr>
      </a:lvl2pPr>
      <a:lvl3pPr marL="1219170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2133" b="0" i="0" kern="1200">
          <a:solidFill>
            <a:schemeClr val="tx1"/>
          </a:solidFill>
          <a:latin typeface="Museo Sans 300"/>
          <a:ea typeface="+mn-ea"/>
          <a:cs typeface="Museo Sans 300"/>
        </a:defRPr>
      </a:lvl3pPr>
      <a:lvl4pPr marL="1828754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4pPr>
      <a:lvl5pPr marL="2438339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32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 userDrawn="1"/>
        </p:nvSpPr>
        <p:spPr>
          <a:xfrm>
            <a:off x="15449031" y="818709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en-US" sz="2133" i="1" dirty="0" smtClean="0">
              <a:solidFill>
                <a:prstClr val="black"/>
              </a:solidFill>
            </a:endParaRPr>
          </a:p>
        </p:txBody>
      </p:sp>
      <p:sp>
        <p:nvSpPr>
          <p:cNvPr id="40" name="TextBox 39"/>
          <p:cNvSpPr txBox="1"/>
          <p:nvPr userDrawn="1"/>
        </p:nvSpPr>
        <p:spPr>
          <a:xfrm>
            <a:off x="-4118981" y="21995"/>
            <a:ext cx="4004200" cy="27420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7466"/>
              </a:lnSpc>
              <a:spcBef>
                <a:spcPts val="1067"/>
              </a:spcBef>
            </a:pP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Título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Simplon </a:t>
            </a: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42pt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-4069811" y="3108297"/>
            <a:ext cx="3652352" cy="14697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SUBTÍTULOS</a:t>
            </a:r>
          </a:p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SIMPLON BP REGULAR 21PT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-4069811" y="4824488"/>
            <a:ext cx="3652352" cy="3952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1867"/>
              </a:lnSpc>
            </a:pPr>
            <a:r>
              <a:rPr lang="en-US" sz="1867" dirty="0" err="1" smtClean="0">
                <a:solidFill>
                  <a:srgbClr val="4D4D4D"/>
                </a:solidFill>
                <a:latin typeface="Simplon BP Regular"/>
                <a:cs typeface="Simplon BP Regular"/>
              </a:rPr>
              <a:t>Textos</a:t>
            </a:r>
            <a:r>
              <a:rPr lang="en-US" sz="1867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 Simplon BP Regular 14pt</a:t>
            </a:r>
          </a:p>
        </p:txBody>
      </p:sp>
      <p:sp>
        <p:nvSpPr>
          <p:cNvPr id="74" name="Rectangle 35"/>
          <p:cNvSpPr/>
          <p:nvPr userDrawn="1"/>
        </p:nvSpPr>
        <p:spPr>
          <a:xfrm>
            <a:off x="13344424" y="412105"/>
            <a:ext cx="118217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pt-BR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ROXO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ROSA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LARANJA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AMARELO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VERDE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AZUL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CINZA</a:t>
            </a:r>
            <a:endParaRPr lang="hr-HR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</p:txBody>
      </p:sp>
      <p:sp>
        <p:nvSpPr>
          <p:cNvPr id="75" name="Rectangle 36"/>
          <p:cNvSpPr/>
          <p:nvPr userDrawn="1"/>
        </p:nvSpPr>
        <p:spPr>
          <a:xfrm>
            <a:off x="13355795" y="144739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234  G 40  B 140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6" name="Rectangle 37"/>
          <p:cNvSpPr/>
          <p:nvPr userDrawn="1"/>
        </p:nvSpPr>
        <p:spPr>
          <a:xfrm>
            <a:off x="13355795" y="718297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160  G 43  B 255 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7" name="Rectangle 38"/>
          <p:cNvSpPr/>
          <p:nvPr userDrawn="1"/>
        </p:nvSpPr>
        <p:spPr>
          <a:xfrm>
            <a:off x="13355795" y="212923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109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8" name="Rectangle 39"/>
          <p:cNvSpPr/>
          <p:nvPr userDrawn="1"/>
        </p:nvSpPr>
        <p:spPr>
          <a:xfrm>
            <a:off x="13355795" y="2868739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255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9" name="Rectangle 39"/>
          <p:cNvSpPr/>
          <p:nvPr userDrawn="1"/>
        </p:nvSpPr>
        <p:spPr>
          <a:xfrm>
            <a:off x="13355795" y="3611613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211  B 24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0" name="Rectangle 39"/>
          <p:cNvSpPr/>
          <p:nvPr userDrawn="1"/>
        </p:nvSpPr>
        <p:spPr>
          <a:xfrm>
            <a:off x="13355795" y="4379202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206  B 255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1" name="Freeform 5"/>
          <p:cNvSpPr>
            <a:spLocks/>
          </p:cNvSpPr>
          <p:nvPr userDrawn="1"/>
        </p:nvSpPr>
        <p:spPr bwMode="auto">
          <a:xfrm>
            <a:off x="12419232" y="407093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2" name="Freeform 5"/>
          <p:cNvSpPr>
            <a:spLocks/>
          </p:cNvSpPr>
          <p:nvPr userDrawn="1"/>
        </p:nvSpPr>
        <p:spPr bwMode="auto">
          <a:xfrm>
            <a:off x="12419232" y="3339166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3" name="Freeform 5"/>
          <p:cNvSpPr>
            <a:spLocks/>
          </p:cNvSpPr>
          <p:nvPr userDrawn="1"/>
        </p:nvSpPr>
        <p:spPr bwMode="auto">
          <a:xfrm>
            <a:off x="12419232" y="260740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4" name="Freeform 5"/>
          <p:cNvSpPr>
            <a:spLocks/>
          </p:cNvSpPr>
          <p:nvPr userDrawn="1"/>
        </p:nvSpPr>
        <p:spPr bwMode="auto">
          <a:xfrm>
            <a:off x="12419232" y="187563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5" name="Freeform 5"/>
          <p:cNvSpPr>
            <a:spLocks/>
          </p:cNvSpPr>
          <p:nvPr userDrawn="1"/>
        </p:nvSpPr>
        <p:spPr bwMode="auto">
          <a:xfrm>
            <a:off x="12419232" y="1143870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6" name="Freeform 5"/>
          <p:cNvSpPr>
            <a:spLocks/>
          </p:cNvSpPr>
          <p:nvPr userDrawn="1"/>
        </p:nvSpPr>
        <p:spPr bwMode="auto">
          <a:xfrm>
            <a:off x="12419232" y="41210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7" name="Rectangle 39"/>
          <p:cNvSpPr/>
          <p:nvPr userDrawn="1"/>
        </p:nvSpPr>
        <p:spPr>
          <a:xfrm>
            <a:off x="13355795" y="5124105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77  G 77  B 77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8" name="Freeform 5"/>
          <p:cNvSpPr>
            <a:spLocks/>
          </p:cNvSpPr>
          <p:nvPr userDrawn="1"/>
        </p:nvSpPr>
        <p:spPr bwMode="auto">
          <a:xfrm>
            <a:off x="12419232" y="481583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4" name="TextBox 39"/>
          <p:cNvSpPr txBox="1"/>
          <p:nvPr userDrawn="1"/>
        </p:nvSpPr>
        <p:spPr>
          <a:xfrm>
            <a:off x="12419233" y="18477"/>
            <a:ext cx="164248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Cores </a:t>
            </a: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endParaRPr lang="en-US" sz="2133" dirty="0" smtClean="0">
              <a:solidFill>
                <a:srgbClr val="4D4D4D"/>
              </a:solidFill>
              <a:latin typeface="Simplon Oi Headline"/>
              <a:cs typeface="Simplon Oi Headline"/>
            </a:endParaRPr>
          </a:p>
        </p:txBody>
      </p:sp>
      <p:sp>
        <p:nvSpPr>
          <p:cNvPr id="105" name="TextBox 39"/>
          <p:cNvSpPr txBox="1"/>
          <p:nvPr userDrawn="1"/>
        </p:nvSpPr>
        <p:spPr>
          <a:xfrm>
            <a:off x="-9090" y="7016177"/>
            <a:ext cx="843025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de cores 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(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usar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apenas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2 cores dos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abaixo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)</a:t>
            </a:r>
          </a:p>
        </p:txBody>
      </p:sp>
      <p:sp>
        <p:nvSpPr>
          <p:cNvPr id="106" name="Freeform 5"/>
          <p:cNvSpPr>
            <a:spLocks/>
          </p:cNvSpPr>
          <p:nvPr userDrawn="1"/>
        </p:nvSpPr>
        <p:spPr bwMode="auto">
          <a:xfrm>
            <a:off x="0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7" name="Freeform 5"/>
          <p:cNvSpPr>
            <a:spLocks/>
          </p:cNvSpPr>
          <p:nvPr userDrawn="1"/>
        </p:nvSpPr>
        <p:spPr bwMode="auto">
          <a:xfrm>
            <a:off x="-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8" name="Freeform 5"/>
          <p:cNvSpPr>
            <a:spLocks/>
          </p:cNvSpPr>
          <p:nvPr userDrawn="1"/>
        </p:nvSpPr>
        <p:spPr bwMode="auto">
          <a:xfrm>
            <a:off x="1001183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9" name="Freeform 5"/>
          <p:cNvSpPr>
            <a:spLocks/>
          </p:cNvSpPr>
          <p:nvPr userDrawn="1"/>
        </p:nvSpPr>
        <p:spPr bwMode="auto">
          <a:xfrm>
            <a:off x="2002367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0" name="Freeform 5"/>
          <p:cNvSpPr>
            <a:spLocks/>
          </p:cNvSpPr>
          <p:nvPr userDrawn="1"/>
        </p:nvSpPr>
        <p:spPr bwMode="auto">
          <a:xfrm>
            <a:off x="3224743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1" name="Freeform 5"/>
          <p:cNvSpPr>
            <a:spLocks/>
          </p:cNvSpPr>
          <p:nvPr userDrawn="1"/>
        </p:nvSpPr>
        <p:spPr bwMode="auto">
          <a:xfrm>
            <a:off x="322474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2" name="Freeform 5"/>
          <p:cNvSpPr>
            <a:spLocks/>
          </p:cNvSpPr>
          <p:nvPr userDrawn="1"/>
        </p:nvSpPr>
        <p:spPr bwMode="auto">
          <a:xfrm>
            <a:off x="4225925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3" name="Freeform 5"/>
          <p:cNvSpPr>
            <a:spLocks/>
          </p:cNvSpPr>
          <p:nvPr userDrawn="1"/>
        </p:nvSpPr>
        <p:spPr bwMode="auto">
          <a:xfrm>
            <a:off x="5227109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4" name="Freeform 5"/>
          <p:cNvSpPr>
            <a:spLocks/>
          </p:cNvSpPr>
          <p:nvPr userDrawn="1"/>
        </p:nvSpPr>
        <p:spPr bwMode="auto">
          <a:xfrm>
            <a:off x="6418793" y="7391399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5" name="Freeform 5"/>
          <p:cNvSpPr>
            <a:spLocks/>
          </p:cNvSpPr>
          <p:nvPr userDrawn="1"/>
        </p:nvSpPr>
        <p:spPr bwMode="auto">
          <a:xfrm>
            <a:off x="6418792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6" name="Freeform 5"/>
          <p:cNvSpPr>
            <a:spLocks/>
          </p:cNvSpPr>
          <p:nvPr userDrawn="1"/>
        </p:nvSpPr>
        <p:spPr bwMode="auto">
          <a:xfrm>
            <a:off x="7419976" y="814005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7" name="Freeform 5"/>
          <p:cNvSpPr>
            <a:spLocks/>
          </p:cNvSpPr>
          <p:nvPr userDrawn="1"/>
        </p:nvSpPr>
        <p:spPr bwMode="auto">
          <a:xfrm>
            <a:off x="842116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0908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09585" rtl="0" eaLnBrk="1" latinLnBrk="0" hangingPunct="1">
        <a:lnSpc>
          <a:spcPts val="3200"/>
        </a:lnSpc>
        <a:spcBef>
          <a:spcPts val="1467"/>
        </a:spcBef>
        <a:buNone/>
        <a:defRPr sz="2933" i="1" kern="1200">
          <a:solidFill>
            <a:schemeClr val="tx1"/>
          </a:solidFill>
          <a:latin typeface="+mn-lt"/>
          <a:ea typeface="+mj-ea"/>
          <a:cs typeface="Arial"/>
        </a:defRPr>
      </a:lvl1pPr>
    </p:titleStyle>
    <p:bodyStyle>
      <a:lvl1pPr marL="0" indent="0" algn="l" defTabSz="609585" rtl="0" eaLnBrk="1" latinLnBrk="0" hangingPunct="1">
        <a:lnSpc>
          <a:spcPts val="2667"/>
        </a:lnSpc>
        <a:spcBef>
          <a:spcPts val="1200"/>
        </a:spcBef>
        <a:buFont typeface="Arial"/>
        <a:buNone/>
        <a:defRPr sz="2400" b="0" i="0" kern="1200" baseline="0">
          <a:solidFill>
            <a:schemeClr val="tx1"/>
          </a:solidFill>
          <a:latin typeface="Museo Sans 300"/>
          <a:ea typeface="+mn-ea"/>
          <a:cs typeface="Museo Sans 300"/>
        </a:defRPr>
      </a:lvl1pPr>
      <a:lvl2pPr marL="234945" indent="-234945" algn="l" defTabSz="609585" rtl="0" eaLnBrk="1" latinLnBrk="0" hangingPunct="1">
        <a:lnSpc>
          <a:spcPts val="2667"/>
        </a:lnSpc>
        <a:spcBef>
          <a:spcPts val="1200"/>
        </a:spcBef>
        <a:buSzPct val="50000"/>
        <a:buFont typeface="Arial"/>
        <a:buChar char="•"/>
        <a:tabLst/>
        <a:defRPr sz="2400" b="0" i="0" kern="1200">
          <a:solidFill>
            <a:schemeClr val="tx1"/>
          </a:solidFill>
          <a:latin typeface="Museo Sans 300"/>
          <a:ea typeface="+mn-ea"/>
          <a:cs typeface="Museo Sans 300"/>
        </a:defRPr>
      </a:lvl2pPr>
      <a:lvl3pPr marL="1219170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2133" b="0" i="0" kern="1200">
          <a:solidFill>
            <a:schemeClr val="tx1"/>
          </a:solidFill>
          <a:latin typeface="Museo Sans 300"/>
          <a:ea typeface="+mn-ea"/>
          <a:cs typeface="Museo Sans 300"/>
        </a:defRPr>
      </a:lvl3pPr>
      <a:lvl4pPr marL="1828754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4pPr>
      <a:lvl5pPr marL="2438339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56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 userDrawn="1"/>
        </p:nvSpPr>
        <p:spPr>
          <a:xfrm>
            <a:off x="15449031" y="818709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en-US" sz="2133" i="1" dirty="0" smtClean="0">
              <a:solidFill>
                <a:prstClr val="black"/>
              </a:solidFill>
            </a:endParaRPr>
          </a:p>
        </p:txBody>
      </p:sp>
      <p:sp>
        <p:nvSpPr>
          <p:cNvPr id="40" name="TextBox 39"/>
          <p:cNvSpPr txBox="1"/>
          <p:nvPr userDrawn="1"/>
        </p:nvSpPr>
        <p:spPr>
          <a:xfrm>
            <a:off x="-4118981" y="21995"/>
            <a:ext cx="4004200" cy="27420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7466"/>
              </a:lnSpc>
              <a:spcBef>
                <a:spcPts val="1067"/>
              </a:spcBef>
            </a:pP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Título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Simplon </a:t>
            </a: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42pt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-4069811" y="3108297"/>
            <a:ext cx="3652352" cy="14697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SUBTÍTULOS</a:t>
            </a:r>
          </a:p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SIMPLON BP REGULAR 21PT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-4069811" y="4824488"/>
            <a:ext cx="3652352" cy="3952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1867"/>
              </a:lnSpc>
            </a:pPr>
            <a:r>
              <a:rPr lang="en-US" sz="1867" dirty="0" err="1" smtClean="0">
                <a:solidFill>
                  <a:srgbClr val="4D4D4D"/>
                </a:solidFill>
                <a:latin typeface="Simplon BP Regular"/>
                <a:cs typeface="Simplon BP Regular"/>
              </a:rPr>
              <a:t>Textos</a:t>
            </a:r>
            <a:r>
              <a:rPr lang="en-US" sz="1867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 Simplon BP Regular 14pt</a:t>
            </a:r>
          </a:p>
        </p:txBody>
      </p:sp>
      <p:sp>
        <p:nvSpPr>
          <p:cNvPr id="74" name="Rectangle 35"/>
          <p:cNvSpPr/>
          <p:nvPr userDrawn="1"/>
        </p:nvSpPr>
        <p:spPr>
          <a:xfrm>
            <a:off x="13344424" y="412105"/>
            <a:ext cx="118217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pt-BR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ROXO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ROSA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LARANJA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AMARELO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VERDE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AZUL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CINZA</a:t>
            </a:r>
            <a:endParaRPr lang="hr-HR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</p:txBody>
      </p:sp>
      <p:sp>
        <p:nvSpPr>
          <p:cNvPr id="75" name="Rectangle 36"/>
          <p:cNvSpPr/>
          <p:nvPr userDrawn="1"/>
        </p:nvSpPr>
        <p:spPr>
          <a:xfrm>
            <a:off x="13355795" y="144739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234  G 40  B 140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6" name="Rectangle 37"/>
          <p:cNvSpPr/>
          <p:nvPr userDrawn="1"/>
        </p:nvSpPr>
        <p:spPr>
          <a:xfrm>
            <a:off x="13355795" y="718297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160  G 43  B 255 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7" name="Rectangle 38"/>
          <p:cNvSpPr/>
          <p:nvPr userDrawn="1"/>
        </p:nvSpPr>
        <p:spPr>
          <a:xfrm>
            <a:off x="13355795" y="212923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109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8" name="Rectangle 39"/>
          <p:cNvSpPr/>
          <p:nvPr userDrawn="1"/>
        </p:nvSpPr>
        <p:spPr>
          <a:xfrm>
            <a:off x="13355795" y="2868739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255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9" name="Rectangle 39"/>
          <p:cNvSpPr/>
          <p:nvPr userDrawn="1"/>
        </p:nvSpPr>
        <p:spPr>
          <a:xfrm>
            <a:off x="13355795" y="3611613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211  B 24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0" name="Rectangle 39"/>
          <p:cNvSpPr/>
          <p:nvPr userDrawn="1"/>
        </p:nvSpPr>
        <p:spPr>
          <a:xfrm>
            <a:off x="13355795" y="4379202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206  B 255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1" name="Freeform 5"/>
          <p:cNvSpPr>
            <a:spLocks/>
          </p:cNvSpPr>
          <p:nvPr userDrawn="1"/>
        </p:nvSpPr>
        <p:spPr bwMode="auto">
          <a:xfrm>
            <a:off x="12419232" y="407093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2" name="Freeform 5"/>
          <p:cNvSpPr>
            <a:spLocks/>
          </p:cNvSpPr>
          <p:nvPr userDrawn="1"/>
        </p:nvSpPr>
        <p:spPr bwMode="auto">
          <a:xfrm>
            <a:off x="12419232" y="3339166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3" name="Freeform 5"/>
          <p:cNvSpPr>
            <a:spLocks/>
          </p:cNvSpPr>
          <p:nvPr userDrawn="1"/>
        </p:nvSpPr>
        <p:spPr bwMode="auto">
          <a:xfrm>
            <a:off x="12419232" y="260740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4" name="Freeform 5"/>
          <p:cNvSpPr>
            <a:spLocks/>
          </p:cNvSpPr>
          <p:nvPr userDrawn="1"/>
        </p:nvSpPr>
        <p:spPr bwMode="auto">
          <a:xfrm>
            <a:off x="12419232" y="187563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5" name="Freeform 5"/>
          <p:cNvSpPr>
            <a:spLocks/>
          </p:cNvSpPr>
          <p:nvPr userDrawn="1"/>
        </p:nvSpPr>
        <p:spPr bwMode="auto">
          <a:xfrm>
            <a:off x="12419232" y="1143870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6" name="Freeform 5"/>
          <p:cNvSpPr>
            <a:spLocks/>
          </p:cNvSpPr>
          <p:nvPr userDrawn="1"/>
        </p:nvSpPr>
        <p:spPr bwMode="auto">
          <a:xfrm>
            <a:off x="12419232" y="41210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7" name="Rectangle 39"/>
          <p:cNvSpPr/>
          <p:nvPr userDrawn="1"/>
        </p:nvSpPr>
        <p:spPr>
          <a:xfrm>
            <a:off x="13355795" y="5124105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77  G 77  B 77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8" name="Freeform 5"/>
          <p:cNvSpPr>
            <a:spLocks/>
          </p:cNvSpPr>
          <p:nvPr userDrawn="1"/>
        </p:nvSpPr>
        <p:spPr bwMode="auto">
          <a:xfrm>
            <a:off x="12419232" y="481583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4" name="TextBox 39"/>
          <p:cNvSpPr txBox="1"/>
          <p:nvPr userDrawn="1"/>
        </p:nvSpPr>
        <p:spPr>
          <a:xfrm>
            <a:off x="12419233" y="18477"/>
            <a:ext cx="164248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Cores </a:t>
            </a: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endParaRPr lang="en-US" sz="2133" dirty="0" smtClean="0">
              <a:solidFill>
                <a:srgbClr val="4D4D4D"/>
              </a:solidFill>
              <a:latin typeface="Simplon Oi Headline"/>
              <a:cs typeface="Simplon Oi Headline"/>
            </a:endParaRPr>
          </a:p>
        </p:txBody>
      </p:sp>
      <p:sp>
        <p:nvSpPr>
          <p:cNvPr id="105" name="TextBox 39"/>
          <p:cNvSpPr txBox="1"/>
          <p:nvPr userDrawn="1"/>
        </p:nvSpPr>
        <p:spPr>
          <a:xfrm>
            <a:off x="-9090" y="7016177"/>
            <a:ext cx="843025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de cores 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(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usar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apenas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2 cores dos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abaixo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)</a:t>
            </a:r>
          </a:p>
        </p:txBody>
      </p:sp>
      <p:sp>
        <p:nvSpPr>
          <p:cNvPr id="106" name="Freeform 5"/>
          <p:cNvSpPr>
            <a:spLocks/>
          </p:cNvSpPr>
          <p:nvPr userDrawn="1"/>
        </p:nvSpPr>
        <p:spPr bwMode="auto">
          <a:xfrm>
            <a:off x="0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7" name="Freeform 5"/>
          <p:cNvSpPr>
            <a:spLocks/>
          </p:cNvSpPr>
          <p:nvPr userDrawn="1"/>
        </p:nvSpPr>
        <p:spPr bwMode="auto">
          <a:xfrm>
            <a:off x="-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8" name="Freeform 5"/>
          <p:cNvSpPr>
            <a:spLocks/>
          </p:cNvSpPr>
          <p:nvPr userDrawn="1"/>
        </p:nvSpPr>
        <p:spPr bwMode="auto">
          <a:xfrm>
            <a:off x="1001183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9" name="Freeform 5"/>
          <p:cNvSpPr>
            <a:spLocks/>
          </p:cNvSpPr>
          <p:nvPr userDrawn="1"/>
        </p:nvSpPr>
        <p:spPr bwMode="auto">
          <a:xfrm>
            <a:off x="2002367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0" name="Freeform 5"/>
          <p:cNvSpPr>
            <a:spLocks/>
          </p:cNvSpPr>
          <p:nvPr userDrawn="1"/>
        </p:nvSpPr>
        <p:spPr bwMode="auto">
          <a:xfrm>
            <a:off x="3224743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1" name="Freeform 5"/>
          <p:cNvSpPr>
            <a:spLocks/>
          </p:cNvSpPr>
          <p:nvPr userDrawn="1"/>
        </p:nvSpPr>
        <p:spPr bwMode="auto">
          <a:xfrm>
            <a:off x="322474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2" name="Freeform 5"/>
          <p:cNvSpPr>
            <a:spLocks/>
          </p:cNvSpPr>
          <p:nvPr userDrawn="1"/>
        </p:nvSpPr>
        <p:spPr bwMode="auto">
          <a:xfrm>
            <a:off x="4225925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3" name="Freeform 5"/>
          <p:cNvSpPr>
            <a:spLocks/>
          </p:cNvSpPr>
          <p:nvPr userDrawn="1"/>
        </p:nvSpPr>
        <p:spPr bwMode="auto">
          <a:xfrm>
            <a:off x="5227109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4" name="Freeform 5"/>
          <p:cNvSpPr>
            <a:spLocks/>
          </p:cNvSpPr>
          <p:nvPr userDrawn="1"/>
        </p:nvSpPr>
        <p:spPr bwMode="auto">
          <a:xfrm>
            <a:off x="6418793" y="7391399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5" name="Freeform 5"/>
          <p:cNvSpPr>
            <a:spLocks/>
          </p:cNvSpPr>
          <p:nvPr userDrawn="1"/>
        </p:nvSpPr>
        <p:spPr bwMode="auto">
          <a:xfrm>
            <a:off x="6418792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6" name="Freeform 5"/>
          <p:cNvSpPr>
            <a:spLocks/>
          </p:cNvSpPr>
          <p:nvPr userDrawn="1"/>
        </p:nvSpPr>
        <p:spPr bwMode="auto">
          <a:xfrm>
            <a:off x="7419976" y="814005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7" name="Freeform 5"/>
          <p:cNvSpPr>
            <a:spLocks/>
          </p:cNvSpPr>
          <p:nvPr userDrawn="1"/>
        </p:nvSpPr>
        <p:spPr bwMode="auto">
          <a:xfrm>
            <a:off x="842116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1699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09585" rtl="0" eaLnBrk="1" latinLnBrk="0" hangingPunct="1">
        <a:lnSpc>
          <a:spcPts val="3200"/>
        </a:lnSpc>
        <a:spcBef>
          <a:spcPts val="1467"/>
        </a:spcBef>
        <a:buNone/>
        <a:defRPr sz="2933" i="1" kern="1200">
          <a:solidFill>
            <a:schemeClr val="tx1"/>
          </a:solidFill>
          <a:latin typeface="+mn-lt"/>
          <a:ea typeface="+mj-ea"/>
          <a:cs typeface="Arial"/>
        </a:defRPr>
      </a:lvl1pPr>
    </p:titleStyle>
    <p:bodyStyle>
      <a:lvl1pPr marL="0" indent="0" algn="l" defTabSz="609585" rtl="0" eaLnBrk="1" latinLnBrk="0" hangingPunct="1">
        <a:lnSpc>
          <a:spcPts val="2667"/>
        </a:lnSpc>
        <a:spcBef>
          <a:spcPts val="1200"/>
        </a:spcBef>
        <a:buFont typeface="Arial"/>
        <a:buNone/>
        <a:defRPr sz="2400" b="0" i="0" kern="1200" baseline="0">
          <a:solidFill>
            <a:schemeClr val="tx1"/>
          </a:solidFill>
          <a:latin typeface="Museo Sans 300"/>
          <a:ea typeface="+mn-ea"/>
          <a:cs typeface="Museo Sans 300"/>
        </a:defRPr>
      </a:lvl1pPr>
      <a:lvl2pPr marL="234945" indent="-234945" algn="l" defTabSz="609585" rtl="0" eaLnBrk="1" latinLnBrk="0" hangingPunct="1">
        <a:lnSpc>
          <a:spcPts val="2667"/>
        </a:lnSpc>
        <a:spcBef>
          <a:spcPts val="1200"/>
        </a:spcBef>
        <a:buSzPct val="50000"/>
        <a:buFont typeface="Arial"/>
        <a:buChar char="•"/>
        <a:tabLst/>
        <a:defRPr sz="2400" b="0" i="0" kern="1200">
          <a:solidFill>
            <a:schemeClr val="tx1"/>
          </a:solidFill>
          <a:latin typeface="Museo Sans 300"/>
          <a:ea typeface="+mn-ea"/>
          <a:cs typeface="Museo Sans 300"/>
        </a:defRPr>
      </a:lvl2pPr>
      <a:lvl3pPr marL="1219170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2133" b="0" i="0" kern="1200">
          <a:solidFill>
            <a:schemeClr val="tx1"/>
          </a:solidFill>
          <a:latin typeface="Museo Sans 300"/>
          <a:ea typeface="+mn-ea"/>
          <a:cs typeface="Museo Sans 300"/>
        </a:defRPr>
      </a:lvl3pPr>
      <a:lvl4pPr marL="1828754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4pPr>
      <a:lvl5pPr marL="2438339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80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 userDrawn="1"/>
        </p:nvSpPr>
        <p:spPr>
          <a:xfrm>
            <a:off x="15449031" y="818709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en-US" sz="2133" i="1" dirty="0" smtClean="0">
              <a:solidFill>
                <a:prstClr val="black"/>
              </a:solidFill>
            </a:endParaRPr>
          </a:p>
        </p:txBody>
      </p:sp>
      <p:sp>
        <p:nvSpPr>
          <p:cNvPr id="40" name="TextBox 39"/>
          <p:cNvSpPr txBox="1"/>
          <p:nvPr userDrawn="1"/>
        </p:nvSpPr>
        <p:spPr>
          <a:xfrm>
            <a:off x="-4118981" y="21995"/>
            <a:ext cx="4004200" cy="27420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7466"/>
              </a:lnSpc>
              <a:spcBef>
                <a:spcPts val="1067"/>
              </a:spcBef>
            </a:pP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Título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Simplon </a:t>
            </a: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42pt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-4069811" y="3108297"/>
            <a:ext cx="3652352" cy="14697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SUBTÍTULOS</a:t>
            </a:r>
          </a:p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SIMPLON BP REGULAR 21PT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-4069811" y="4824488"/>
            <a:ext cx="3652352" cy="3952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1867"/>
              </a:lnSpc>
            </a:pPr>
            <a:r>
              <a:rPr lang="en-US" sz="1867" dirty="0" err="1" smtClean="0">
                <a:solidFill>
                  <a:srgbClr val="4D4D4D"/>
                </a:solidFill>
                <a:latin typeface="Simplon BP Regular"/>
                <a:cs typeface="Simplon BP Regular"/>
              </a:rPr>
              <a:t>Textos</a:t>
            </a:r>
            <a:r>
              <a:rPr lang="en-US" sz="1867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 Simplon BP Regular 14pt</a:t>
            </a:r>
          </a:p>
        </p:txBody>
      </p:sp>
      <p:sp>
        <p:nvSpPr>
          <p:cNvPr id="74" name="Rectangle 35"/>
          <p:cNvSpPr/>
          <p:nvPr userDrawn="1"/>
        </p:nvSpPr>
        <p:spPr>
          <a:xfrm>
            <a:off x="13344424" y="412105"/>
            <a:ext cx="118217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pt-BR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ROXO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ROSA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LARANJA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AMARELO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VERDE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AZUL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CINZA</a:t>
            </a:r>
            <a:endParaRPr lang="hr-HR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</p:txBody>
      </p:sp>
      <p:sp>
        <p:nvSpPr>
          <p:cNvPr id="75" name="Rectangle 36"/>
          <p:cNvSpPr/>
          <p:nvPr userDrawn="1"/>
        </p:nvSpPr>
        <p:spPr>
          <a:xfrm>
            <a:off x="13355795" y="144739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234  G 40  B 140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6" name="Rectangle 37"/>
          <p:cNvSpPr/>
          <p:nvPr userDrawn="1"/>
        </p:nvSpPr>
        <p:spPr>
          <a:xfrm>
            <a:off x="13355795" y="718297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160  G 43  B 255 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7" name="Rectangle 38"/>
          <p:cNvSpPr/>
          <p:nvPr userDrawn="1"/>
        </p:nvSpPr>
        <p:spPr>
          <a:xfrm>
            <a:off x="13355795" y="212923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109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8" name="Rectangle 39"/>
          <p:cNvSpPr/>
          <p:nvPr userDrawn="1"/>
        </p:nvSpPr>
        <p:spPr>
          <a:xfrm>
            <a:off x="13355795" y="2868739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255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9" name="Rectangle 39"/>
          <p:cNvSpPr/>
          <p:nvPr userDrawn="1"/>
        </p:nvSpPr>
        <p:spPr>
          <a:xfrm>
            <a:off x="13355795" y="3611613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211  B 24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0" name="Rectangle 39"/>
          <p:cNvSpPr/>
          <p:nvPr userDrawn="1"/>
        </p:nvSpPr>
        <p:spPr>
          <a:xfrm>
            <a:off x="13355795" y="4379202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206  B 255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1" name="Freeform 5"/>
          <p:cNvSpPr>
            <a:spLocks/>
          </p:cNvSpPr>
          <p:nvPr userDrawn="1"/>
        </p:nvSpPr>
        <p:spPr bwMode="auto">
          <a:xfrm>
            <a:off x="12419232" y="407093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2" name="Freeform 5"/>
          <p:cNvSpPr>
            <a:spLocks/>
          </p:cNvSpPr>
          <p:nvPr userDrawn="1"/>
        </p:nvSpPr>
        <p:spPr bwMode="auto">
          <a:xfrm>
            <a:off x="12419232" y="3339166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3" name="Freeform 5"/>
          <p:cNvSpPr>
            <a:spLocks/>
          </p:cNvSpPr>
          <p:nvPr userDrawn="1"/>
        </p:nvSpPr>
        <p:spPr bwMode="auto">
          <a:xfrm>
            <a:off x="12419232" y="260740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4" name="Freeform 5"/>
          <p:cNvSpPr>
            <a:spLocks/>
          </p:cNvSpPr>
          <p:nvPr userDrawn="1"/>
        </p:nvSpPr>
        <p:spPr bwMode="auto">
          <a:xfrm>
            <a:off x="12419232" y="187563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5" name="Freeform 5"/>
          <p:cNvSpPr>
            <a:spLocks/>
          </p:cNvSpPr>
          <p:nvPr userDrawn="1"/>
        </p:nvSpPr>
        <p:spPr bwMode="auto">
          <a:xfrm>
            <a:off x="12419232" y="1143870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6" name="Freeform 5"/>
          <p:cNvSpPr>
            <a:spLocks/>
          </p:cNvSpPr>
          <p:nvPr userDrawn="1"/>
        </p:nvSpPr>
        <p:spPr bwMode="auto">
          <a:xfrm>
            <a:off x="12419232" y="41210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7" name="Rectangle 39"/>
          <p:cNvSpPr/>
          <p:nvPr userDrawn="1"/>
        </p:nvSpPr>
        <p:spPr>
          <a:xfrm>
            <a:off x="13355795" y="5124105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77  G 77  B 77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8" name="Freeform 5"/>
          <p:cNvSpPr>
            <a:spLocks/>
          </p:cNvSpPr>
          <p:nvPr userDrawn="1"/>
        </p:nvSpPr>
        <p:spPr bwMode="auto">
          <a:xfrm>
            <a:off x="12419232" y="481583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4" name="TextBox 39"/>
          <p:cNvSpPr txBox="1"/>
          <p:nvPr userDrawn="1"/>
        </p:nvSpPr>
        <p:spPr>
          <a:xfrm>
            <a:off x="12419233" y="18477"/>
            <a:ext cx="164248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Cores </a:t>
            </a: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endParaRPr lang="en-US" sz="2133" dirty="0" smtClean="0">
              <a:solidFill>
                <a:srgbClr val="4D4D4D"/>
              </a:solidFill>
              <a:latin typeface="Simplon Oi Headline"/>
              <a:cs typeface="Simplon Oi Headline"/>
            </a:endParaRPr>
          </a:p>
        </p:txBody>
      </p:sp>
      <p:sp>
        <p:nvSpPr>
          <p:cNvPr id="105" name="TextBox 39"/>
          <p:cNvSpPr txBox="1"/>
          <p:nvPr userDrawn="1"/>
        </p:nvSpPr>
        <p:spPr>
          <a:xfrm>
            <a:off x="-9090" y="7016177"/>
            <a:ext cx="843025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de cores 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(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usar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apenas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2 cores dos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abaixo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)</a:t>
            </a:r>
          </a:p>
        </p:txBody>
      </p:sp>
      <p:sp>
        <p:nvSpPr>
          <p:cNvPr id="106" name="Freeform 5"/>
          <p:cNvSpPr>
            <a:spLocks/>
          </p:cNvSpPr>
          <p:nvPr userDrawn="1"/>
        </p:nvSpPr>
        <p:spPr bwMode="auto">
          <a:xfrm>
            <a:off x="0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7" name="Freeform 5"/>
          <p:cNvSpPr>
            <a:spLocks/>
          </p:cNvSpPr>
          <p:nvPr userDrawn="1"/>
        </p:nvSpPr>
        <p:spPr bwMode="auto">
          <a:xfrm>
            <a:off x="-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8" name="Freeform 5"/>
          <p:cNvSpPr>
            <a:spLocks/>
          </p:cNvSpPr>
          <p:nvPr userDrawn="1"/>
        </p:nvSpPr>
        <p:spPr bwMode="auto">
          <a:xfrm>
            <a:off x="1001183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9" name="Freeform 5"/>
          <p:cNvSpPr>
            <a:spLocks/>
          </p:cNvSpPr>
          <p:nvPr userDrawn="1"/>
        </p:nvSpPr>
        <p:spPr bwMode="auto">
          <a:xfrm>
            <a:off x="2002367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0" name="Freeform 5"/>
          <p:cNvSpPr>
            <a:spLocks/>
          </p:cNvSpPr>
          <p:nvPr userDrawn="1"/>
        </p:nvSpPr>
        <p:spPr bwMode="auto">
          <a:xfrm>
            <a:off x="3224743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1" name="Freeform 5"/>
          <p:cNvSpPr>
            <a:spLocks/>
          </p:cNvSpPr>
          <p:nvPr userDrawn="1"/>
        </p:nvSpPr>
        <p:spPr bwMode="auto">
          <a:xfrm>
            <a:off x="322474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2" name="Freeform 5"/>
          <p:cNvSpPr>
            <a:spLocks/>
          </p:cNvSpPr>
          <p:nvPr userDrawn="1"/>
        </p:nvSpPr>
        <p:spPr bwMode="auto">
          <a:xfrm>
            <a:off x="4225925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3" name="Freeform 5"/>
          <p:cNvSpPr>
            <a:spLocks/>
          </p:cNvSpPr>
          <p:nvPr userDrawn="1"/>
        </p:nvSpPr>
        <p:spPr bwMode="auto">
          <a:xfrm>
            <a:off x="5227109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4" name="Freeform 5"/>
          <p:cNvSpPr>
            <a:spLocks/>
          </p:cNvSpPr>
          <p:nvPr userDrawn="1"/>
        </p:nvSpPr>
        <p:spPr bwMode="auto">
          <a:xfrm>
            <a:off x="6418793" y="7391399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5" name="Freeform 5"/>
          <p:cNvSpPr>
            <a:spLocks/>
          </p:cNvSpPr>
          <p:nvPr userDrawn="1"/>
        </p:nvSpPr>
        <p:spPr bwMode="auto">
          <a:xfrm>
            <a:off x="6418792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6" name="Freeform 5"/>
          <p:cNvSpPr>
            <a:spLocks/>
          </p:cNvSpPr>
          <p:nvPr userDrawn="1"/>
        </p:nvSpPr>
        <p:spPr bwMode="auto">
          <a:xfrm>
            <a:off x="7419976" y="814005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7" name="Freeform 5"/>
          <p:cNvSpPr>
            <a:spLocks/>
          </p:cNvSpPr>
          <p:nvPr userDrawn="1"/>
        </p:nvSpPr>
        <p:spPr bwMode="auto">
          <a:xfrm>
            <a:off x="842116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0935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09585" rtl="0" eaLnBrk="1" latinLnBrk="0" hangingPunct="1">
        <a:lnSpc>
          <a:spcPts val="3200"/>
        </a:lnSpc>
        <a:spcBef>
          <a:spcPts val="1467"/>
        </a:spcBef>
        <a:buNone/>
        <a:defRPr sz="2933" i="1" kern="1200">
          <a:solidFill>
            <a:schemeClr val="tx1"/>
          </a:solidFill>
          <a:latin typeface="+mn-lt"/>
          <a:ea typeface="+mj-ea"/>
          <a:cs typeface="Arial"/>
        </a:defRPr>
      </a:lvl1pPr>
    </p:titleStyle>
    <p:bodyStyle>
      <a:lvl1pPr marL="0" indent="0" algn="l" defTabSz="609585" rtl="0" eaLnBrk="1" latinLnBrk="0" hangingPunct="1">
        <a:lnSpc>
          <a:spcPts val="2667"/>
        </a:lnSpc>
        <a:spcBef>
          <a:spcPts val="1200"/>
        </a:spcBef>
        <a:buFont typeface="Arial"/>
        <a:buNone/>
        <a:defRPr sz="2400" b="0" i="0" kern="1200" baseline="0">
          <a:solidFill>
            <a:schemeClr val="tx1"/>
          </a:solidFill>
          <a:latin typeface="Museo Sans 300"/>
          <a:ea typeface="+mn-ea"/>
          <a:cs typeface="Museo Sans 300"/>
        </a:defRPr>
      </a:lvl1pPr>
      <a:lvl2pPr marL="234945" indent="-234945" algn="l" defTabSz="609585" rtl="0" eaLnBrk="1" latinLnBrk="0" hangingPunct="1">
        <a:lnSpc>
          <a:spcPts val="2667"/>
        </a:lnSpc>
        <a:spcBef>
          <a:spcPts val="1200"/>
        </a:spcBef>
        <a:buSzPct val="50000"/>
        <a:buFont typeface="Arial"/>
        <a:buChar char="•"/>
        <a:tabLst/>
        <a:defRPr sz="2400" b="0" i="0" kern="1200">
          <a:solidFill>
            <a:schemeClr val="tx1"/>
          </a:solidFill>
          <a:latin typeface="Museo Sans 300"/>
          <a:ea typeface="+mn-ea"/>
          <a:cs typeface="Museo Sans 300"/>
        </a:defRPr>
      </a:lvl2pPr>
      <a:lvl3pPr marL="1219170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2133" b="0" i="0" kern="1200">
          <a:solidFill>
            <a:schemeClr val="tx1"/>
          </a:solidFill>
          <a:latin typeface="Museo Sans 300"/>
          <a:ea typeface="+mn-ea"/>
          <a:cs typeface="Museo Sans 300"/>
        </a:defRPr>
      </a:lvl3pPr>
      <a:lvl4pPr marL="1828754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4pPr>
      <a:lvl5pPr marL="2438339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04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 userDrawn="1"/>
        </p:nvSpPr>
        <p:spPr>
          <a:xfrm>
            <a:off x="15449031" y="818709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en-US" sz="2133" i="1" dirty="0" smtClean="0">
              <a:solidFill>
                <a:prstClr val="black"/>
              </a:solidFill>
            </a:endParaRPr>
          </a:p>
        </p:txBody>
      </p:sp>
      <p:sp>
        <p:nvSpPr>
          <p:cNvPr id="40" name="TextBox 39"/>
          <p:cNvSpPr txBox="1"/>
          <p:nvPr userDrawn="1"/>
        </p:nvSpPr>
        <p:spPr>
          <a:xfrm>
            <a:off x="-4118981" y="21995"/>
            <a:ext cx="4004200" cy="27420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7466"/>
              </a:lnSpc>
              <a:spcBef>
                <a:spcPts val="1067"/>
              </a:spcBef>
            </a:pP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Título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Simplon </a:t>
            </a: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42pt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-4069811" y="3108297"/>
            <a:ext cx="3652352" cy="14697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SUBTÍTULOS</a:t>
            </a:r>
          </a:p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SIMPLON BP REGULAR 21PT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-4069811" y="4824488"/>
            <a:ext cx="3652352" cy="3952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1867"/>
              </a:lnSpc>
            </a:pPr>
            <a:r>
              <a:rPr lang="en-US" sz="1867" dirty="0" err="1" smtClean="0">
                <a:solidFill>
                  <a:srgbClr val="4D4D4D"/>
                </a:solidFill>
                <a:latin typeface="Simplon BP Regular"/>
                <a:cs typeface="Simplon BP Regular"/>
              </a:rPr>
              <a:t>Textos</a:t>
            </a:r>
            <a:r>
              <a:rPr lang="en-US" sz="1867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 Simplon BP Regular 14pt</a:t>
            </a:r>
          </a:p>
        </p:txBody>
      </p:sp>
      <p:sp>
        <p:nvSpPr>
          <p:cNvPr id="74" name="Rectangle 35"/>
          <p:cNvSpPr/>
          <p:nvPr userDrawn="1"/>
        </p:nvSpPr>
        <p:spPr>
          <a:xfrm>
            <a:off x="13344424" y="412105"/>
            <a:ext cx="118217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pt-BR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ROXO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ROSA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LARANJA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AMARELO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VERDE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AZUL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CINZA</a:t>
            </a:r>
            <a:endParaRPr lang="hr-HR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</p:txBody>
      </p:sp>
      <p:sp>
        <p:nvSpPr>
          <p:cNvPr id="75" name="Rectangle 36"/>
          <p:cNvSpPr/>
          <p:nvPr userDrawn="1"/>
        </p:nvSpPr>
        <p:spPr>
          <a:xfrm>
            <a:off x="13355795" y="144739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234  G 40  B 140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6" name="Rectangle 37"/>
          <p:cNvSpPr/>
          <p:nvPr userDrawn="1"/>
        </p:nvSpPr>
        <p:spPr>
          <a:xfrm>
            <a:off x="13355795" y="718297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160  G 43  B 255 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7" name="Rectangle 38"/>
          <p:cNvSpPr/>
          <p:nvPr userDrawn="1"/>
        </p:nvSpPr>
        <p:spPr>
          <a:xfrm>
            <a:off x="13355795" y="212923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109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8" name="Rectangle 39"/>
          <p:cNvSpPr/>
          <p:nvPr userDrawn="1"/>
        </p:nvSpPr>
        <p:spPr>
          <a:xfrm>
            <a:off x="13355795" y="2868739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255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9" name="Rectangle 39"/>
          <p:cNvSpPr/>
          <p:nvPr userDrawn="1"/>
        </p:nvSpPr>
        <p:spPr>
          <a:xfrm>
            <a:off x="13355795" y="3611613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211  B 24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0" name="Rectangle 39"/>
          <p:cNvSpPr/>
          <p:nvPr userDrawn="1"/>
        </p:nvSpPr>
        <p:spPr>
          <a:xfrm>
            <a:off x="13355795" y="4379202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206  B 255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1" name="Freeform 5"/>
          <p:cNvSpPr>
            <a:spLocks/>
          </p:cNvSpPr>
          <p:nvPr userDrawn="1"/>
        </p:nvSpPr>
        <p:spPr bwMode="auto">
          <a:xfrm>
            <a:off x="12419232" y="407093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2" name="Freeform 5"/>
          <p:cNvSpPr>
            <a:spLocks/>
          </p:cNvSpPr>
          <p:nvPr userDrawn="1"/>
        </p:nvSpPr>
        <p:spPr bwMode="auto">
          <a:xfrm>
            <a:off x="12419232" y="3339166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3" name="Freeform 5"/>
          <p:cNvSpPr>
            <a:spLocks/>
          </p:cNvSpPr>
          <p:nvPr userDrawn="1"/>
        </p:nvSpPr>
        <p:spPr bwMode="auto">
          <a:xfrm>
            <a:off x="12419232" y="260740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4" name="Freeform 5"/>
          <p:cNvSpPr>
            <a:spLocks/>
          </p:cNvSpPr>
          <p:nvPr userDrawn="1"/>
        </p:nvSpPr>
        <p:spPr bwMode="auto">
          <a:xfrm>
            <a:off x="12419232" y="187563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5" name="Freeform 5"/>
          <p:cNvSpPr>
            <a:spLocks/>
          </p:cNvSpPr>
          <p:nvPr userDrawn="1"/>
        </p:nvSpPr>
        <p:spPr bwMode="auto">
          <a:xfrm>
            <a:off x="12419232" y="1143870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6" name="Freeform 5"/>
          <p:cNvSpPr>
            <a:spLocks/>
          </p:cNvSpPr>
          <p:nvPr userDrawn="1"/>
        </p:nvSpPr>
        <p:spPr bwMode="auto">
          <a:xfrm>
            <a:off x="12419232" y="41210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7" name="Rectangle 39"/>
          <p:cNvSpPr/>
          <p:nvPr userDrawn="1"/>
        </p:nvSpPr>
        <p:spPr>
          <a:xfrm>
            <a:off x="13355795" y="5124105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77  G 77  B 77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8" name="Freeform 5"/>
          <p:cNvSpPr>
            <a:spLocks/>
          </p:cNvSpPr>
          <p:nvPr userDrawn="1"/>
        </p:nvSpPr>
        <p:spPr bwMode="auto">
          <a:xfrm>
            <a:off x="12419232" y="481583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4" name="TextBox 39"/>
          <p:cNvSpPr txBox="1"/>
          <p:nvPr userDrawn="1"/>
        </p:nvSpPr>
        <p:spPr>
          <a:xfrm>
            <a:off x="12419233" y="18477"/>
            <a:ext cx="164248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Cores </a:t>
            </a: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endParaRPr lang="en-US" sz="2133" dirty="0" smtClean="0">
              <a:solidFill>
                <a:srgbClr val="4D4D4D"/>
              </a:solidFill>
              <a:latin typeface="Simplon Oi Headline"/>
              <a:cs typeface="Simplon Oi Headline"/>
            </a:endParaRPr>
          </a:p>
        </p:txBody>
      </p:sp>
      <p:sp>
        <p:nvSpPr>
          <p:cNvPr id="105" name="TextBox 39"/>
          <p:cNvSpPr txBox="1"/>
          <p:nvPr userDrawn="1"/>
        </p:nvSpPr>
        <p:spPr>
          <a:xfrm>
            <a:off x="-9090" y="7016177"/>
            <a:ext cx="843025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de cores 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(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usar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apenas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2 cores dos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abaixo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)</a:t>
            </a:r>
          </a:p>
        </p:txBody>
      </p:sp>
      <p:sp>
        <p:nvSpPr>
          <p:cNvPr id="106" name="Freeform 5"/>
          <p:cNvSpPr>
            <a:spLocks/>
          </p:cNvSpPr>
          <p:nvPr userDrawn="1"/>
        </p:nvSpPr>
        <p:spPr bwMode="auto">
          <a:xfrm>
            <a:off x="0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7" name="Freeform 5"/>
          <p:cNvSpPr>
            <a:spLocks/>
          </p:cNvSpPr>
          <p:nvPr userDrawn="1"/>
        </p:nvSpPr>
        <p:spPr bwMode="auto">
          <a:xfrm>
            <a:off x="-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8" name="Freeform 5"/>
          <p:cNvSpPr>
            <a:spLocks/>
          </p:cNvSpPr>
          <p:nvPr userDrawn="1"/>
        </p:nvSpPr>
        <p:spPr bwMode="auto">
          <a:xfrm>
            <a:off x="1001183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9" name="Freeform 5"/>
          <p:cNvSpPr>
            <a:spLocks/>
          </p:cNvSpPr>
          <p:nvPr userDrawn="1"/>
        </p:nvSpPr>
        <p:spPr bwMode="auto">
          <a:xfrm>
            <a:off x="2002367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0" name="Freeform 5"/>
          <p:cNvSpPr>
            <a:spLocks/>
          </p:cNvSpPr>
          <p:nvPr userDrawn="1"/>
        </p:nvSpPr>
        <p:spPr bwMode="auto">
          <a:xfrm>
            <a:off x="3224743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1" name="Freeform 5"/>
          <p:cNvSpPr>
            <a:spLocks/>
          </p:cNvSpPr>
          <p:nvPr userDrawn="1"/>
        </p:nvSpPr>
        <p:spPr bwMode="auto">
          <a:xfrm>
            <a:off x="322474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2" name="Freeform 5"/>
          <p:cNvSpPr>
            <a:spLocks/>
          </p:cNvSpPr>
          <p:nvPr userDrawn="1"/>
        </p:nvSpPr>
        <p:spPr bwMode="auto">
          <a:xfrm>
            <a:off x="4225925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3" name="Freeform 5"/>
          <p:cNvSpPr>
            <a:spLocks/>
          </p:cNvSpPr>
          <p:nvPr userDrawn="1"/>
        </p:nvSpPr>
        <p:spPr bwMode="auto">
          <a:xfrm>
            <a:off x="5227109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4" name="Freeform 5"/>
          <p:cNvSpPr>
            <a:spLocks/>
          </p:cNvSpPr>
          <p:nvPr userDrawn="1"/>
        </p:nvSpPr>
        <p:spPr bwMode="auto">
          <a:xfrm>
            <a:off x="6418793" y="7391399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5" name="Freeform 5"/>
          <p:cNvSpPr>
            <a:spLocks/>
          </p:cNvSpPr>
          <p:nvPr userDrawn="1"/>
        </p:nvSpPr>
        <p:spPr bwMode="auto">
          <a:xfrm>
            <a:off x="6418792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6" name="Freeform 5"/>
          <p:cNvSpPr>
            <a:spLocks/>
          </p:cNvSpPr>
          <p:nvPr userDrawn="1"/>
        </p:nvSpPr>
        <p:spPr bwMode="auto">
          <a:xfrm>
            <a:off x="7419976" y="814005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7" name="Freeform 5"/>
          <p:cNvSpPr>
            <a:spLocks/>
          </p:cNvSpPr>
          <p:nvPr userDrawn="1"/>
        </p:nvSpPr>
        <p:spPr bwMode="auto">
          <a:xfrm>
            <a:off x="842116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5338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09585" rtl="0" eaLnBrk="1" latinLnBrk="0" hangingPunct="1">
        <a:lnSpc>
          <a:spcPts val="3200"/>
        </a:lnSpc>
        <a:spcBef>
          <a:spcPts val="1467"/>
        </a:spcBef>
        <a:buNone/>
        <a:defRPr sz="2933" i="1" kern="1200">
          <a:solidFill>
            <a:schemeClr val="tx1"/>
          </a:solidFill>
          <a:latin typeface="+mn-lt"/>
          <a:ea typeface="+mj-ea"/>
          <a:cs typeface="Arial"/>
        </a:defRPr>
      </a:lvl1pPr>
    </p:titleStyle>
    <p:bodyStyle>
      <a:lvl1pPr marL="0" indent="0" algn="l" defTabSz="609585" rtl="0" eaLnBrk="1" latinLnBrk="0" hangingPunct="1">
        <a:lnSpc>
          <a:spcPts val="2667"/>
        </a:lnSpc>
        <a:spcBef>
          <a:spcPts val="1200"/>
        </a:spcBef>
        <a:buFont typeface="Arial"/>
        <a:buNone/>
        <a:defRPr sz="2400" b="0" i="0" kern="1200" baseline="0">
          <a:solidFill>
            <a:schemeClr val="tx1"/>
          </a:solidFill>
          <a:latin typeface="Museo Sans 300"/>
          <a:ea typeface="+mn-ea"/>
          <a:cs typeface="Museo Sans 300"/>
        </a:defRPr>
      </a:lvl1pPr>
      <a:lvl2pPr marL="234945" indent="-234945" algn="l" defTabSz="609585" rtl="0" eaLnBrk="1" latinLnBrk="0" hangingPunct="1">
        <a:lnSpc>
          <a:spcPts val="2667"/>
        </a:lnSpc>
        <a:spcBef>
          <a:spcPts val="1200"/>
        </a:spcBef>
        <a:buSzPct val="50000"/>
        <a:buFont typeface="Arial"/>
        <a:buChar char="•"/>
        <a:tabLst/>
        <a:defRPr sz="2400" b="0" i="0" kern="1200">
          <a:solidFill>
            <a:schemeClr val="tx1"/>
          </a:solidFill>
          <a:latin typeface="Museo Sans 300"/>
          <a:ea typeface="+mn-ea"/>
          <a:cs typeface="Museo Sans 300"/>
        </a:defRPr>
      </a:lvl2pPr>
      <a:lvl3pPr marL="1219170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2133" b="0" i="0" kern="1200">
          <a:solidFill>
            <a:schemeClr val="tx1"/>
          </a:solidFill>
          <a:latin typeface="Museo Sans 300"/>
          <a:ea typeface="+mn-ea"/>
          <a:cs typeface="Museo Sans 300"/>
        </a:defRPr>
      </a:lvl3pPr>
      <a:lvl4pPr marL="1828754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4pPr>
      <a:lvl5pPr marL="2438339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28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 userDrawn="1"/>
        </p:nvSpPr>
        <p:spPr>
          <a:xfrm>
            <a:off x="15449031" y="818709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en-US" sz="2133" i="1" dirty="0" smtClean="0">
              <a:solidFill>
                <a:prstClr val="black"/>
              </a:solidFill>
            </a:endParaRPr>
          </a:p>
        </p:txBody>
      </p:sp>
      <p:sp>
        <p:nvSpPr>
          <p:cNvPr id="40" name="TextBox 39"/>
          <p:cNvSpPr txBox="1"/>
          <p:nvPr userDrawn="1"/>
        </p:nvSpPr>
        <p:spPr>
          <a:xfrm>
            <a:off x="-4118981" y="21995"/>
            <a:ext cx="4004200" cy="27420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7466"/>
              </a:lnSpc>
              <a:spcBef>
                <a:spcPts val="1067"/>
              </a:spcBef>
            </a:pP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Título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Simplon </a:t>
            </a: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42pt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-4069811" y="3108297"/>
            <a:ext cx="3652352" cy="14697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SUBTÍTULOS</a:t>
            </a:r>
          </a:p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SIMPLON BP REGULAR 21PT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-4069811" y="4824488"/>
            <a:ext cx="3652352" cy="3952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1867"/>
              </a:lnSpc>
            </a:pPr>
            <a:r>
              <a:rPr lang="en-US" sz="1867" dirty="0" err="1" smtClean="0">
                <a:solidFill>
                  <a:srgbClr val="4D4D4D"/>
                </a:solidFill>
                <a:latin typeface="Simplon BP Regular"/>
                <a:cs typeface="Simplon BP Regular"/>
              </a:rPr>
              <a:t>Textos</a:t>
            </a:r>
            <a:r>
              <a:rPr lang="en-US" sz="1867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 Simplon BP Regular 14pt</a:t>
            </a:r>
          </a:p>
        </p:txBody>
      </p:sp>
      <p:sp>
        <p:nvSpPr>
          <p:cNvPr id="74" name="Rectangle 35"/>
          <p:cNvSpPr/>
          <p:nvPr userDrawn="1"/>
        </p:nvSpPr>
        <p:spPr>
          <a:xfrm>
            <a:off x="13344424" y="412105"/>
            <a:ext cx="118217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pt-BR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ROXO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ROSA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LARANJA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AMARELO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VERDE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AZUL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CINZA</a:t>
            </a:r>
            <a:endParaRPr lang="hr-HR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</p:txBody>
      </p:sp>
      <p:sp>
        <p:nvSpPr>
          <p:cNvPr id="75" name="Rectangle 36"/>
          <p:cNvSpPr/>
          <p:nvPr userDrawn="1"/>
        </p:nvSpPr>
        <p:spPr>
          <a:xfrm>
            <a:off x="13355795" y="144739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234  G 40  B 140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6" name="Rectangle 37"/>
          <p:cNvSpPr/>
          <p:nvPr userDrawn="1"/>
        </p:nvSpPr>
        <p:spPr>
          <a:xfrm>
            <a:off x="13355795" y="718297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160  G 43  B 255 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7" name="Rectangle 38"/>
          <p:cNvSpPr/>
          <p:nvPr userDrawn="1"/>
        </p:nvSpPr>
        <p:spPr>
          <a:xfrm>
            <a:off x="13355795" y="212923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109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8" name="Rectangle 39"/>
          <p:cNvSpPr/>
          <p:nvPr userDrawn="1"/>
        </p:nvSpPr>
        <p:spPr>
          <a:xfrm>
            <a:off x="13355795" y="2868739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255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9" name="Rectangle 39"/>
          <p:cNvSpPr/>
          <p:nvPr userDrawn="1"/>
        </p:nvSpPr>
        <p:spPr>
          <a:xfrm>
            <a:off x="13355795" y="3611613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211  B 24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0" name="Rectangle 39"/>
          <p:cNvSpPr/>
          <p:nvPr userDrawn="1"/>
        </p:nvSpPr>
        <p:spPr>
          <a:xfrm>
            <a:off x="13355795" y="4379202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206  B 255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1" name="Freeform 5"/>
          <p:cNvSpPr>
            <a:spLocks/>
          </p:cNvSpPr>
          <p:nvPr userDrawn="1"/>
        </p:nvSpPr>
        <p:spPr bwMode="auto">
          <a:xfrm>
            <a:off x="12419232" y="407093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2" name="Freeform 5"/>
          <p:cNvSpPr>
            <a:spLocks/>
          </p:cNvSpPr>
          <p:nvPr userDrawn="1"/>
        </p:nvSpPr>
        <p:spPr bwMode="auto">
          <a:xfrm>
            <a:off x="12419232" y="3339166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3" name="Freeform 5"/>
          <p:cNvSpPr>
            <a:spLocks/>
          </p:cNvSpPr>
          <p:nvPr userDrawn="1"/>
        </p:nvSpPr>
        <p:spPr bwMode="auto">
          <a:xfrm>
            <a:off x="12419232" y="260740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4" name="Freeform 5"/>
          <p:cNvSpPr>
            <a:spLocks/>
          </p:cNvSpPr>
          <p:nvPr userDrawn="1"/>
        </p:nvSpPr>
        <p:spPr bwMode="auto">
          <a:xfrm>
            <a:off x="12419232" y="187563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5" name="Freeform 5"/>
          <p:cNvSpPr>
            <a:spLocks/>
          </p:cNvSpPr>
          <p:nvPr userDrawn="1"/>
        </p:nvSpPr>
        <p:spPr bwMode="auto">
          <a:xfrm>
            <a:off x="12419232" y="1143870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6" name="Freeform 5"/>
          <p:cNvSpPr>
            <a:spLocks/>
          </p:cNvSpPr>
          <p:nvPr userDrawn="1"/>
        </p:nvSpPr>
        <p:spPr bwMode="auto">
          <a:xfrm>
            <a:off x="12419232" y="41210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7" name="Rectangle 39"/>
          <p:cNvSpPr/>
          <p:nvPr userDrawn="1"/>
        </p:nvSpPr>
        <p:spPr>
          <a:xfrm>
            <a:off x="13355795" y="5124105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77  G 77  B 77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8" name="Freeform 5"/>
          <p:cNvSpPr>
            <a:spLocks/>
          </p:cNvSpPr>
          <p:nvPr userDrawn="1"/>
        </p:nvSpPr>
        <p:spPr bwMode="auto">
          <a:xfrm>
            <a:off x="12419232" y="481583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4" name="TextBox 39"/>
          <p:cNvSpPr txBox="1"/>
          <p:nvPr userDrawn="1"/>
        </p:nvSpPr>
        <p:spPr>
          <a:xfrm>
            <a:off x="12419233" y="18477"/>
            <a:ext cx="164248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Cores </a:t>
            </a: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endParaRPr lang="en-US" sz="2133" dirty="0" smtClean="0">
              <a:solidFill>
                <a:srgbClr val="4D4D4D"/>
              </a:solidFill>
              <a:latin typeface="Simplon Oi Headline"/>
              <a:cs typeface="Simplon Oi Headline"/>
            </a:endParaRPr>
          </a:p>
        </p:txBody>
      </p:sp>
      <p:sp>
        <p:nvSpPr>
          <p:cNvPr id="105" name="TextBox 39"/>
          <p:cNvSpPr txBox="1"/>
          <p:nvPr userDrawn="1"/>
        </p:nvSpPr>
        <p:spPr>
          <a:xfrm>
            <a:off x="-9090" y="7016177"/>
            <a:ext cx="843025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de cores 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(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usar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apenas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2 cores dos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abaixo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)</a:t>
            </a:r>
          </a:p>
        </p:txBody>
      </p:sp>
      <p:sp>
        <p:nvSpPr>
          <p:cNvPr id="106" name="Freeform 5"/>
          <p:cNvSpPr>
            <a:spLocks/>
          </p:cNvSpPr>
          <p:nvPr userDrawn="1"/>
        </p:nvSpPr>
        <p:spPr bwMode="auto">
          <a:xfrm>
            <a:off x="0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7" name="Freeform 5"/>
          <p:cNvSpPr>
            <a:spLocks/>
          </p:cNvSpPr>
          <p:nvPr userDrawn="1"/>
        </p:nvSpPr>
        <p:spPr bwMode="auto">
          <a:xfrm>
            <a:off x="-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8" name="Freeform 5"/>
          <p:cNvSpPr>
            <a:spLocks/>
          </p:cNvSpPr>
          <p:nvPr userDrawn="1"/>
        </p:nvSpPr>
        <p:spPr bwMode="auto">
          <a:xfrm>
            <a:off x="1001183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9" name="Freeform 5"/>
          <p:cNvSpPr>
            <a:spLocks/>
          </p:cNvSpPr>
          <p:nvPr userDrawn="1"/>
        </p:nvSpPr>
        <p:spPr bwMode="auto">
          <a:xfrm>
            <a:off x="2002367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0" name="Freeform 5"/>
          <p:cNvSpPr>
            <a:spLocks/>
          </p:cNvSpPr>
          <p:nvPr userDrawn="1"/>
        </p:nvSpPr>
        <p:spPr bwMode="auto">
          <a:xfrm>
            <a:off x="3224743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1" name="Freeform 5"/>
          <p:cNvSpPr>
            <a:spLocks/>
          </p:cNvSpPr>
          <p:nvPr userDrawn="1"/>
        </p:nvSpPr>
        <p:spPr bwMode="auto">
          <a:xfrm>
            <a:off x="322474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2" name="Freeform 5"/>
          <p:cNvSpPr>
            <a:spLocks/>
          </p:cNvSpPr>
          <p:nvPr userDrawn="1"/>
        </p:nvSpPr>
        <p:spPr bwMode="auto">
          <a:xfrm>
            <a:off x="4225925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3" name="Freeform 5"/>
          <p:cNvSpPr>
            <a:spLocks/>
          </p:cNvSpPr>
          <p:nvPr userDrawn="1"/>
        </p:nvSpPr>
        <p:spPr bwMode="auto">
          <a:xfrm>
            <a:off x="5227109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4" name="Freeform 5"/>
          <p:cNvSpPr>
            <a:spLocks/>
          </p:cNvSpPr>
          <p:nvPr userDrawn="1"/>
        </p:nvSpPr>
        <p:spPr bwMode="auto">
          <a:xfrm>
            <a:off x="6418793" y="7391399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5" name="Freeform 5"/>
          <p:cNvSpPr>
            <a:spLocks/>
          </p:cNvSpPr>
          <p:nvPr userDrawn="1"/>
        </p:nvSpPr>
        <p:spPr bwMode="auto">
          <a:xfrm>
            <a:off x="6418792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6" name="Freeform 5"/>
          <p:cNvSpPr>
            <a:spLocks/>
          </p:cNvSpPr>
          <p:nvPr userDrawn="1"/>
        </p:nvSpPr>
        <p:spPr bwMode="auto">
          <a:xfrm>
            <a:off x="7419976" y="814005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7" name="Freeform 5"/>
          <p:cNvSpPr>
            <a:spLocks/>
          </p:cNvSpPr>
          <p:nvPr userDrawn="1"/>
        </p:nvSpPr>
        <p:spPr bwMode="auto">
          <a:xfrm>
            <a:off x="842116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7448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09585" rtl="0" eaLnBrk="1" latinLnBrk="0" hangingPunct="1">
        <a:lnSpc>
          <a:spcPts val="3200"/>
        </a:lnSpc>
        <a:spcBef>
          <a:spcPts val="1467"/>
        </a:spcBef>
        <a:buNone/>
        <a:defRPr sz="2933" i="1" kern="1200">
          <a:solidFill>
            <a:schemeClr val="tx1"/>
          </a:solidFill>
          <a:latin typeface="+mn-lt"/>
          <a:ea typeface="+mj-ea"/>
          <a:cs typeface="Arial"/>
        </a:defRPr>
      </a:lvl1pPr>
    </p:titleStyle>
    <p:bodyStyle>
      <a:lvl1pPr marL="0" indent="0" algn="l" defTabSz="609585" rtl="0" eaLnBrk="1" latinLnBrk="0" hangingPunct="1">
        <a:lnSpc>
          <a:spcPts val="2667"/>
        </a:lnSpc>
        <a:spcBef>
          <a:spcPts val="1200"/>
        </a:spcBef>
        <a:buFont typeface="Arial"/>
        <a:buNone/>
        <a:defRPr sz="2400" b="0" i="0" kern="1200" baseline="0">
          <a:solidFill>
            <a:schemeClr val="tx1"/>
          </a:solidFill>
          <a:latin typeface="Museo Sans 300"/>
          <a:ea typeface="+mn-ea"/>
          <a:cs typeface="Museo Sans 300"/>
        </a:defRPr>
      </a:lvl1pPr>
      <a:lvl2pPr marL="234945" indent="-234945" algn="l" defTabSz="609585" rtl="0" eaLnBrk="1" latinLnBrk="0" hangingPunct="1">
        <a:lnSpc>
          <a:spcPts val="2667"/>
        </a:lnSpc>
        <a:spcBef>
          <a:spcPts val="1200"/>
        </a:spcBef>
        <a:buSzPct val="50000"/>
        <a:buFont typeface="Arial"/>
        <a:buChar char="•"/>
        <a:tabLst/>
        <a:defRPr sz="2400" b="0" i="0" kern="1200">
          <a:solidFill>
            <a:schemeClr val="tx1"/>
          </a:solidFill>
          <a:latin typeface="Museo Sans 300"/>
          <a:ea typeface="+mn-ea"/>
          <a:cs typeface="Museo Sans 300"/>
        </a:defRPr>
      </a:lvl2pPr>
      <a:lvl3pPr marL="1219170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2133" b="0" i="0" kern="1200">
          <a:solidFill>
            <a:schemeClr val="tx1"/>
          </a:solidFill>
          <a:latin typeface="Museo Sans 300"/>
          <a:ea typeface="+mn-ea"/>
          <a:cs typeface="Museo Sans 300"/>
        </a:defRPr>
      </a:lvl3pPr>
      <a:lvl4pPr marL="1828754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4pPr>
      <a:lvl5pPr marL="2438339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5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52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 userDrawn="1"/>
        </p:nvSpPr>
        <p:spPr>
          <a:xfrm>
            <a:off x="15449031" y="818709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en-US" sz="2133" i="1" dirty="0" smtClean="0">
              <a:solidFill>
                <a:prstClr val="black"/>
              </a:solidFill>
            </a:endParaRPr>
          </a:p>
        </p:txBody>
      </p:sp>
      <p:sp>
        <p:nvSpPr>
          <p:cNvPr id="40" name="TextBox 39"/>
          <p:cNvSpPr txBox="1"/>
          <p:nvPr userDrawn="1"/>
        </p:nvSpPr>
        <p:spPr>
          <a:xfrm>
            <a:off x="-4118981" y="21995"/>
            <a:ext cx="4004200" cy="27420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7466"/>
              </a:lnSpc>
              <a:spcBef>
                <a:spcPts val="1067"/>
              </a:spcBef>
            </a:pP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Título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Simplon </a:t>
            </a: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42pt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-4069811" y="3108297"/>
            <a:ext cx="3652352" cy="14697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SUBTÍTULOS</a:t>
            </a:r>
          </a:p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SIMPLON BP REGULAR 21PT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-4069811" y="4824488"/>
            <a:ext cx="3652352" cy="3952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1867"/>
              </a:lnSpc>
            </a:pPr>
            <a:r>
              <a:rPr lang="en-US" sz="1867" dirty="0" err="1" smtClean="0">
                <a:solidFill>
                  <a:srgbClr val="4D4D4D"/>
                </a:solidFill>
                <a:latin typeface="Simplon BP Regular"/>
                <a:cs typeface="Simplon BP Regular"/>
              </a:rPr>
              <a:t>Textos</a:t>
            </a:r>
            <a:r>
              <a:rPr lang="en-US" sz="1867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 Simplon BP Regular 14pt</a:t>
            </a:r>
          </a:p>
        </p:txBody>
      </p:sp>
      <p:sp>
        <p:nvSpPr>
          <p:cNvPr id="74" name="Rectangle 35"/>
          <p:cNvSpPr/>
          <p:nvPr userDrawn="1"/>
        </p:nvSpPr>
        <p:spPr>
          <a:xfrm>
            <a:off x="13344424" y="412105"/>
            <a:ext cx="118217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pt-BR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ROXO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ROSA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LARANJA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AMARELO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VERDE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AZUL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CINZA</a:t>
            </a:r>
            <a:endParaRPr lang="hr-HR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</p:txBody>
      </p:sp>
      <p:sp>
        <p:nvSpPr>
          <p:cNvPr id="75" name="Rectangle 36"/>
          <p:cNvSpPr/>
          <p:nvPr userDrawn="1"/>
        </p:nvSpPr>
        <p:spPr>
          <a:xfrm>
            <a:off x="13355795" y="144739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234  G 40  B 140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6" name="Rectangle 37"/>
          <p:cNvSpPr/>
          <p:nvPr userDrawn="1"/>
        </p:nvSpPr>
        <p:spPr>
          <a:xfrm>
            <a:off x="13355795" y="718297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160  G 43  B 255 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7" name="Rectangle 38"/>
          <p:cNvSpPr/>
          <p:nvPr userDrawn="1"/>
        </p:nvSpPr>
        <p:spPr>
          <a:xfrm>
            <a:off x="13355795" y="212923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109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8" name="Rectangle 39"/>
          <p:cNvSpPr/>
          <p:nvPr userDrawn="1"/>
        </p:nvSpPr>
        <p:spPr>
          <a:xfrm>
            <a:off x="13355795" y="2868739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255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9" name="Rectangle 39"/>
          <p:cNvSpPr/>
          <p:nvPr userDrawn="1"/>
        </p:nvSpPr>
        <p:spPr>
          <a:xfrm>
            <a:off x="13355795" y="3611613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211  B 24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0" name="Rectangle 39"/>
          <p:cNvSpPr/>
          <p:nvPr userDrawn="1"/>
        </p:nvSpPr>
        <p:spPr>
          <a:xfrm>
            <a:off x="13355795" y="4379202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206  B 255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1" name="Freeform 5"/>
          <p:cNvSpPr>
            <a:spLocks/>
          </p:cNvSpPr>
          <p:nvPr userDrawn="1"/>
        </p:nvSpPr>
        <p:spPr bwMode="auto">
          <a:xfrm>
            <a:off x="12419232" y="407093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2" name="Freeform 5"/>
          <p:cNvSpPr>
            <a:spLocks/>
          </p:cNvSpPr>
          <p:nvPr userDrawn="1"/>
        </p:nvSpPr>
        <p:spPr bwMode="auto">
          <a:xfrm>
            <a:off x="12419232" y="3339166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3" name="Freeform 5"/>
          <p:cNvSpPr>
            <a:spLocks/>
          </p:cNvSpPr>
          <p:nvPr userDrawn="1"/>
        </p:nvSpPr>
        <p:spPr bwMode="auto">
          <a:xfrm>
            <a:off x="12419232" y="260740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4" name="Freeform 5"/>
          <p:cNvSpPr>
            <a:spLocks/>
          </p:cNvSpPr>
          <p:nvPr userDrawn="1"/>
        </p:nvSpPr>
        <p:spPr bwMode="auto">
          <a:xfrm>
            <a:off x="12419232" y="187563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5" name="Freeform 5"/>
          <p:cNvSpPr>
            <a:spLocks/>
          </p:cNvSpPr>
          <p:nvPr userDrawn="1"/>
        </p:nvSpPr>
        <p:spPr bwMode="auto">
          <a:xfrm>
            <a:off x="12419232" y="1143870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6" name="Freeform 5"/>
          <p:cNvSpPr>
            <a:spLocks/>
          </p:cNvSpPr>
          <p:nvPr userDrawn="1"/>
        </p:nvSpPr>
        <p:spPr bwMode="auto">
          <a:xfrm>
            <a:off x="12419232" y="41210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7" name="Rectangle 39"/>
          <p:cNvSpPr/>
          <p:nvPr userDrawn="1"/>
        </p:nvSpPr>
        <p:spPr>
          <a:xfrm>
            <a:off x="13355795" y="5124105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77  G 77  B 77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8" name="Freeform 5"/>
          <p:cNvSpPr>
            <a:spLocks/>
          </p:cNvSpPr>
          <p:nvPr userDrawn="1"/>
        </p:nvSpPr>
        <p:spPr bwMode="auto">
          <a:xfrm>
            <a:off x="12419232" y="481583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4" name="TextBox 39"/>
          <p:cNvSpPr txBox="1"/>
          <p:nvPr userDrawn="1"/>
        </p:nvSpPr>
        <p:spPr>
          <a:xfrm>
            <a:off x="12419233" y="18477"/>
            <a:ext cx="164248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Cores </a:t>
            </a: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endParaRPr lang="en-US" sz="2133" dirty="0" smtClean="0">
              <a:solidFill>
                <a:srgbClr val="4D4D4D"/>
              </a:solidFill>
              <a:latin typeface="Simplon Oi Headline"/>
              <a:cs typeface="Simplon Oi Headline"/>
            </a:endParaRPr>
          </a:p>
        </p:txBody>
      </p:sp>
      <p:sp>
        <p:nvSpPr>
          <p:cNvPr id="105" name="TextBox 39"/>
          <p:cNvSpPr txBox="1"/>
          <p:nvPr userDrawn="1"/>
        </p:nvSpPr>
        <p:spPr>
          <a:xfrm>
            <a:off x="-9090" y="7016177"/>
            <a:ext cx="843025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de cores 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(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usar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apenas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2 cores dos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abaixo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)</a:t>
            </a:r>
          </a:p>
        </p:txBody>
      </p:sp>
      <p:sp>
        <p:nvSpPr>
          <p:cNvPr id="106" name="Freeform 5"/>
          <p:cNvSpPr>
            <a:spLocks/>
          </p:cNvSpPr>
          <p:nvPr userDrawn="1"/>
        </p:nvSpPr>
        <p:spPr bwMode="auto">
          <a:xfrm>
            <a:off x="0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7" name="Freeform 5"/>
          <p:cNvSpPr>
            <a:spLocks/>
          </p:cNvSpPr>
          <p:nvPr userDrawn="1"/>
        </p:nvSpPr>
        <p:spPr bwMode="auto">
          <a:xfrm>
            <a:off x="-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8" name="Freeform 5"/>
          <p:cNvSpPr>
            <a:spLocks/>
          </p:cNvSpPr>
          <p:nvPr userDrawn="1"/>
        </p:nvSpPr>
        <p:spPr bwMode="auto">
          <a:xfrm>
            <a:off x="1001183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9" name="Freeform 5"/>
          <p:cNvSpPr>
            <a:spLocks/>
          </p:cNvSpPr>
          <p:nvPr userDrawn="1"/>
        </p:nvSpPr>
        <p:spPr bwMode="auto">
          <a:xfrm>
            <a:off x="2002367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0" name="Freeform 5"/>
          <p:cNvSpPr>
            <a:spLocks/>
          </p:cNvSpPr>
          <p:nvPr userDrawn="1"/>
        </p:nvSpPr>
        <p:spPr bwMode="auto">
          <a:xfrm>
            <a:off x="3224743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1" name="Freeform 5"/>
          <p:cNvSpPr>
            <a:spLocks/>
          </p:cNvSpPr>
          <p:nvPr userDrawn="1"/>
        </p:nvSpPr>
        <p:spPr bwMode="auto">
          <a:xfrm>
            <a:off x="322474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2" name="Freeform 5"/>
          <p:cNvSpPr>
            <a:spLocks/>
          </p:cNvSpPr>
          <p:nvPr userDrawn="1"/>
        </p:nvSpPr>
        <p:spPr bwMode="auto">
          <a:xfrm>
            <a:off x="4225925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3" name="Freeform 5"/>
          <p:cNvSpPr>
            <a:spLocks/>
          </p:cNvSpPr>
          <p:nvPr userDrawn="1"/>
        </p:nvSpPr>
        <p:spPr bwMode="auto">
          <a:xfrm>
            <a:off x="5227109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4" name="Freeform 5"/>
          <p:cNvSpPr>
            <a:spLocks/>
          </p:cNvSpPr>
          <p:nvPr userDrawn="1"/>
        </p:nvSpPr>
        <p:spPr bwMode="auto">
          <a:xfrm>
            <a:off x="6418793" y="7391399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5" name="Freeform 5"/>
          <p:cNvSpPr>
            <a:spLocks/>
          </p:cNvSpPr>
          <p:nvPr userDrawn="1"/>
        </p:nvSpPr>
        <p:spPr bwMode="auto">
          <a:xfrm>
            <a:off x="6418792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6" name="Freeform 5"/>
          <p:cNvSpPr>
            <a:spLocks/>
          </p:cNvSpPr>
          <p:nvPr userDrawn="1"/>
        </p:nvSpPr>
        <p:spPr bwMode="auto">
          <a:xfrm>
            <a:off x="7419976" y="814005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7" name="Freeform 5"/>
          <p:cNvSpPr>
            <a:spLocks/>
          </p:cNvSpPr>
          <p:nvPr userDrawn="1"/>
        </p:nvSpPr>
        <p:spPr bwMode="auto">
          <a:xfrm>
            <a:off x="842116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0905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09585" rtl="0" eaLnBrk="1" latinLnBrk="0" hangingPunct="1">
        <a:lnSpc>
          <a:spcPts val="3200"/>
        </a:lnSpc>
        <a:spcBef>
          <a:spcPts val="1467"/>
        </a:spcBef>
        <a:buNone/>
        <a:defRPr sz="2933" i="1" kern="1200">
          <a:solidFill>
            <a:schemeClr val="tx1"/>
          </a:solidFill>
          <a:latin typeface="+mn-lt"/>
          <a:ea typeface="+mj-ea"/>
          <a:cs typeface="Arial"/>
        </a:defRPr>
      </a:lvl1pPr>
    </p:titleStyle>
    <p:bodyStyle>
      <a:lvl1pPr marL="0" indent="0" algn="l" defTabSz="609585" rtl="0" eaLnBrk="1" latinLnBrk="0" hangingPunct="1">
        <a:lnSpc>
          <a:spcPts val="2667"/>
        </a:lnSpc>
        <a:spcBef>
          <a:spcPts val="1200"/>
        </a:spcBef>
        <a:buFont typeface="Arial"/>
        <a:buNone/>
        <a:defRPr sz="2400" b="0" i="0" kern="1200" baseline="0">
          <a:solidFill>
            <a:schemeClr val="tx1"/>
          </a:solidFill>
          <a:latin typeface="Museo Sans 300"/>
          <a:ea typeface="+mn-ea"/>
          <a:cs typeface="Museo Sans 300"/>
        </a:defRPr>
      </a:lvl1pPr>
      <a:lvl2pPr marL="234945" indent="-234945" algn="l" defTabSz="609585" rtl="0" eaLnBrk="1" latinLnBrk="0" hangingPunct="1">
        <a:lnSpc>
          <a:spcPts val="2667"/>
        </a:lnSpc>
        <a:spcBef>
          <a:spcPts val="1200"/>
        </a:spcBef>
        <a:buSzPct val="50000"/>
        <a:buFont typeface="Arial"/>
        <a:buChar char="•"/>
        <a:tabLst/>
        <a:defRPr sz="2400" b="0" i="0" kern="1200">
          <a:solidFill>
            <a:schemeClr val="tx1"/>
          </a:solidFill>
          <a:latin typeface="Museo Sans 300"/>
          <a:ea typeface="+mn-ea"/>
          <a:cs typeface="Museo Sans 300"/>
        </a:defRPr>
      </a:lvl2pPr>
      <a:lvl3pPr marL="1219170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2133" b="0" i="0" kern="1200">
          <a:solidFill>
            <a:schemeClr val="tx1"/>
          </a:solidFill>
          <a:latin typeface="Museo Sans 300"/>
          <a:ea typeface="+mn-ea"/>
          <a:cs typeface="Museo Sans 300"/>
        </a:defRPr>
      </a:lvl3pPr>
      <a:lvl4pPr marL="1828754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4pPr>
      <a:lvl5pPr marL="2438339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15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 userDrawn="1"/>
        </p:nvSpPr>
        <p:spPr>
          <a:xfrm>
            <a:off x="15449031" y="818709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en-US" sz="2133" i="1" dirty="0" smtClean="0">
              <a:solidFill>
                <a:prstClr val="black"/>
              </a:solidFill>
            </a:endParaRPr>
          </a:p>
        </p:txBody>
      </p:sp>
      <p:sp>
        <p:nvSpPr>
          <p:cNvPr id="40" name="TextBox 39"/>
          <p:cNvSpPr txBox="1"/>
          <p:nvPr userDrawn="1"/>
        </p:nvSpPr>
        <p:spPr>
          <a:xfrm>
            <a:off x="-4118981" y="21995"/>
            <a:ext cx="4004200" cy="27420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7466"/>
              </a:lnSpc>
              <a:spcBef>
                <a:spcPts val="1067"/>
              </a:spcBef>
            </a:pP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Título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Simplon </a:t>
            </a: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42pt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-4069811" y="3108297"/>
            <a:ext cx="3652352" cy="14697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SUBTÍTULOS</a:t>
            </a:r>
          </a:p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SIMPLON BP REGULAR 21PT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-4069811" y="4824488"/>
            <a:ext cx="3652352" cy="3952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1867"/>
              </a:lnSpc>
            </a:pPr>
            <a:r>
              <a:rPr lang="en-US" sz="1867" dirty="0" err="1" smtClean="0">
                <a:solidFill>
                  <a:srgbClr val="4D4D4D"/>
                </a:solidFill>
                <a:latin typeface="Simplon BP Regular"/>
                <a:cs typeface="Simplon BP Regular"/>
              </a:rPr>
              <a:t>Textos</a:t>
            </a:r>
            <a:r>
              <a:rPr lang="en-US" sz="1867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 Simplon BP Regular 14pt</a:t>
            </a:r>
          </a:p>
        </p:txBody>
      </p:sp>
      <p:sp>
        <p:nvSpPr>
          <p:cNvPr id="74" name="Rectangle 35"/>
          <p:cNvSpPr/>
          <p:nvPr userDrawn="1"/>
        </p:nvSpPr>
        <p:spPr>
          <a:xfrm>
            <a:off x="13344424" y="412105"/>
            <a:ext cx="118217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pt-BR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ROXO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ROSA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LARANJA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AMARELO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VERDE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AZUL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CINZA</a:t>
            </a:r>
            <a:endParaRPr lang="hr-HR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</p:txBody>
      </p:sp>
      <p:sp>
        <p:nvSpPr>
          <p:cNvPr id="75" name="Rectangle 36"/>
          <p:cNvSpPr/>
          <p:nvPr userDrawn="1"/>
        </p:nvSpPr>
        <p:spPr>
          <a:xfrm>
            <a:off x="13355795" y="144739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234  G 40  B 140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6" name="Rectangle 37"/>
          <p:cNvSpPr/>
          <p:nvPr userDrawn="1"/>
        </p:nvSpPr>
        <p:spPr>
          <a:xfrm>
            <a:off x="13355795" y="718297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160  G 43  B 255 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7" name="Rectangle 38"/>
          <p:cNvSpPr/>
          <p:nvPr userDrawn="1"/>
        </p:nvSpPr>
        <p:spPr>
          <a:xfrm>
            <a:off x="13355795" y="212923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109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8" name="Rectangle 39"/>
          <p:cNvSpPr/>
          <p:nvPr userDrawn="1"/>
        </p:nvSpPr>
        <p:spPr>
          <a:xfrm>
            <a:off x="13355795" y="2868739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255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9" name="Rectangle 39"/>
          <p:cNvSpPr/>
          <p:nvPr userDrawn="1"/>
        </p:nvSpPr>
        <p:spPr>
          <a:xfrm>
            <a:off x="13355795" y="3611613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211  B 24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0" name="Rectangle 39"/>
          <p:cNvSpPr/>
          <p:nvPr userDrawn="1"/>
        </p:nvSpPr>
        <p:spPr>
          <a:xfrm>
            <a:off x="13355795" y="4379202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206  B 255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1" name="Freeform 5"/>
          <p:cNvSpPr>
            <a:spLocks/>
          </p:cNvSpPr>
          <p:nvPr userDrawn="1"/>
        </p:nvSpPr>
        <p:spPr bwMode="auto">
          <a:xfrm>
            <a:off x="12419232" y="407093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2" name="Freeform 5"/>
          <p:cNvSpPr>
            <a:spLocks/>
          </p:cNvSpPr>
          <p:nvPr userDrawn="1"/>
        </p:nvSpPr>
        <p:spPr bwMode="auto">
          <a:xfrm>
            <a:off x="12419232" y="3339166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3" name="Freeform 5"/>
          <p:cNvSpPr>
            <a:spLocks/>
          </p:cNvSpPr>
          <p:nvPr userDrawn="1"/>
        </p:nvSpPr>
        <p:spPr bwMode="auto">
          <a:xfrm>
            <a:off x="12419232" y="260740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4" name="Freeform 5"/>
          <p:cNvSpPr>
            <a:spLocks/>
          </p:cNvSpPr>
          <p:nvPr userDrawn="1"/>
        </p:nvSpPr>
        <p:spPr bwMode="auto">
          <a:xfrm>
            <a:off x="12419232" y="187563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5" name="Freeform 5"/>
          <p:cNvSpPr>
            <a:spLocks/>
          </p:cNvSpPr>
          <p:nvPr userDrawn="1"/>
        </p:nvSpPr>
        <p:spPr bwMode="auto">
          <a:xfrm>
            <a:off x="12419232" y="1143870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6" name="Freeform 5"/>
          <p:cNvSpPr>
            <a:spLocks/>
          </p:cNvSpPr>
          <p:nvPr userDrawn="1"/>
        </p:nvSpPr>
        <p:spPr bwMode="auto">
          <a:xfrm>
            <a:off x="12419232" y="41210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7" name="Rectangle 39"/>
          <p:cNvSpPr/>
          <p:nvPr userDrawn="1"/>
        </p:nvSpPr>
        <p:spPr>
          <a:xfrm>
            <a:off x="13355795" y="5124105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77  G 77  B 77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8" name="Freeform 5"/>
          <p:cNvSpPr>
            <a:spLocks/>
          </p:cNvSpPr>
          <p:nvPr userDrawn="1"/>
        </p:nvSpPr>
        <p:spPr bwMode="auto">
          <a:xfrm>
            <a:off x="12419232" y="481583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4" name="TextBox 39"/>
          <p:cNvSpPr txBox="1"/>
          <p:nvPr userDrawn="1"/>
        </p:nvSpPr>
        <p:spPr>
          <a:xfrm>
            <a:off x="12419233" y="18477"/>
            <a:ext cx="164248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Cores </a:t>
            </a: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endParaRPr lang="en-US" sz="2133" dirty="0" smtClean="0">
              <a:solidFill>
                <a:srgbClr val="4D4D4D"/>
              </a:solidFill>
              <a:latin typeface="Simplon Oi Headline"/>
              <a:cs typeface="Simplon Oi Headline"/>
            </a:endParaRPr>
          </a:p>
        </p:txBody>
      </p:sp>
      <p:sp>
        <p:nvSpPr>
          <p:cNvPr id="105" name="TextBox 39"/>
          <p:cNvSpPr txBox="1"/>
          <p:nvPr userDrawn="1"/>
        </p:nvSpPr>
        <p:spPr>
          <a:xfrm>
            <a:off x="-9090" y="7016177"/>
            <a:ext cx="843025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de cores 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(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usar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apenas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2 cores dos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abaixo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)</a:t>
            </a:r>
          </a:p>
        </p:txBody>
      </p:sp>
      <p:sp>
        <p:nvSpPr>
          <p:cNvPr id="106" name="Freeform 5"/>
          <p:cNvSpPr>
            <a:spLocks/>
          </p:cNvSpPr>
          <p:nvPr userDrawn="1"/>
        </p:nvSpPr>
        <p:spPr bwMode="auto">
          <a:xfrm>
            <a:off x="0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7" name="Freeform 5"/>
          <p:cNvSpPr>
            <a:spLocks/>
          </p:cNvSpPr>
          <p:nvPr userDrawn="1"/>
        </p:nvSpPr>
        <p:spPr bwMode="auto">
          <a:xfrm>
            <a:off x="-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8" name="Freeform 5"/>
          <p:cNvSpPr>
            <a:spLocks/>
          </p:cNvSpPr>
          <p:nvPr userDrawn="1"/>
        </p:nvSpPr>
        <p:spPr bwMode="auto">
          <a:xfrm>
            <a:off x="1001183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9" name="Freeform 5"/>
          <p:cNvSpPr>
            <a:spLocks/>
          </p:cNvSpPr>
          <p:nvPr userDrawn="1"/>
        </p:nvSpPr>
        <p:spPr bwMode="auto">
          <a:xfrm>
            <a:off x="2002367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0" name="Freeform 5"/>
          <p:cNvSpPr>
            <a:spLocks/>
          </p:cNvSpPr>
          <p:nvPr userDrawn="1"/>
        </p:nvSpPr>
        <p:spPr bwMode="auto">
          <a:xfrm>
            <a:off x="3224743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1" name="Freeform 5"/>
          <p:cNvSpPr>
            <a:spLocks/>
          </p:cNvSpPr>
          <p:nvPr userDrawn="1"/>
        </p:nvSpPr>
        <p:spPr bwMode="auto">
          <a:xfrm>
            <a:off x="322474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2" name="Freeform 5"/>
          <p:cNvSpPr>
            <a:spLocks/>
          </p:cNvSpPr>
          <p:nvPr userDrawn="1"/>
        </p:nvSpPr>
        <p:spPr bwMode="auto">
          <a:xfrm>
            <a:off x="4225925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3" name="Freeform 5"/>
          <p:cNvSpPr>
            <a:spLocks/>
          </p:cNvSpPr>
          <p:nvPr userDrawn="1"/>
        </p:nvSpPr>
        <p:spPr bwMode="auto">
          <a:xfrm>
            <a:off x="5227109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4" name="Freeform 5"/>
          <p:cNvSpPr>
            <a:spLocks/>
          </p:cNvSpPr>
          <p:nvPr userDrawn="1"/>
        </p:nvSpPr>
        <p:spPr bwMode="auto">
          <a:xfrm>
            <a:off x="6418793" y="7391399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5" name="Freeform 5"/>
          <p:cNvSpPr>
            <a:spLocks/>
          </p:cNvSpPr>
          <p:nvPr userDrawn="1"/>
        </p:nvSpPr>
        <p:spPr bwMode="auto">
          <a:xfrm>
            <a:off x="6418792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6" name="Freeform 5"/>
          <p:cNvSpPr>
            <a:spLocks/>
          </p:cNvSpPr>
          <p:nvPr userDrawn="1"/>
        </p:nvSpPr>
        <p:spPr bwMode="auto">
          <a:xfrm>
            <a:off x="7419976" y="814005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7" name="Freeform 5"/>
          <p:cNvSpPr>
            <a:spLocks/>
          </p:cNvSpPr>
          <p:nvPr userDrawn="1"/>
        </p:nvSpPr>
        <p:spPr bwMode="auto">
          <a:xfrm>
            <a:off x="842116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4005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09585" rtl="0" eaLnBrk="1" latinLnBrk="0" hangingPunct="1">
        <a:lnSpc>
          <a:spcPts val="3200"/>
        </a:lnSpc>
        <a:spcBef>
          <a:spcPts val="1467"/>
        </a:spcBef>
        <a:buNone/>
        <a:defRPr sz="2933" i="1" kern="1200">
          <a:solidFill>
            <a:schemeClr val="tx1"/>
          </a:solidFill>
          <a:latin typeface="+mn-lt"/>
          <a:ea typeface="+mj-ea"/>
          <a:cs typeface="Arial"/>
        </a:defRPr>
      </a:lvl1pPr>
    </p:titleStyle>
    <p:bodyStyle>
      <a:lvl1pPr marL="0" indent="0" algn="l" defTabSz="609585" rtl="0" eaLnBrk="1" latinLnBrk="0" hangingPunct="1">
        <a:lnSpc>
          <a:spcPts val="2667"/>
        </a:lnSpc>
        <a:spcBef>
          <a:spcPts val="1200"/>
        </a:spcBef>
        <a:buFont typeface="Arial"/>
        <a:buNone/>
        <a:defRPr sz="2400" b="0" i="0" kern="1200" baseline="0">
          <a:solidFill>
            <a:schemeClr val="tx1"/>
          </a:solidFill>
          <a:latin typeface="Museo Sans 300"/>
          <a:ea typeface="+mn-ea"/>
          <a:cs typeface="Museo Sans 300"/>
        </a:defRPr>
      </a:lvl1pPr>
      <a:lvl2pPr marL="234945" indent="-234945" algn="l" defTabSz="609585" rtl="0" eaLnBrk="1" latinLnBrk="0" hangingPunct="1">
        <a:lnSpc>
          <a:spcPts val="2667"/>
        </a:lnSpc>
        <a:spcBef>
          <a:spcPts val="1200"/>
        </a:spcBef>
        <a:buSzPct val="50000"/>
        <a:buFont typeface="Arial"/>
        <a:buChar char="•"/>
        <a:tabLst/>
        <a:defRPr sz="2400" b="0" i="0" kern="1200">
          <a:solidFill>
            <a:schemeClr val="tx1"/>
          </a:solidFill>
          <a:latin typeface="Museo Sans 300"/>
          <a:ea typeface="+mn-ea"/>
          <a:cs typeface="Museo Sans 300"/>
        </a:defRPr>
      </a:lvl2pPr>
      <a:lvl3pPr marL="1219170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2133" b="0" i="0" kern="1200">
          <a:solidFill>
            <a:schemeClr val="tx1"/>
          </a:solidFill>
          <a:latin typeface="Museo Sans 300"/>
          <a:ea typeface="+mn-ea"/>
          <a:cs typeface="Museo Sans 300"/>
        </a:defRPr>
      </a:lvl3pPr>
      <a:lvl4pPr marL="1828754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4pPr>
      <a:lvl5pPr marL="2438339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5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39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 userDrawn="1"/>
        </p:nvSpPr>
        <p:spPr>
          <a:xfrm>
            <a:off x="15449031" y="818709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en-US" sz="2133" i="1" dirty="0" smtClean="0">
              <a:solidFill>
                <a:prstClr val="black"/>
              </a:solidFill>
            </a:endParaRPr>
          </a:p>
        </p:txBody>
      </p:sp>
      <p:sp>
        <p:nvSpPr>
          <p:cNvPr id="40" name="TextBox 39"/>
          <p:cNvSpPr txBox="1"/>
          <p:nvPr userDrawn="1"/>
        </p:nvSpPr>
        <p:spPr>
          <a:xfrm>
            <a:off x="-4118981" y="21995"/>
            <a:ext cx="4004200" cy="27420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7466"/>
              </a:lnSpc>
              <a:spcBef>
                <a:spcPts val="1067"/>
              </a:spcBef>
            </a:pP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Título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Simplon </a:t>
            </a: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42pt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-4069811" y="3108297"/>
            <a:ext cx="3652352" cy="14697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SUBTÍTULOS</a:t>
            </a:r>
          </a:p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SIMPLON BP REGULAR 21PT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-4069811" y="4824488"/>
            <a:ext cx="3652352" cy="3952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1867"/>
              </a:lnSpc>
            </a:pPr>
            <a:r>
              <a:rPr lang="en-US" sz="1867" dirty="0" err="1" smtClean="0">
                <a:solidFill>
                  <a:srgbClr val="4D4D4D"/>
                </a:solidFill>
                <a:latin typeface="Simplon BP Regular"/>
                <a:cs typeface="Simplon BP Regular"/>
              </a:rPr>
              <a:t>Textos</a:t>
            </a:r>
            <a:r>
              <a:rPr lang="en-US" sz="1867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 Simplon BP Regular 14pt</a:t>
            </a:r>
          </a:p>
        </p:txBody>
      </p:sp>
      <p:sp>
        <p:nvSpPr>
          <p:cNvPr id="74" name="Rectangle 35"/>
          <p:cNvSpPr/>
          <p:nvPr userDrawn="1"/>
        </p:nvSpPr>
        <p:spPr>
          <a:xfrm>
            <a:off x="13344424" y="412105"/>
            <a:ext cx="118217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pt-BR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ROXO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ROSA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LARANJA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AMARELO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VERDE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AZUL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CINZA</a:t>
            </a:r>
            <a:endParaRPr lang="hr-HR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</p:txBody>
      </p:sp>
      <p:sp>
        <p:nvSpPr>
          <p:cNvPr id="75" name="Rectangle 36"/>
          <p:cNvSpPr/>
          <p:nvPr userDrawn="1"/>
        </p:nvSpPr>
        <p:spPr>
          <a:xfrm>
            <a:off x="13355795" y="144739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234  G 40  B 140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6" name="Rectangle 37"/>
          <p:cNvSpPr/>
          <p:nvPr userDrawn="1"/>
        </p:nvSpPr>
        <p:spPr>
          <a:xfrm>
            <a:off x="13355795" y="718297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160  G 43  B 255 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7" name="Rectangle 38"/>
          <p:cNvSpPr/>
          <p:nvPr userDrawn="1"/>
        </p:nvSpPr>
        <p:spPr>
          <a:xfrm>
            <a:off x="13355795" y="212923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109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8" name="Rectangle 39"/>
          <p:cNvSpPr/>
          <p:nvPr userDrawn="1"/>
        </p:nvSpPr>
        <p:spPr>
          <a:xfrm>
            <a:off x="13355795" y="2868739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255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9" name="Rectangle 39"/>
          <p:cNvSpPr/>
          <p:nvPr userDrawn="1"/>
        </p:nvSpPr>
        <p:spPr>
          <a:xfrm>
            <a:off x="13355795" y="3611613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211  B 24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0" name="Rectangle 39"/>
          <p:cNvSpPr/>
          <p:nvPr userDrawn="1"/>
        </p:nvSpPr>
        <p:spPr>
          <a:xfrm>
            <a:off x="13355795" y="4379202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206  B 255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1" name="Freeform 5"/>
          <p:cNvSpPr>
            <a:spLocks/>
          </p:cNvSpPr>
          <p:nvPr userDrawn="1"/>
        </p:nvSpPr>
        <p:spPr bwMode="auto">
          <a:xfrm>
            <a:off x="12419232" y="407093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2" name="Freeform 5"/>
          <p:cNvSpPr>
            <a:spLocks/>
          </p:cNvSpPr>
          <p:nvPr userDrawn="1"/>
        </p:nvSpPr>
        <p:spPr bwMode="auto">
          <a:xfrm>
            <a:off x="12419232" y="3339166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3" name="Freeform 5"/>
          <p:cNvSpPr>
            <a:spLocks/>
          </p:cNvSpPr>
          <p:nvPr userDrawn="1"/>
        </p:nvSpPr>
        <p:spPr bwMode="auto">
          <a:xfrm>
            <a:off x="12419232" y="260740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4" name="Freeform 5"/>
          <p:cNvSpPr>
            <a:spLocks/>
          </p:cNvSpPr>
          <p:nvPr userDrawn="1"/>
        </p:nvSpPr>
        <p:spPr bwMode="auto">
          <a:xfrm>
            <a:off x="12419232" y="187563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5" name="Freeform 5"/>
          <p:cNvSpPr>
            <a:spLocks/>
          </p:cNvSpPr>
          <p:nvPr userDrawn="1"/>
        </p:nvSpPr>
        <p:spPr bwMode="auto">
          <a:xfrm>
            <a:off x="12419232" y="1143870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6" name="Freeform 5"/>
          <p:cNvSpPr>
            <a:spLocks/>
          </p:cNvSpPr>
          <p:nvPr userDrawn="1"/>
        </p:nvSpPr>
        <p:spPr bwMode="auto">
          <a:xfrm>
            <a:off x="12419232" y="41210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7" name="Rectangle 39"/>
          <p:cNvSpPr/>
          <p:nvPr userDrawn="1"/>
        </p:nvSpPr>
        <p:spPr>
          <a:xfrm>
            <a:off x="13355795" y="5124105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77  G 77  B 77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8" name="Freeform 5"/>
          <p:cNvSpPr>
            <a:spLocks/>
          </p:cNvSpPr>
          <p:nvPr userDrawn="1"/>
        </p:nvSpPr>
        <p:spPr bwMode="auto">
          <a:xfrm>
            <a:off x="12419232" y="481583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4" name="TextBox 39"/>
          <p:cNvSpPr txBox="1"/>
          <p:nvPr userDrawn="1"/>
        </p:nvSpPr>
        <p:spPr>
          <a:xfrm>
            <a:off x="12419233" y="18477"/>
            <a:ext cx="164248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Cores </a:t>
            </a: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endParaRPr lang="en-US" sz="2133" dirty="0" smtClean="0">
              <a:solidFill>
                <a:srgbClr val="4D4D4D"/>
              </a:solidFill>
              <a:latin typeface="Simplon Oi Headline"/>
              <a:cs typeface="Simplon Oi Headline"/>
            </a:endParaRPr>
          </a:p>
        </p:txBody>
      </p:sp>
      <p:sp>
        <p:nvSpPr>
          <p:cNvPr id="105" name="TextBox 39"/>
          <p:cNvSpPr txBox="1"/>
          <p:nvPr userDrawn="1"/>
        </p:nvSpPr>
        <p:spPr>
          <a:xfrm>
            <a:off x="-9090" y="7016177"/>
            <a:ext cx="843025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de cores 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(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usar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apenas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2 cores dos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abaixo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)</a:t>
            </a:r>
          </a:p>
        </p:txBody>
      </p:sp>
      <p:sp>
        <p:nvSpPr>
          <p:cNvPr id="106" name="Freeform 5"/>
          <p:cNvSpPr>
            <a:spLocks/>
          </p:cNvSpPr>
          <p:nvPr userDrawn="1"/>
        </p:nvSpPr>
        <p:spPr bwMode="auto">
          <a:xfrm>
            <a:off x="0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7" name="Freeform 5"/>
          <p:cNvSpPr>
            <a:spLocks/>
          </p:cNvSpPr>
          <p:nvPr userDrawn="1"/>
        </p:nvSpPr>
        <p:spPr bwMode="auto">
          <a:xfrm>
            <a:off x="-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8" name="Freeform 5"/>
          <p:cNvSpPr>
            <a:spLocks/>
          </p:cNvSpPr>
          <p:nvPr userDrawn="1"/>
        </p:nvSpPr>
        <p:spPr bwMode="auto">
          <a:xfrm>
            <a:off x="1001183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9" name="Freeform 5"/>
          <p:cNvSpPr>
            <a:spLocks/>
          </p:cNvSpPr>
          <p:nvPr userDrawn="1"/>
        </p:nvSpPr>
        <p:spPr bwMode="auto">
          <a:xfrm>
            <a:off x="2002367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0" name="Freeform 5"/>
          <p:cNvSpPr>
            <a:spLocks/>
          </p:cNvSpPr>
          <p:nvPr userDrawn="1"/>
        </p:nvSpPr>
        <p:spPr bwMode="auto">
          <a:xfrm>
            <a:off x="3224743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1" name="Freeform 5"/>
          <p:cNvSpPr>
            <a:spLocks/>
          </p:cNvSpPr>
          <p:nvPr userDrawn="1"/>
        </p:nvSpPr>
        <p:spPr bwMode="auto">
          <a:xfrm>
            <a:off x="322474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2" name="Freeform 5"/>
          <p:cNvSpPr>
            <a:spLocks/>
          </p:cNvSpPr>
          <p:nvPr userDrawn="1"/>
        </p:nvSpPr>
        <p:spPr bwMode="auto">
          <a:xfrm>
            <a:off x="4225925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3" name="Freeform 5"/>
          <p:cNvSpPr>
            <a:spLocks/>
          </p:cNvSpPr>
          <p:nvPr userDrawn="1"/>
        </p:nvSpPr>
        <p:spPr bwMode="auto">
          <a:xfrm>
            <a:off x="5227109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4" name="Freeform 5"/>
          <p:cNvSpPr>
            <a:spLocks/>
          </p:cNvSpPr>
          <p:nvPr userDrawn="1"/>
        </p:nvSpPr>
        <p:spPr bwMode="auto">
          <a:xfrm>
            <a:off x="6418793" y="7391399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5" name="Freeform 5"/>
          <p:cNvSpPr>
            <a:spLocks/>
          </p:cNvSpPr>
          <p:nvPr userDrawn="1"/>
        </p:nvSpPr>
        <p:spPr bwMode="auto">
          <a:xfrm>
            <a:off x="6418792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6" name="Freeform 5"/>
          <p:cNvSpPr>
            <a:spLocks/>
          </p:cNvSpPr>
          <p:nvPr userDrawn="1"/>
        </p:nvSpPr>
        <p:spPr bwMode="auto">
          <a:xfrm>
            <a:off x="7419976" y="814005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7" name="Freeform 5"/>
          <p:cNvSpPr>
            <a:spLocks/>
          </p:cNvSpPr>
          <p:nvPr userDrawn="1"/>
        </p:nvSpPr>
        <p:spPr bwMode="auto">
          <a:xfrm>
            <a:off x="842116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48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09585" rtl="0" eaLnBrk="1" latinLnBrk="0" hangingPunct="1">
        <a:lnSpc>
          <a:spcPts val="3200"/>
        </a:lnSpc>
        <a:spcBef>
          <a:spcPts val="1467"/>
        </a:spcBef>
        <a:buNone/>
        <a:defRPr sz="2933" i="1" kern="1200">
          <a:solidFill>
            <a:schemeClr val="tx1"/>
          </a:solidFill>
          <a:latin typeface="+mn-lt"/>
          <a:ea typeface="+mj-ea"/>
          <a:cs typeface="Arial"/>
        </a:defRPr>
      </a:lvl1pPr>
    </p:titleStyle>
    <p:bodyStyle>
      <a:lvl1pPr marL="0" indent="0" algn="l" defTabSz="609585" rtl="0" eaLnBrk="1" latinLnBrk="0" hangingPunct="1">
        <a:lnSpc>
          <a:spcPts val="2667"/>
        </a:lnSpc>
        <a:spcBef>
          <a:spcPts val="1200"/>
        </a:spcBef>
        <a:buFont typeface="Arial"/>
        <a:buNone/>
        <a:defRPr sz="2400" b="0" i="0" kern="1200" baseline="0">
          <a:solidFill>
            <a:schemeClr val="tx1"/>
          </a:solidFill>
          <a:latin typeface="Museo Sans 300"/>
          <a:ea typeface="+mn-ea"/>
          <a:cs typeface="Museo Sans 300"/>
        </a:defRPr>
      </a:lvl1pPr>
      <a:lvl2pPr marL="234945" indent="-234945" algn="l" defTabSz="609585" rtl="0" eaLnBrk="1" latinLnBrk="0" hangingPunct="1">
        <a:lnSpc>
          <a:spcPts val="2667"/>
        </a:lnSpc>
        <a:spcBef>
          <a:spcPts val="1200"/>
        </a:spcBef>
        <a:buSzPct val="50000"/>
        <a:buFont typeface="Arial"/>
        <a:buChar char="•"/>
        <a:tabLst/>
        <a:defRPr sz="2400" b="0" i="0" kern="1200">
          <a:solidFill>
            <a:schemeClr val="tx1"/>
          </a:solidFill>
          <a:latin typeface="Museo Sans 300"/>
          <a:ea typeface="+mn-ea"/>
          <a:cs typeface="Museo Sans 300"/>
        </a:defRPr>
      </a:lvl2pPr>
      <a:lvl3pPr marL="1219170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2133" b="0" i="0" kern="1200">
          <a:solidFill>
            <a:schemeClr val="tx1"/>
          </a:solidFill>
          <a:latin typeface="Museo Sans 300"/>
          <a:ea typeface="+mn-ea"/>
          <a:cs typeface="Museo Sans 300"/>
        </a:defRPr>
      </a:lvl3pPr>
      <a:lvl4pPr marL="1828754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4pPr>
      <a:lvl5pPr marL="2438339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>
            <p:custDataLst>
              <p:tags r:id="rId9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50" name="think-cell Slide" r:id="rId10" imgW="270" imgH="270" progId="TCLayout.ActiveDocument.1">
                  <p:embed/>
                </p:oleObj>
              </mc:Choice>
              <mc:Fallback>
                <p:oleObj name="think-cell Slide" r:id="rId10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5449031" y="818709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en-US" sz="2133" i="1" dirty="0" smtClean="0">
              <a:solidFill>
                <a:prstClr val="black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-4118981" y="21995"/>
            <a:ext cx="4004200" cy="27420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7466"/>
              </a:lnSpc>
              <a:spcBef>
                <a:spcPts val="1067"/>
              </a:spcBef>
            </a:pP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Título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Simplon </a:t>
            </a: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42pt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-4069811" y="3108297"/>
            <a:ext cx="3652352" cy="14697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SUBTÍTULOS</a:t>
            </a:r>
          </a:p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SIMPLON BP REGULAR 21PT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-4069811" y="4824488"/>
            <a:ext cx="3652352" cy="3952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1867"/>
              </a:lnSpc>
            </a:pPr>
            <a:r>
              <a:rPr lang="en-US" sz="1867" dirty="0" err="1" smtClean="0">
                <a:solidFill>
                  <a:srgbClr val="4D4D4D"/>
                </a:solidFill>
                <a:latin typeface="Simplon BP Regular"/>
                <a:cs typeface="Simplon BP Regular"/>
              </a:rPr>
              <a:t>Textos</a:t>
            </a:r>
            <a:r>
              <a:rPr lang="en-US" sz="1867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 Simplon BP Regular 14pt</a:t>
            </a:r>
          </a:p>
        </p:txBody>
      </p:sp>
      <p:sp>
        <p:nvSpPr>
          <p:cNvPr id="74" name="Rectangle 35"/>
          <p:cNvSpPr/>
          <p:nvPr/>
        </p:nvSpPr>
        <p:spPr>
          <a:xfrm>
            <a:off x="13344424" y="412105"/>
            <a:ext cx="118217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pt-BR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ROXO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ROSA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LARANJA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AMARELO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VERDE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AZUL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CINZA</a:t>
            </a:r>
            <a:endParaRPr lang="hr-HR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</p:txBody>
      </p:sp>
      <p:sp>
        <p:nvSpPr>
          <p:cNvPr id="75" name="Rectangle 36"/>
          <p:cNvSpPr/>
          <p:nvPr/>
        </p:nvSpPr>
        <p:spPr>
          <a:xfrm>
            <a:off x="13355795" y="144739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234  G 40  B 140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6" name="Rectangle 37"/>
          <p:cNvSpPr/>
          <p:nvPr/>
        </p:nvSpPr>
        <p:spPr>
          <a:xfrm>
            <a:off x="13355795" y="718297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160  G 43  B 255 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7" name="Rectangle 38"/>
          <p:cNvSpPr/>
          <p:nvPr/>
        </p:nvSpPr>
        <p:spPr>
          <a:xfrm>
            <a:off x="13355795" y="212923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109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8" name="Rectangle 39"/>
          <p:cNvSpPr/>
          <p:nvPr/>
        </p:nvSpPr>
        <p:spPr>
          <a:xfrm>
            <a:off x="13355795" y="2868739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255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9" name="Rectangle 39"/>
          <p:cNvSpPr/>
          <p:nvPr/>
        </p:nvSpPr>
        <p:spPr>
          <a:xfrm>
            <a:off x="13355795" y="3611613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211  B 24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0" name="Rectangle 39"/>
          <p:cNvSpPr/>
          <p:nvPr/>
        </p:nvSpPr>
        <p:spPr>
          <a:xfrm>
            <a:off x="13355795" y="4379202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206  B 255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1" name="Freeform 5"/>
          <p:cNvSpPr>
            <a:spLocks/>
          </p:cNvSpPr>
          <p:nvPr/>
        </p:nvSpPr>
        <p:spPr bwMode="auto">
          <a:xfrm>
            <a:off x="12419232" y="407093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2" name="Freeform 5"/>
          <p:cNvSpPr>
            <a:spLocks/>
          </p:cNvSpPr>
          <p:nvPr/>
        </p:nvSpPr>
        <p:spPr bwMode="auto">
          <a:xfrm>
            <a:off x="12419232" y="3339166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3" name="Freeform 5"/>
          <p:cNvSpPr>
            <a:spLocks/>
          </p:cNvSpPr>
          <p:nvPr/>
        </p:nvSpPr>
        <p:spPr bwMode="auto">
          <a:xfrm>
            <a:off x="12419232" y="260740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4" name="Freeform 5"/>
          <p:cNvSpPr>
            <a:spLocks/>
          </p:cNvSpPr>
          <p:nvPr/>
        </p:nvSpPr>
        <p:spPr bwMode="auto">
          <a:xfrm>
            <a:off x="12419232" y="187563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5" name="Freeform 5"/>
          <p:cNvSpPr>
            <a:spLocks/>
          </p:cNvSpPr>
          <p:nvPr/>
        </p:nvSpPr>
        <p:spPr bwMode="auto">
          <a:xfrm>
            <a:off x="12419232" y="1143870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6" name="Freeform 5"/>
          <p:cNvSpPr>
            <a:spLocks/>
          </p:cNvSpPr>
          <p:nvPr/>
        </p:nvSpPr>
        <p:spPr bwMode="auto">
          <a:xfrm>
            <a:off x="12419232" y="41210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7" name="Rectangle 39"/>
          <p:cNvSpPr/>
          <p:nvPr/>
        </p:nvSpPr>
        <p:spPr>
          <a:xfrm>
            <a:off x="13355795" y="5124105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77  G 77  B 77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8" name="Freeform 5"/>
          <p:cNvSpPr>
            <a:spLocks/>
          </p:cNvSpPr>
          <p:nvPr/>
        </p:nvSpPr>
        <p:spPr bwMode="auto">
          <a:xfrm>
            <a:off x="12419232" y="481583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4" name="TextBox 39"/>
          <p:cNvSpPr txBox="1"/>
          <p:nvPr/>
        </p:nvSpPr>
        <p:spPr>
          <a:xfrm>
            <a:off x="12419233" y="18477"/>
            <a:ext cx="164248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Cores </a:t>
            </a: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endParaRPr lang="en-US" sz="2133" dirty="0" smtClean="0">
              <a:solidFill>
                <a:srgbClr val="4D4D4D"/>
              </a:solidFill>
              <a:latin typeface="Simplon Oi Headline"/>
              <a:cs typeface="Simplon Oi Headline"/>
            </a:endParaRPr>
          </a:p>
        </p:txBody>
      </p:sp>
      <p:sp>
        <p:nvSpPr>
          <p:cNvPr id="105" name="TextBox 39"/>
          <p:cNvSpPr txBox="1"/>
          <p:nvPr/>
        </p:nvSpPr>
        <p:spPr>
          <a:xfrm>
            <a:off x="-9090" y="7016177"/>
            <a:ext cx="843025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de cores 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(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usar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apenas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2 cores dos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abaixo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)</a:t>
            </a:r>
          </a:p>
        </p:txBody>
      </p:sp>
      <p:sp>
        <p:nvSpPr>
          <p:cNvPr id="106" name="Freeform 5"/>
          <p:cNvSpPr>
            <a:spLocks/>
          </p:cNvSpPr>
          <p:nvPr/>
        </p:nvSpPr>
        <p:spPr bwMode="auto">
          <a:xfrm>
            <a:off x="0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7" name="Freeform 5"/>
          <p:cNvSpPr>
            <a:spLocks/>
          </p:cNvSpPr>
          <p:nvPr/>
        </p:nvSpPr>
        <p:spPr bwMode="auto">
          <a:xfrm>
            <a:off x="-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8" name="Freeform 5"/>
          <p:cNvSpPr>
            <a:spLocks/>
          </p:cNvSpPr>
          <p:nvPr/>
        </p:nvSpPr>
        <p:spPr bwMode="auto">
          <a:xfrm>
            <a:off x="1001183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9" name="Freeform 5"/>
          <p:cNvSpPr>
            <a:spLocks/>
          </p:cNvSpPr>
          <p:nvPr/>
        </p:nvSpPr>
        <p:spPr bwMode="auto">
          <a:xfrm>
            <a:off x="2002367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0" name="Freeform 5"/>
          <p:cNvSpPr>
            <a:spLocks/>
          </p:cNvSpPr>
          <p:nvPr/>
        </p:nvSpPr>
        <p:spPr bwMode="auto">
          <a:xfrm>
            <a:off x="3224743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1" name="Freeform 5"/>
          <p:cNvSpPr>
            <a:spLocks/>
          </p:cNvSpPr>
          <p:nvPr/>
        </p:nvSpPr>
        <p:spPr bwMode="auto">
          <a:xfrm>
            <a:off x="322474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2" name="Freeform 5"/>
          <p:cNvSpPr>
            <a:spLocks/>
          </p:cNvSpPr>
          <p:nvPr/>
        </p:nvSpPr>
        <p:spPr bwMode="auto">
          <a:xfrm>
            <a:off x="4225925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3" name="Freeform 5"/>
          <p:cNvSpPr>
            <a:spLocks/>
          </p:cNvSpPr>
          <p:nvPr/>
        </p:nvSpPr>
        <p:spPr bwMode="auto">
          <a:xfrm>
            <a:off x="5227109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4" name="Freeform 5"/>
          <p:cNvSpPr>
            <a:spLocks/>
          </p:cNvSpPr>
          <p:nvPr/>
        </p:nvSpPr>
        <p:spPr bwMode="auto">
          <a:xfrm>
            <a:off x="6418793" y="7391399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5" name="Freeform 5"/>
          <p:cNvSpPr>
            <a:spLocks/>
          </p:cNvSpPr>
          <p:nvPr/>
        </p:nvSpPr>
        <p:spPr bwMode="auto">
          <a:xfrm>
            <a:off x="6418792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6" name="Freeform 5"/>
          <p:cNvSpPr>
            <a:spLocks/>
          </p:cNvSpPr>
          <p:nvPr/>
        </p:nvSpPr>
        <p:spPr bwMode="auto">
          <a:xfrm>
            <a:off x="7419976" y="814005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7" name="Freeform 5"/>
          <p:cNvSpPr>
            <a:spLocks/>
          </p:cNvSpPr>
          <p:nvPr/>
        </p:nvSpPr>
        <p:spPr bwMode="auto">
          <a:xfrm>
            <a:off x="842116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8295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10" r:id="rId4"/>
    <p:sldLayoutId id="2147483711" r:id="rId5"/>
    <p:sldLayoutId id="2147483712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09585" rtl="0" eaLnBrk="1" latinLnBrk="0" hangingPunct="1">
        <a:lnSpc>
          <a:spcPts val="3200"/>
        </a:lnSpc>
        <a:spcBef>
          <a:spcPts val="1467"/>
        </a:spcBef>
        <a:buNone/>
        <a:defRPr sz="2933" i="1" kern="1200">
          <a:solidFill>
            <a:schemeClr val="tx1"/>
          </a:solidFill>
          <a:latin typeface="+mn-lt"/>
          <a:ea typeface="+mj-ea"/>
          <a:cs typeface="Arial"/>
        </a:defRPr>
      </a:lvl1pPr>
    </p:titleStyle>
    <p:bodyStyle>
      <a:lvl1pPr marL="0" indent="0" algn="l" defTabSz="609585" rtl="0" eaLnBrk="1" latinLnBrk="0" hangingPunct="1">
        <a:lnSpc>
          <a:spcPts val="2667"/>
        </a:lnSpc>
        <a:spcBef>
          <a:spcPts val="1200"/>
        </a:spcBef>
        <a:buFont typeface="Arial"/>
        <a:buNone/>
        <a:defRPr sz="2400" b="0" i="0" kern="1200" baseline="0">
          <a:solidFill>
            <a:schemeClr val="tx1"/>
          </a:solidFill>
          <a:latin typeface="Museo Sans 300"/>
          <a:ea typeface="+mn-ea"/>
          <a:cs typeface="Museo Sans 300"/>
        </a:defRPr>
      </a:lvl1pPr>
      <a:lvl2pPr marL="234945" indent="-234945" algn="l" defTabSz="609585" rtl="0" eaLnBrk="1" latinLnBrk="0" hangingPunct="1">
        <a:lnSpc>
          <a:spcPts val="2667"/>
        </a:lnSpc>
        <a:spcBef>
          <a:spcPts val="1200"/>
        </a:spcBef>
        <a:buSzPct val="50000"/>
        <a:buFont typeface="Arial"/>
        <a:buChar char="•"/>
        <a:tabLst/>
        <a:defRPr sz="2400" b="0" i="0" kern="1200">
          <a:solidFill>
            <a:schemeClr val="tx1"/>
          </a:solidFill>
          <a:latin typeface="Museo Sans 300"/>
          <a:ea typeface="+mn-ea"/>
          <a:cs typeface="Museo Sans 300"/>
        </a:defRPr>
      </a:lvl2pPr>
      <a:lvl3pPr marL="1219170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2133" b="0" i="0" kern="1200">
          <a:solidFill>
            <a:schemeClr val="tx1"/>
          </a:solidFill>
          <a:latin typeface="Museo Sans 300"/>
          <a:ea typeface="+mn-ea"/>
          <a:cs typeface="Museo Sans 300"/>
        </a:defRPr>
      </a:lvl3pPr>
      <a:lvl4pPr marL="1828754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4pPr>
      <a:lvl5pPr marL="2438339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11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869" name="Slide do think-cell" r:id="rId12" imgW="360" imgH="360" progId="TCLayout.ActiveDocument.1">
                  <p:embed/>
                </p:oleObj>
              </mc:Choice>
              <mc:Fallback>
                <p:oleObj name="Slide do think-cell" r:id="rId12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08607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</p:sldLayoutIdLst>
  <p:hf hdr="0" ftr="0" dt="0"/>
  <p:txStyles>
    <p:titleStyle>
      <a:lvl1pPr algn="l" defTabSz="609238" rtl="0" eaLnBrk="1" latinLnBrk="0" hangingPunct="1">
        <a:lnSpc>
          <a:spcPct val="90000"/>
        </a:lnSpc>
        <a:spcBef>
          <a:spcPct val="0"/>
        </a:spcBef>
        <a:buNone/>
        <a:defRPr sz="5867" kern="1200" baseline="0">
          <a:solidFill>
            <a:srgbClr val="FFFFFF"/>
          </a:solidFill>
          <a:latin typeface="Arial"/>
          <a:ea typeface="+mj-ea"/>
          <a:cs typeface="Arial"/>
        </a:defRPr>
      </a:lvl1pPr>
    </p:titleStyle>
    <p:bodyStyle>
      <a:lvl1pPr marL="0" indent="0" algn="l" defTabSz="609238" rtl="0" eaLnBrk="1" latinLnBrk="0" hangingPunct="1">
        <a:spcBef>
          <a:spcPct val="20000"/>
        </a:spcBef>
        <a:buFont typeface="Arial"/>
        <a:buNone/>
        <a:defRPr sz="2000" kern="1200" baseline="0">
          <a:solidFill>
            <a:srgbClr val="FFFFFF"/>
          </a:solidFill>
          <a:latin typeface="Arial"/>
          <a:ea typeface="+mn-ea"/>
          <a:cs typeface="Arial"/>
        </a:defRPr>
      </a:lvl1pPr>
      <a:lvl2pPr marL="609238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1218476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1827714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436952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3350810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0048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69286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78524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238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476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714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6952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191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429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4667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3905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11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12" name="Slide do think-cell" r:id="rId12" imgW="360" imgH="360" progId="TCLayout.ActiveDocument.1">
                  <p:embed/>
                </p:oleObj>
              </mc:Choice>
              <mc:Fallback>
                <p:oleObj name="Slide do think-cell" r:id="rId12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8444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</p:sldLayoutIdLst>
  <p:hf hdr="0" ftr="0" dt="0"/>
  <p:txStyles>
    <p:titleStyle>
      <a:lvl1pPr algn="l" defTabSz="609238" rtl="0" eaLnBrk="1" latinLnBrk="0" hangingPunct="1">
        <a:lnSpc>
          <a:spcPct val="90000"/>
        </a:lnSpc>
        <a:spcBef>
          <a:spcPct val="0"/>
        </a:spcBef>
        <a:buNone/>
        <a:defRPr sz="5867" kern="1200" baseline="0">
          <a:solidFill>
            <a:srgbClr val="FFFFFF"/>
          </a:solidFill>
          <a:latin typeface="Arial"/>
          <a:ea typeface="+mj-ea"/>
          <a:cs typeface="Arial"/>
        </a:defRPr>
      </a:lvl1pPr>
    </p:titleStyle>
    <p:bodyStyle>
      <a:lvl1pPr marL="0" indent="0" algn="l" defTabSz="609238" rtl="0" eaLnBrk="1" latinLnBrk="0" hangingPunct="1">
        <a:spcBef>
          <a:spcPct val="20000"/>
        </a:spcBef>
        <a:buFont typeface="Arial"/>
        <a:buNone/>
        <a:defRPr sz="2000" kern="1200" baseline="0">
          <a:solidFill>
            <a:srgbClr val="FFFFFF"/>
          </a:solidFill>
          <a:latin typeface="Arial"/>
          <a:ea typeface="+mn-ea"/>
          <a:cs typeface="Arial"/>
        </a:defRPr>
      </a:lvl1pPr>
      <a:lvl2pPr marL="609238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1218476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1827714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436952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3350810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0048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69286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78524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238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476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714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6952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191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429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4667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3905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11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56" name="Slide do think-cell" r:id="rId12" imgW="360" imgH="360" progId="TCLayout.ActiveDocument.1">
                  <p:embed/>
                </p:oleObj>
              </mc:Choice>
              <mc:Fallback>
                <p:oleObj name="Slide do think-cell" r:id="rId12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88378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</p:sldLayoutIdLst>
  <p:hf hdr="0" ftr="0" dt="0"/>
  <p:txStyles>
    <p:titleStyle>
      <a:lvl1pPr algn="l" defTabSz="609238" rtl="0" eaLnBrk="1" latinLnBrk="0" hangingPunct="1">
        <a:lnSpc>
          <a:spcPct val="90000"/>
        </a:lnSpc>
        <a:spcBef>
          <a:spcPct val="0"/>
        </a:spcBef>
        <a:buNone/>
        <a:defRPr sz="5867" kern="1200" baseline="0">
          <a:solidFill>
            <a:srgbClr val="FFFFFF"/>
          </a:solidFill>
          <a:latin typeface="Arial"/>
          <a:ea typeface="+mj-ea"/>
          <a:cs typeface="Arial"/>
        </a:defRPr>
      </a:lvl1pPr>
    </p:titleStyle>
    <p:bodyStyle>
      <a:lvl1pPr marL="0" indent="0" algn="l" defTabSz="609238" rtl="0" eaLnBrk="1" latinLnBrk="0" hangingPunct="1">
        <a:spcBef>
          <a:spcPct val="20000"/>
        </a:spcBef>
        <a:buFont typeface="Arial"/>
        <a:buNone/>
        <a:defRPr sz="2000" kern="1200" baseline="0">
          <a:solidFill>
            <a:srgbClr val="FFFFFF"/>
          </a:solidFill>
          <a:latin typeface="Arial"/>
          <a:ea typeface="+mn-ea"/>
          <a:cs typeface="Arial"/>
        </a:defRPr>
      </a:lvl1pPr>
      <a:lvl2pPr marL="609238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1218476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1827714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436952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3350810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0048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69286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78524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238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476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714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6952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191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429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4667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3905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11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300" name="Slide do think-cell" r:id="rId12" imgW="360" imgH="360" progId="TCLayout.ActiveDocument.1">
                  <p:embed/>
                </p:oleObj>
              </mc:Choice>
              <mc:Fallback>
                <p:oleObj name="Slide do think-cell" r:id="rId12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56866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</p:sldLayoutIdLst>
  <p:hf hdr="0" ftr="0" dt="0"/>
  <p:txStyles>
    <p:titleStyle>
      <a:lvl1pPr algn="l" defTabSz="609238" rtl="0" eaLnBrk="1" latinLnBrk="0" hangingPunct="1">
        <a:lnSpc>
          <a:spcPct val="90000"/>
        </a:lnSpc>
        <a:spcBef>
          <a:spcPct val="0"/>
        </a:spcBef>
        <a:buNone/>
        <a:defRPr sz="5867" kern="1200" baseline="0">
          <a:solidFill>
            <a:srgbClr val="FFFFFF"/>
          </a:solidFill>
          <a:latin typeface="Arial"/>
          <a:ea typeface="+mj-ea"/>
          <a:cs typeface="Arial"/>
        </a:defRPr>
      </a:lvl1pPr>
    </p:titleStyle>
    <p:bodyStyle>
      <a:lvl1pPr marL="0" indent="0" algn="l" defTabSz="609238" rtl="0" eaLnBrk="1" latinLnBrk="0" hangingPunct="1">
        <a:spcBef>
          <a:spcPct val="20000"/>
        </a:spcBef>
        <a:buFont typeface="Arial"/>
        <a:buNone/>
        <a:defRPr sz="2000" kern="1200" baseline="0">
          <a:solidFill>
            <a:srgbClr val="FFFFFF"/>
          </a:solidFill>
          <a:latin typeface="Arial"/>
          <a:ea typeface="+mn-ea"/>
          <a:cs typeface="Arial"/>
        </a:defRPr>
      </a:lvl1pPr>
      <a:lvl2pPr marL="609238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1218476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1827714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436952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3350810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0048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69286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78524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238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476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714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6952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191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429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4667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3905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11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444" name="Slide do think-cell" r:id="rId12" imgW="360" imgH="360" progId="TCLayout.ActiveDocument.1">
                  <p:embed/>
                </p:oleObj>
              </mc:Choice>
              <mc:Fallback>
                <p:oleObj name="Slide do think-cell" r:id="rId12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40032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</p:sldLayoutIdLst>
  <p:hf hdr="0" ftr="0" dt="0"/>
  <p:txStyles>
    <p:titleStyle>
      <a:lvl1pPr algn="l" defTabSz="609238" rtl="0" eaLnBrk="1" latinLnBrk="0" hangingPunct="1">
        <a:lnSpc>
          <a:spcPct val="90000"/>
        </a:lnSpc>
        <a:spcBef>
          <a:spcPct val="0"/>
        </a:spcBef>
        <a:buNone/>
        <a:defRPr sz="5867" kern="1200" baseline="0">
          <a:solidFill>
            <a:srgbClr val="FFFFFF"/>
          </a:solidFill>
          <a:latin typeface="Arial"/>
          <a:ea typeface="+mj-ea"/>
          <a:cs typeface="Arial"/>
        </a:defRPr>
      </a:lvl1pPr>
    </p:titleStyle>
    <p:bodyStyle>
      <a:lvl1pPr marL="0" indent="0" algn="l" defTabSz="609238" rtl="0" eaLnBrk="1" latinLnBrk="0" hangingPunct="1">
        <a:spcBef>
          <a:spcPct val="20000"/>
        </a:spcBef>
        <a:buFont typeface="Arial"/>
        <a:buNone/>
        <a:defRPr sz="2000" kern="1200" baseline="0">
          <a:solidFill>
            <a:srgbClr val="FFFFFF"/>
          </a:solidFill>
          <a:latin typeface="Arial"/>
          <a:ea typeface="+mn-ea"/>
          <a:cs typeface="Arial"/>
        </a:defRPr>
      </a:lvl1pPr>
      <a:lvl2pPr marL="609238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1218476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1827714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436952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3350810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0048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69286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78524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238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476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714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6952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191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429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4667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3905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11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588" name="Slide do think-cell" r:id="rId12" imgW="360" imgH="360" progId="TCLayout.ActiveDocument.1">
                  <p:embed/>
                </p:oleObj>
              </mc:Choice>
              <mc:Fallback>
                <p:oleObj name="Slide do think-cell" r:id="rId12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79372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</p:sldLayoutIdLst>
  <p:hf hdr="0" ftr="0" dt="0"/>
  <p:txStyles>
    <p:titleStyle>
      <a:lvl1pPr algn="l" defTabSz="609238" rtl="0" eaLnBrk="1" latinLnBrk="0" hangingPunct="1">
        <a:lnSpc>
          <a:spcPct val="90000"/>
        </a:lnSpc>
        <a:spcBef>
          <a:spcPct val="0"/>
        </a:spcBef>
        <a:buNone/>
        <a:defRPr sz="5867" kern="1200" baseline="0">
          <a:solidFill>
            <a:srgbClr val="FFFFFF"/>
          </a:solidFill>
          <a:latin typeface="Arial"/>
          <a:ea typeface="+mj-ea"/>
          <a:cs typeface="Arial"/>
        </a:defRPr>
      </a:lvl1pPr>
    </p:titleStyle>
    <p:bodyStyle>
      <a:lvl1pPr marL="0" indent="0" algn="l" defTabSz="609238" rtl="0" eaLnBrk="1" latinLnBrk="0" hangingPunct="1">
        <a:spcBef>
          <a:spcPct val="20000"/>
        </a:spcBef>
        <a:buFont typeface="Arial"/>
        <a:buNone/>
        <a:defRPr sz="2000" kern="1200" baseline="0">
          <a:solidFill>
            <a:srgbClr val="FFFFFF"/>
          </a:solidFill>
          <a:latin typeface="Arial"/>
          <a:ea typeface="+mn-ea"/>
          <a:cs typeface="Arial"/>
        </a:defRPr>
      </a:lvl1pPr>
      <a:lvl2pPr marL="609238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1218476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1827714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436952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3350810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0048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69286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78524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238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476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714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6952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191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429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4667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3905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11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32" name="Slide do think-cell" r:id="rId12" imgW="360" imgH="360" progId="TCLayout.ActiveDocument.1">
                  <p:embed/>
                </p:oleObj>
              </mc:Choice>
              <mc:Fallback>
                <p:oleObj name="Slide do think-cell" r:id="rId12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05523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</p:sldLayoutIdLst>
  <p:hf hdr="0" ftr="0" dt="0"/>
  <p:txStyles>
    <p:titleStyle>
      <a:lvl1pPr algn="l" defTabSz="609238" rtl="0" eaLnBrk="1" latinLnBrk="0" hangingPunct="1">
        <a:lnSpc>
          <a:spcPct val="90000"/>
        </a:lnSpc>
        <a:spcBef>
          <a:spcPct val="0"/>
        </a:spcBef>
        <a:buNone/>
        <a:defRPr sz="5867" kern="1200" baseline="0">
          <a:solidFill>
            <a:srgbClr val="FFFFFF"/>
          </a:solidFill>
          <a:latin typeface="Arial"/>
          <a:ea typeface="+mj-ea"/>
          <a:cs typeface="Arial"/>
        </a:defRPr>
      </a:lvl1pPr>
    </p:titleStyle>
    <p:bodyStyle>
      <a:lvl1pPr marL="0" indent="0" algn="l" defTabSz="609238" rtl="0" eaLnBrk="1" latinLnBrk="0" hangingPunct="1">
        <a:spcBef>
          <a:spcPct val="20000"/>
        </a:spcBef>
        <a:buFont typeface="Arial"/>
        <a:buNone/>
        <a:defRPr sz="2000" kern="1200" baseline="0">
          <a:solidFill>
            <a:srgbClr val="FFFFFF"/>
          </a:solidFill>
          <a:latin typeface="Arial"/>
          <a:ea typeface="+mn-ea"/>
          <a:cs typeface="Arial"/>
        </a:defRPr>
      </a:lvl1pPr>
      <a:lvl2pPr marL="609238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1218476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1827714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436952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3350810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0048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69286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78524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238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476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714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6952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191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429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4667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3905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11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876" name="Slide do think-cell" r:id="rId12" imgW="360" imgH="360" progId="TCLayout.ActiveDocument.1">
                  <p:embed/>
                </p:oleObj>
              </mc:Choice>
              <mc:Fallback>
                <p:oleObj name="Slide do think-cell" r:id="rId12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48194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</p:sldLayoutIdLst>
  <p:hf hdr="0" ftr="0" dt="0"/>
  <p:txStyles>
    <p:titleStyle>
      <a:lvl1pPr algn="l" defTabSz="609238" rtl="0" eaLnBrk="1" latinLnBrk="0" hangingPunct="1">
        <a:lnSpc>
          <a:spcPct val="90000"/>
        </a:lnSpc>
        <a:spcBef>
          <a:spcPct val="0"/>
        </a:spcBef>
        <a:buNone/>
        <a:defRPr sz="5867" kern="1200" baseline="0">
          <a:solidFill>
            <a:srgbClr val="FFFFFF"/>
          </a:solidFill>
          <a:latin typeface="Arial"/>
          <a:ea typeface="+mj-ea"/>
          <a:cs typeface="Arial"/>
        </a:defRPr>
      </a:lvl1pPr>
    </p:titleStyle>
    <p:bodyStyle>
      <a:lvl1pPr marL="0" indent="0" algn="l" defTabSz="609238" rtl="0" eaLnBrk="1" latinLnBrk="0" hangingPunct="1">
        <a:spcBef>
          <a:spcPct val="20000"/>
        </a:spcBef>
        <a:buFont typeface="Arial"/>
        <a:buNone/>
        <a:defRPr sz="2000" kern="1200" baseline="0">
          <a:solidFill>
            <a:srgbClr val="FFFFFF"/>
          </a:solidFill>
          <a:latin typeface="Arial"/>
          <a:ea typeface="+mn-ea"/>
          <a:cs typeface="Arial"/>
        </a:defRPr>
      </a:lvl1pPr>
      <a:lvl2pPr marL="609238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1218476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1827714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436952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3350810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0048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69286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78524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238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476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714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6952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191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429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4667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3905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11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020" name="Slide do think-cell" r:id="rId12" imgW="360" imgH="360" progId="TCLayout.ActiveDocument.1">
                  <p:embed/>
                </p:oleObj>
              </mc:Choice>
              <mc:Fallback>
                <p:oleObj name="Slide do think-cell" r:id="rId12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76592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</p:sldLayoutIdLst>
  <p:hf hdr="0" ftr="0" dt="0"/>
  <p:txStyles>
    <p:titleStyle>
      <a:lvl1pPr algn="l" defTabSz="609238" rtl="0" eaLnBrk="1" latinLnBrk="0" hangingPunct="1">
        <a:lnSpc>
          <a:spcPct val="90000"/>
        </a:lnSpc>
        <a:spcBef>
          <a:spcPct val="0"/>
        </a:spcBef>
        <a:buNone/>
        <a:defRPr sz="5867" kern="1200" baseline="0">
          <a:solidFill>
            <a:srgbClr val="FFFFFF"/>
          </a:solidFill>
          <a:latin typeface="Arial"/>
          <a:ea typeface="+mj-ea"/>
          <a:cs typeface="Arial"/>
        </a:defRPr>
      </a:lvl1pPr>
    </p:titleStyle>
    <p:bodyStyle>
      <a:lvl1pPr marL="0" indent="0" algn="l" defTabSz="609238" rtl="0" eaLnBrk="1" latinLnBrk="0" hangingPunct="1">
        <a:spcBef>
          <a:spcPct val="20000"/>
        </a:spcBef>
        <a:buFont typeface="Arial"/>
        <a:buNone/>
        <a:defRPr sz="2000" kern="1200" baseline="0">
          <a:solidFill>
            <a:srgbClr val="FFFFFF"/>
          </a:solidFill>
          <a:latin typeface="Arial"/>
          <a:ea typeface="+mn-ea"/>
          <a:cs typeface="Arial"/>
        </a:defRPr>
      </a:lvl1pPr>
      <a:lvl2pPr marL="609238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1218476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1827714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436952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3350810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0048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69286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78524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238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476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714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6952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191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429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4667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3905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11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164" name="Slide do think-cell" r:id="rId12" imgW="360" imgH="360" progId="TCLayout.ActiveDocument.1">
                  <p:embed/>
                </p:oleObj>
              </mc:Choice>
              <mc:Fallback>
                <p:oleObj name="Slide do think-cell" r:id="rId12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53495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796" r:id="rId2"/>
    <p:sldLayoutId id="2147483797" r:id="rId3"/>
    <p:sldLayoutId id="2147483798" r:id="rId4"/>
    <p:sldLayoutId id="2147483799" r:id="rId5"/>
    <p:sldLayoutId id="2147483800" r:id="rId6"/>
    <p:sldLayoutId id="2147483801" r:id="rId7"/>
    <p:sldLayoutId id="2147483802" r:id="rId8"/>
  </p:sldLayoutIdLst>
  <p:hf hdr="0" ftr="0" dt="0"/>
  <p:txStyles>
    <p:titleStyle>
      <a:lvl1pPr algn="l" defTabSz="609238" rtl="0" eaLnBrk="1" latinLnBrk="0" hangingPunct="1">
        <a:lnSpc>
          <a:spcPct val="90000"/>
        </a:lnSpc>
        <a:spcBef>
          <a:spcPct val="0"/>
        </a:spcBef>
        <a:buNone/>
        <a:defRPr sz="5867" kern="1200" baseline="0">
          <a:solidFill>
            <a:srgbClr val="FFFFFF"/>
          </a:solidFill>
          <a:latin typeface="Arial"/>
          <a:ea typeface="+mj-ea"/>
          <a:cs typeface="Arial"/>
        </a:defRPr>
      </a:lvl1pPr>
    </p:titleStyle>
    <p:bodyStyle>
      <a:lvl1pPr marL="0" indent="0" algn="l" defTabSz="609238" rtl="0" eaLnBrk="1" latinLnBrk="0" hangingPunct="1">
        <a:spcBef>
          <a:spcPct val="20000"/>
        </a:spcBef>
        <a:buFont typeface="Arial"/>
        <a:buNone/>
        <a:defRPr sz="2000" kern="1200" baseline="0">
          <a:solidFill>
            <a:srgbClr val="FFFFFF"/>
          </a:solidFill>
          <a:latin typeface="Arial"/>
          <a:ea typeface="+mn-ea"/>
          <a:cs typeface="Arial"/>
        </a:defRPr>
      </a:lvl1pPr>
      <a:lvl2pPr marL="609238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1218476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1827714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436952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3350810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0048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69286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78524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238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476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714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6952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191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429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4667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3905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11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308" name="Slide do think-cell" r:id="rId12" imgW="360" imgH="360" progId="TCLayout.ActiveDocument.1">
                  <p:embed/>
                </p:oleObj>
              </mc:Choice>
              <mc:Fallback>
                <p:oleObj name="Slide do think-cell" r:id="rId12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45744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</p:sldLayoutIdLst>
  <p:hf hdr="0" ftr="0" dt="0"/>
  <p:txStyles>
    <p:titleStyle>
      <a:lvl1pPr algn="l" defTabSz="609238" rtl="0" eaLnBrk="1" latinLnBrk="0" hangingPunct="1">
        <a:lnSpc>
          <a:spcPct val="90000"/>
        </a:lnSpc>
        <a:spcBef>
          <a:spcPct val="0"/>
        </a:spcBef>
        <a:buNone/>
        <a:defRPr sz="5867" kern="1200" baseline="0">
          <a:solidFill>
            <a:srgbClr val="FFFFFF"/>
          </a:solidFill>
          <a:latin typeface="Arial"/>
          <a:ea typeface="+mj-ea"/>
          <a:cs typeface="Arial"/>
        </a:defRPr>
      </a:lvl1pPr>
    </p:titleStyle>
    <p:bodyStyle>
      <a:lvl1pPr marL="0" indent="0" algn="l" defTabSz="609238" rtl="0" eaLnBrk="1" latinLnBrk="0" hangingPunct="1">
        <a:spcBef>
          <a:spcPct val="20000"/>
        </a:spcBef>
        <a:buFont typeface="Arial"/>
        <a:buNone/>
        <a:defRPr sz="2000" kern="1200" baseline="0">
          <a:solidFill>
            <a:srgbClr val="FFFFFF"/>
          </a:solidFill>
          <a:latin typeface="Arial"/>
          <a:ea typeface="+mn-ea"/>
          <a:cs typeface="Arial"/>
        </a:defRPr>
      </a:lvl1pPr>
      <a:lvl2pPr marL="609238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1218476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1827714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436952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3350810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0048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69286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78524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238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476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714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6952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191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429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4667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3905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11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452" name="Slide do think-cell" r:id="rId12" imgW="360" imgH="360" progId="TCLayout.ActiveDocument.1">
                  <p:embed/>
                </p:oleObj>
              </mc:Choice>
              <mc:Fallback>
                <p:oleObj name="Slide do think-cell" r:id="rId12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36120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</p:sldLayoutIdLst>
  <p:hf hdr="0" ftr="0" dt="0"/>
  <p:txStyles>
    <p:titleStyle>
      <a:lvl1pPr algn="l" defTabSz="609238" rtl="0" eaLnBrk="1" latinLnBrk="0" hangingPunct="1">
        <a:lnSpc>
          <a:spcPct val="90000"/>
        </a:lnSpc>
        <a:spcBef>
          <a:spcPct val="0"/>
        </a:spcBef>
        <a:buNone/>
        <a:defRPr sz="5867" kern="1200" baseline="0">
          <a:solidFill>
            <a:srgbClr val="FFFFFF"/>
          </a:solidFill>
          <a:latin typeface="Arial"/>
          <a:ea typeface="+mj-ea"/>
          <a:cs typeface="Arial"/>
        </a:defRPr>
      </a:lvl1pPr>
    </p:titleStyle>
    <p:bodyStyle>
      <a:lvl1pPr marL="0" indent="0" algn="l" defTabSz="609238" rtl="0" eaLnBrk="1" latinLnBrk="0" hangingPunct="1">
        <a:spcBef>
          <a:spcPct val="20000"/>
        </a:spcBef>
        <a:buFont typeface="Arial"/>
        <a:buNone/>
        <a:defRPr sz="2000" kern="1200" baseline="0">
          <a:solidFill>
            <a:srgbClr val="FFFFFF"/>
          </a:solidFill>
          <a:latin typeface="Arial"/>
          <a:ea typeface="+mn-ea"/>
          <a:cs typeface="Arial"/>
        </a:defRPr>
      </a:lvl1pPr>
      <a:lvl2pPr marL="609238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1218476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1827714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436952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3350810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0048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69286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78524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238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476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714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6952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191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429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4667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3905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526255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24" r:id="rId1"/>
    <p:sldLayoutId id="2147483825" r:id="rId2"/>
    <p:sldLayoutId id="2147483826" r:id="rId3"/>
    <p:sldLayoutId id="2147483827" r:id="rId4"/>
    <p:sldLayoutId id="2147483828" r:id="rId5"/>
    <p:sldLayoutId id="2147483829" r:id="rId6"/>
    <p:sldLayoutId id="2147483830" r:id="rId7"/>
    <p:sldLayoutId id="2147483831" r:id="rId8"/>
    <p:sldLayoutId id="2147483833" r:id="rId9"/>
    <p:sldLayoutId id="2147483834" r:id="rId10"/>
    <p:sldLayoutId id="2147483835" r:id="rId11"/>
    <p:sldLayoutId id="2147483836" r:id="rId12"/>
    <p:sldLayoutId id="2147483838" r:id="rId13"/>
    <p:sldLayoutId id="2147483839" r:id="rId14"/>
    <p:sldLayoutId id="2147483840" r:id="rId15"/>
    <p:sldLayoutId id="2147483841" r:id="rId16"/>
    <p:sldLayoutId id="2147483842" r:id="rId17"/>
    <p:sldLayoutId id="2147483843" r:id="rId18"/>
    <p:sldLayoutId id="2147483844" r:id="rId19"/>
    <p:sldLayoutId id="2147483845" r:id="rId20"/>
    <p:sldLayoutId id="2147483846" r:id="rId21"/>
    <p:sldLayoutId id="2147483847" r:id="rId22"/>
    <p:sldLayoutId id="2147483848" r:id="rId23"/>
    <p:sldLayoutId id="2147483849" r:id="rId24"/>
    <p:sldLayoutId id="2147483850" r:id="rId25"/>
    <p:sldLayoutId id="2147483851" r:id="rId26"/>
    <p:sldLayoutId id="2147483852" r:id="rId27"/>
    <p:sldLayoutId id="2147483853" r:id="rId28"/>
    <p:sldLayoutId id="2147483854" r:id="rId29"/>
    <p:sldLayoutId id="2147483855" r:id="rId3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28;p1">
            <a:extLst>
              <a:ext uri="{FF2B5EF4-FFF2-40B4-BE49-F238E27FC236}">
                <a16:creationId xmlns:a16="http://schemas.microsoft.com/office/drawing/2014/main" id="{FE3906C7-D460-BF44-BFE2-D6A901E8537C}"/>
              </a:ext>
            </a:extLst>
          </p:cNvPr>
          <p:cNvSpPr txBox="1"/>
          <p:nvPr/>
        </p:nvSpPr>
        <p:spPr>
          <a:xfrm>
            <a:off x="1033289" y="1097582"/>
            <a:ext cx="6534952" cy="188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tabLst/>
              <a:defRPr/>
            </a:pPr>
            <a:r>
              <a:rPr lang="pt-BR" sz="7200" b="1" kern="0" dirty="0" smtClean="0">
                <a:solidFill>
                  <a:srgbClr val="000000"/>
                </a:solidFill>
                <a:latin typeface="Simplon BP" pitchFamily="2" charset="77"/>
                <a:cs typeface="Arial"/>
                <a:sym typeface="Arial"/>
              </a:rPr>
              <a:t>Organograma Nova Oi</a:t>
            </a:r>
            <a:endParaRPr kumimoji="0" sz="72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Simplon BP" pitchFamily="2" charset="77"/>
              <a:cs typeface="Arial"/>
              <a:sym typeface="Arial"/>
            </a:endParaRPr>
          </a:p>
        </p:txBody>
      </p:sp>
      <p:sp>
        <p:nvSpPr>
          <p:cNvPr id="10" name="Google Shape;429;p1">
            <a:extLst>
              <a:ext uri="{FF2B5EF4-FFF2-40B4-BE49-F238E27FC236}">
                <a16:creationId xmlns:a16="http://schemas.microsoft.com/office/drawing/2014/main" id="{C3820216-8A37-534C-8A87-AA0DBAE8AF29}"/>
              </a:ext>
            </a:extLst>
          </p:cNvPr>
          <p:cNvSpPr txBox="1"/>
          <p:nvPr/>
        </p:nvSpPr>
        <p:spPr>
          <a:xfrm>
            <a:off x="1120375" y="5737532"/>
            <a:ext cx="6226864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tabLst/>
              <a:defRPr/>
            </a:pPr>
            <a:r>
              <a:rPr kumimoji="0" lang="pt-BR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D318"/>
                </a:solidFill>
                <a:effectLst/>
                <a:uLnTx/>
                <a:uFillTx/>
                <a:latin typeface="Simplon BP Medium" pitchFamily="2" charset="77"/>
                <a:cs typeface="Arial"/>
                <a:sym typeface="Arial"/>
              </a:rPr>
              <a:t>Arquitetura Organizacional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D318"/>
              </a:solidFill>
              <a:effectLst/>
              <a:uLnTx/>
              <a:uFillTx/>
              <a:latin typeface="Simplon BP Medium" pitchFamily="2" charset="77"/>
              <a:cs typeface="Arial"/>
              <a:sym typeface="Arial"/>
            </a:endParaRPr>
          </a:p>
        </p:txBody>
      </p:sp>
      <p:sp>
        <p:nvSpPr>
          <p:cNvPr id="11" name="Google Shape;430;p1">
            <a:extLst>
              <a:ext uri="{FF2B5EF4-FFF2-40B4-BE49-F238E27FC236}">
                <a16:creationId xmlns:a16="http://schemas.microsoft.com/office/drawing/2014/main" id="{F47F13FB-3DF6-6D45-9068-3EE932EF76F6}"/>
              </a:ext>
            </a:extLst>
          </p:cNvPr>
          <p:cNvSpPr txBox="1"/>
          <p:nvPr/>
        </p:nvSpPr>
        <p:spPr>
          <a:xfrm>
            <a:off x="1131877" y="6200862"/>
            <a:ext cx="1241209" cy="275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tabLst/>
              <a:defRPr/>
            </a:pPr>
            <a:r>
              <a:rPr lang="pt-BR" sz="1400" kern="0" dirty="0" smtClean="0">
                <a:solidFill>
                  <a:srgbClr val="4D4D4D"/>
                </a:solidFill>
                <a:latin typeface="Simplon BP" pitchFamily="2" charset="77"/>
                <a:cs typeface="Arial"/>
                <a:sym typeface="Arial"/>
              </a:rPr>
              <a:t>Julho</a:t>
            </a:r>
            <a:r>
              <a:rPr lang="pt-BR" sz="1400" kern="0" noProof="0" dirty="0" smtClean="0">
                <a:solidFill>
                  <a:srgbClr val="4D4D4D"/>
                </a:solidFill>
                <a:latin typeface="Simplon BP" pitchFamily="2" charset="77"/>
                <a:cs typeface="Arial"/>
                <a:sym typeface="Arial"/>
              </a:rPr>
              <a:t>/2024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Simplon BP" pitchFamily="2" charset="77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86858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7" name="Google Shape;807;p72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92760" y="-71537"/>
            <a:ext cx="1121337" cy="1121337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806;p72"/>
          <p:cNvSpPr txBox="1"/>
          <p:nvPr/>
        </p:nvSpPr>
        <p:spPr>
          <a:xfrm>
            <a:off x="126245" y="-176127"/>
            <a:ext cx="10444823" cy="1508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pt-BR"/>
            </a:defPPr>
            <a:lvl1pPr marR="0" lvl="0" indent="0" fontAlgn="auto">
              <a:lnSpc>
                <a:spcPts val="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tabLst/>
              <a:defRPr sz="7200" b="1" kern="0">
                <a:solidFill>
                  <a:srgbClr val="000000"/>
                </a:solidFill>
                <a:latin typeface="Simplon BP" pitchFamily="2" charset="77"/>
                <a:cs typeface="Arial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tabLst/>
              <a:defRPr/>
            </a:pPr>
            <a:r>
              <a:rPr kumimoji="0" lang="pt-BR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ea typeface="+mn-ea"/>
                <a:cs typeface="Arial"/>
              </a:rPr>
              <a:t>Tecnologia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tabLst/>
              <a:defRPr/>
            </a:pPr>
            <a:r>
              <a:rPr kumimoji="0" lang="pt-BR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ea typeface="+mn-ea"/>
                <a:cs typeface="Arial"/>
              </a:rPr>
              <a:t>Estrutura  </a:t>
            </a:r>
            <a:r>
              <a:rPr kumimoji="0" lang="pt-B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ea typeface="+mn-ea"/>
                <a:cs typeface="Arial"/>
              </a:rPr>
              <a:t>[</a:t>
            </a:r>
            <a:r>
              <a:rPr kumimoji="0" lang="pt-BR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ea typeface="+mn-ea"/>
                <a:cs typeface="Arial"/>
              </a:rPr>
              <a:t>N1/N2/N3]</a:t>
            </a:r>
            <a:endParaRPr kumimoji="0" lang="pt-BR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" pitchFamily="2" charset="77"/>
              <a:ea typeface="+mn-ea"/>
              <a:cs typeface="Arial"/>
            </a:endParaRPr>
          </a:p>
        </p:txBody>
      </p:sp>
      <p:sp>
        <p:nvSpPr>
          <p:cNvPr id="31" name="Retângulo 30"/>
          <p:cNvSpPr/>
          <p:nvPr/>
        </p:nvSpPr>
        <p:spPr>
          <a:xfrm>
            <a:off x="5167504" y="1172026"/>
            <a:ext cx="1440000" cy="720000"/>
          </a:xfrm>
          <a:prstGeom prst="rect">
            <a:avLst/>
          </a:prstGeom>
          <a:solidFill>
            <a:srgbClr val="4D4E50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609238">
              <a:defRPr/>
            </a:pPr>
            <a:r>
              <a:rPr lang="pt-BR" sz="1100" b="1" kern="0" dirty="0" smtClean="0">
                <a:solidFill>
                  <a:sysClr val="window" lastClr="FFFFFF"/>
                </a:solidFill>
                <a:latin typeface="Simplon BP Regular"/>
              </a:rPr>
              <a:t>TECNOLOGIA</a:t>
            </a:r>
          </a:p>
        </p:txBody>
      </p:sp>
      <p:sp>
        <p:nvSpPr>
          <p:cNvPr id="32" name="Retângulo 31"/>
          <p:cNvSpPr/>
          <p:nvPr/>
        </p:nvSpPr>
        <p:spPr>
          <a:xfrm>
            <a:off x="200292" y="2149781"/>
            <a:ext cx="1440000" cy="720000"/>
          </a:xfrm>
          <a:prstGeom prst="rect">
            <a:avLst/>
          </a:prstGeom>
          <a:solidFill>
            <a:srgbClr val="4D4E50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100" b="1" kern="0" dirty="0">
                <a:solidFill>
                  <a:sysClr val="window" lastClr="FFFFFF"/>
                </a:solidFill>
                <a:latin typeface="Simplon BP Regular" pitchFamily="2" charset="0"/>
              </a:rPr>
              <a:t>DATA ANALYTICS E </a:t>
            </a:r>
            <a:r>
              <a:rPr lang="pt-BR" sz="1100" b="1" kern="0" dirty="0" smtClean="0">
                <a:solidFill>
                  <a:sysClr val="window" lastClr="FFFFFF"/>
                </a:solidFill>
                <a:latin typeface="Simplon BP Regular" pitchFamily="2" charset="0"/>
              </a:rPr>
              <a:t>GOVERNANÇA</a:t>
            </a:r>
          </a:p>
        </p:txBody>
      </p:sp>
      <p:sp>
        <p:nvSpPr>
          <p:cNvPr id="33" name="Retângulo 32"/>
          <p:cNvSpPr/>
          <p:nvPr/>
        </p:nvSpPr>
        <p:spPr>
          <a:xfrm>
            <a:off x="2674909" y="2149781"/>
            <a:ext cx="1440000" cy="720000"/>
          </a:xfrm>
          <a:prstGeom prst="rect">
            <a:avLst/>
          </a:prstGeom>
          <a:solidFill>
            <a:srgbClr val="4D4E50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100" b="1" kern="0" dirty="0">
                <a:solidFill>
                  <a:sysClr val="window" lastClr="FFFFFF"/>
                </a:solidFill>
                <a:latin typeface="Simplon BP Regular" pitchFamily="2" charset="0"/>
              </a:rPr>
              <a:t>SOLUÇÕES OI FIBRA E APLICAÇÕES </a:t>
            </a:r>
            <a:r>
              <a:rPr lang="pt-BR" sz="1100" b="1" kern="0" dirty="0" smtClean="0">
                <a:solidFill>
                  <a:sysClr val="window" lastClr="FFFFFF"/>
                </a:solidFill>
                <a:latin typeface="Simplon BP Regular" pitchFamily="2" charset="0"/>
              </a:rPr>
              <a:t>CORPORATIVAS</a:t>
            </a:r>
          </a:p>
        </p:txBody>
      </p:sp>
      <p:sp>
        <p:nvSpPr>
          <p:cNvPr id="41" name="Retângulo 40"/>
          <p:cNvSpPr/>
          <p:nvPr/>
        </p:nvSpPr>
        <p:spPr>
          <a:xfrm>
            <a:off x="5167504" y="2149781"/>
            <a:ext cx="1440000" cy="720000"/>
          </a:xfrm>
          <a:prstGeom prst="rect">
            <a:avLst/>
          </a:prstGeom>
          <a:solidFill>
            <a:srgbClr val="4D4E50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100" b="1" kern="0" dirty="0">
                <a:solidFill>
                  <a:sysClr val="window" lastClr="FFFFFF"/>
                </a:solidFill>
                <a:latin typeface="Simplon BP Regular" pitchFamily="2" charset="0"/>
              </a:rPr>
              <a:t>DESENVOLVIMENTO OI </a:t>
            </a:r>
            <a:r>
              <a:rPr lang="pt-BR" sz="1100" b="1" kern="0" dirty="0" smtClean="0">
                <a:solidFill>
                  <a:sysClr val="window" lastClr="FFFFFF"/>
                </a:solidFill>
                <a:latin typeface="Simplon BP Regular" pitchFamily="2" charset="0"/>
              </a:rPr>
              <a:t>SOLUÇÕES</a:t>
            </a:r>
          </a:p>
        </p:txBody>
      </p:sp>
      <p:sp>
        <p:nvSpPr>
          <p:cNvPr id="43" name="Retângulo 42"/>
          <p:cNvSpPr/>
          <p:nvPr/>
        </p:nvSpPr>
        <p:spPr>
          <a:xfrm>
            <a:off x="7731686" y="2149781"/>
            <a:ext cx="1440000" cy="720000"/>
          </a:xfrm>
          <a:prstGeom prst="rect">
            <a:avLst/>
          </a:prstGeom>
          <a:solidFill>
            <a:srgbClr val="4D4E50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100" b="1" kern="0" dirty="0" smtClean="0">
                <a:solidFill>
                  <a:sysClr val="window" lastClr="FFFFFF"/>
                </a:solidFill>
                <a:latin typeface="Simplon BP Regular" pitchFamily="2" charset="0"/>
              </a:rPr>
              <a:t>ARQUITETURA</a:t>
            </a:r>
          </a:p>
        </p:txBody>
      </p:sp>
      <p:sp>
        <p:nvSpPr>
          <p:cNvPr id="56" name="Retângulo 55"/>
          <p:cNvSpPr/>
          <p:nvPr/>
        </p:nvSpPr>
        <p:spPr>
          <a:xfrm>
            <a:off x="10321204" y="2147204"/>
            <a:ext cx="1440000" cy="720000"/>
          </a:xfrm>
          <a:prstGeom prst="rect">
            <a:avLst/>
          </a:prstGeom>
          <a:solidFill>
            <a:srgbClr val="4D4E50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100" b="1" kern="0" dirty="0">
                <a:solidFill>
                  <a:sysClr val="window" lastClr="FFFFFF"/>
                </a:solidFill>
                <a:latin typeface="Simplon BP Regular" pitchFamily="2" charset="0"/>
              </a:rPr>
              <a:t>INFRA E </a:t>
            </a:r>
            <a:r>
              <a:rPr lang="pt-BR" sz="1100" b="1" kern="0" dirty="0" smtClean="0">
                <a:solidFill>
                  <a:sysClr val="window" lastClr="FFFFFF"/>
                </a:solidFill>
                <a:latin typeface="Simplon BP Regular" pitchFamily="2" charset="0"/>
              </a:rPr>
              <a:t>OPERAÇÕES</a:t>
            </a:r>
          </a:p>
        </p:txBody>
      </p:sp>
      <p:sp>
        <p:nvSpPr>
          <p:cNvPr id="87" name="Retângulo 86"/>
          <p:cNvSpPr/>
          <p:nvPr/>
        </p:nvSpPr>
        <p:spPr>
          <a:xfrm>
            <a:off x="5267213" y="1824241"/>
            <a:ext cx="360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chemeClr val="bg2"/>
                </a:solidFill>
                <a:latin typeface="Simplon BP Regular" pitchFamily="2" charset="0"/>
              </a:rPr>
              <a:t>530</a:t>
            </a:r>
            <a:endParaRPr lang="pt-BR" sz="1100" b="1" kern="0" dirty="0">
              <a:solidFill>
                <a:schemeClr val="bg2"/>
              </a:solidFill>
              <a:latin typeface="Simplon BP Regular" pitchFamily="2" charset="0"/>
            </a:endParaRPr>
          </a:p>
        </p:txBody>
      </p:sp>
      <p:sp>
        <p:nvSpPr>
          <p:cNvPr id="91" name="Retângulo 90"/>
          <p:cNvSpPr/>
          <p:nvPr/>
        </p:nvSpPr>
        <p:spPr>
          <a:xfrm>
            <a:off x="516253" y="2799889"/>
            <a:ext cx="360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chemeClr val="bg2"/>
                </a:solidFill>
                <a:latin typeface="Simplon BP Regular" pitchFamily="2" charset="0"/>
              </a:rPr>
              <a:t>65</a:t>
            </a:r>
            <a:endParaRPr lang="pt-BR" sz="1100" b="1" kern="0" dirty="0">
              <a:solidFill>
                <a:schemeClr val="bg2"/>
              </a:solidFill>
              <a:latin typeface="Simplon BP Regular" pitchFamily="2" charset="0"/>
            </a:endParaRPr>
          </a:p>
        </p:txBody>
      </p:sp>
      <p:sp>
        <p:nvSpPr>
          <p:cNvPr id="93" name="Retângulo 92"/>
          <p:cNvSpPr/>
          <p:nvPr/>
        </p:nvSpPr>
        <p:spPr>
          <a:xfrm>
            <a:off x="2766314" y="2794127"/>
            <a:ext cx="360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chemeClr val="bg2"/>
                </a:solidFill>
                <a:latin typeface="Simplon BP Regular" pitchFamily="2" charset="0"/>
              </a:rPr>
              <a:t>134</a:t>
            </a:r>
            <a:endParaRPr lang="pt-BR" sz="1100" b="1" kern="0" dirty="0">
              <a:solidFill>
                <a:schemeClr val="bg2"/>
              </a:solidFill>
              <a:latin typeface="Simplon BP Regular" pitchFamily="2" charset="0"/>
            </a:endParaRPr>
          </a:p>
        </p:txBody>
      </p:sp>
      <p:sp>
        <p:nvSpPr>
          <p:cNvPr id="95" name="Retângulo 94"/>
          <p:cNvSpPr/>
          <p:nvPr/>
        </p:nvSpPr>
        <p:spPr>
          <a:xfrm>
            <a:off x="5746447" y="2795445"/>
            <a:ext cx="360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chemeClr val="bg2"/>
                </a:solidFill>
                <a:latin typeface="Simplon BP Regular" pitchFamily="2" charset="0"/>
              </a:rPr>
              <a:t>23</a:t>
            </a:r>
            <a:endParaRPr lang="pt-BR" sz="1100" b="1" kern="0" dirty="0">
              <a:solidFill>
                <a:schemeClr val="bg2"/>
              </a:solidFill>
              <a:latin typeface="Simplon BP Regular" pitchFamily="2" charset="0"/>
            </a:endParaRPr>
          </a:p>
        </p:txBody>
      </p:sp>
      <p:sp>
        <p:nvSpPr>
          <p:cNvPr id="97" name="Retângulo 96"/>
          <p:cNvSpPr/>
          <p:nvPr/>
        </p:nvSpPr>
        <p:spPr>
          <a:xfrm>
            <a:off x="8060008" y="2800565"/>
            <a:ext cx="360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chemeClr val="bg2"/>
                </a:solidFill>
                <a:latin typeface="Simplon BP Regular" pitchFamily="2" charset="0"/>
              </a:rPr>
              <a:t>19</a:t>
            </a:r>
            <a:endParaRPr lang="pt-BR" sz="1100" b="1" kern="0" dirty="0">
              <a:solidFill>
                <a:schemeClr val="bg2"/>
              </a:solidFill>
              <a:latin typeface="Simplon BP Regular" pitchFamily="2" charset="0"/>
            </a:endParaRPr>
          </a:p>
        </p:txBody>
      </p:sp>
      <p:sp>
        <p:nvSpPr>
          <p:cNvPr id="99" name="Retângulo 98"/>
          <p:cNvSpPr/>
          <p:nvPr/>
        </p:nvSpPr>
        <p:spPr>
          <a:xfrm>
            <a:off x="10423778" y="2801224"/>
            <a:ext cx="360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chemeClr val="bg2"/>
                </a:solidFill>
                <a:latin typeface="Simplon BP Regular" pitchFamily="2" charset="0"/>
              </a:rPr>
              <a:t>288</a:t>
            </a:r>
            <a:endParaRPr lang="pt-BR" sz="1100" b="1" kern="0" dirty="0">
              <a:solidFill>
                <a:schemeClr val="bg2"/>
              </a:solidFill>
              <a:latin typeface="Simplon BP Regular" pitchFamily="2" charset="0"/>
            </a:endParaRPr>
          </a:p>
        </p:txBody>
      </p:sp>
      <p:sp>
        <p:nvSpPr>
          <p:cNvPr id="64" name="Retângulo 63"/>
          <p:cNvSpPr/>
          <p:nvPr/>
        </p:nvSpPr>
        <p:spPr>
          <a:xfrm>
            <a:off x="5716218" y="1822630"/>
            <a:ext cx="360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140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65" name="Retângulo 64"/>
          <p:cNvSpPr/>
          <p:nvPr/>
        </p:nvSpPr>
        <p:spPr>
          <a:xfrm>
            <a:off x="954647" y="2803710"/>
            <a:ext cx="360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FF0000"/>
                </a:solidFill>
                <a:latin typeface="Simplon BP Regular" pitchFamily="2" charset="0"/>
              </a:rPr>
              <a:t>65</a:t>
            </a:r>
            <a:endParaRPr lang="pt-BR" sz="1100" b="1" kern="0" dirty="0">
              <a:solidFill>
                <a:srgbClr val="FF0000"/>
              </a:solidFill>
              <a:latin typeface="Simplon BP Regular" pitchFamily="2" charset="0"/>
            </a:endParaRPr>
          </a:p>
        </p:txBody>
      </p:sp>
      <p:sp>
        <p:nvSpPr>
          <p:cNvPr id="66" name="Retângulo 65"/>
          <p:cNvSpPr/>
          <p:nvPr/>
        </p:nvSpPr>
        <p:spPr>
          <a:xfrm>
            <a:off x="3204708" y="2794126"/>
            <a:ext cx="360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100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90" name="Retângulo 89"/>
          <p:cNvSpPr/>
          <p:nvPr/>
        </p:nvSpPr>
        <p:spPr>
          <a:xfrm>
            <a:off x="8498402" y="2794125"/>
            <a:ext cx="360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FF0000"/>
                </a:solidFill>
                <a:latin typeface="Simplon BP Regular" pitchFamily="2" charset="0"/>
              </a:rPr>
              <a:t>18</a:t>
            </a:r>
            <a:endParaRPr lang="pt-BR" sz="1100" b="1" kern="0" dirty="0">
              <a:solidFill>
                <a:srgbClr val="FF0000"/>
              </a:solidFill>
              <a:latin typeface="Simplon BP Regular" pitchFamily="2" charset="0"/>
            </a:endParaRPr>
          </a:p>
        </p:txBody>
      </p:sp>
      <p:sp>
        <p:nvSpPr>
          <p:cNvPr id="101" name="Retângulo 100"/>
          <p:cNvSpPr/>
          <p:nvPr/>
        </p:nvSpPr>
        <p:spPr>
          <a:xfrm>
            <a:off x="10862172" y="2803089"/>
            <a:ext cx="360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40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25" name="Retângulo 24"/>
          <p:cNvSpPr/>
          <p:nvPr/>
        </p:nvSpPr>
        <p:spPr>
          <a:xfrm>
            <a:off x="250184" y="5922551"/>
            <a:ext cx="720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chemeClr val="bg2"/>
                </a:solidFill>
                <a:latin typeface="Simplon BP Regular" pitchFamily="2" charset="0"/>
              </a:rPr>
              <a:t>OI</a:t>
            </a:r>
            <a:endParaRPr lang="pt-BR" sz="1100" b="1" kern="0" dirty="0">
              <a:solidFill>
                <a:schemeClr val="bg2"/>
              </a:solidFill>
              <a:latin typeface="Simplon BP Regular" pitchFamily="2" charset="0"/>
            </a:endParaRPr>
          </a:p>
        </p:txBody>
      </p:sp>
      <p:sp>
        <p:nvSpPr>
          <p:cNvPr id="26" name="Retângulo 25"/>
          <p:cNvSpPr/>
          <p:nvPr/>
        </p:nvSpPr>
        <p:spPr>
          <a:xfrm>
            <a:off x="250184" y="6225946"/>
            <a:ext cx="720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CLIENTCO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196008" y="3071406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>
                <a:solidFill>
                  <a:schemeClr val="accent6"/>
                </a:solidFill>
                <a:latin typeface="Simplon BP Regular" pitchFamily="2" charset="0"/>
              </a:rPr>
              <a:t>AQUISIÇÃO DE </a:t>
            </a:r>
            <a:r>
              <a:rPr lang="pt-BR" sz="1100" b="1" kern="0" dirty="0" smtClean="0">
                <a:solidFill>
                  <a:schemeClr val="accent6"/>
                </a:solidFill>
                <a:latin typeface="Simplon BP Regular" pitchFamily="2" charset="0"/>
              </a:rPr>
              <a:t>DADOS E DESIGN DA INFORMAÇÃO</a:t>
            </a:r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196008" y="3995143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050" b="1" kern="0" dirty="0">
                <a:solidFill>
                  <a:schemeClr val="accent6"/>
                </a:solidFill>
                <a:latin typeface="Simplon BP Regular" pitchFamily="2" charset="0"/>
              </a:rPr>
              <a:t>INTELIGÊNCIA ANALÍTICA E </a:t>
            </a:r>
            <a:r>
              <a:rPr lang="pt-BR" sz="1050" b="1" kern="0" dirty="0" smtClean="0">
                <a:solidFill>
                  <a:schemeClr val="accent6"/>
                </a:solidFill>
                <a:latin typeface="Simplon BP Regular" pitchFamily="2" charset="0"/>
              </a:rPr>
              <a:t>INSIGHTS</a:t>
            </a:r>
          </a:p>
        </p:txBody>
      </p:sp>
      <p:sp>
        <p:nvSpPr>
          <p:cNvPr id="49" name="Retângulo 48"/>
          <p:cNvSpPr/>
          <p:nvPr/>
        </p:nvSpPr>
        <p:spPr>
          <a:xfrm>
            <a:off x="502180" y="3694266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chemeClr val="bg2"/>
                </a:solidFill>
                <a:latin typeface="Simplon BP Regular" pitchFamily="2" charset="0"/>
              </a:rPr>
              <a:t>24</a:t>
            </a:r>
            <a:endParaRPr lang="pt-BR" sz="1100" b="1" kern="0" dirty="0">
              <a:solidFill>
                <a:schemeClr val="bg2"/>
              </a:solidFill>
              <a:latin typeface="Simplon BP Regular" pitchFamily="2" charset="0"/>
            </a:endParaRPr>
          </a:p>
        </p:txBody>
      </p:sp>
      <p:sp>
        <p:nvSpPr>
          <p:cNvPr id="50" name="Retângulo 49"/>
          <p:cNvSpPr/>
          <p:nvPr/>
        </p:nvSpPr>
        <p:spPr>
          <a:xfrm>
            <a:off x="498444" y="4639468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chemeClr val="bg2"/>
                </a:solidFill>
                <a:latin typeface="Simplon BP Regular" pitchFamily="2" charset="0"/>
              </a:rPr>
              <a:t>28</a:t>
            </a:r>
            <a:endParaRPr lang="pt-BR" sz="1100" b="1" kern="0" dirty="0">
              <a:solidFill>
                <a:schemeClr val="bg2"/>
              </a:solidFill>
              <a:latin typeface="Simplon BP Regular" pitchFamily="2" charset="0"/>
            </a:endParaRPr>
          </a:p>
        </p:txBody>
      </p:sp>
      <p:sp>
        <p:nvSpPr>
          <p:cNvPr id="53" name="Retângulo 52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1889598" y="3068429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050" b="1" kern="0" dirty="0">
                <a:solidFill>
                  <a:schemeClr val="accent6"/>
                </a:solidFill>
                <a:latin typeface="Simplon BP Regular" pitchFamily="2" charset="0"/>
              </a:rPr>
              <a:t>VENDAS </a:t>
            </a:r>
            <a:r>
              <a:rPr lang="pt-BR" sz="1050" b="1" kern="0" dirty="0" smtClean="0">
                <a:solidFill>
                  <a:schemeClr val="accent6"/>
                </a:solidFill>
                <a:latin typeface="Simplon BP Regular" pitchFamily="2" charset="0"/>
              </a:rPr>
              <a:t>DIGITAIS</a:t>
            </a:r>
          </a:p>
        </p:txBody>
      </p:sp>
      <p:sp>
        <p:nvSpPr>
          <p:cNvPr id="54" name="Retângulo 53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3446131" y="3078936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>
                <a:solidFill>
                  <a:schemeClr val="accent6"/>
                </a:solidFill>
                <a:latin typeface="Simplon BP Regular" pitchFamily="2" charset="0"/>
              </a:rPr>
              <a:t>FATURAMENTO </a:t>
            </a:r>
            <a:r>
              <a:rPr lang="pt-BR" sz="1100" b="1" kern="0" dirty="0" smtClean="0">
                <a:solidFill>
                  <a:schemeClr val="accent6"/>
                </a:solidFill>
                <a:latin typeface="Simplon BP Regular" pitchFamily="2" charset="0"/>
              </a:rPr>
              <a:t>BRM</a:t>
            </a:r>
          </a:p>
        </p:txBody>
      </p:sp>
      <p:sp>
        <p:nvSpPr>
          <p:cNvPr id="55" name="Retângulo 54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1889598" y="3992166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000" b="1" kern="0" dirty="0">
                <a:solidFill>
                  <a:schemeClr val="accent6"/>
                </a:solidFill>
                <a:latin typeface="Simplon BP Regular" pitchFamily="2" charset="0"/>
              </a:rPr>
              <a:t>FATURAMENTO LEGADO E APLICAÇOES </a:t>
            </a:r>
            <a:r>
              <a:rPr lang="pt-BR" sz="1000" b="1" kern="0" dirty="0" smtClean="0">
                <a:solidFill>
                  <a:schemeClr val="accent6"/>
                </a:solidFill>
                <a:latin typeface="Simplon BP Regular" pitchFamily="2" charset="0"/>
              </a:rPr>
              <a:t>CORPORATIVAS</a:t>
            </a:r>
          </a:p>
        </p:txBody>
      </p:sp>
      <p:sp>
        <p:nvSpPr>
          <p:cNvPr id="57" name="Retângulo 56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3446131" y="3992166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>
                <a:solidFill>
                  <a:schemeClr val="accent6"/>
                </a:solidFill>
                <a:latin typeface="Simplon BP Regular" pitchFamily="2" charset="0"/>
              </a:rPr>
              <a:t>DESENVOLVIMENTO OI </a:t>
            </a:r>
            <a:r>
              <a:rPr lang="pt-BR" sz="1100" b="1" kern="0" dirty="0" smtClean="0">
                <a:solidFill>
                  <a:schemeClr val="accent6"/>
                </a:solidFill>
                <a:latin typeface="Simplon BP Regular" pitchFamily="2" charset="0"/>
              </a:rPr>
              <a:t>PLACE</a:t>
            </a:r>
          </a:p>
        </p:txBody>
      </p:sp>
      <p:sp>
        <p:nvSpPr>
          <p:cNvPr id="58" name="Retângulo 57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1889598" y="4873835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chemeClr val="accent6"/>
                </a:solidFill>
                <a:latin typeface="Simplon BP Regular" pitchFamily="2" charset="0"/>
              </a:rPr>
              <a:t>UX</a:t>
            </a:r>
          </a:p>
        </p:txBody>
      </p:sp>
      <p:sp>
        <p:nvSpPr>
          <p:cNvPr id="59" name="Retângulo 58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3446131" y="4873835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>
                <a:solidFill>
                  <a:schemeClr val="accent6"/>
                </a:solidFill>
                <a:latin typeface="Simplon BP Regular" pitchFamily="2" charset="0"/>
              </a:rPr>
              <a:t>ATENDIMENTO E APLICAÇÕES DE </a:t>
            </a:r>
            <a:r>
              <a:rPr lang="pt-BR" sz="1100" b="1" kern="0" dirty="0" smtClean="0">
                <a:solidFill>
                  <a:schemeClr val="accent6"/>
                </a:solidFill>
                <a:latin typeface="Simplon BP Regular" pitchFamily="2" charset="0"/>
              </a:rPr>
              <a:t>NEGÓCIOS</a:t>
            </a:r>
          </a:p>
        </p:txBody>
      </p:sp>
      <p:sp>
        <p:nvSpPr>
          <p:cNvPr id="60" name="Retângulo 59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2670711" y="5783214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>
                <a:solidFill>
                  <a:schemeClr val="accent6"/>
                </a:solidFill>
                <a:latin typeface="Simplon BP Regular" pitchFamily="2" charset="0"/>
              </a:rPr>
              <a:t>DESENVOLVIMENTO CRM </a:t>
            </a:r>
            <a:r>
              <a:rPr lang="pt-BR" sz="1100" b="1" kern="0" dirty="0" smtClean="0">
                <a:solidFill>
                  <a:schemeClr val="accent6"/>
                </a:solidFill>
                <a:latin typeface="Simplon BP Regular" pitchFamily="2" charset="0"/>
              </a:rPr>
              <a:t>– SIEBEL</a:t>
            </a:r>
          </a:p>
        </p:txBody>
      </p:sp>
      <p:sp>
        <p:nvSpPr>
          <p:cNvPr id="61" name="Retângulo 60"/>
          <p:cNvSpPr/>
          <p:nvPr/>
        </p:nvSpPr>
        <p:spPr>
          <a:xfrm>
            <a:off x="2201359" y="3694559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chemeClr val="bg2"/>
                </a:solidFill>
                <a:latin typeface="Simplon BP Regular" pitchFamily="2" charset="0"/>
              </a:rPr>
              <a:t>30</a:t>
            </a:r>
            <a:endParaRPr lang="pt-BR" sz="1100" b="1" kern="0" dirty="0">
              <a:solidFill>
                <a:schemeClr val="bg2"/>
              </a:solidFill>
              <a:latin typeface="Simplon BP Regular" pitchFamily="2" charset="0"/>
            </a:endParaRPr>
          </a:p>
        </p:txBody>
      </p:sp>
      <p:sp>
        <p:nvSpPr>
          <p:cNvPr id="62" name="Retângulo 61"/>
          <p:cNvSpPr/>
          <p:nvPr/>
        </p:nvSpPr>
        <p:spPr>
          <a:xfrm>
            <a:off x="3736633" y="3694266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chemeClr val="bg2"/>
                </a:solidFill>
                <a:latin typeface="Simplon BP Regular" pitchFamily="2" charset="0"/>
              </a:rPr>
              <a:t>7</a:t>
            </a:r>
            <a:endParaRPr lang="pt-BR" sz="1100" b="1" kern="0" dirty="0">
              <a:solidFill>
                <a:schemeClr val="bg2"/>
              </a:solidFill>
              <a:latin typeface="Simplon BP Regular" pitchFamily="2" charset="0"/>
            </a:endParaRPr>
          </a:p>
        </p:txBody>
      </p:sp>
      <p:sp>
        <p:nvSpPr>
          <p:cNvPr id="63" name="Retângulo 62"/>
          <p:cNvSpPr/>
          <p:nvPr/>
        </p:nvSpPr>
        <p:spPr>
          <a:xfrm>
            <a:off x="2200201" y="4626405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chemeClr val="bg2"/>
                </a:solidFill>
                <a:latin typeface="Simplon BP Regular" pitchFamily="2" charset="0"/>
              </a:rPr>
              <a:t>33</a:t>
            </a:r>
            <a:endParaRPr lang="pt-BR" sz="1100" b="1" kern="0" dirty="0">
              <a:solidFill>
                <a:schemeClr val="bg2"/>
              </a:solidFill>
              <a:latin typeface="Simplon BP Regular" pitchFamily="2" charset="0"/>
            </a:endParaRPr>
          </a:p>
        </p:txBody>
      </p:sp>
      <p:sp>
        <p:nvSpPr>
          <p:cNvPr id="67" name="Retângulo 66"/>
          <p:cNvSpPr/>
          <p:nvPr/>
        </p:nvSpPr>
        <p:spPr>
          <a:xfrm>
            <a:off x="3739421" y="4626405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chemeClr val="bg2"/>
                </a:solidFill>
                <a:latin typeface="Simplon BP Regular" pitchFamily="2" charset="0"/>
              </a:rPr>
              <a:t>6</a:t>
            </a:r>
            <a:endParaRPr lang="pt-BR" sz="1100" b="1" kern="0" dirty="0">
              <a:solidFill>
                <a:schemeClr val="bg2"/>
              </a:solidFill>
              <a:latin typeface="Simplon BP Regular" pitchFamily="2" charset="0"/>
            </a:endParaRPr>
          </a:p>
        </p:txBody>
      </p:sp>
      <p:sp>
        <p:nvSpPr>
          <p:cNvPr id="68" name="Retângulo 67"/>
          <p:cNvSpPr/>
          <p:nvPr/>
        </p:nvSpPr>
        <p:spPr>
          <a:xfrm>
            <a:off x="2176312" y="5527955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chemeClr val="bg2"/>
                </a:solidFill>
                <a:latin typeface="Simplon BP Regular" pitchFamily="2" charset="0"/>
              </a:rPr>
              <a:t>11</a:t>
            </a:r>
            <a:endParaRPr lang="pt-BR" sz="1100" b="1" kern="0" dirty="0">
              <a:solidFill>
                <a:schemeClr val="bg2"/>
              </a:solidFill>
              <a:latin typeface="Simplon BP Regular" pitchFamily="2" charset="0"/>
            </a:endParaRPr>
          </a:p>
        </p:txBody>
      </p:sp>
      <p:sp>
        <p:nvSpPr>
          <p:cNvPr id="69" name="Retângulo 68"/>
          <p:cNvSpPr/>
          <p:nvPr/>
        </p:nvSpPr>
        <p:spPr>
          <a:xfrm>
            <a:off x="3541009" y="5527955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chemeClr val="bg2"/>
                </a:solidFill>
                <a:latin typeface="Simplon BP Regular" pitchFamily="2" charset="0"/>
              </a:rPr>
              <a:t>42</a:t>
            </a:r>
            <a:endParaRPr lang="pt-BR" sz="1100" b="1" kern="0" dirty="0">
              <a:solidFill>
                <a:schemeClr val="bg2"/>
              </a:solidFill>
              <a:latin typeface="Simplon BP Regular" pitchFamily="2" charset="0"/>
            </a:endParaRPr>
          </a:p>
        </p:txBody>
      </p:sp>
      <p:sp>
        <p:nvSpPr>
          <p:cNvPr id="70" name="Retângulo 69"/>
          <p:cNvSpPr/>
          <p:nvPr/>
        </p:nvSpPr>
        <p:spPr>
          <a:xfrm>
            <a:off x="2985452" y="6404560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chemeClr val="bg2"/>
                </a:solidFill>
                <a:latin typeface="Simplon BP Regular" pitchFamily="2" charset="0"/>
              </a:rPr>
              <a:t>3</a:t>
            </a:r>
            <a:endParaRPr lang="pt-BR" sz="1100" b="1" kern="0" dirty="0">
              <a:solidFill>
                <a:schemeClr val="bg2"/>
              </a:solidFill>
              <a:latin typeface="Simplon BP Regular" pitchFamily="2" charset="0"/>
            </a:endParaRPr>
          </a:p>
        </p:txBody>
      </p:sp>
      <p:sp>
        <p:nvSpPr>
          <p:cNvPr id="72" name="Retângulo 71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7731686" y="3068429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>
                <a:solidFill>
                  <a:schemeClr val="accent6"/>
                </a:solidFill>
                <a:latin typeface="Simplon BP Regular" pitchFamily="2" charset="0"/>
              </a:rPr>
              <a:t>ARQUITETURA DE </a:t>
            </a:r>
            <a:r>
              <a:rPr lang="pt-BR" sz="1100" b="1" kern="0" dirty="0" smtClean="0">
                <a:solidFill>
                  <a:schemeClr val="accent6"/>
                </a:solidFill>
                <a:latin typeface="Simplon BP Regular" pitchFamily="2" charset="0"/>
              </a:rPr>
              <a:t>SISTEMAS</a:t>
            </a:r>
          </a:p>
        </p:txBody>
      </p:sp>
      <p:sp>
        <p:nvSpPr>
          <p:cNvPr id="73" name="Retângulo 72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7731686" y="3992166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>
                <a:solidFill>
                  <a:schemeClr val="accent6"/>
                </a:solidFill>
                <a:latin typeface="Simplon BP Regular" pitchFamily="2" charset="0"/>
              </a:rPr>
              <a:t>ARQUITETURA DE </a:t>
            </a:r>
            <a:r>
              <a:rPr lang="pt-BR" sz="1100" b="1" kern="0" dirty="0" smtClean="0">
                <a:solidFill>
                  <a:schemeClr val="accent6"/>
                </a:solidFill>
                <a:latin typeface="Simplon BP Regular" pitchFamily="2" charset="0"/>
              </a:rPr>
              <a:t>INFRA</a:t>
            </a:r>
          </a:p>
        </p:txBody>
      </p:sp>
      <p:sp>
        <p:nvSpPr>
          <p:cNvPr id="74" name="Retângulo 73"/>
          <p:cNvSpPr/>
          <p:nvPr/>
        </p:nvSpPr>
        <p:spPr>
          <a:xfrm>
            <a:off x="8047353" y="3694266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chemeClr val="bg2"/>
                </a:solidFill>
                <a:latin typeface="Simplon BP Regular" pitchFamily="2" charset="0"/>
              </a:rPr>
              <a:t>6</a:t>
            </a:r>
            <a:endParaRPr lang="pt-BR" sz="1100" b="1" kern="0" dirty="0">
              <a:solidFill>
                <a:schemeClr val="bg2"/>
              </a:solidFill>
              <a:latin typeface="Simplon BP Regular" pitchFamily="2" charset="0"/>
            </a:endParaRPr>
          </a:p>
        </p:txBody>
      </p:sp>
      <p:sp>
        <p:nvSpPr>
          <p:cNvPr id="75" name="Retângulo 74"/>
          <p:cNvSpPr/>
          <p:nvPr/>
        </p:nvSpPr>
        <p:spPr>
          <a:xfrm>
            <a:off x="8045747" y="4652531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chemeClr val="bg2"/>
                </a:solidFill>
                <a:latin typeface="Simplon BP Regular" pitchFamily="2" charset="0"/>
              </a:rPr>
              <a:t>12</a:t>
            </a:r>
            <a:endParaRPr lang="pt-BR" sz="1100" b="1" kern="0" dirty="0">
              <a:solidFill>
                <a:schemeClr val="bg2"/>
              </a:solidFill>
              <a:latin typeface="Simplon BP Regular" pitchFamily="2" charset="0"/>
            </a:endParaRPr>
          </a:p>
        </p:txBody>
      </p:sp>
      <p:sp>
        <p:nvSpPr>
          <p:cNvPr id="76" name="Retângulo 75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10461784" y="4982510"/>
            <a:ext cx="1440000" cy="720000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kumimoji="0" lang="pt-BR" sz="1050" b="0" i="0" u="none" strike="noStrike" kern="0" cap="none" spc="0" normalizeH="0" baseline="0" noProof="0" dirty="0" smtClean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Simplon BP Regular" pitchFamily="2" charset="0"/>
            </a:endParaRPr>
          </a:p>
        </p:txBody>
      </p:sp>
      <p:sp>
        <p:nvSpPr>
          <p:cNvPr id="77" name="Retângulo 76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10451070" y="4088281"/>
            <a:ext cx="1440000" cy="720000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kumimoji="0" lang="pt-BR" sz="1050" b="0" i="0" u="none" strike="noStrike" kern="0" cap="none" spc="0" normalizeH="0" baseline="0" noProof="0" dirty="0" smtClean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Simplon BP Regular" pitchFamily="2" charset="0"/>
            </a:endParaRPr>
          </a:p>
        </p:txBody>
      </p:sp>
      <p:sp>
        <p:nvSpPr>
          <p:cNvPr id="78" name="Retângulo 77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10456173" y="3157611"/>
            <a:ext cx="1440000" cy="720000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kumimoji="0" lang="pt-BR" sz="1050" b="0" i="0" u="none" strike="noStrike" kern="0" cap="none" spc="0" normalizeH="0" baseline="0" noProof="0" dirty="0" smtClean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Simplon BP Regular" pitchFamily="2" charset="0"/>
            </a:endParaRPr>
          </a:p>
        </p:txBody>
      </p:sp>
      <p:sp>
        <p:nvSpPr>
          <p:cNvPr id="79" name="Retângulo 78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10326242" y="3068429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050" b="1" kern="0" dirty="0">
                <a:solidFill>
                  <a:schemeClr val="accent6"/>
                </a:solidFill>
                <a:latin typeface="Simplon BP Regular" pitchFamily="2" charset="0"/>
              </a:rPr>
              <a:t>BSS, OSS, INTEGRAÇÃO E </a:t>
            </a:r>
            <a:r>
              <a:rPr lang="pt-BR" sz="1050" b="1" kern="0" dirty="0" smtClean="0">
                <a:solidFill>
                  <a:schemeClr val="accent6"/>
                </a:solidFill>
                <a:latin typeface="Simplon BP Regular" pitchFamily="2" charset="0"/>
              </a:rPr>
              <a:t>DIGITAL</a:t>
            </a:r>
          </a:p>
        </p:txBody>
      </p:sp>
      <p:sp>
        <p:nvSpPr>
          <p:cNvPr id="80" name="Retângulo 79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10321376" y="3974215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>
                <a:solidFill>
                  <a:schemeClr val="accent6"/>
                </a:solidFill>
                <a:latin typeface="Simplon BP Regular" pitchFamily="2" charset="0"/>
              </a:rPr>
              <a:t>SUPORTE TÉCNICO DE </a:t>
            </a:r>
            <a:r>
              <a:rPr lang="pt-BR" sz="1100" b="1" kern="0" dirty="0" smtClean="0">
                <a:solidFill>
                  <a:schemeClr val="accent6"/>
                </a:solidFill>
                <a:latin typeface="Simplon BP Regular" pitchFamily="2" charset="0"/>
              </a:rPr>
              <a:t>SISTEMAS</a:t>
            </a:r>
          </a:p>
        </p:txBody>
      </p:sp>
      <p:sp>
        <p:nvSpPr>
          <p:cNvPr id="81" name="Retângulo 80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10321376" y="4877175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>
                <a:solidFill>
                  <a:schemeClr val="accent6"/>
                </a:solidFill>
                <a:latin typeface="Simplon BP Regular" pitchFamily="2" charset="0"/>
              </a:rPr>
              <a:t>DESEMPENHO E </a:t>
            </a:r>
            <a:r>
              <a:rPr lang="pt-BR" sz="1100" b="1" kern="0" dirty="0" smtClean="0">
                <a:solidFill>
                  <a:schemeClr val="accent6"/>
                </a:solidFill>
                <a:latin typeface="Simplon BP Regular" pitchFamily="2" charset="0"/>
              </a:rPr>
              <a:t>ATENDIMENTO </a:t>
            </a:r>
            <a:r>
              <a:rPr lang="pt-BR" sz="1100" b="1" kern="0" dirty="0">
                <a:solidFill>
                  <a:schemeClr val="accent6"/>
                </a:solidFill>
                <a:latin typeface="Simplon BP Regular" pitchFamily="2" charset="0"/>
              </a:rPr>
              <a:t>DE </a:t>
            </a:r>
            <a:r>
              <a:rPr lang="pt-BR" sz="1100" b="1" kern="0" dirty="0" smtClean="0">
                <a:solidFill>
                  <a:schemeClr val="accent6"/>
                </a:solidFill>
                <a:latin typeface="Simplon BP Regular" pitchFamily="2" charset="0"/>
              </a:rPr>
              <a:t>TI</a:t>
            </a:r>
          </a:p>
        </p:txBody>
      </p:sp>
      <p:sp>
        <p:nvSpPr>
          <p:cNvPr id="83" name="Retângulo 82"/>
          <p:cNvSpPr/>
          <p:nvPr/>
        </p:nvSpPr>
        <p:spPr>
          <a:xfrm>
            <a:off x="10397050" y="3694266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chemeClr val="bg2"/>
                </a:solidFill>
                <a:latin typeface="Simplon BP Regular" pitchFamily="2" charset="0"/>
              </a:rPr>
              <a:t>104</a:t>
            </a:r>
            <a:endParaRPr lang="pt-BR" sz="1100" b="1" kern="0" dirty="0">
              <a:solidFill>
                <a:schemeClr val="bg2"/>
              </a:solidFill>
              <a:latin typeface="Simplon BP Regular" pitchFamily="2" charset="0"/>
            </a:endParaRPr>
          </a:p>
        </p:txBody>
      </p:sp>
      <p:sp>
        <p:nvSpPr>
          <p:cNvPr id="84" name="Retângulo 83"/>
          <p:cNvSpPr/>
          <p:nvPr/>
        </p:nvSpPr>
        <p:spPr>
          <a:xfrm>
            <a:off x="10633138" y="4613342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chemeClr val="bg2"/>
                </a:solidFill>
                <a:latin typeface="Simplon BP Regular" pitchFamily="2" charset="0"/>
              </a:rPr>
              <a:t>73</a:t>
            </a:r>
            <a:endParaRPr lang="pt-BR" sz="1100" b="1" kern="0" dirty="0">
              <a:solidFill>
                <a:schemeClr val="bg2"/>
              </a:solidFill>
              <a:latin typeface="Simplon BP Regular" pitchFamily="2" charset="0"/>
            </a:endParaRPr>
          </a:p>
        </p:txBody>
      </p:sp>
      <p:sp>
        <p:nvSpPr>
          <p:cNvPr id="85" name="Retângulo 84"/>
          <p:cNvSpPr/>
          <p:nvPr/>
        </p:nvSpPr>
        <p:spPr>
          <a:xfrm>
            <a:off x="10399173" y="5554081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chemeClr val="bg2"/>
                </a:solidFill>
                <a:latin typeface="Simplon BP Regular" pitchFamily="2" charset="0"/>
              </a:rPr>
              <a:t>110</a:t>
            </a:r>
            <a:endParaRPr lang="pt-BR" sz="1100" b="1" kern="0" dirty="0">
              <a:solidFill>
                <a:schemeClr val="bg2"/>
              </a:solidFill>
              <a:latin typeface="Simplon BP Regular" pitchFamily="2" charset="0"/>
            </a:endParaRPr>
          </a:p>
        </p:txBody>
      </p:sp>
      <p:sp>
        <p:nvSpPr>
          <p:cNvPr id="88" name="Retângulo 87"/>
          <p:cNvSpPr/>
          <p:nvPr/>
        </p:nvSpPr>
        <p:spPr>
          <a:xfrm>
            <a:off x="954861" y="3686207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FF0000"/>
                </a:solidFill>
                <a:latin typeface="Simplon BP Regular" pitchFamily="2" charset="0"/>
              </a:rPr>
              <a:t>24</a:t>
            </a:r>
            <a:endParaRPr lang="pt-BR" sz="1100" b="1" kern="0" dirty="0">
              <a:solidFill>
                <a:srgbClr val="FF0000"/>
              </a:solidFill>
              <a:latin typeface="Simplon BP Regular" pitchFamily="2" charset="0"/>
            </a:endParaRPr>
          </a:p>
        </p:txBody>
      </p:sp>
      <p:sp>
        <p:nvSpPr>
          <p:cNvPr id="89" name="Retângulo 88"/>
          <p:cNvSpPr/>
          <p:nvPr/>
        </p:nvSpPr>
        <p:spPr>
          <a:xfrm>
            <a:off x="949827" y="4633651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FF0000"/>
                </a:solidFill>
                <a:latin typeface="Simplon BP Regular" pitchFamily="2" charset="0"/>
              </a:rPr>
              <a:t>28</a:t>
            </a:r>
            <a:endParaRPr lang="pt-BR" sz="1100" b="1" kern="0" dirty="0">
              <a:solidFill>
                <a:srgbClr val="FF0000"/>
              </a:solidFill>
              <a:latin typeface="Simplon BP Regular" pitchFamily="2" charset="0"/>
            </a:endParaRPr>
          </a:p>
        </p:txBody>
      </p:sp>
      <p:sp>
        <p:nvSpPr>
          <p:cNvPr id="92" name="Retângulo 91"/>
          <p:cNvSpPr/>
          <p:nvPr/>
        </p:nvSpPr>
        <p:spPr>
          <a:xfrm>
            <a:off x="3991780" y="5522829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41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94" name="Retângulo 93"/>
          <p:cNvSpPr/>
          <p:nvPr/>
        </p:nvSpPr>
        <p:spPr>
          <a:xfrm>
            <a:off x="3443758" y="6412308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3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96" name="Retângulo 95"/>
          <p:cNvSpPr/>
          <p:nvPr/>
        </p:nvSpPr>
        <p:spPr>
          <a:xfrm>
            <a:off x="4192076" y="4620588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6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98" name="Retângulo 97"/>
          <p:cNvSpPr/>
          <p:nvPr/>
        </p:nvSpPr>
        <p:spPr>
          <a:xfrm>
            <a:off x="4188016" y="3699270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7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100" name="Retângulo 99"/>
          <p:cNvSpPr/>
          <p:nvPr/>
        </p:nvSpPr>
        <p:spPr>
          <a:xfrm>
            <a:off x="2629509" y="5522829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11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106" name="Retângulo 105"/>
          <p:cNvSpPr/>
          <p:nvPr/>
        </p:nvSpPr>
        <p:spPr>
          <a:xfrm>
            <a:off x="2653227" y="3692650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30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107" name="Retângulo 106"/>
          <p:cNvSpPr/>
          <p:nvPr/>
        </p:nvSpPr>
        <p:spPr>
          <a:xfrm>
            <a:off x="8498402" y="4648818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FF0000"/>
                </a:solidFill>
                <a:latin typeface="Simplon BP Regular" pitchFamily="2" charset="0"/>
              </a:rPr>
              <a:t>12</a:t>
            </a:r>
            <a:endParaRPr lang="pt-BR" sz="1100" b="1" kern="0" dirty="0">
              <a:solidFill>
                <a:srgbClr val="FF0000"/>
              </a:solidFill>
              <a:latin typeface="Simplon BP Regular" pitchFamily="2" charset="0"/>
            </a:endParaRPr>
          </a:p>
        </p:txBody>
      </p:sp>
      <p:sp>
        <p:nvSpPr>
          <p:cNvPr id="108" name="Retângulo 107"/>
          <p:cNvSpPr/>
          <p:nvPr/>
        </p:nvSpPr>
        <p:spPr>
          <a:xfrm>
            <a:off x="8498402" y="3691637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>
                <a:solidFill>
                  <a:srgbClr val="FF0000"/>
                </a:solidFill>
                <a:latin typeface="Simplon BP Regular" pitchFamily="2" charset="0"/>
              </a:rPr>
              <a:t>5</a:t>
            </a:r>
          </a:p>
        </p:txBody>
      </p:sp>
      <p:sp>
        <p:nvSpPr>
          <p:cNvPr id="109" name="Retângulo 108"/>
          <p:cNvSpPr/>
          <p:nvPr/>
        </p:nvSpPr>
        <p:spPr>
          <a:xfrm>
            <a:off x="10848099" y="3691637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26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110" name="Retângulo 109"/>
          <p:cNvSpPr/>
          <p:nvPr/>
        </p:nvSpPr>
        <p:spPr>
          <a:xfrm>
            <a:off x="10849944" y="5548168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14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112" name="Retângulo 111"/>
          <p:cNvSpPr/>
          <p:nvPr/>
        </p:nvSpPr>
        <p:spPr>
          <a:xfrm>
            <a:off x="11087152" y="4609628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FF0000"/>
                </a:solidFill>
                <a:latin typeface="Simplon BP Regular" pitchFamily="2" charset="0"/>
              </a:rPr>
              <a:t>67</a:t>
            </a:r>
            <a:endParaRPr lang="pt-BR" sz="1100" b="1" kern="0" dirty="0">
              <a:solidFill>
                <a:srgbClr val="FF0000"/>
              </a:solidFill>
              <a:latin typeface="Simplon BP Regular" pitchFamily="2" charset="0"/>
            </a:endParaRPr>
          </a:p>
        </p:txBody>
      </p:sp>
      <p:sp>
        <p:nvSpPr>
          <p:cNvPr id="71" name="Retângulo 70"/>
          <p:cNvSpPr/>
          <p:nvPr/>
        </p:nvSpPr>
        <p:spPr>
          <a:xfrm>
            <a:off x="250184" y="6529341"/>
            <a:ext cx="720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FF0000"/>
                </a:solidFill>
                <a:latin typeface="Simplon BP Regular" pitchFamily="2" charset="0"/>
              </a:rPr>
              <a:t>OI SERVICE</a:t>
            </a:r>
            <a:endParaRPr lang="pt-BR" sz="1100" b="1" kern="0" dirty="0">
              <a:solidFill>
                <a:srgbClr val="FF0000"/>
              </a:solidFill>
              <a:latin typeface="Simplon BP Regular" pitchFamily="2" charset="0"/>
            </a:endParaRPr>
          </a:p>
        </p:txBody>
      </p:sp>
      <p:sp>
        <p:nvSpPr>
          <p:cNvPr id="86" name="Retângulo 85"/>
          <p:cNvSpPr/>
          <p:nvPr/>
        </p:nvSpPr>
        <p:spPr>
          <a:xfrm>
            <a:off x="6169126" y="1833311"/>
            <a:ext cx="360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FF0000"/>
                </a:solidFill>
                <a:latin typeface="Simplon BP Regular" pitchFamily="2" charset="0"/>
              </a:rPr>
              <a:t>313</a:t>
            </a:r>
            <a:endParaRPr lang="pt-BR" sz="1100" b="1" kern="0" dirty="0">
              <a:solidFill>
                <a:srgbClr val="FF0000"/>
              </a:solidFill>
              <a:latin typeface="Simplon BP Regular" pitchFamily="2" charset="0"/>
            </a:endParaRPr>
          </a:p>
        </p:txBody>
      </p:sp>
      <p:sp>
        <p:nvSpPr>
          <p:cNvPr id="102" name="Retângulo 101"/>
          <p:cNvSpPr/>
          <p:nvPr/>
        </p:nvSpPr>
        <p:spPr>
          <a:xfrm>
            <a:off x="11298018" y="2798312"/>
            <a:ext cx="360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FF0000"/>
                </a:solidFill>
                <a:latin typeface="Simplon BP Regular" pitchFamily="2" charset="0"/>
              </a:rPr>
              <a:t>196</a:t>
            </a:r>
            <a:endParaRPr lang="pt-BR" sz="1100" b="1" kern="0" dirty="0">
              <a:solidFill>
                <a:srgbClr val="FF0000"/>
              </a:solidFill>
              <a:latin typeface="Simplon BP Regular" pitchFamily="2" charset="0"/>
            </a:endParaRPr>
          </a:p>
        </p:txBody>
      </p:sp>
      <p:sp>
        <p:nvSpPr>
          <p:cNvPr id="103" name="Retângulo 102"/>
          <p:cNvSpPr/>
          <p:nvPr/>
        </p:nvSpPr>
        <p:spPr>
          <a:xfrm>
            <a:off x="11302515" y="3699550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FF0000"/>
                </a:solidFill>
                <a:latin typeface="Simplon BP Regular" pitchFamily="2" charset="0"/>
              </a:rPr>
              <a:t>58</a:t>
            </a:r>
            <a:endParaRPr lang="pt-BR" sz="1100" b="1" kern="0" dirty="0">
              <a:solidFill>
                <a:srgbClr val="FF0000"/>
              </a:solidFill>
              <a:latin typeface="Simplon BP Regular" pitchFamily="2" charset="0"/>
            </a:endParaRPr>
          </a:p>
        </p:txBody>
      </p:sp>
      <p:sp>
        <p:nvSpPr>
          <p:cNvPr id="104" name="Retângulo 103"/>
          <p:cNvSpPr/>
          <p:nvPr/>
        </p:nvSpPr>
        <p:spPr>
          <a:xfrm>
            <a:off x="11319872" y="5546387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FF0000"/>
                </a:solidFill>
                <a:latin typeface="Simplon BP Regular" pitchFamily="2" charset="0"/>
              </a:rPr>
              <a:t>70</a:t>
            </a:r>
            <a:endParaRPr lang="pt-BR" sz="1100" b="1" kern="0" dirty="0">
              <a:solidFill>
                <a:srgbClr val="FF0000"/>
              </a:solidFill>
              <a:latin typeface="Simplon BP Regular" pitchFamily="2" charset="0"/>
            </a:endParaRPr>
          </a:p>
        </p:txBody>
      </p:sp>
      <p:sp>
        <p:nvSpPr>
          <p:cNvPr id="105" name="Retângulo 104"/>
          <p:cNvSpPr/>
          <p:nvPr/>
        </p:nvSpPr>
        <p:spPr>
          <a:xfrm>
            <a:off x="3643517" y="2790226"/>
            <a:ext cx="360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FF0000"/>
                </a:solidFill>
                <a:latin typeface="Simplon BP Regular" pitchFamily="2" charset="0"/>
              </a:rPr>
              <a:t>34</a:t>
            </a:r>
            <a:endParaRPr lang="pt-BR" sz="1100" b="1" kern="0" dirty="0">
              <a:solidFill>
                <a:srgbClr val="FF0000"/>
              </a:solidFill>
              <a:latin typeface="Simplon BP Regular" pitchFamily="2" charset="0"/>
            </a:endParaRPr>
          </a:p>
        </p:txBody>
      </p:sp>
      <p:sp>
        <p:nvSpPr>
          <p:cNvPr id="111" name="Retângulo 110"/>
          <p:cNvSpPr/>
          <p:nvPr/>
        </p:nvSpPr>
        <p:spPr>
          <a:xfrm>
            <a:off x="2653227" y="4622309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FF0000"/>
                </a:solidFill>
                <a:latin typeface="Simplon BP Regular" pitchFamily="2" charset="0"/>
              </a:rPr>
              <a:t>33</a:t>
            </a:r>
            <a:endParaRPr lang="pt-BR" sz="1100" b="1" kern="0" dirty="0">
              <a:solidFill>
                <a:srgbClr val="FF0000"/>
              </a:solidFill>
              <a:latin typeface="Simplon BP Regular" pitchFamily="2" charset="0"/>
            </a:endParaRPr>
          </a:p>
        </p:txBody>
      </p:sp>
      <p:sp>
        <p:nvSpPr>
          <p:cNvPr id="113" name="Retângulo 112"/>
          <p:cNvSpPr/>
          <p:nvPr/>
        </p:nvSpPr>
        <p:spPr>
          <a:xfrm>
            <a:off x="4442551" y="5520014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FF0000"/>
                </a:solidFill>
                <a:latin typeface="Simplon BP Regular" pitchFamily="2" charset="0"/>
              </a:rPr>
              <a:t>1</a:t>
            </a:r>
            <a:endParaRPr lang="pt-BR" sz="1100" b="1" kern="0" dirty="0">
              <a:solidFill>
                <a:srgbClr val="FF0000"/>
              </a:solidFill>
              <a:latin typeface="Simplon BP Regula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7441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7" name="Google Shape;807;p72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92760" y="-71537"/>
            <a:ext cx="1121337" cy="1121337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806;p72"/>
          <p:cNvSpPr txBox="1"/>
          <p:nvPr/>
        </p:nvSpPr>
        <p:spPr>
          <a:xfrm>
            <a:off x="126245" y="-176127"/>
            <a:ext cx="10444823" cy="1508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pt-BR"/>
            </a:defPPr>
            <a:lvl1pPr marR="0" lvl="0" indent="0" fontAlgn="auto">
              <a:lnSpc>
                <a:spcPts val="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tabLst/>
              <a:defRPr sz="7200" b="1" kern="0">
                <a:solidFill>
                  <a:srgbClr val="000000"/>
                </a:solidFill>
                <a:latin typeface="Simplon BP" pitchFamily="2" charset="77"/>
                <a:cs typeface="Arial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tabLst/>
              <a:defRPr/>
            </a:pPr>
            <a:r>
              <a:rPr kumimoji="0" lang="pt-BR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ea typeface="+mn-ea"/>
                <a:cs typeface="Arial"/>
              </a:rPr>
              <a:t>Infra e Operações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tabLst/>
              <a:defRPr/>
            </a:pPr>
            <a:r>
              <a:rPr kumimoji="0" lang="pt-BR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ea typeface="+mn-ea"/>
                <a:cs typeface="Arial"/>
              </a:rPr>
              <a:t>Estrutura  [N2/N3/N4]</a:t>
            </a:r>
            <a:endParaRPr kumimoji="0" lang="pt-BR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" pitchFamily="2" charset="77"/>
              <a:ea typeface="+mn-ea"/>
              <a:cs typeface="Arial"/>
            </a:endParaRPr>
          </a:p>
        </p:txBody>
      </p:sp>
      <p:sp>
        <p:nvSpPr>
          <p:cNvPr id="23" name="Retângulo 22"/>
          <p:cNvSpPr/>
          <p:nvPr/>
        </p:nvSpPr>
        <p:spPr>
          <a:xfrm>
            <a:off x="5416124" y="1370111"/>
            <a:ext cx="1440000" cy="720000"/>
          </a:xfrm>
          <a:prstGeom prst="rect">
            <a:avLst/>
          </a:prstGeom>
          <a:solidFill>
            <a:srgbClr val="4D4E50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INFRA E </a:t>
            </a: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OPERAÇÕES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2597107" y="2442730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BSS, OSS, INTEGRAÇÃO E </a:t>
            </a:r>
            <a:r>
              <a:rPr kumimoji="0" lang="pt-BR" sz="105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DIGITAL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5416124" y="2417265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SUPORTE TÉCNICO DE </a:t>
            </a: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SISTEMAS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8235141" y="2442730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DESEMPENHO E </a:t>
            </a: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ATENDIMENTO </a:t>
            </a:r>
            <a:r>
              <a:rPr kumimoji="0" lang="pt-BR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DE </a:t>
            </a: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TI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1813093" y="3381398"/>
            <a:ext cx="1440000" cy="720000"/>
          </a:xfrm>
          <a:prstGeom prst="rect">
            <a:avLst/>
          </a:prstGeom>
          <a:noFill/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INTEGRAÇÃO E </a:t>
            </a: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DIGITAL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1813093" y="4309915"/>
            <a:ext cx="1440000" cy="720000"/>
          </a:xfrm>
          <a:prstGeom prst="rect">
            <a:avLst/>
          </a:prstGeom>
          <a:noFill/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OSS </a:t>
            </a: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INTERPRISE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3374092" y="3381398"/>
            <a:ext cx="1440000" cy="720000"/>
          </a:xfrm>
          <a:prstGeom prst="rect">
            <a:avLst/>
          </a:prstGeom>
          <a:noFill/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CICLO DA RECEITA E </a:t>
            </a: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TRIBUTÁRIO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3374092" y="4301742"/>
            <a:ext cx="1440000" cy="743280"/>
          </a:xfrm>
          <a:prstGeom prst="rect">
            <a:avLst/>
          </a:prstGeom>
          <a:noFill/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CRM </a:t>
            </a: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FIBRA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5416124" y="3381398"/>
            <a:ext cx="1440000" cy="720000"/>
          </a:xfrm>
          <a:prstGeom prst="rect">
            <a:avLst/>
          </a:prstGeom>
          <a:noFill/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SISTEMA OPERACIONAL, STORAGE E </a:t>
            </a:r>
            <a:r>
              <a:rPr kumimoji="0" lang="pt-BR" sz="1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MAINFRAME</a:t>
            </a:r>
          </a:p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5416124" y="4301742"/>
            <a:ext cx="1440000" cy="720000"/>
          </a:xfrm>
          <a:prstGeom prst="rect">
            <a:avLst/>
          </a:prstGeom>
          <a:noFill/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BANCO DE DADOS E </a:t>
            </a: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BACKUP</a:t>
            </a:r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5427177" y="5222086"/>
            <a:ext cx="1440000" cy="720000"/>
          </a:xfrm>
          <a:prstGeom prst="rect">
            <a:avLst/>
          </a:prstGeom>
          <a:noFill/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REDE IP E DATA </a:t>
            </a: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CENTER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8235141" y="3381398"/>
            <a:ext cx="1440000" cy="720000"/>
          </a:xfrm>
          <a:prstGeom prst="rect">
            <a:avLst/>
          </a:prstGeom>
          <a:noFill/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EFICIÊNCIA TECNOLOGIA E </a:t>
            </a:r>
            <a:r>
              <a:rPr kumimoji="0" lang="pt-BR" sz="105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MICROINFORMÁTICA</a:t>
            </a: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8235141" y="4301742"/>
            <a:ext cx="1440000" cy="720000"/>
          </a:xfrm>
          <a:prstGeom prst="rect">
            <a:avLst/>
          </a:prstGeom>
          <a:noFill/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RELEASE E SERVIÇOS DE </a:t>
            </a: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TI</a:t>
            </a:r>
          </a:p>
        </p:txBody>
      </p:sp>
      <p:sp>
        <p:nvSpPr>
          <p:cNvPr id="51" name="Retângulo 50"/>
          <p:cNvSpPr/>
          <p:nvPr/>
        </p:nvSpPr>
        <p:spPr>
          <a:xfrm>
            <a:off x="1876932" y="3988889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26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52" name="Retângulo 51"/>
          <p:cNvSpPr/>
          <p:nvPr/>
        </p:nvSpPr>
        <p:spPr>
          <a:xfrm>
            <a:off x="3440789" y="3988889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26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53" name="Retângulo 52"/>
          <p:cNvSpPr/>
          <p:nvPr/>
        </p:nvSpPr>
        <p:spPr>
          <a:xfrm>
            <a:off x="1877710" y="4932513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25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54" name="Retângulo 53"/>
          <p:cNvSpPr/>
          <p:nvPr/>
        </p:nvSpPr>
        <p:spPr>
          <a:xfrm>
            <a:off x="3449277" y="4932513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26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55" name="Retângulo 54"/>
          <p:cNvSpPr/>
          <p:nvPr/>
        </p:nvSpPr>
        <p:spPr>
          <a:xfrm>
            <a:off x="5737397" y="3988889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28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56" name="Retângulo 55"/>
          <p:cNvSpPr/>
          <p:nvPr/>
        </p:nvSpPr>
        <p:spPr>
          <a:xfrm>
            <a:off x="5728321" y="4932513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24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57" name="Retângulo 56"/>
          <p:cNvSpPr/>
          <p:nvPr/>
        </p:nvSpPr>
        <p:spPr>
          <a:xfrm>
            <a:off x="5739591" y="5829577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20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58" name="Retângulo 57"/>
          <p:cNvSpPr/>
          <p:nvPr/>
        </p:nvSpPr>
        <p:spPr>
          <a:xfrm>
            <a:off x="8322947" y="3988889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54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59" name="Retângulo 58"/>
          <p:cNvSpPr/>
          <p:nvPr/>
        </p:nvSpPr>
        <p:spPr>
          <a:xfrm>
            <a:off x="8306452" y="4932513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26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41" name="Retângulo 40"/>
          <p:cNvSpPr/>
          <p:nvPr/>
        </p:nvSpPr>
        <p:spPr>
          <a:xfrm>
            <a:off x="250184" y="6173054"/>
            <a:ext cx="612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OI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45" name="Retângulo 44"/>
          <p:cNvSpPr/>
          <p:nvPr/>
        </p:nvSpPr>
        <p:spPr>
          <a:xfrm>
            <a:off x="250184" y="6476449"/>
            <a:ext cx="612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CLIENTCO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47" name="Retângulo 46"/>
          <p:cNvSpPr/>
          <p:nvPr/>
        </p:nvSpPr>
        <p:spPr>
          <a:xfrm>
            <a:off x="3908381" y="3988888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7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48" name="Retângulo 47"/>
          <p:cNvSpPr/>
          <p:nvPr/>
        </p:nvSpPr>
        <p:spPr>
          <a:xfrm>
            <a:off x="3918223" y="4934218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11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49" name="Retângulo 48"/>
          <p:cNvSpPr/>
          <p:nvPr/>
        </p:nvSpPr>
        <p:spPr>
          <a:xfrm>
            <a:off x="2346656" y="4932513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1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50" name="Retângulo 49"/>
          <p:cNvSpPr/>
          <p:nvPr/>
        </p:nvSpPr>
        <p:spPr>
          <a:xfrm>
            <a:off x="2346656" y="3990856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7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60" name="Retângulo 59"/>
          <p:cNvSpPr/>
          <p:nvPr/>
        </p:nvSpPr>
        <p:spPr>
          <a:xfrm>
            <a:off x="6193109" y="4932512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24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61" name="Retângulo 60"/>
          <p:cNvSpPr/>
          <p:nvPr/>
        </p:nvSpPr>
        <p:spPr>
          <a:xfrm>
            <a:off x="6193109" y="5829576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20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62" name="Retângulo 61"/>
          <p:cNvSpPr/>
          <p:nvPr/>
        </p:nvSpPr>
        <p:spPr>
          <a:xfrm>
            <a:off x="6193109" y="3988887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22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63" name="Retângulo 62"/>
          <p:cNvSpPr/>
          <p:nvPr/>
        </p:nvSpPr>
        <p:spPr>
          <a:xfrm>
            <a:off x="8778659" y="3988124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5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64" name="Retângulo 63"/>
          <p:cNvSpPr/>
          <p:nvPr/>
        </p:nvSpPr>
        <p:spPr>
          <a:xfrm>
            <a:off x="8769830" y="4932512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5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65" name="Retângulo 64"/>
          <p:cNvSpPr/>
          <p:nvPr/>
        </p:nvSpPr>
        <p:spPr>
          <a:xfrm>
            <a:off x="5506139" y="1990039"/>
            <a:ext cx="360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288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66" name="Retângulo 65"/>
          <p:cNvSpPr/>
          <p:nvPr/>
        </p:nvSpPr>
        <p:spPr>
          <a:xfrm>
            <a:off x="5944533" y="1991904"/>
            <a:ext cx="360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40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67" name="Retângulo 66"/>
          <p:cNvSpPr/>
          <p:nvPr/>
        </p:nvSpPr>
        <p:spPr>
          <a:xfrm>
            <a:off x="2682573" y="3052850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104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68" name="Retângulo 67"/>
          <p:cNvSpPr/>
          <p:nvPr/>
        </p:nvSpPr>
        <p:spPr>
          <a:xfrm>
            <a:off x="5736346" y="3058066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73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69" name="Retângulo 68"/>
          <p:cNvSpPr/>
          <p:nvPr/>
        </p:nvSpPr>
        <p:spPr>
          <a:xfrm>
            <a:off x="8319059" y="3058066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110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70" name="Retângulo 69"/>
          <p:cNvSpPr/>
          <p:nvPr/>
        </p:nvSpPr>
        <p:spPr>
          <a:xfrm>
            <a:off x="3133622" y="3050221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26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71" name="Retângulo 70"/>
          <p:cNvSpPr/>
          <p:nvPr/>
        </p:nvSpPr>
        <p:spPr>
          <a:xfrm>
            <a:off x="8769830" y="3052153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14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72" name="Retângulo 71"/>
          <p:cNvSpPr/>
          <p:nvPr/>
        </p:nvSpPr>
        <p:spPr>
          <a:xfrm>
            <a:off x="6190360" y="3054352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67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73" name="Retângulo 72"/>
          <p:cNvSpPr/>
          <p:nvPr/>
        </p:nvSpPr>
        <p:spPr>
          <a:xfrm>
            <a:off x="6380379" y="1987127"/>
            <a:ext cx="360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196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74" name="Retângulo 73"/>
          <p:cNvSpPr/>
          <p:nvPr/>
        </p:nvSpPr>
        <p:spPr>
          <a:xfrm>
            <a:off x="3588038" y="3058134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58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75" name="Retângulo 74"/>
          <p:cNvSpPr/>
          <p:nvPr/>
        </p:nvSpPr>
        <p:spPr>
          <a:xfrm>
            <a:off x="9239758" y="3050372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70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76" name="Retângulo 75"/>
          <p:cNvSpPr/>
          <p:nvPr/>
        </p:nvSpPr>
        <p:spPr>
          <a:xfrm>
            <a:off x="2813252" y="4000483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19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77" name="Retângulo 76"/>
          <p:cNvSpPr/>
          <p:nvPr/>
        </p:nvSpPr>
        <p:spPr>
          <a:xfrm>
            <a:off x="4381601" y="4932512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3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78" name="Retângulo 77"/>
          <p:cNvSpPr/>
          <p:nvPr/>
        </p:nvSpPr>
        <p:spPr>
          <a:xfrm>
            <a:off x="4369536" y="3987019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11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79" name="Retângulo 78"/>
          <p:cNvSpPr/>
          <p:nvPr/>
        </p:nvSpPr>
        <p:spPr>
          <a:xfrm>
            <a:off x="9234371" y="3982390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31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80" name="Retângulo 79"/>
          <p:cNvSpPr/>
          <p:nvPr/>
        </p:nvSpPr>
        <p:spPr>
          <a:xfrm>
            <a:off x="9233208" y="4932512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21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81" name="Retângulo 80"/>
          <p:cNvSpPr/>
          <p:nvPr/>
        </p:nvSpPr>
        <p:spPr>
          <a:xfrm>
            <a:off x="2812229" y="4932512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24</a:t>
            </a:r>
            <a:endParaRPr kumimoji="0" lang="pt-BR" sz="11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0502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9JxVGbflkiolOnscdDDpQ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UpuWCz9kkm6pUAaNkzlU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9JxVGbflkiolOnscdDDp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UpuWCz9kkm6pUAaNkzlU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9JxVGbflkiolOnscdDDpQ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UpuWCz9kkm6pUAaNkzlU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9JxVGbflkiolOnscdDDpQ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UpuWCz9kkm6pUAaNkzlU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9JxVGbflkiolOnscdDDpQ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UpuWCz9kkm6pUAaNkzlU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9JxVGbflkiolOnscdDDp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UpuWCz9kkm6pUAaNkzlUw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9JxVGbflkiolOnscdDDpQ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UpuWCz9kkm6pUAaNkzlUw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9JxVGbflkiolOnscdDDpQ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UpuWCz9kkm6pUAaNkzlUw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9JxVGbflkiolOnscdDDpQ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UpuWCz9kkm6pUAaNkzlUw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9JxVGbflkiolOnscdDDpQ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UpuWCz9kkm6pUAaNkzlUw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9JxVGbflkiolOnscdDDpQ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UpuWCz9kkm6pUAaNkzlUw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9JxVGbflkiolOnscdDDpQ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UpuWCz9kkm6pUAaNkzlUw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9JxVGbflkiolOnscdDDpQ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UpuWCz9kkm6pUAaNkzlUw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9JxVGbflkiolOnscdDDpQ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UpuWCz9kkm6pUAaNkzlUw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9JxVGbflkiolOnscdDDpQ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UpuWCz9kkm6pUAaNkzlUw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Custom Design">
  <a:themeElements>
    <a:clrScheme name="Oi">
      <a:dk1>
        <a:sysClr val="windowText" lastClr="000000"/>
      </a:dk1>
      <a:lt1>
        <a:sysClr val="window" lastClr="FFFFFF"/>
      </a:lt1>
      <a:dk2>
        <a:srgbClr val="004A4C"/>
      </a:dk2>
      <a:lt2>
        <a:srgbClr val="92D050"/>
      </a:lt2>
      <a:accent1>
        <a:srgbClr val="00AAAD"/>
      </a:accent1>
      <a:accent2>
        <a:srgbClr val="4D4D4D"/>
      </a:accent2>
      <a:accent3>
        <a:srgbClr val="C03E96"/>
      </a:accent3>
      <a:accent4>
        <a:srgbClr val="F99D1C"/>
      </a:accent4>
      <a:accent5>
        <a:srgbClr val="E05206"/>
      </a:accent5>
      <a:accent6>
        <a:srgbClr val="FF3399"/>
      </a:accent6>
      <a:hlink>
        <a:srgbClr val="0000FF"/>
      </a:hlink>
      <a:folHlink>
        <a:srgbClr val="800080"/>
      </a:folHlink>
    </a:clrScheme>
    <a:fontScheme name="Oi">
      <a:majorFont>
        <a:latin typeface="Simplon Oi Headline"/>
        <a:ea typeface=""/>
        <a:cs typeface=""/>
      </a:majorFont>
      <a:minorFont>
        <a:latin typeface="Simplon BP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accent1"/>
          </a:solidFill>
        </a:ln>
      </a:spPr>
      <a:bodyPr wrap="square" lIns="0" tIns="0" rIns="0" bIns="0" rtlCol="0" anchor="ctr">
        <a:noAutofit/>
      </a:bodyPr>
      <a:lstStyle>
        <a:defPPr algn="ctr">
          <a:defRPr sz="1200" dirty="0">
            <a:solidFill>
              <a:schemeClr val="bg1"/>
            </a:solidFill>
            <a:latin typeface="Simplon BP Light" pitchFamily="2" charset="0"/>
          </a:defRPr>
        </a:defPPr>
      </a:lstStyle>
    </a:spDef>
    <a:lnDef>
      <a:spPr>
        <a:ln w="12700">
          <a:solidFill>
            <a:schemeClr val="accent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Autofit/>
      </a:bodyPr>
      <a:lstStyle>
        <a:defPPr>
          <a:defRPr sz="1050" dirty="0">
            <a:latin typeface="Simplon BP Regular" pitchFamily="2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FBBR0598.TP.130513">
  <a:themeElements>
    <a:clrScheme name="FutureBrand Colour Palet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434BB"/>
      </a:accent1>
      <a:accent2>
        <a:srgbClr val="CA005D"/>
      </a:accent2>
      <a:accent3>
        <a:srgbClr val="E4D700"/>
      </a:accent3>
      <a:accent4>
        <a:srgbClr val="ED2939"/>
      </a:accent4>
      <a:accent5>
        <a:srgbClr val="009B38"/>
      </a:accent5>
      <a:accent6>
        <a:srgbClr val="00B9E4"/>
      </a:accent6>
      <a:hlink>
        <a:srgbClr val="000000"/>
      </a:hlink>
      <a:folHlink>
        <a:srgbClr val="000080"/>
      </a:folHlink>
    </a:clrScheme>
    <a:fontScheme name="FUTUREBRAND">
      <a:majorFont>
        <a:latin typeface="Museo Sans 300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ts val="1800"/>
          </a:lnSpc>
          <a:spcBef>
            <a:spcPts val="800"/>
          </a:spcBef>
          <a:defRPr sz="1600" i="1" dirty="0">
            <a:latin typeface="Georgia" pitchFamily="18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1800"/>
          </a:lnSpc>
          <a:spcBef>
            <a:spcPts val="800"/>
          </a:spcBef>
          <a:defRPr sz="1600" i="1" dirty="0" smtClean="0">
            <a:latin typeface="Georgia" pitchFamily="18" charset="0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20_FBBR0598.TP.130513">
  <a:themeElements>
    <a:clrScheme name="FutureBrand Colour Palet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434BB"/>
      </a:accent1>
      <a:accent2>
        <a:srgbClr val="CA005D"/>
      </a:accent2>
      <a:accent3>
        <a:srgbClr val="E4D700"/>
      </a:accent3>
      <a:accent4>
        <a:srgbClr val="ED2939"/>
      </a:accent4>
      <a:accent5>
        <a:srgbClr val="009B38"/>
      </a:accent5>
      <a:accent6>
        <a:srgbClr val="00B9E4"/>
      </a:accent6>
      <a:hlink>
        <a:srgbClr val="000000"/>
      </a:hlink>
      <a:folHlink>
        <a:srgbClr val="000080"/>
      </a:folHlink>
    </a:clrScheme>
    <a:fontScheme name="FUTUREBRAND">
      <a:majorFont>
        <a:latin typeface="Museo Sans 300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ts val="1800"/>
          </a:lnSpc>
          <a:spcBef>
            <a:spcPts val="800"/>
          </a:spcBef>
          <a:defRPr sz="1600" i="1" dirty="0">
            <a:latin typeface="Georgia" pitchFamily="18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1800"/>
          </a:lnSpc>
          <a:spcBef>
            <a:spcPts val="800"/>
          </a:spcBef>
          <a:defRPr sz="1600" i="1" dirty="0" smtClean="0">
            <a:latin typeface="Georgia" pitchFamily="18" charset="0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11_FBBR0598.TP.130513">
  <a:themeElements>
    <a:clrScheme name="FutureBrand Colour Palet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434BB"/>
      </a:accent1>
      <a:accent2>
        <a:srgbClr val="CA005D"/>
      </a:accent2>
      <a:accent3>
        <a:srgbClr val="E4D700"/>
      </a:accent3>
      <a:accent4>
        <a:srgbClr val="ED2939"/>
      </a:accent4>
      <a:accent5>
        <a:srgbClr val="009B38"/>
      </a:accent5>
      <a:accent6>
        <a:srgbClr val="00B9E4"/>
      </a:accent6>
      <a:hlink>
        <a:srgbClr val="000000"/>
      </a:hlink>
      <a:folHlink>
        <a:srgbClr val="000080"/>
      </a:folHlink>
    </a:clrScheme>
    <a:fontScheme name="FUTUREBRAND">
      <a:majorFont>
        <a:latin typeface="Museo Sans 300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ts val="1800"/>
          </a:lnSpc>
          <a:spcBef>
            <a:spcPts val="800"/>
          </a:spcBef>
          <a:defRPr sz="1600" i="1" dirty="0">
            <a:latin typeface="Georgia" pitchFamily="18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1800"/>
          </a:lnSpc>
          <a:spcBef>
            <a:spcPts val="800"/>
          </a:spcBef>
          <a:defRPr sz="1600" i="1" dirty="0" smtClean="0">
            <a:latin typeface="Georgia" pitchFamily="18" charset="0"/>
          </a:defRPr>
        </a:defPPr>
      </a:lstStyle>
    </a:txDef>
  </a:objectDefaults>
  <a:extraClrSchemeLst/>
</a:theme>
</file>

<file path=ppt/theme/theme5.xml><?xml version="1.0" encoding="utf-8"?>
<a:theme xmlns:a="http://schemas.openxmlformats.org/drawingml/2006/main" name="4_FBBR0598.TP.130513">
  <a:themeElements>
    <a:clrScheme name="FutureBrand Colour Palet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434BB"/>
      </a:accent1>
      <a:accent2>
        <a:srgbClr val="CA005D"/>
      </a:accent2>
      <a:accent3>
        <a:srgbClr val="E4D700"/>
      </a:accent3>
      <a:accent4>
        <a:srgbClr val="ED2939"/>
      </a:accent4>
      <a:accent5>
        <a:srgbClr val="009B38"/>
      </a:accent5>
      <a:accent6>
        <a:srgbClr val="00B9E4"/>
      </a:accent6>
      <a:hlink>
        <a:srgbClr val="000000"/>
      </a:hlink>
      <a:folHlink>
        <a:srgbClr val="000080"/>
      </a:folHlink>
    </a:clrScheme>
    <a:fontScheme name="FUTUREBRAND">
      <a:majorFont>
        <a:latin typeface="Museo Sans 300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ts val="1800"/>
          </a:lnSpc>
          <a:spcBef>
            <a:spcPts val="800"/>
          </a:spcBef>
          <a:defRPr sz="1600" i="1" dirty="0">
            <a:latin typeface="Georgia" pitchFamily="18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1800"/>
          </a:lnSpc>
          <a:spcBef>
            <a:spcPts val="800"/>
          </a:spcBef>
          <a:defRPr sz="1600" i="1" dirty="0" smtClean="0">
            <a:latin typeface="Georgia" pitchFamily="18" charset="0"/>
          </a:defRPr>
        </a:defPPr>
      </a:lstStyle>
    </a:txDef>
  </a:objectDefaults>
  <a:extraClrSchemeLst/>
</a:theme>
</file>

<file path=ppt/theme/theme6.xml><?xml version="1.0" encoding="utf-8"?>
<a:theme xmlns:a="http://schemas.openxmlformats.org/drawingml/2006/main" name="5_FBBR0598.TP.130513">
  <a:themeElements>
    <a:clrScheme name="FutureBrand Colour Palet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434BB"/>
      </a:accent1>
      <a:accent2>
        <a:srgbClr val="CA005D"/>
      </a:accent2>
      <a:accent3>
        <a:srgbClr val="E4D700"/>
      </a:accent3>
      <a:accent4>
        <a:srgbClr val="ED2939"/>
      </a:accent4>
      <a:accent5>
        <a:srgbClr val="009B38"/>
      </a:accent5>
      <a:accent6>
        <a:srgbClr val="00B9E4"/>
      </a:accent6>
      <a:hlink>
        <a:srgbClr val="000000"/>
      </a:hlink>
      <a:folHlink>
        <a:srgbClr val="000080"/>
      </a:folHlink>
    </a:clrScheme>
    <a:fontScheme name="FUTUREBRAND">
      <a:majorFont>
        <a:latin typeface="Museo Sans 300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ts val="1800"/>
          </a:lnSpc>
          <a:spcBef>
            <a:spcPts val="800"/>
          </a:spcBef>
          <a:defRPr sz="1600" i="1" dirty="0">
            <a:latin typeface="Georgia" pitchFamily="18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1800"/>
          </a:lnSpc>
          <a:spcBef>
            <a:spcPts val="800"/>
          </a:spcBef>
          <a:defRPr sz="1600" i="1" dirty="0" smtClean="0">
            <a:latin typeface="Georgia" pitchFamily="18" charset="0"/>
          </a:defRPr>
        </a:defPPr>
      </a:lstStyle>
    </a:txDef>
  </a:objectDefaults>
  <a:extraClrSchemeLst/>
</a:theme>
</file>

<file path=ppt/theme/theme7.xml><?xml version="1.0" encoding="utf-8"?>
<a:theme xmlns:a="http://schemas.openxmlformats.org/drawingml/2006/main" name="13_FBBR0598.TP.130513">
  <a:themeElements>
    <a:clrScheme name="FutureBrand Colour Palet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434BB"/>
      </a:accent1>
      <a:accent2>
        <a:srgbClr val="CA005D"/>
      </a:accent2>
      <a:accent3>
        <a:srgbClr val="E4D700"/>
      </a:accent3>
      <a:accent4>
        <a:srgbClr val="ED2939"/>
      </a:accent4>
      <a:accent5>
        <a:srgbClr val="009B38"/>
      </a:accent5>
      <a:accent6>
        <a:srgbClr val="00B9E4"/>
      </a:accent6>
      <a:hlink>
        <a:srgbClr val="000000"/>
      </a:hlink>
      <a:folHlink>
        <a:srgbClr val="000080"/>
      </a:folHlink>
    </a:clrScheme>
    <a:fontScheme name="FUTUREBRAND">
      <a:majorFont>
        <a:latin typeface="Museo Sans 300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ts val="1800"/>
          </a:lnSpc>
          <a:spcBef>
            <a:spcPts val="800"/>
          </a:spcBef>
          <a:defRPr sz="1600" i="1" dirty="0">
            <a:latin typeface="Georgia" pitchFamily="18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1800"/>
          </a:lnSpc>
          <a:spcBef>
            <a:spcPts val="800"/>
          </a:spcBef>
          <a:defRPr sz="1600" i="1" dirty="0" smtClean="0">
            <a:latin typeface="Georgia" pitchFamily="18" charset="0"/>
          </a:defRPr>
        </a:defPPr>
      </a:lstStyle>
    </a:txDef>
  </a:objectDefaults>
  <a:extraClrSchemeLst/>
</a:theme>
</file>

<file path=ppt/theme/theme8.xml><?xml version="1.0" encoding="utf-8"?>
<a:theme xmlns:a="http://schemas.openxmlformats.org/drawingml/2006/main" name="6_FBBR0598.TP.130513">
  <a:themeElements>
    <a:clrScheme name="FutureBrand Colour Palet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434BB"/>
      </a:accent1>
      <a:accent2>
        <a:srgbClr val="CA005D"/>
      </a:accent2>
      <a:accent3>
        <a:srgbClr val="E4D700"/>
      </a:accent3>
      <a:accent4>
        <a:srgbClr val="ED2939"/>
      </a:accent4>
      <a:accent5>
        <a:srgbClr val="009B38"/>
      </a:accent5>
      <a:accent6>
        <a:srgbClr val="00B9E4"/>
      </a:accent6>
      <a:hlink>
        <a:srgbClr val="000000"/>
      </a:hlink>
      <a:folHlink>
        <a:srgbClr val="000080"/>
      </a:folHlink>
    </a:clrScheme>
    <a:fontScheme name="FUTUREBRAND">
      <a:majorFont>
        <a:latin typeface="Museo Sans 300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ts val="1800"/>
          </a:lnSpc>
          <a:spcBef>
            <a:spcPts val="800"/>
          </a:spcBef>
          <a:defRPr sz="1600" i="1" dirty="0">
            <a:latin typeface="Georgia" pitchFamily="18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1800"/>
          </a:lnSpc>
          <a:spcBef>
            <a:spcPts val="800"/>
          </a:spcBef>
          <a:defRPr sz="1600" i="1" dirty="0" smtClean="0">
            <a:latin typeface="Georgia" pitchFamily="18" charset="0"/>
          </a:defRPr>
        </a:defPPr>
      </a:lstStyle>
    </a:txDef>
  </a:objectDefaults>
  <a:extraClrSchemeLst/>
</a:theme>
</file>

<file path=ppt/theme/theme9.xml><?xml version="1.0" encoding="utf-8"?>
<a:theme xmlns:a="http://schemas.openxmlformats.org/drawingml/2006/main" name="14_FBBR0598.TP.130513">
  <a:themeElements>
    <a:clrScheme name="FutureBrand Colour Palet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434BB"/>
      </a:accent1>
      <a:accent2>
        <a:srgbClr val="CA005D"/>
      </a:accent2>
      <a:accent3>
        <a:srgbClr val="E4D700"/>
      </a:accent3>
      <a:accent4>
        <a:srgbClr val="ED2939"/>
      </a:accent4>
      <a:accent5>
        <a:srgbClr val="009B38"/>
      </a:accent5>
      <a:accent6>
        <a:srgbClr val="00B9E4"/>
      </a:accent6>
      <a:hlink>
        <a:srgbClr val="000000"/>
      </a:hlink>
      <a:folHlink>
        <a:srgbClr val="000080"/>
      </a:folHlink>
    </a:clrScheme>
    <a:fontScheme name="FUTUREBRAND">
      <a:majorFont>
        <a:latin typeface="Museo Sans 300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ts val="1800"/>
          </a:lnSpc>
          <a:spcBef>
            <a:spcPts val="800"/>
          </a:spcBef>
          <a:defRPr sz="1600" i="1" dirty="0">
            <a:latin typeface="Georgia" pitchFamily="18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1800"/>
          </a:lnSpc>
          <a:spcBef>
            <a:spcPts val="800"/>
          </a:spcBef>
          <a:defRPr sz="1600" i="1" dirty="0" smtClean="0">
            <a:latin typeface="Georgia" pitchFamily="18" charset="0"/>
          </a:defRPr>
        </a:defPPr>
      </a:lstStyle>
    </a:txDef>
  </a:objectDefaults>
  <a:extraClrSchemeLst/>
</a:theme>
</file>

<file path=ppt/theme/theme10.xml><?xml version="1.0" encoding="utf-8"?>
<a:theme xmlns:a="http://schemas.openxmlformats.org/drawingml/2006/main" name="7_FBBR0598.TP.130513">
  <a:themeElements>
    <a:clrScheme name="FutureBrand Colour Palet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434BB"/>
      </a:accent1>
      <a:accent2>
        <a:srgbClr val="CA005D"/>
      </a:accent2>
      <a:accent3>
        <a:srgbClr val="E4D700"/>
      </a:accent3>
      <a:accent4>
        <a:srgbClr val="ED2939"/>
      </a:accent4>
      <a:accent5>
        <a:srgbClr val="009B38"/>
      </a:accent5>
      <a:accent6>
        <a:srgbClr val="00B9E4"/>
      </a:accent6>
      <a:hlink>
        <a:srgbClr val="000000"/>
      </a:hlink>
      <a:folHlink>
        <a:srgbClr val="000080"/>
      </a:folHlink>
    </a:clrScheme>
    <a:fontScheme name="FUTUREBRAND">
      <a:majorFont>
        <a:latin typeface="Museo Sans 300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ts val="1800"/>
          </a:lnSpc>
          <a:spcBef>
            <a:spcPts val="800"/>
          </a:spcBef>
          <a:defRPr sz="1600" i="1" dirty="0">
            <a:latin typeface="Georgia" pitchFamily="18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1800"/>
          </a:lnSpc>
          <a:spcBef>
            <a:spcPts val="800"/>
          </a:spcBef>
          <a:defRPr sz="1600" i="1" dirty="0" smtClean="0">
            <a:latin typeface="Georgia" pitchFamily="18" charset="0"/>
          </a:defRPr>
        </a:defPPr>
      </a:lstStyle>
    </a:txDef>
  </a:objectDefaults>
  <a:extraClrSchemeLst/>
</a:theme>
</file>

<file path=ppt/theme/theme11.xml><?xml version="1.0" encoding="utf-8"?>
<a:theme xmlns:a="http://schemas.openxmlformats.org/drawingml/2006/main" name="8_FBBR0598.TP.130513">
  <a:themeElements>
    <a:clrScheme name="FutureBrand Colour Palet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434BB"/>
      </a:accent1>
      <a:accent2>
        <a:srgbClr val="CA005D"/>
      </a:accent2>
      <a:accent3>
        <a:srgbClr val="E4D700"/>
      </a:accent3>
      <a:accent4>
        <a:srgbClr val="ED2939"/>
      </a:accent4>
      <a:accent5>
        <a:srgbClr val="009B38"/>
      </a:accent5>
      <a:accent6>
        <a:srgbClr val="00B9E4"/>
      </a:accent6>
      <a:hlink>
        <a:srgbClr val="000000"/>
      </a:hlink>
      <a:folHlink>
        <a:srgbClr val="000080"/>
      </a:folHlink>
    </a:clrScheme>
    <a:fontScheme name="FUTUREBRAND">
      <a:majorFont>
        <a:latin typeface="Museo Sans 300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ts val="1800"/>
          </a:lnSpc>
          <a:spcBef>
            <a:spcPts val="800"/>
          </a:spcBef>
          <a:defRPr sz="1600" i="1" dirty="0">
            <a:latin typeface="Georgia" pitchFamily="18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1800"/>
          </a:lnSpc>
          <a:spcBef>
            <a:spcPts val="800"/>
          </a:spcBef>
          <a:defRPr sz="1600" i="1" dirty="0" smtClean="0">
            <a:latin typeface="Georgia" pitchFamily="18" charset="0"/>
          </a:defRPr>
        </a:defPPr>
      </a:lstStyle>
    </a:txDef>
  </a:objectDefaults>
  <a:extraClrSchemeLst/>
</a:theme>
</file>

<file path=ppt/theme/theme12.xml><?xml version="1.0" encoding="utf-8"?>
<a:theme xmlns:a="http://schemas.openxmlformats.org/drawingml/2006/main" name="9_FBBR0598.TP.130513">
  <a:themeElements>
    <a:clrScheme name="FutureBrand Colour Palet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434BB"/>
      </a:accent1>
      <a:accent2>
        <a:srgbClr val="CA005D"/>
      </a:accent2>
      <a:accent3>
        <a:srgbClr val="E4D700"/>
      </a:accent3>
      <a:accent4>
        <a:srgbClr val="ED2939"/>
      </a:accent4>
      <a:accent5>
        <a:srgbClr val="009B38"/>
      </a:accent5>
      <a:accent6>
        <a:srgbClr val="00B9E4"/>
      </a:accent6>
      <a:hlink>
        <a:srgbClr val="000000"/>
      </a:hlink>
      <a:folHlink>
        <a:srgbClr val="000080"/>
      </a:folHlink>
    </a:clrScheme>
    <a:fontScheme name="FUTUREBRAND">
      <a:majorFont>
        <a:latin typeface="Museo Sans 300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ts val="1800"/>
          </a:lnSpc>
          <a:spcBef>
            <a:spcPts val="800"/>
          </a:spcBef>
          <a:defRPr sz="1600" i="1" dirty="0">
            <a:latin typeface="Georgia" pitchFamily="18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1800"/>
          </a:lnSpc>
          <a:spcBef>
            <a:spcPts val="800"/>
          </a:spcBef>
          <a:defRPr sz="1600" i="1" dirty="0" smtClean="0">
            <a:latin typeface="Georgia" pitchFamily="18" charset="0"/>
          </a:defRPr>
        </a:defPPr>
      </a:lstStyle>
    </a:txDef>
  </a:objectDefaults>
  <a:extraClrSchemeLst/>
</a:theme>
</file>

<file path=ppt/theme/theme13.xml><?xml version="1.0" encoding="utf-8"?>
<a:theme xmlns:a="http://schemas.openxmlformats.org/drawingml/2006/main" name="10_FBBR0598.TP.130513">
  <a:themeElements>
    <a:clrScheme name="FutureBrand Colour Palet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434BB"/>
      </a:accent1>
      <a:accent2>
        <a:srgbClr val="CA005D"/>
      </a:accent2>
      <a:accent3>
        <a:srgbClr val="E4D700"/>
      </a:accent3>
      <a:accent4>
        <a:srgbClr val="ED2939"/>
      </a:accent4>
      <a:accent5>
        <a:srgbClr val="009B38"/>
      </a:accent5>
      <a:accent6>
        <a:srgbClr val="00B9E4"/>
      </a:accent6>
      <a:hlink>
        <a:srgbClr val="000000"/>
      </a:hlink>
      <a:folHlink>
        <a:srgbClr val="000080"/>
      </a:folHlink>
    </a:clrScheme>
    <a:fontScheme name="FUTUREBRAND">
      <a:majorFont>
        <a:latin typeface="Museo Sans 300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ts val="1800"/>
          </a:lnSpc>
          <a:spcBef>
            <a:spcPts val="800"/>
          </a:spcBef>
          <a:defRPr sz="1600" i="1" dirty="0">
            <a:latin typeface="Georgia" pitchFamily="18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1800"/>
          </a:lnSpc>
          <a:spcBef>
            <a:spcPts val="800"/>
          </a:spcBef>
          <a:defRPr sz="1600" i="1" dirty="0" smtClean="0">
            <a:latin typeface="Georgia" pitchFamily="18" charset="0"/>
          </a:defRPr>
        </a:defPPr>
      </a:lstStyle>
    </a:txDef>
  </a:objectDefaults>
  <a:extraClrSchemeLst/>
</a:theme>
</file>

<file path=ppt/theme/theme14.xml><?xml version="1.0" encoding="utf-8"?>
<a:theme xmlns:a="http://schemas.openxmlformats.org/drawingml/2006/main" name="1_FBBR0598.TP.130513">
  <a:themeElements>
    <a:clrScheme name="FutureBrand Colour Palet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434BB"/>
      </a:accent1>
      <a:accent2>
        <a:srgbClr val="CA005D"/>
      </a:accent2>
      <a:accent3>
        <a:srgbClr val="E4D700"/>
      </a:accent3>
      <a:accent4>
        <a:srgbClr val="ED2939"/>
      </a:accent4>
      <a:accent5>
        <a:srgbClr val="009B38"/>
      </a:accent5>
      <a:accent6>
        <a:srgbClr val="00B9E4"/>
      </a:accent6>
      <a:hlink>
        <a:srgbClr val="000000"/>
      </a:hlink>
      <a:folHlink>
        <a:srgbClr val="000080"/>
      </a:folHlink>
    </a:clrScheme>
    <a:fontScheme name="FUTUREBRAND">
      <a:majorFont>
        <a:latin typeface="Museo Sans 300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ts val="1800"/>
          </a:lnSpc>
          <a:spcBef>
            <a:spcPts val="800"/>
          </a:spcBef>
          <a:defRPr sz="1600" i="1" dirty="0">
            <a:latin typeface="Georgia" pitchFamily="18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1800"/>
          </a:lnSpc>
          <a:spcBef>
            <a:spcPts val="800"/>
          </a:spcBef>
          <a:defRPr sz="1600" i="1" dirty="0" smtClean="0">
            <a:latin typeface="Georgia" pitchFamily="18" charset="0"/>
          </a:defRPr>
        </a:defPPr>
      </a:lstStyle>
    </a:txDef>
  </a:objectDefaults>
  <a:extraClrSchemeLst/>
</a:theme>
</file>

<file path=ppt/theme/theme15.xml><?xml version="1.0" encoding="utf-8"?>
<a:theme xmlns:a="http://schemas.openxmlformats.org/drawingml/2006/main" name="12_FBBR0598.TP.130513">
  <a:themeElements>
    <a:clrScheme name="FutureBrand Colour Palet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434BB"/>
      </a:accent1>
      <a:accent2>
        <a:srgbClr val="CA005D"/>
      </a:accent2>
      <a:accent3>
        <a:srgbClr val="E4D700"/>
      </a:accent3>
      <a:accent4>
        <a:srgbClr val="ED2939"/>
      </a:accent4>
      <a:accent5>
        <a:srgbClr val="009B38"/>
      </a:accent5>
      <a:accent6>
        <a:srgbClr val="00B9E4"/>
      </a:accent6>
      <a:hlink>
        <a:srgbClr val="000000"/>
      </a:hlink>
      <a:folHlink>
        <a:srgbClr val="000080"/>
      </a:folHlink>
    </a:clrScheme>
    <a:fontScheme name="FUTUREBRAND">
      <a:majorFont>
        <a:latin typeface="Museo Sans 300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ts val="1800"/>
          </a:lnSpc>
          <a:spcBef>
            <a:spcPts val="800"/>
          </a:spcBef>
          <a:defRPr sz="1600" i="1" dirty="0">
            <a:latin typeface="Georgia" pitchFamily="18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1800"/>
          </a:lnSpc>
          <a:spcBef>
            <a:spcPts val="800"/>
          </a:spcBef>
          <a:defRPr sz="1600" i="1" dirty="0" smtClean="0">
            <a:latin typeface="Georgia" pitchFamily="18" charset="0"/>
          </a:defRPr>
        </a:defPPr>
      </a:lstStyle>
    </a:txDef>
  </a:objectDefaults>
  <a:extraClrSchemeLst/>
</a:theme>
</file>

<file path=ppt/theme/theme16.xml><?xml version="1.0" encoding="utf-8"?>
<a:theme xmlns:a="http://schemas.openxmlformats.org/drawingml/2006/main" name="2_FBBR0598.TP.130513">
  <a:themeElements>
    <a:clrScheme name="FutureBrand Colour Palet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434BB"/>
      </a:accent1>
      <a:accent2>
        <a:srgbClr val="CA005D"/>
      </a:accent2>
      <a:accent3>
        <a:srgbClr val="E4D700"/>
      </a:accent3>
      <a:accent4>
        <a:srgbClr val="ED2939"/>
      </a:accent4>
      <a:accent5>
        <a:srgbClr val="009B38"/>
      </a:accent5>
      <a:accent6>
        <a:srgbClr val="00B9E4"/>
      </a:accent6>
      <a:hlink>
        <a:srgbClr val="000000"/>
      </a:hlink>
      <a:folHlink>
        <a:srgbClr val="000080"/>
      </a:folHlink>
    </a:clrScheme>
    <a:fontScheme name="FUTUREBRAND">
      <a:majorFont>
        <a:latin typeface="Museo Sans 300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ts val="1800"/>
          </a:lnSpc>
          <a:spcBef>
            <a:spcPts val="800"/>
          </a:spcBef>
          <a:defRPr sz="1600" i="1" dirty="0">
            <a:latin typeface="Georgia" pitchFamily="18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1800"/>
          </a:lnSpc>
          <a:spcBef>
            <a:spcPts val="800"/>
          </a:spcBef>
          <a:defRPr sz="1600" i="1" dirty="0" smtClean="0">
            <a:latin typeface="Georgia" pitchFamily="18" charset="0"/>
          </a:defRPr>
        </a:defPPr>
      </a:lstStyle>
    </a:txDef>
  </a:objectDefaults>
  <a:extraClrSchemeLst/>
</a:theme>
</file>

<file path=ppt/theme/theme17.xml><?xml version="1.0" encoding="utf-8"?>
<a:theme xmlns:a="http://schemas.openxmlformats.org/drawingml/2006/main" name="3_FBBR0598.TP.130513">
  <a:themeElements>
    <a:clrScheme name="FutureBrand Colour Palet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434BB"/>
      </a:accent1>
      <a:accent2>
        <a:srgbClr val="CA005D"/>
      </a:accent2>
      <a:accent3>
        <a:srgbClr val="E4D700"/>
      </a:accent3>
      <a:accent4>
        <a:srgbClr val="ED2939"/>
      </a:accent4>
      <a:accent5>
        <a:srgbClr val="009B38"/>
      </a:accent5>
      <a:accent6>
        <a:srgbClr val="00B9E4"/>
      </a:accent6>
      <a:hlink>
        <a:srgbClr val="000000"/>
      </a:hlink>
      <a:folHlink>
        <a:srgbClr val="000080"/>
      </a:folHlink>
    </a:clrScheme>
    <a:fontScheme name="FUTUREBRAND">
      <a:majorFont>
        <a:latin typeface="Museo Sans 300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ts val="1800"/>
          </a:lnSpc>
          <a:spcBef>
            <a:spcPts val="800"/>
          </a:spcBef>
          <a:defRPr sz="1600" i="1" dirty="0">
            <a:latin typeface="Georgia" pitchFamily="18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1800"/>
          </a:lnSpc>
          <a:spcBef>
            <a:spcPts val="800"/>
          </a:spcBef>
          <a:defRPr sz="1600" i="1" dirty="0" smtClean="0">
            <a:latin typeface="Georgia" pitchFamily="18" charset="0"/>
          </a:defRPr>
        </a:defPPr>
      </a:lstStyle>
    </a:txDef>
  </a:objectDefaults>
  <a:extraClrSchemeLst/>
</a:theme>
</file>

<file path=ppt/theme/theme18.xml><?xml version="1.0" encoding="utf-8"?>
<a:theme xmlns:a="http://schemas.openxmlformats.org/drawingml/2006/main" name="1_Custom Design">
  <a:themeElements>
    <a:clrScheme name="Oi">
      <a:dk1>
        <a:sysClr val="windowText" lastClr="000000"/>
      </a:dk1>
      <a:lt1>
        <a:sysClr val="window" lastClr="FFFFFF"/>
      </a:lt1>
      <a:dk2>
        <a:srgbClr val="004A4C"/>
      </a:dk2>
      <a:lt2>
        <a:srgbClr val="92D050"/>
      </a:lt2>
      <a:accent1>
        <a:srgbClr val="00AAAD"/>
      </a:accent1>
      <a:accent2>
        <a:srgbClr val="4D4D4D"/>
      </a:accent2>
      <a:accent3>
        <a:srgbClr val="C03E96"/>
      </a:accent3>
      <a:accent4>
        <a:srgbClr val="F99D1C"/>
      </a:accent4>
      <a:accent5>
        <a:srgbClr val="E05206"/>
      </a:accent5>
      <a:accent6>
        <a:srgbClr val="FF3399"/>
      </a:accent6>
      <a:hlink>
        <a:srgbClr val="0000FF"/>
      </a:hlink>
      <a:folHlink>
        <a:srgbClr val="800080"/>
      </a:folHlink>
    </a:clrScheme>
    <a:fontScheme name="Oi">
      <a:majorFont>
        <a:latin typeface="Simplon Oi Headline"/>
        <a:ea typeface=""/>
        <a:cs typeface=""/>
      </a:majorFont>
      <a:minorFont>
        <a:latin typeface="Simplon BP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smtClean="0">
            <a:solidFill>
              <a:schemeClr val="bg1"/>
            </a:solidFill>
            <a:latin typeface="Simplon BP Regular" pitchFamily="50" charset="0"/>
          </a:defRPr>
        </a:defPPr>
      </a:lstStyle>
    </a:spDef>
    <a:lnDef>
      <a:spPr>
        <a:ln w="12700">
          <a:solidFill>
            <a:schemeClr val="accent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>
          <a:defRPr sz="1200" dirty="0">
            <a:latin typeface="Simplon BP Regular" pitchFamily="2" charset="0"/>
          </a:defRPr>
        </a:defPPr>
      </a:lstStyle>
    </a:txDef>
  </a:objectDefaults>
  <a:extraClrSchemeLst/>
</a:theme>
</file>

<file path=ppt/theme/theme19.xml><?xml version="1.0" encoding="utf-8"?>
<a:theme xmlns:a="http://schemas.openxmlformats.org/drawingml/2006/main" name="3_Custom Design">
  <a:themeElements>
    <a:clrScheme name="Oi">
      <a:dk1>
        <a:sysClr val="windowText" lastClr="000000"/>
      </a:dk1>
      <a:lt1>
        <a:sysClr val="window" lastClr="FFFFFF"/>
      </a:lt1>
      <a:dk2>
        <a:srgbClr val="004A4C"/>
      </a:dk2>
      <a:lt2>
        <a:srgbClr val="92D050"/>
      </a:lt2>
      <a:accent1>
        <a:srgbClr val="00AAAD"/>
      </a:accent1>
      <a:accent2>
        <a:srgbClr val="4D4D4D"/>
      </a:accent2>
      <a:accent3>
        <a:srgbClr val="C03E96"/>
      </a:accent3>
      <a:accent4>
        <a:srgbClr val="F99D1C"/>
      </a:accent4>
      <a:accent5>
        <a:srgbClr val="E05206"/>
      </a:accent5>
      <a:accent6>
        <a:srgbClr val="FF3399"/>
      </a:accent6>
      <a:hlink>
        <a:srgbClr val="0000FF"/>
      </a:hlink>
      <a:folHlink>
        <a:srgbClr val="800080"/>
      </a:folHlink>
    </a:clrScheme>
    <a:fontScheme name="Oi">
      <a:majorFont>
        <a:latin typeface="Simplon Oi Headline"/>
        <a:ea typeface=""/>
        <a:cs typeface=""/>
      </a:majorFont>
      <a:minorFont>
        <a:latin typeface="Simplon BP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smtClean="0">
            <a:solidFill>
              <a:schemeClr val="bg1"/>
            </a:solidFill>
            <a:latin typeface="Simplon BP Regular" pitchFamily="50" charset="0"/>
          </a:defRPr>
        </a:defPPr>
      </a:lstStyle>
    </a:spDef>
    <a:lnDef>
      <a:spPr>
        <a:ln w="12700">
          <a:solidFill>
            <a:schemeClr val="accent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>
          <a:defRPr sz="1200" dirty="0">
            <a:latin typeface="Simplon BP Regular" pitchFamily="2" charset="0"/>
          </a:defRPr>
        </a:defPPr>
      </a:lstStyle>
    </a:txDef>
  </a:objectDefaults>
  <a:extraClrSchemeLst/>
</a:theme>
</file>

<file path=ppt/theme/theme20.xml><?xml version="1.0" encoding="utf-8"?>
<a:theme xmlns:a="http://schemas.openxmlformats.org/drawingml/2006/main" name="4_Custom Design">
  <a:themeElements>
    <a:clrScheme name="Oi">
      <a:dk1>
        <a:sysClr val="windowText" lastClr="000000"/>
      </a:dk1>
      <a:lt1>
        <a:sysClr val="window" lastClr="FFFFFF"/>
      </a:lt1>
      <a:dk2>
        <a:srgbClr val="004A4C"/>
      </a:dk2>
      <a:lt2>
        <a:srgbClr val="92D050"/>
      </a:lt2>
      <a:accent1>
        <a:srgbClr val="00AAAD"/>
      </a:accent1>
      <a:accent2>
        <a:srgbClr val="4D4D4D"/>
      </a:accent2>
      <a:accent3>
        <a:srgbClr val="C03E96"/>
      </a:accent3>
      <a:accent4>
        <a:srgbClr val="F99D1C"/>
      </a:accent4>
      <a:accent5>
        <a:srgbClr val="E05206"/>
      </a:accent5>
      <a:accent6>
        <a:srgbClr val="FF3399"/>
      </a:accent6>
      <a:hlink>
        <a:srgbClr val="0000FF"/>
      </a:hlink>
      <a:folHlink>
        <a:srgbClr val="800080"/>
      </a:folHlink>
    </a:clrScheme>
    <a:fontScheme name="Oi">
      <a:majorFont>
        <a:latin typeface="Simplon Oi Headline"/>
        <a:ea typeface=""/>
        <a:cs typeface=""/>
      </a:majorFont>
      <a:minorFont>
        <a:latin typeface="Simplon BP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smtClean="0">
            <a:solidFill>
              <a:schemeClr val="bg1"/>
            </a:solidFill>
            <a:latin typeface="Simplon BP Regular" pitchFamily="50" charset="0"/>
          </a:defRPr>
        </a:defPPr>
      </a:lstStyle>
    </a:spDef>
    <a:lnDef>
      <a:spPr>
        <a:ln w="12700">
          <a:solidFill>
            <a:schemeClr val="accent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>
          <a:defRPr sz="1200" dirty="0">
            <a:latin typeface="Simplon BP Regular" pitchFamily="2" charset="0"/>
          </a:defRPr>
        </a:defPPr>
      </a:lstStyle>
    </a:txDef>
  </a:objectDefaults>
  <a:extraClrSchemeLst/>
</a:theme>
</file>

<file path=ppt/theme/theme21.xml><?xml version="1.0" encoding="utf-8"?>
<a:theme xmlns:a="http://schemas.openxmlformats.org/drawingml/2006/main" name="5_Custom Design">
  <a:themeElements>
    <a:clrScheme name="Oi">
      <a:dk1>
        <a:sysClr val="windowText" lastClr="000000"/>
      </a:dk1>
      <a:lt1>
        <a:sysClr val="window" lastClr="FFFFFF"/>
      </a:lt1>
      <a:dk2>
        <a:srgbClr val="004A4C"/>
      </a:dk2>
      <a:lt2>
        <a:srgbClr val="92D050"/>
      </a:lt2>
      <a:accent1>
        <a:srgbClr val="00AAAD"/>
      </a:accent1>
      <a:accent2>
        <a:srgbClr val="4D4D4D"/>
      </a:accent2>
      <a:accent3>
        <a:srgbClr val="C03E96"/>
      </a:accent3>
      <a:accent4>
        <a:srgbClr val="F99D1C"/>
      </a:accent4>
      <a:accent5>
        <a:srgbClr val="E05206"/>
      </a:accent5>
      <a:accent6>
        <a:srgbClr val="FF3399"/>
      </a:accent6>
      <a:hlink>
        <a:srgbClr val="0000FF"/>
      </a:hlink>
      <a:folHlink>
        <a:srgbClr val="800080"/>
      </a:folHlink>
    </a:clrScheme>
    <a:fontScheme name="Oi">
      <a:majorFont>
        <a:latin typeface="Simplon Oi Headline"/>
        <a:ea typeface=""/>
        <a:cs typeface=""/>
      </a:majorFont>
      <a:minorFont>
        <a:latin typeface="Simplon BP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smtClean="0">
            <a:solidFill>
              <a:schemeClr val="bg1"/>
            </a:solidFill>
            <a:latin typeface="Simplon BP Regular" pitchFamily="50" charset="0"/>
          </a:defRPr>
        </a:defPPr>
      </a:lstStyle>
    </a:spDef>
    <a:lnDef>
      <a:spPr>
        <a:ln w="12700">
          <a:solidFill>
            <a:schemeClr val="accent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>
          <a:defRPr sz="1200" dirty="0">
            <a:latin typeface="Simplon BP Regular" pitchFamily="2" charset="0"/>
          </a:defRPr>
        </a:defPPr>
      </a:lstStyle>
    </a:txDef>
  </a:objectDefaults>
  <a:extraClrSchemeLst/>
</a:theme>
</file>

<file path=ppt/theme/theme22.xml><?xml version="1.0" encoding="utf-8"?>
<a:theme xmlns:a="http://schemas.openxmlformats.org/drawingml/2006/main" name="6_Custom Design">
  <a:themeElements>
    <a:clrScheme name="Oi">
      <a:dk1>
        <a:sysClr val="windowText" lastClr="000000"/>
      </a:dk1>
      <a:lt1>
        <a:sysClr val="window" lastClr="FFFFFF"/>
      </a:lt1>
      <a:dk2>
        <a:srgbClr val="004A4C"/>
      </a:dk2>
      <a:lt2>
        <a:srgbClr val="92D050"/>
      </a:lt2>
      <a:accent1>
        <a:srgbClr val="00AAAD"/>
      </a:accent1>
      <a:accent2>
        <a:srgbClr val="4D4D4D"/>
      </a:accent2>
      <a:accent3>
        <a:srgbClr val="C03E96"/>
      </a:accent3>
      <a:accent4>
        <a:srgbClr val="F99D1C"/>
      </a:accent4>
      <a:accent5>
        <a:srgbClr val="E05206"/>
      </a:accent5>
      <a:accent6>
        <a:srgbClr val="FF3399"/>
      </a:accent6>
      <a:hlink>
        <a:srgbClr val="0000FF"/>
      </a:hlink>
      <a:folHlink>
        <a:srgbClr val="800080"/>
      </a:folHlink>
    </a:clrScheme>
    <a:fontScheme name="Oi">
      <a:majorFont>
        <a:latin typeface="Simplon Oi Headline"/>
        <a:ea typeface=""/>
        <a:cs typeface=""/>
      </a:majorFont>
      <a:minorFont>
        <a:latin typeface="Simplon BP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smtClean="0">
            <a:solidFill>
              <a:schemeClr val="bg1"/>
            </a:solidFill>
            <a:latin typeface="Simplon BP Regular" pitchFamily="50" charset="0"/>
          </a:defRPr>
        </a:defPPr>
      </a:lstStyle>
    </a:spDef>
    <a:lnDef>
      <a:spPr>
        <a:ln w="12700">
          <a:solidFill>
            <a:schemeClr val="accent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>
          <a:defRPr sz="1200" dirty="0">
            <a:latin typeface="Simplon BP Regular" pitchFamily="2" charset="0"/>
          </a:defRPr>
        </a:defPPr>
      </a:lstStyle>
    </a:txDef>
  </a:objectDefaults>
  <a:extraClrSchemeLst/>
</a:theme>
</file>

<file path=ppt/theme/theme23.xml><?xml version="1.0" encoding="utf-8"?>
<a:theme xmlns:a="http://schemas.openxmlformats.org/drawingml/2006/main" name="7_Custom Design">
  <a:themeElements>
    <a:clrScheme name="Oi">
      <a:dk1>
        <a:sysClr val="windowText" lastClr="000000"/>
      </a:dk1>
      <a:lt1>
        <a:sysClr val="window" lastClr="FFFFFF"/>
      </a:lt1>
      <a:dk2>
        <a:srgbClr val="004A4C"/>
      </a:dk2>
      <a:lt2>
        <a:srgbClr val="92D050"/>
      </a:lt2>
      <a:accent1>
        <a:srgbClr val="00AAAD"/>
      </a:accent1>
      <a:accent2>
        <a:srgbClr val="4D4D4D"/>
      </a:accent2>
      <a:accent3>
        <a:srgbClr val="C03E96"/>
      </a:accent3>
      <a:accent4>
        <a:srgbClr val="F99D1C"/>
      </a:accent4>
      <a:accent5>
        <a:srgbClr val="E05206"/>
      </a:accent5>
      <a:accent6>
        <a:srgbClr val="FF3399"/>
      </a:accent6>
      <a:hlink>
        <a:srgbClr val="0000FF"/>
      </a:hlink>
      <a:folHlink>
        <a:srgbClr val="800080"/>
      </a:folHlink>
    </a:clrScheme>
    <a:fontScheme name="Oi">
      <a:majorFont>
        <a:latin typeface="Simplon Oi Headline"/>
        <a:ea typeface=""/>
        <a:cs typeface=""/>
      </a:majorFont>
      <a:minorFont>
        <a:latin typeface="Simplon BP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smtClean="0">
            <a:solidFill>
              <a:schemeClr val="bg1"/>
            </a:solidFill>
            <a:latin typeface="Simplon BP Regular" pitchFamily="50" charset="0"/>
          </a:defRPr>
        </a:defPPr>
      </a:lstStyle>
    </a:spDef>
    <a:lnDef>
      <a:spPr>
        <a:ln w="12700">
          <a:solidFill>
            <a:schemeClr val="accent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>
          <a:defRPr sz="1200" dirty="0">
            <a:latin typeface="Simplon BP Regular" pitchFamily="2" charset="0"/>
          </a:defRPr>
        </a:defPPr>
      </a:lstStyle>
    </a:txDef>
  </a:objectDefaults>
  <a:extraClrSchemeLst/>
</a:theme>
</file>

<file path=ppt/theme/theme24.xml><?xml version="1.0" encoding="utf-8"?>
<a:theme xmlns:a="http://schemas.openxmlformats.org/drawingml/2006/main" name="8_Custom Design">
  <a:themeElements>
    <a:clrScheme name="Oi">
      <a:dk1>
        <a:sysClr val="windowText" lastClr="000000"/>
      </a:dk1>
      <a:lt1>
        <a:sysClr val="window" lastClr="FFFFFF"/>
      </a:lt1>
      <a:dk2>
        <a:srgbClr val="004A4C"/>
      </a:dk2>
      <a:lt2>
        <a:srgbClr val="92D050"/>
      </a:lt2>
      <a:accent1>
        <a:srgbClr val="00AAAD"/>
      </a:accent1>
      <a:accent2>
        <a:srgbClr val="4D4D4D"/>
      </a:accent2>
      <a:accent3>
        <a:srgbClr val="C03E96"/>
      </a:accent3>
      <a:accent4>
        <a:srgbClr val="F99D1C"/>
      </a:accent4>
      <a:accent5>
        <a:srgbClr val="E05206"/>
      </a:accent5>
      <a:accent6>
        <a:srgbClr val="FF3399"/>
      </a:accent6>
      <a:hlink>
        <a:srgbClr val="0000FF"/>
      </a:hlink>
      <a:folHlink>
        <a:srgbClr val="800080"/>
      </a:folHlink>
    </a:clrScheme>
    <a:fontScheme name="Oi">
      <a:majorFont>
        <a:latin typeface="Simplon Oi Headline"/>
        <a:ea typeface=""/>
        <a:cs typeface=""/>
      </a:majorFont>
      <a:minorFont>
        <a:latin typeface="Simplon BP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smtClean="0">
            <a:solidFill>
              <a:schemeClr val="bg1"/>
            </a:solidFill>
            <a:latin typeface="Simplon BP Regular" pitchFamily="50" charset="0"/>
          </a:defRPr>
        </a:defPPr>
      </a:lstStyle>
    </a:spDef>
    <a:lnDef>
      <a:spPr>
        <a:ln w="12700">
          <a:solidFill>
            <a:schemeClr val="accent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>
          <a:defRPr sz="1200" dirty="0">
            <a:latin typeface="Simplon BP Regular" pitchFamily="2" charset="0"/>
          </a:defRPr>
        </a:defPPr>
      </a:lstStyle>
    </a:txDef>
  </a:objectDefaults>
  <a:extraClrSchemeLst/>
</a:theme>
</file>

<file path=ppt/theme/theme25.xml><?xml version="1.0" encoding="utf-8"?>
<a:theme xmlns:a="http://schemas.openxmlformats.org/drawingml/2006/main" name="9_Custom Design">
  <a:themeElements>
    <a:clrScheme name="Oi">
      <a:dk1>
        <a:sysClr val="windowText" lastClr="000000"/>
      </a:dk1>
      <a:lt1>
        <a:sysClr val="window" lastClr="FFFFFF"/>
      </a:lt1>
      <a:dk2>
        <a:srgbClr val="004A4C"/>
      </a:dk2>
      <a:lt2>
        <a:srgbClr val="92D050"/>
      </a:lt2>
      <a:accent1>
        <a:srgbClr val="00AAAD"/>
      </a:accent1>
      <a:accent2>
        <a:srgbClr val="4D4D4D"/>
      </a:accent2>
      <a:accent3>
        <a:srgbClr val="C03E96"/>
      </a:accent3>
      <a:accent4>
        <a:srgbClr val="F99D1C"/>
      </a:accent4>
      <a:accent5>
        <a:srgbClr val="E05206"/>
      </a:accent5>
      <a:accent6>
        <a:srgbClr val="FF3399"/>
      </a:accent6>
      <a:hlink>
        <a:srgbClr val="0000FF"/>
      </a:hlink>
      <a:folHlink>
        <a:srgbClr val="800080"/>
      </a:folHlink>
    </a:clrScheme>
    <a:fontScheme name="Oi">
      <a:majorFont>
        <a:latin typeface="Simplon Oi Headline"/>
        <a:ea typeface=""/>
        <a:cs typeface=""/>
      </a:majorFont>
      <a:minorFont>
        <a:latin typeface="Simplon BP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smtClean="0">
            <a:solidFill>
              <a:schemeClr val="bg1"/>
            </a:solidFill>
            <a:latin typeface="Simplon BP Regular" pitchFamily="50" charset="0"/>
          </a:defRPr>
        </a:defPPr>
      </a:lstStyle>
    </a:spDef>
    <a:lnDef>
      <a:spPr>
        <a:ln w="12700">
          <a:solidFill>
            <a:schemeClr val="accent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>
          <a:defRPr sz="1200" dirty="0">
            <a:latin typeface="Simplon BP Regular" pitchFamily="2" charset="0"/>
          </a:defRPr>
        </a:defPPr>
      </a:lstStyle>
    </a:txDef>
  </a:objectDefaults>
  <a:extraClrSchemeLst/>
</a:theme>
</file>

<file path=ppt/theme/theme26.xml><?xml version="1.0" encoding="utf-8"?>
<a:theme xmlns:a="http://schemas.openxmlformats.org/drawingml/2006/main" name="10_Custom Design">
  <a:themeElements>
    <a:clrScheme name="Oi">
      <a:dk1>
        <a:sysClr val="windowText" lastClr="000000"/>
      </a:dk1>
      <a:lt1>
        <a:sysClr val="window" lastClr="FFFFFF"/>
      </a:lt1>
      <a:dk2>
        <a:srgbClr val="004A4C"/>
      </a:dk2>
      <a:lt2>
        <a:srgbClr val="92D050"/>
      </a:lt2>
      <a:accent1>
        <a:srgbClr val="00AAAD"/>
      </a:accent1>
      <a:accent2>
        <a:srgbClr val="4D4D4D"/>
      </a:accent2>
      <a:accent3>
        <a:srgbClr val="C03E96"/>
      </a:accent3>
      <a:accent4>
        <a:srgbClr val="F99D1C"/>
      </a:accent4>
      <a:accent5>
        <a:srgbClr val="E05206"/>
      </a:accent5>
      <a:accent6>
        <a:srgbClr val="FF3399"/>
      </a:accent6>
      <a:hlink>
        <a:srgbClr val="0000FF"/>
      </a:hlink>
      <a:folHlink>
        <a:srgbClr val="800080"/>
      </a:folHlink>
    </a:clrScheme>
    <a:fontScheme name="Oi">
      <a:majorFont>
        <a:latin typeface="Simplon Oi Headline"/>
        <a:ea typeface=""/>
        <a:cs typeface=""/>
      </a:majorFont>
      <a:minorFont>
        <a:latin typeface="Simplon BP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smtClean="0">
            <a:solidFill>
              <a:schemeClr val="bg1"/>
            </a:solidFill>
            <a:latin typeface="Simplon BP Regular" pitchFamily="50" charset="0"/>
          </a:defRPr>
        </a:defPPr>
      </a:lstStyle>
    </a:spDef>
    <a:lnDef>
      <a:spPr>
        <a:ln w="12700">
          <a:solidFill>
            <a:schemeClr val="accent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>
          <a:defRPr sz="1200" dirty="0">
            <a:latin typeface="Simplon BP Regular" pitchFamily="2" charset="0"/>
          </a:defRPr>
        </a:defPPr>
      </a:lstStyle>
    </a:txDef>
  </a:objectDefaults>
  <a:extraClrSchemeLst/>
</a:theme>
</file>

<file path=ppt/theme/theme27.xml><?xml version="1.0" encoding="utf-8"?>
<a:theme xmlns:a="http://schemas.openxmlformats.org/drawingml/2006/main" name="11_Custom Design">
  <a:themeElements>
    <a:clrScheme name="Oi">
      <a:dk1>
        <a:sysClr val="windowText" lastClr="000000"/>
      </a:dk1>
      <a:lt1>
        <a:sysClr val="window" lastClr="FFFFFF"/>
      </a:lt1>
      <a:dk2>
        <a:srgbClr val="004A4C"/>
      </a:dk2>
      <a:lt2>
        <a:srgbClr val="92D050"/>
      </a:lt2>
      <a:accent1>
        <a:srgbClr val="00AAAD"/>
      </a:accent1>
      <a:accent2>
        <a:srgbClr val="4D4D4D"/>
      </a:accent2>
      <a:accent3>
        <a:srgbClr val="C03E96"/>
      </a:accent3>
      <a:accent4>
        <a:srgbClr val="F99D1C"/>
      </a:accent4>
      <a:accent5>
        <a:srgbClr val="E05206"/>
      </a:accent5>
      <a:accent6>
        <a:srgbClr val="FF3399"/>
      </a:accent6>
      <a:hlink>
        <a:srgbClr val="0000FF"/>
      </a:hlink>
      <a:folHlink>
        <a:srgbClr val="800080"/>
      </a:folHlink>
    </a:clrScheme>
    <a:fontScheme name="Oi">
      <a:majorFont>
        <a:latin typeface="Simplon Oi Headline"/>
        <a:ea typeface=""/>
        <a:cs typeface=""/>
      </a:majorFont>
      <a:minorFont>
        <a:latin typeface="Simplon BP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smtClean="0">
            <a:solidFill>
              <a:schemeClr val="bg1"/>
            </a:solidFill>
            <a:latin typeface="Simplon BP Regular" pitchFamily="50" charset="0"/>
          </a:defRPr>
        </a:defPPr>
      </a:lstStyle>
    </a:spDef>
    <a:lnDef>
      <a:spPr>
        <a:ln w="12700">
          <a:solidFill>
            <a:schemeClr val="accent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>
          <a:defRPr sz="1200" dirty="0">
            <a:latin typeface="Simplon BP Regular" pitchFamily="2" charset="0"/>
          </a:defRPr>
        </a:defPPr>
      </a:lstStyle>
    </a:txDef>
  </a:objectDefaults>
  <a:extraClrSchemeLst/>
</a:theme>
</file>

<file path=ppt/theme/theme28.xml><?xml version="1.0" encoding="utf-8"?>
<a:theme xmlns:a="http://schemas.openxmlformats.org/drawingml/2006/main" name="12_Custom Design">
  <a:themeElements>
    <a:clrScheme name="Oi">
      <a:dk1>
        <a:sysClr val="windowText" lastClr="000000"/>
      </a:dk1>
      <a:lt1>
        <a:sysClr val="window" lastClr="FFFFFF"/>
      </a:lt1>
      <a:dk2>
        <a:srgbClr val="004A4C"/>
      </a:dk2>
      <a:lt2>
        <a:srgbClr val="92D050"/>
      </a:lt2>
      <a:accent1>
        <a:srgbClr val="00AAAD"/>
      </a:accent1>
      <a:accent2>
        <a:srgbClr val="4D4D4D"/>
      </a:accent2>
      <a:accent3>
        <a:srgbClr val="C03E96"/>
      </a:accent3>
      <a:accent4>
        <a:srgbClr val="F99D1C"/>
      </a:accent4>
      <a:accent5>
        <a:srgbClr val="E05206"/>
      </a:accent5>
      <a:accent6>
        <a:srgbClr val="FF3399"/>
      </a:accent6>
      <a:hlink>
        <a:srgbClr val="0000FF"/>
      </a:hlink>
      <a:folHlink>
        <a:srgbClr val="800080"/>
      </a:folHlink>
    </a:clrScheme>
    <a:fontScheme name="Oi">
      <a:majorFont>
        <a:latin typeface="Simplon Oi Headline"/>
        <a:ea typeface=""/>
        <a:cs typeface=""/>
      </a:majorFont>
      <a:minorFont>
        <a:latin typeface="Simplon BP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smtClean="0">
            <a:solidFill>
              <a:schemeClr val="bg1"/>
            </a:solidFill>
            <a:latin typeface="Simplon BP Regular" pitchFamily="50" charset="0"/>
          </a:defRPr>
        </a:defPPr>
      </a:lstStyle>
    </a:spDef>
    <a:lnDef>
      <a:spPr>
        <a:ln w="12700">
          <a:solidFill>
            <a:schemeClr val="accent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>
          <a:defRPr sz="1200" dirty="0">
            <a:latin typeface="Simplon BP Regular" pitchFamily="2" charset="0"/>
          </a:defRPr>
        </a:defPPr>
      </a:lstStyle>
    </a:txDef>
  </a:objectDefaults>
  <a:extraClrSchemeLst/>
</a:theme>
</file>

<file path=ppt/theme/theme29.xml><?xml version="1.0" encoding="utf-8"?>
<a:theme xmlns:a="http://schemas.openxmlformats.org/drawingml/2006/main" name="13_Custom Design">
  <a:themeElements>
    <a:clrScheme name="Oi">
      <a:dk1>
        <a:sysClr val="windowText" lastClr="000000"/>
      </a:dk1>
      <a:lt1>
        <a:sysClr val="window" lastClr="FFFFFF"/>
      </a:lt1>
      <a:dk2>
        <a:srgbClr val="004A4C"/>
      </a:dk2>
      <a:lt2>
        <a:srgbClr val="92D050"/>
      </a:lt2>
      <a:accent1>
        <a:srgbClr val="00AAAD"/>
      </a:accent1>
      <a:accent2>
        <a:srgbClr val="4D4D4D"/>
      </a:accent2>
      <a:accent3>
        <a:srgbClr val="C03E96"/>
      </a:accent3>
      <a:accent4>
        <a:srgbClr val="F99D1C"/>
      </a:accent4>
      <a:accent5>
        <a:srgbClr val="E05206"/>
      </a:accent5>
      <a:accent6>
        <a:srgbClr val="FF3399"/>
      </a:accent6>
      <a:hlink>
        <a:srgbClr val="0000FF"/>
      </a:hlink>
      <a:folHlink>
        <a:srgbClr val="800080"/>
      </a:folHlink>
    </a:clrScheme>
    <a:fontScheme name="Oi">
      <a:majorFont>
        <a:latin typeface="Simplon Oi Headline"/>
        <a:ea typeface=""/>
        <a:cs typeface=""/>
      </a:majorFont>
      <a:minorFont>
        <a:latin typeface="Simplon BP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smtClean="0">
            <a:solidFill>
              <a:schemeClr val="bg1"/>
            </a:solidFill>
            <a:latin typeface="Simplon BP Regular" pitchFamily="50" charset="0"/>
          </a:defRPr>
        </a:defPPr>
      </a:lstStyle>
    </a:spDef>
    <a:lnDef>
      <a:spPr>
        <a:ln w="12700">
          <a:solidFill>
            <a:schemeClr val="accent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>
          <a:defRPr sz="1200" dirty="0">
            <a:latin typeface="Simplon BP Regular" pitchFamily="2" charset="0"/>
          </a:defRPr>
        </a:defPPr>
      </a:lstStyle>
    </a:txDef>
  </a:objectDefaults>
  <a:extraClrSchemeLst/>
</a:theme>
</file>

<file path=ppt/theme/theme30.xml><?xml version="1.0" encoding="utf-8"?>
<a:theme xmlns:a="http://schemas.openxmlformats.org/drawingml/2006/main" name="Tema do Office">
  <a:themeElements>
    <a:clrScheme name="Templates Oi">
      <a:dk1>
        <a:srgbClr val="A0BA17"/>
      </a:dk1>
      <a:lt1>
        <a:srgbClr val="10BB7C"/>
      </a:lt1>
      <a:dk2>
        <a:srgbClr val="000000"/>
      </a:dk2>
      <a:lt2>
        <a:srgbClr val="FFFFFF"/>
      </a:lt2>
      <a:accent1>
        <a:srgbClr val="00D318"/>
      </a:accent1>
      <a:accent2>
        <a:srgbClr val="009E0B"/>
      </a:accent2>
      <a:accent3>
        <a:srgbClr val="FFFFFF"/>
      </a:accent3>
      <a:accent4>
        <a:srgbClr val="FFFF00"/>
      </a:accent4>
      <a:accent5>
        <a:srgbClr val="4D4D4D"/>
      </a:accent5>
      <a:accent6>
        <a:srgbClr val="000000"/>
      </a:accent6>
      <a:hlink>
        <a:srgbClr val="A0BA17"/>
      </a:hlink>
      <a:folHlink>
        <a:srgbClr val="10BB7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7886</TotalTime>
  <Words>233</Words>
  <Application>Microsoft Office PowerPoint</Application>
  <PresentationFormat>Widescreen</PresentationFormat>
  <Paragraphs>125</Paragraphs>
  <Slides>3</Slides>
  <Notes>3</Notes>
  <HiddenSlides>0</HiddenSlides>
  <MMClips>0</MMClips>
  <ScaleCrop>false</ScaleCrop>
  <HeadingPairs>
    <vt:vector size="8" baseType="variant">
      <vt:variant>
        <vt:lpstr>Fontes usadas</vt:lpstr>
      </vt:variant>
      <vt:variant>
        <vt:i4>13</vt:i4>
      </vt:variant>
      <vt:variant>
        <vt:lpstr>Tema</vt:lpstr>
      </vt:variant>
      <vt:variant>
        <vt:i4>30</vt:i4>
      </vt:variant>
      <vt:variant>
        <vt:lpstr>Servidores OLE inseridos</vt:lpstr>
      </vt:variant>
      <vt:variant>
        <vt:i4>2</vt:i4>
      </vt:variant>
      <vt:variant>
        <vt:lpstr>Títulos de slides</vt:lpstr>
      </vt:variant>
      <vt:variant>
        <vt:i4>3</vt:i4>
      </vt:variant>
    </vt:vector>
  </HeadingPairs>
  <TitlesOfParts>
    <vt:vector size="48" baseType="lpstr">
      <vt:lpstr>ＭＳ Ｐゴシック</vt:lpstr>
      <vt:lpstr>Arial</vt:lpstr>
      <vt:lpstr>Calibri</vt:lpstr>
      <vt:lpstr>Georgia</vt:lpstr>
      <vt:lpstr>Museo Sans 300</vt:lpstr>
      <vt:lpstr>Open Sans</vt:lpstr>
      <vt:lpstr>Simplon BP</vt:lpstr>
      <vt:lpstr>Simplon BP Bold</vt:lpstr>
      <vt:lpstr>Simplon BP Light</vt:lpstr>
      <vt:lpstr>Simplon BP Medium</vt:lpstr>
      <vt:lpstr>Simplon BP Regular</vt:lpstr>
      <vt:lpstr>Simplon Oi Headline</vt:lpstr>
      <vt:lpstr>Verdana</vt:lpstr>
      <vt:lpstr>2_Custom Design</vt:lpstr>
      <vt:lpstr>FBBR0598.TP.130513</vt:lpstr>
      <vt:lpstr>20_FBBR0598.TP.130513</vt:lpstr>
      <vt:lpstr>11_FBBR0598.TP.130513</vt:lpstr>
      <vt:lpstr>4_FBBR0598.TP.130513</vt:lpstr>
      <vt:lpstr>5_FBBR0598.TP.130513</vt:lpstr>
      <vt:lpstr>13_FBBR0598.TP.130513</vt:lpstr>
      <vt:lpstr>6_FBBR0598.TP.130513</vt:lpstr>
      <vt:lpstr>14_FBBR0598.TP.130513</vt:lpstr>
      <vt:lpstr>7_FBBR0598.TP.130513</vt:lpstr>
      <vt:lpstr>8_FBBR0598.TP.130513</vt:lpstr>
      <vt:lpstr>9_FBBR0598.TP.130513</vt:lpstr>
      <vt:lpstr>10_FBBR0598.TP.130513</vt:lpstr>
      <vt:lpstr>1_FBBR0598.TP.130513</vt:lpstr>
      <vt:lpstr>12_FBBR0598.TP.130513</vt:lpstr>
      <vt:lpstr>2_FBBR0598.TP.130513</vt:lpstr>
      <vt:lpstr>3_FBBR0598.TP.130513</vt:lpstr>
      <vt:lpstr>1_Custom Design</vt:lpstr>
      <vt:lpstr>3_Custom Design</vt:lpstr>
      <vt:lpstr>4_Custom Design</vt:lpstr>
      <vt:lpstr>5_Custom Design</vt:lpstr>
      <vt:lpstr>6_Custom Design</vt:lpstr>
      <vt:lpstr>7_Custom Design</vt:lpstr>
      <vt:lpstr>8_Custom Design</vt:lpstr>
      <vt:lpstr>9_Custom Design</vt:lpstr>
      <vt:lpstr>10_Custom Design</vt:lpstr>
      <vt:lpstr>11_Custom Design</vt:lpstr>
      <vt:lpstr>12_Custom Design</vt:lpstr>
      <vt:lpstr>13_Custom Design</vt:lpstr>
      <vt:lpstr>Tema do Office</vt:lpstr>
      <vt:lpstr>think-cell Slide</vt:lpstr>
      <vt:lpstr>Slide do think-cell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Isabella Brederode</dc:creator>
  <cp:lastModifiedBy>Carlos Eduardo Da Rocha Andrade</cp:lastModifiedBy>
  <cp:revision>382</cp:revision>
  <dcterms:created xsi:type="dcterms:W3CDTF">2018-04-13T18:42:05Z</dcterms:created>
  <dcterms:modified xsi:type="dcterms:W3CDTF">2024-07-26T13:22:39Z</dcterms:modified>
</cp:coreProperties>
</file>