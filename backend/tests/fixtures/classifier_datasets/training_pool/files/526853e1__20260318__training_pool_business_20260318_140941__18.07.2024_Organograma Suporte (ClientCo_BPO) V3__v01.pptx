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7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8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19.xml" ContentType="application/vnd.openxmlformats-officedocument.presentationml.slideLayout+xml"/>
  <Override PartName="/ppt/theme/theme9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1.xml" ContentType="application/vnd.openxmlformats-officedocument.presentationml.slideLayout+xml"/>
  <Override PartName="/ppt/theme/theme11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22.xml" ContentType="application/vnd.openxmlformats-officedocument.presentationml.slideLayout+xml"/>
  <Override PartName="/ppt/theme/theme1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slideLayouts/slideLayout23.xml" ContentType="application/vnd.openxmlformats-officedocument.presentationml.slideLayout+xml"/>
  <Override PartName="/ppt/theme/theme1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4.xml" ContentType="application/vnd.openxmlformats-officedocument.them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15.xml" ContentType="application/vnd.openxmlformats-officedocument.them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6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7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8.xml" ContentType="application/vnd.openxmlformats-officedocument.them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9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0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1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2.xml" ContentType="application/vnd.openxmlformats-officedocument.them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3.xml" ContentType="application/vnd.openxmlformats-officedocument.them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24.xml" ContentType="application/vnd.openxmlformats-officedocument.them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5.xml" ContentType="application/vnd.openxmlformats-officedocument.them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26.xml" ContentType="application/vnd.openxmlformats-officedocument.them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7.xml" ContentType="application/vnd.openxmlformats-officedocument.them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28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9.xml" ContentType="application/vnd.openxmlformats-officedocument.them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30.xml" ContentType="application/vnd.openxmlformats-officedocument.theme+xml"/>
  <Override PartName="/ppt/theme/theme3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9" r:id="rId2"/>
    <p:sldMasterId id="2147483673" r:id="rId3"/>
    <p:sldMasterId id="2147483676" r:id="rId4"/>
    <p:sldMasterId id="2147483679" r:id="rId5"/>
    <p:sldMasterId id="2147483681" r:id="rId6"/>
    <p:sldMasterId id="2147483683" r:id="rId7"/>
    <p:sldMasterId id="2147483685" r:id="rId8"/>
    <p:sldMasterId id="2147483687" r:id="rId9"/>
    <p:sldMasterId id="2147483689" r:id="rId10"/>
    <p:sldMasterId id="2147483691" r:id="rId11"/>
    <p:sldMasterId id="2147483693" r:id="rId12"/>
    <p:sldMasterId id="2147483695" r:id="rId13"/>
    <p:sldMasterId id="2147483697" r:id="rId14"/>
    <p:sldMasterId id="2147483700" r:id="rId15"/>
    <p:sldMasterId id="2147483702" r:id="rId16"/>
    <p:sldMasterId id="2147483705" r:id="rId17"/>
    <p:sldMasterId id="2147483713" r:id="rId18"/>
    <p:sldMasterId id="2147483722" r:id="rId19"/>
    <p:sldMasterId id="2147483731" r:id="rId20"/>
    <p:sldMasterId id="2147483740" r:id="rId21"/>
    <p:sldMasterId id="2147483749" r:id="rId22"/>
    <p:sldMasterId id="2147483758" r:id="rId23"/>
    <p:sldMasterId id="2147483767" r:id="rId24"/>
    <p:sldMasterId id="2147483776" r:id="rId25"/>
    <p:sldMasterId id="2147483785" r:id="rId26"/>
    <p:sldMasterId id="2147483794" r:id="rId27"/>
    <p:sldMasterId id="2147483803" r:id="rId28"/>
    <p:sldMasterId id="2147483812" r:id="rId29"/>
    <p:sldMasterId id="2147483821" r:id="rId30"/>
  </p:sldMasterIdLst>
  <p:notesMasterIdLst>
    <p:notesMasterId r:id="rId33"/>
  </p:notesMasterIdLst>
  <p:sldIdLst>
    <p:sldId id="306" r:id="rId31"/>
    <p:sldId id="315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00" autoAdjust="0"/>
    <p:restoredTop sz="94322" autoAdjust="0"/>
  </p:normalViewPr>
  <p:slideViewPr>
    <p:cSldViewPr snapToGrid="0">
      <p:cViewPr varScale="1">
        <p:scale>
          <a:sx n="73" d="100"/>
          <a:sy n="73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21" Type="http://schemas.openxmlformats.org/officeDocument/2006/relationships/slideMaster" Target="slideMasters/slideMaster21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Master" Target="slideMasters/slideMaster2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2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9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434424-5C54-4EBC-A7BC-FF6E23D60299}" type="datetimeFigureOut">
              <a:rPr lang="pt-BR" smtClean="0"/>
              <a:t>24/07/2024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82AED-74D0-45FC-873F-DEFA44E045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783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3974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734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0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1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2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3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4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5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6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7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4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8.xml"/><Relationship Id="rId2" Type="http://schemas.openxmlformats.org/officeDocument/2006/relationships/tags" Target="../tags/tag5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7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9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8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5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9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9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9.xml"/><Relationship Id="rId2" Type="http://schemas.openxmlformats.org/officeDocument/2006/relationships/tags" Target="../tags/tag6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1.bin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3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0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4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0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6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0.xml"/><Relationship Id="rId2" Type="http://schemas.openxmlformats.org/officeDocument/2006/relationships/tags" Target="../tags/tag6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69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9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1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2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1.xml"/><Relationship Id="rId2" Type="http://schemas.openxmlformats.org/officeDocument/2006/relationships/tags" Target="../tags/tag7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3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5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6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8.bin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2.xml"/><Relationship Id="rId2" Type="http://schemas.openxmlformats.org/officeDocument/2006/relationships/tags" Target="../tags/tag79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1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3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4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4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3.xml"/><Relationship Id="rId2" Type="http://schemas.openxmlformats.org/officeDocument/2006/relationships/tags" Target="../tags/tag85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5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7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8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89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0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0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4.xml"/><Relationship Id="rId2" Type="http://schemas.openxmlformats.org/officeDocument/2006/relationships/tags" Target="../tags/tag91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3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3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5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4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4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5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5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5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6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6.bin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5.xml"/><Relationship Id="rId2" Type="http://schemas.openxmlformats.org/officeDocument/2006/relationships/tags" Target="../tags/tag97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7.bin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99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69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6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0.bin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6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2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6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3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5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7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6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7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7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8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78.bin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7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9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1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8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2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3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8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4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4.bin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8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5.bin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87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9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8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19.xml"/><Relationship Id="rId1" Type="http://schemas.openxmlformats.org/officeDocument/2006/relationships/vmlDrawing" Target="../drawings/vmlDrawing89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9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9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90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9.xml"/><Relationship Id="rId2" Type="http://schemas.openxmlformats.org/officeDocument/2006/relationships/tags" Target="../tags/tag121.xml"/><Relationship Id="rId1" Type="http://schemas.openxmlformats.org/officeDocument/2006/relationships/vmlDrawing" Target="../drawings/vmlDrawing91.v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0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0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0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0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0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0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0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336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gradFill flip="none" rotWithShape="1">
          <a:gsLst>
            <a:gs pos="0">
              <a:srgbClr val="FF6D00"/>
            </a:gs>
            <a:gs pos="100000">
              <a:srgbClr val="EA288C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1465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Blank">
    <p:bg>
      <p:bgPr>
        <a:gradFill flip="none" rotWithShape="1">
          <a:gsLst>
            <a:gs pos="0">
              <a:srgbClr val="EA288C"/>
            </a:gs>
            <a:gs pos="100000">
              <a:srgbClr val="A02BFF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30720" y="356423"/>
            <a:ext cx="9308889" cy="36552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616"/>
              </a:lnSpc>
              <a:defRPr sz="4667" baseline="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Pouco</a:t>
            </a:r>
            <a:r>
              <a:rPr lang="en-US" dirty="0" smtClean="0"/>
              <a:t> </a:t>
            </a:r>
            <a:r>
              <a:rPr lang="en-US" dirty="0" err="1" smtClean="0"/>
              <a:t>texto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r>
              <a:rPr lang="en-US" dirty="0" smtClean="0"/>
              <a:t>.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dolor, </a:t>
            </a:r>
            <a:r>
              <a:rPr lang="en-US" dirty="0" err="1" smtClean="0"/>
              <a:t>consectetuer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adipising</a:t>
            </a:r>
            <a:r>
              <a:rPr lang="en-US" dirty="0" smtClean="0"/>
              <a:t> </a:t>
            </a:r>
            <a:r>
              <a:rPr lang="en-US" dirty="0" err="1" smtClean="0"/>
              <a:t>elit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7" y="6232590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chemeClr val="bg1"/>
                </a:solidFill>
              </a:defRPr>
            </a:lvl1pPr>
          </a:lstStyle>
          <a:p>
            <a:pPr defTabSz="586116"/>
            <a:r>
              <a:rPr lang="en-US" smtClean="0">
                <a:solidFill>
                  <a:prstClr val="white"/>
                </a:solidFill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solidFill>
                  <a:prstClr val="white"/>
                </a:solidFill>
                <a:latin typeface="Simplon BP Bold"/>
                <a:cs typeface="Simplon BP Bold"/>
              </a:rPr>
              <a:pPr defTabSz="586116"/>
              <a:t>‹nº›</a:t>
            </a:fld>
            <a:endParaRPr lang="en-US" dirty="0">
              <a:solidFill>
                <a:prstClr val="white"/>
              </a:solidFill>
              <a:latin typeface="Simplon BP Bold"/>
              <a:cs typeface="Simplon BP Bold"/>
            </a:endParaRPr>
          </a:p>
        </p:txBody>
      </p:sp>
    </p:spTree>
    <p:extLst>
      <p:ext uri="{BB962C8B-B14F-4D97-AF65-F5344CB8AC3E}">
        <p14:creationId xmlns:p14="http://schemas.microsoft.com/office/powerpoint/2010/main" val="14345242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9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6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icture Placeholder 3"/>
          <p:cNvSpPr>
            <a:spLocks noGrp="1"/>
          </p:cNvSpPr>
          <p:nvPr>
            <p:ph type="pic" sz="quarter" idx="35"/>
          </p:nvPr>
        </p:nvSpPr>
        <p:spPr>
          <a:xfrm>
            <a:off x="430725" y="1918407"/>
            <a:ext cx="3246983" cy="1181696"/>
          </a:xfrm>
          <a:prstGeom prst="rect">
            <a:avLst/>
          </a:prstGeom>
        </p:spPr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9" y="356423"/>
            <a:ext cx="6907060" cy="11163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00D318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430725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42"/>
          </p:nvPr>
        </p:nvSpPr>
        <p:spPr>
          <a:xfrm>
            <a:off x="430725" y="4099244"/>
            <a:ext cx="3246983" cy="1181696"/>
          </a:xfrm>
          <a:prstGeom prst="rect">
            <a:avLst/>
          </a:prstGeom>
        </p:spPr>
      </p:sp>
      <p:sp>
        <p:nvSpPr>
          <p:cNvPr id="19" name="Text Placehold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30725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2" name="Picture Placeholder 3"/>
          <p:cNvSpPr>
            <a:spLocks noGrp="1"/>
          </p:cNvSpPr>
          <p:nvPr>
            <p:ph type="pic" sz="quarter" idx="44"/>
          </p:nvPr>
        </p:nvSpPr>
        <p:spPr>
          <a:xfrm>
            <a:off x="4107907" y="1918407"/>
            <a:ext cx="3246983" cy="1181696"/>
          </a:xfrm>
          <a:prstGeom prst="rect">
            <a:avLst/>
          </a:prstGeom>
        </p:spPr>
      </p:sp>
      <p:sp>
        <p:nvSpPr>
          <p:cNvPr id="23" name="Text Placeholder 6"/>
          <p:cNvSpPr>
            <a:spLocks noGrp="1"/>
          </p:cNvSpPr>
          <p:nvPr>
            <p:ph type="body" sz="quarter" idx="45" hasCustomPrompt="1"/>
          </p:nvPr>
        </p:nvSpPr>
        <p:spPr>
          <a:xfrm>
            <a:off x="4107907" y="3319589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sz="quarter" idx="48"/>
          </p:nvPr>
        </p:nvSpPr>
        <p:spPr>
          <a:xfrm>
            <a:off x="4107907" y="4099244"/>
            <a:ext cx="3246983" cy="1181696"/>
          </a:xfrm>
          <a:prstGeom prst="rect">
            <a:avLst/>
          </a:prstGeom>
        </p:spPr>
      </p:sp>
      <p:sp>
        <p:nvSpPr>
          <p:cNvPr id="25" name="Text Placeholder 6"/>
          <p:cNvSpPr>
            <a:spLocks noGrp="1"/>
          </p:cNvSpPr>
          <p:nvPr>
            <p:ph type="body" sz="quarter" idx="49" hasCustomPrompt="1"/>
          </p:nvPr>
        </p:nvSpPr>
        <p:spPr>
          <a:xfrm>
            <a:off x="4107907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  <p:sp>
        <p:nvSpPr>
          <p:cNvPr id="32" name="Picture Placeholder 3"/>
          <p:cNvSpPr>
            <a:spLocks noGrp="1"/>
          </p:cNvSpPr>
          <p:nvPr>
            <p:ph type="pic" sz="quarter" idx="50"/>
          </p:nvPr>
        </p:nvSpPr>
        <p:spPr>
          <a:xfrm>
            <a:off x="7774198" y="1918408"/>
            <a:ext cx="3246983" cy="3362533"/>
          </a:xfrm>
          <a:prstGeom prst="rect">
            <a:avLst/>
          </a:prstGeom>
        </p:spPr>
      </p:sp>
      <p:sp>
        <p:nvSpPr>
          <p:cNvPr id="33" name="Text Placeholder 6"/>
          <p:cNvSpPr>
            <a:spLocks noGrp="1"/>
          </p:cNvSpPr>
          <p:nvPr>
            <p:ph type="body" sz="quarter" idx="51" hasCustomPrompt="1"/>
          </p:nvPr>
        </p:nvSpPr>
        <p:spPr>
          <a:xfrm>
            <a:off x="7774198" y="5500428"/>
            <a:ext cx="3246983" cy="516925"/>
          </a:xfrm>
          <a:prstGeom prst="rect">
            <a:avLst/>
          </a:prstGeom>
          <a:noFill/>
          <a:ln>
            <a:solidFill>
              <a:srgbClr val="18C3FF"/>
            </a:solidFill>
          </a:ln>
        </p:spPr>
        <p:txBody>
          <a:bodyPr lIns="91428" tIns="0" rIns="91428" bIns="0" anchor="ctr" anchorCtr="0">
            <a:normAutofit/>
          </a:bodyPr>
          <a:lstStyle>
            <a:lvl1pPr marL="0" marR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33" cap="none" baseline="0">
                <a:solidFill>
                  <a:srgbClr val="18C3FF"/>
                </a:solidFill>
                <a:latin typeface="Simplon BP"/>
              </a:defRPr>
            </a:lvl1pPr>
          </a:lstStyle>
          <a:p>
            <a:pPr marL="0" marR="0" lvl="0" indent="0" algn="l" defTabSz="6094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IPSUM DOLOR SIT</a:t>
            </a:r>
          </a:p>
        </p:txBody>
      </p:sp>
    </p:spTree>
    <p:extLst>
      <p:ext uri="{BB962C8B-B14F-4D97-AF65-F5344CB8AC3E}">
        <p14:creationId xmlns:p14="http://schemas.microsoft.com/office/powerpoint/2010/main" val="4577745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gradFill flip="none" rotWithShape="1">
          <a:gsLst>
            <a:gs pos="0">
              <a:srgbClr val="00CEFF"/>
            </a:gs>
            <a:gs pos="100000">
              <a:srgbClr val="00D318"/>
            </a:gs>
          </a:gsLst>
          <a:lin ang="189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FFFFFF"/>
                </a:solidFill>
              </a:defRPr>
            </a:lvl1pPr>
          </a:lstStyle>
          <a:p>
            <a:pPr defTabSz="609585"/>
            <a:r>
              <a:rPr lang="en-US" smtClean="0"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80559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1867"/>
              </a:lnSpc>
              <a:spcBef>
                <a:spcPts val="0"/>
              </a:spcBef>
              <a:buFontTx/>
              <a:buNone/>
              <a:defRPr sz="1867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7143678" y="1287476"/>
            <a:ext cx="4567767" cy="303318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457189" indent="-457189">
              <a:lnSpc>
                <a:spcPts val="1867"/>
              </a:lnSpc>
              <a:spcBef>
                <a:spcPts val="0"/>
              </a:spcBef>
              <a:buClr>
                <a:srgbClr val="FFFF00"/>
              </a:buClr>
              <a:buFont typeface="+mj-lt"/>
              <a:buAutoNum type="arabicPeriod"/>
              <a:defRPr sz="1867" cap="all" baseline="0">
                <a:solidFill>
                  <a:schemeClr val="bg1"/>
                </a:solidFill>
                <a:latin typeface="Simplon BP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 smtClean="0"/>
              <a:t>ipsum</a:t>
            </a: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58539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FF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>
                <a:solidFill>
                  <a:srgbClr val="FFFF00"/>
                </a:solidFill>
              </a:rPr>
              <a:t>Sumário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827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012805F9-CE1C-4645-ABDD-DFF1C8ECC499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24/07/2024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B35B99E1-B4A8-4DBE-AD3B-9B62A2D86A33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959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7A178901-9878-489C-BF37-A42934117004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24/07/2024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pPr defTabSz="609191"/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pPr defTabSz="609191"/>
            <a:fld id="{DBEF8034-9DD5-48A4-B517-699C1170E4BB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609191"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127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78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3"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71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1"/>
          </p:nvPr>
        </p:nvSpPr>
        <p:spPr>
          <a:xfrm>
            <a:off x="11744917" y="6488756"/>
            <a:ext cx="408000" cy="163200"/>
          </a:xfrm>
          <a:prstGeom prst="rect">
            <a:avLst/>
          </a:prstGeom>
          <a:noFill/>
        </p:spPr>
        <p:txBody>
          <a:bodyPr/>
          <a:lstStyle/>
          <a:p>
            <a:pPr algn="ctr" defTabSz="609585"/>
            <a:fld id="{B2531E6E-6E7D-4785-BFDF-BAABB6C6AA33}" type="slidenum">
              <a:rPr lang="pt-BR" smtClean="0">
                <a:solidFill>
                  <a:prstClr val="black"/>
                </a:solidFill>
              </a:rPr>
              <a:pPr algn="ctr" defTabSz="609585"/>
              <a:t>‹nº›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40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3718024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2778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267325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7426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720062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1865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27024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972205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410431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564703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28634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279753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18891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634831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118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06813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990404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567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/>
          <p:cNvSpPr txBox="1">
            <a:spLocks/>
          </p:cNvSpPr>
          <p:nvPr userDrawn="1"/>
        </p:nvSpPr>
        <p:spPr bwMode="auto">
          <a:xfrm>
            <a:off x="11597061" y="6600384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fld id="{9543D946-5134-1748-A050-11636790511E}" type="slidenum">
              <a:rPr lang="en-US" sz="1067" smtClean="0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/>
              <a:t>‹nº›</a:t>
            </a:fld>
            <a:endParaRPr lang="en-US" sz="1067" dirty="0">
              <a:solidFill>
                <a:srgbClr val="4D4D4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363940" y="429684"/>
            <a:ext cx="3384645" cy="12192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pt-BR" sz="2667" i="1" dirty="0" smtClean="0">
              <a:solidFill>
                <a:prstClr val="black"/>
              </a:solidFill>
              <a:latin typeface="Simplon BP Regular" pitchFamily="2" charset="0"/>
            </a:endParaRPr>
          </a:p>
        </p:txBody>
      </p:sp>
      <p:sp>
        <p:nvSpPr>
          <p:cNvPr id="18" name="Rectangle 7"/>
          <p:cNvSpPr>
            <a:spLocks noGrp="1" noChangeArrowheads="1"/>
          </p:cNvSpPr>
          <p:nvPr>
            <p:ph type="title" hasCustomPrompt="1"/>
            <p:custDataLst>
              <p:tags r:id="rId1"/>
            </p:custDataLst>
          </p:nvPr>
        </p:nvSpPr>
        <p:spPr bwMode="auto">
          <a:xfrm>
            <a:off x="236928" y="35066"/>
            <a:ext cx="11023600" cy="38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7925" tIns="38963" rIns="77925" bIns="38963" numCol="1" anchor="ctr" anchorCtr="0" compatLnSpc="1">
            <a:prstTxWarp prst="textNoShape">
              <a:avLst/>
            </a:prstTxWarp>
          </a:bodyPr>
          <a:lstStyle>
            <a:lvl1pPr algn="l" defTabSz="1058256" rtl="0" fontAlgn="base">
              <a:spcBef>
                <a:spcPct val="0"/>
              </a:spcBef>
              <a:spcAft>
                <a:spcPct val="0"/>
              </a:spcAft>
              <a:defRPr lang="pt-BR" sz="1867" b="1" i="0" kern="1200" dirty="0" smtClean="0">
                <a:solidFill>
                  <a:srgbClr val="4D4D4D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 dirty="0" smtClean="0"/>
              <a:t>Clique para editar o estilo do título mestre</a:t>
            </a:r>
          </a:p>
        </p:txBody>
      </p:sp>
      <p:sp>
        <p:nvSpPr>
          <p:cNvPr id="19" name="Espaço Reservado para Texto 9"/>
          <p:cNvSpPr>
            <a:spLocks noGrp="1"/>
          </p:cNvSpPr>
          <p:nvPr>
            <p:ph type="body" sz="quarter" idx="10" hasCustomPrompt="1"/>
            <p:custDataLst>
              <p:tags r:id="rId2"/>
            </p:custDataLst>
          </p:nvPr>
        </p:nvSpPr>
        <p:spPr>
          <a:xfrm>
            <a:off x="236928" y="390560"/>
            <a:ext cx="10950616" cy="307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pt-BR" sz="2000" b="0" kern="1200" baseline="0" dirty="0" smtClean="0">
                <a:solidFill>
                  <a:srgbClr val="00D318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marL="1804" indent="0">
              <a:buNone/>
              <a:defRPr/>
            </a:lvl2pPr>
          </a:lstStyle>
          <a:p>
            <a:pPr lvl="0"/>
            <a:r>
              <a:rPr lang="pt-BR" dirty="0" smtClean="0"/>
              <a:t>CLIQUE PARA EDITAR O TEXTO MESTRE</a:t>
            </a:r>
          </a:p>
        </p:txBody>
      </p:sp>
      <p:pic>
        <p:nvPicPr>
          <p:cNvPr id="6" name="Picture 1" descr="Bolhas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066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lhas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756" y="1805254"/>
            <a:ext cx="4068745" cy="4844201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352848" y="2639355"/>
            <a:ext cx="5071456" cy="28418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1352851" y="660804"/>
            <a:ext cx="5071453" cy="177381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88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_título l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PPT Aqua_Bases_wide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67" t="30920" r="16032" b="30754"/>
          <a:stretch>
            <a:fillRect/>
          </a:stretch>
        </p:blipFill>
        <p:spPr bwMode="auto">
          <a:xfrm>
            <a:off x="11112501" y="29634"/>
            <a:ext cx="1056217" cy="98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09600" y="1457327"/>
            <a:ext cx="10972800" cy="4445000"/>
          </a:xfrm>
          <a:prstGeom prst="rect">
            <a:avLst/>
          </a:prstGeom>
        </p:spPr>
        <p:txBody>
          <a:bodyPr vert="horz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1600" b="0" kern="1200" baseline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09585" indent="0">
              <a:buNone/>
              <a:defRPr sz="1867">
                <a:latin typeface="Arial"/>
                <a:cs typeface="Arial"/>
              </a:defRPr>
            </a:lvl2pPr>
            <a:lvl3pPr marL="1219170" indent="0">
              <a:buNone/>
              <a:defRPr sz="1867">
                <a:latin typeface="Arial"/>
                <a:cs typeface="Arial"/>
              </a:defRPr>
            </a:lvl3pPr>
            <a:lvl4pPr marL="1828754" indent="0">
              <a:buNone/>
              <a:defRPr sz="1867">
                <a:latin typeface="Arial"/>
                <a:cs typeface="Arial"/>
              </a:defRPr>
            </a:lvl4pPr>
            <a:lvl5pPr marL="2438339" indent="0">
              <a:buNone/>
              <a:defRPr sz="1867">
                <a:latin typeface="Arial"/>
                <a:cs typeface="Arial"/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19" name="Title Placeholder 10"/>
          <p:cNvSpPr>
            <a:spLocks noGrp="1"/>
          </p:cNvSpPr>
          <p:nvPr>
            <p:ph type="title"/>
          </p:nvPr>
        </p:nvSpPr>
        <p:spPr>
          <a:xfrm>
            <a:off x="609600" y="220728"/>
            <a:ext cx="918444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30000"/>
              </a:lnSpc>
              <a:defRPr sz="2133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10968568" y="6498167"/>
            <a:ext cx="613833" cy="366184"/>
          </a:xfrm>
          <a:prstGeom prst="rect">
            <a:avLst/>
          </a:prstGeom>
        </p:spPr>
        <p:txBody>
          <a:bodyPr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067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fld id="{DDE87FB4-E285-4344-A602-E1196872DB21}" type="slidenum">
              <a:rPr lang="en-US" smtClean="0"/>
              <a:pPr defTabSz="609585">
                <a:defRPr/>
              </a:pPr>
              <a:t>‹nº›</a:t>
            </a:fld>
            <a:endParaRPr 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5"/>
          </p:nvPr>
        </p:nvSpPr>
        <p:spPr>
          <a:xfrm>
            <a:off x="7655985" y="6502400"/>
            <a:ext cx="3263900" cy="364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67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609585"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1041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2436251"/>
            <a:ext cx="9334392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>
                <a:solidFill>
                  <a:srgbClr val="FF6D00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333" baseline="0">
                <a:solidFill>
                  <a:srgbClr val="4D4D4D"/>
                </a:solidFill>
              </a:defRPr>
            </a:lvl1pPr>
          </a:lstStyle>
          <a:p>
            <a:pPr defTabSz="609585"/>
            <a:r>
              <a:rPr lang="en-US" smtClean="0">
                <a:latin typeface="Simplon BP Regular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 defTabSz="609585"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13" name="Picture 12" descr="bolhalaranja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199" y="4959275"/>
            <a:ext cx="2125237" cy="2022971"/>
          </a:xfrm>
          <a:prstGeom prst="rect">
            <a:avLst/>
          </a:prstGeom>
        </p:spPr>
      </p:pic>
      <p:pic>
        <p:nvPicPr>
          <p:cNvPr id="14" name="Picture 13" descr="bolhaverde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1852" y="666753"/>
            <a:ext cx="1255968" cy="13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06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430716" y="2906584"/>
            <a:ext cx="5690701" cy="15941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</a:p>
          <a:p>
            <a:pPr marL="0" marR="0" lvl="0" indent="0" algn="l" defTabSz="609585" rtl="0" eaLnBrk="1" fontAlgn="auto" latinLnBrk="0" hangingPunct="1">
              <a:lnSpc>
                <a:spcPts val="18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6" y="1826924"/>
            <a:ext cx="5071456" cy="7483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</a:t>
            </a:r>
            <a:br>
              <a:rPr lang="en-US" dirty="0" smtClean="0"/>
            </a:br>
            <a:r>
              <a:rPr lang="en-US" dirty="0" smtClean="0"/>
              <a:t>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r>
              <a:rPr lang="en-US" dirty="0" smtClean="0"/>
              <a:t> </a:t>
            </a:r>
            <a:r>
              <a:rPr lang="en-US" dirty="0" err="1" smtClean="0"/>
              <a:t>facilis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5071453" cy="125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3733">
                <a:solidFill>
                  <a:srgbClr val="4D4D4D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</a:t>
            </a:r>
            <a:r>
              <a:rPr lang="en-US" dirty="0" err="1" smtClean="0"/>
              <a:t>projeto</a:t>
            </a:r>
            <a:r>
              <a:rPr lang="en-US" dirty="0" smtClean="0"/>
              <a:t> </a:t>
            </a:r>
            <a:r>
              <a:rPr lang="en-US" dirty="0" err="1" smtClean="0"/>
              <a:t>aqui</a:t>
            </a:r>
            <a:endParaRPr lang="en-US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20" hasCustomPrompt="1"/>
          </p:nvPr>
        </p:nvSpPr>
        <p:spPr>
          <a:xfrm>
            <a:off x="8825345" y="6386947"/>
            <a:ext cx="3103419" cy="302068"/>
          </a:xfrm>
          <a:prstGeom prst="rect">
            <a:avLst/>
          </a:prstGeo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>
                <a:solidFill>
                  <a:schemeClr val="bg2"/>
                </a:solidFill>
                <a:latin typeface="+mn-lt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r>
              <a:rPr lang="en-US" dirty="0" smtClean="0">
                <a:latin typeface="+mn-lt"/>
                <a:cs typeface="Simplon BP Regular"/>
              </a:rPr>
              <a:t>MATERIAL CONFIDENCIAL  |  SLIDE Nº </a:t>
            </a:r>
            <a:fld id="{1115FE8E-B0E0-984D-A6F8-8DB859C1C7B7}" type="slidenum">
              <a:rPr lang="en-US" smtClean="0">
                <a:latin typeface="Simplon BP Bold"/>
                <a:cs typeface="Simplon BP Bold"/>
              </a:rPr>
              <a:pPr/>
              <a:t>‹nº›</a:t>
            </a:fld>
            <a:endParaRPr lang="en-US" dirty="0">
              <a:latin typeface="Simplon BP Bold"/>
              <a:cs typeface="Simplon BP Bold"/>
            </a:endParaRPr>
          </a:p>
        </p:txBody>
      </p:sp>
      <p:pic>
        <p:nvPicPr>
          <p:cNvPr id="8" name="Picture 1" descr="Bolhas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1254" y="208859"/>
            <a:ext cx="793919" cy="9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1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27"/>
          </p:nvPr>
        </p:nvSpPr>
        <p:spPr>
          <a:xfrm>
            <a:off x="7181639" y="3196075"/>
            <a:ext cx="4529807" cy="2027356"/>
          </a:xfrm>
          <a:prstGeom prst="rect">
            <a:avLst/>
          </a:prstGeom>
        </p:spPr>
      </p:sp>
      <p:sp>
        <p:nvSpPr>
          <p:cNvPr id="14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5" y="3196075"/>
            <a:ext cx="6283824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 smtClean="0"/>
              <a:t>ame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8" y="2436252"/>
            <a:ext cx="6882295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smtClean="0"/>
              <a:t>has id </a:t>
            </a:r>
            <a:r>
              <a:rPr lang="en-US" dirty="0" err="1" smtClean="0"/>
              <a:t>cibo</a:t>
            </a:r>
            <a:r>
              <a:rPr lang="en-US" dirty="0" smtClean="0"/>
              <a:t> </a:t>
            </a:r>
            <a:r>
              <a:rPr lang="en-US" dirty="0" err="1" smtClean="0"/>
              <a:t>quidam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4"/>
            <a:ext cx="6882295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 smtClean="0"/>
              <a:t>Insira</a:t>
            </a:r>
            <a:r>
              <a:rPr lang="en-US" dirty="0" smtClean="0"/>
              <a:t> o </a:t>
            </a:r>
            <a:r>
              <a:rPr lang="en-US" dirty="0" err="1" smtClean="0"/>
              <a:t>Título</a:t>
            </a:r>
            <a:r>
              <a:rPr lang="en-US" dirty="0" smtClean="0"/>
              <a:t> do slide </a:t>
            </a:r>
            <a:r>
              <a:rPr lang="en-US" dirty="0" err="1" smtClean="0"/>
              <a:t>aqui</a:t>
            </a:r>
            <a:r>
              <a:rPr lang="en-US" dirty="0" smtClean="0"/>
              <a:t> </a:t>
            </a:r>
            <a:r>
              <a:rPr lang="en-US" dirty="0" err="1" smtClean="0"/>
              <a:t>lorem</a:t>
            </a:r>
            <a:r>
              <a:rPr lang="en-US" dirty="0" smtClean="0"/>
              <a:t> </a:t>
            </a:r>
            <a:r>
              <a:rPr lang="en-US" dirty="0" err="1" smtClean="0"/>
              <a:t>ipsum</a:t>
            </a:r>
            <a:r>
              <a:rPr lang="en-US" dirty="0" smtClean="0"/>
              <a:t> dolor sit </a:t>
            </a:r>
            <a:r>
              <a:rPr lang="en-US" dirty="0" err="1" smtClean="0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607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87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975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353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11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900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35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7553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673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7919098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59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779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3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3438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3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081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5526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5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88081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7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334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1944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209904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0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953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2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11846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7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275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2738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9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090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43534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9022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1801396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5613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7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28154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1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1849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3873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34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1380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36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6398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0490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59501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39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609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41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94668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908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74839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8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19913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1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9275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7210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89821517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3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1827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5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38922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0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8459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6340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63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11758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65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9847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1909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4482850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67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3311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581207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5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6457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3063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7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340762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9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898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0837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03079222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2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1436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873639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9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8942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33951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1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314226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1964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33764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02147322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6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3034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9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68625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3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1829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417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06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693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8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7805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72397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22723185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11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5290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3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88189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1497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9086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20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40613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23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0655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95372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149778670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54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959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7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75516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326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29366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20225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350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04308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37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17938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96989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210478695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398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8602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2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261649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470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1F1C917B-2E43-4A39-9388-BC0FA950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718" y="909337"/>
            <a:ext cx="8114069" cy="1759049"/>
          </a:xfrm>
          <a:prstGeom prst="rect">
            <a:avLst/>
          </a:prstGeom>
        </p:spPr>
        <p:txBody>
          <a:bodyPr/>
          <a:lstStyle/>
          <a:p>
            <a:r>
              <a:rPr lang="pt-BR" sz="5867" dirty="0">
                <a:solidFill>
                  <a:srgbClr val="FF6D00"/>
                </a:solidFill>
                <a:latin typeface="Simplon Oi Headline" pitchFamily="50" charset="0"/>
                <a:cs typeface="Arial"/>
              </a:rPr>
              <a:t>Revisão do Processo de Cobrança</a:t>
            </a:r>
            <a:endParaRPr lang="en-US" dirty="0">
              <a:solidFill>
                <a:srgbClr val="FF6D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777550-F3FF-4EF2-8E12-158CD1A88B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64671" y="6136217"/>
            <a:ext cx="2994807" cy="529167"/>
          </a:xfrm>
          <a:prstGeom prst="rect">
            <a:avLst/>
          </a:prstGeom>
        </p:spPr>
        <p:txBody>
          <a:bodyPr anchor="ctr"/>
          <a:lstStyle>
            <a:lvl1pPr marL="0" marR="0" indent="0" algn="r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l" defTabSz="60923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PT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implon BP Light" pitchFamily="2" charset="0"/>
              </a:rPr>
              <a:t>Inserir Data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implon BP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5820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Transi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296560"/>
            <a:ext cx="10515600" cy="1325033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FF6D00"/>
                </a:solidFill>
                <a:latin typeface="+mj-lt"/>
              </a:defRPr>
            </a:lvl1pPr>
          </a:lstStyle>
          <a:p>
            <a:r>
              <a:rPr lang="en-US" dirty="0"/>
              <a:t>TÍTULO DE TRANSIÇÃO</a:t>
            </a:r>
          </a:p>
        </p:txBody>
      </p:sp>
      <p:pic>
        <p:nvPicPr>
          <p:cNvPr id="3" name="Picture 33" descr="D:\OI 2014\1. JASON\Oi_Logos\Oi_mass_logo_1_1c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103" y="241331"/>
            <a:ext cx="480000" cy="51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382DBF-DF74-4547-9C36-453AC22ABE8F}"/>
              </a:ext>
            </a:extLst>
          </p:cNvPr>
          <p:cNvSpPr/>
          <p:nvPr userDrawn="1"/>
        </p:nvSpPr>
        <p:spPr>
          <a:xfrm>
            <a:off x="1025622" y="3383623"/>
            <a:ext cx="931524" cy="9589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238"/>
            <a:endParaRPr lang="pt-BR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76050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94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CF15F8C-4599-40FD-AD4E-96E6026A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7" y="244408"/>
            <a:ext cx="10659467" cy="385824"/>
          </a:xfrm>
          <a:prstGeom prst="rect">
            <a:avLst/>
          </a:prstGeom>
        </p:spPr>
        <p:txBody>
          <a:bodyPr lIns="90000" tIns="46800" rIns="90000" bIns="46800" anchor="ctr" anchorCtr="0"/>
          <a:lstStyle>
            <a:lvl1pPr>
              <a:defRPr sz="2667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780339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/ Título +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18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4407"/>
            <a:ext cx="10659467" cy="699876"/>
          </a:xfrm>
          <a:prstGeom prst="rect">
            <a:avLst/>
          </a:prstGeom>
        </p:spPr>
        <p:txBody>
          <a:bodyPr lIns="90000" tIns="46800" rIns="90000" bIns="46800" anchor="t" anchorCtr="0"/>
          <a:lstStyle>
            <a:lvl1pPr>
              <a:defRPr sz="2133" b="1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D64A3B-8CEF-493F-B604-344685A71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-12774"/>
            <a:ext cx="10659533" cy="257183"/>
          </a:xfrm>
          <a:prstGeom prst="rect">
            <a:avLst/>
          </a:prstGeom>
        </p:spPr>
        <p:txBody>
          <a:bodyPr tIns="36000" bIns="36000"/>
          <a:lstStyle>
            <a:lvl1pPr>
              <a:defRPr sz="1067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kumimoji="0" lang="pt-BR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Clique para adicionar header</a:t>
            </a:r>
            <a:endParaRPr lang="pt-BR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BD6B3D70-0E14-4D68-BEAD-5F6CF789F6C7}"/>
              </a:ext>
            </a:extLst>
          </p:cNvPr>
          <p:cNvCxnSpPr/>
          <p:nvPr userDrawn="1"/>
        </p:nvCxnSpPr>
        <p:spPr>
          <a:xfrm>
            <a:off x="0" y="944300"/>
            <a:ext cx="12192000" cy="0"/>
          </a:xfrm>
          <a:prstGeom prst="line">
            <a:avLst/>
          </a:prstGeom>
          <a:ln w="28575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67616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6947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251" y="2595196"/>
            <a:ext cx="2547499" cy="179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2D12AD8-BB79-4479-97D5-680026E09646}"/>
              </a:ext>
            </a:extLst>
          </p:cNvPr>
          <p:cNvSpPr/>
          <p:nvPr userDrawn="1"/>
        </p:nvSpPr>
        <p:spPr>
          <a:xfrm>
            <a:off x="0" y="3724592"/>
            <a:ext cx="4464000" cy="48000"/>
          </a:xfrm>
          <a:prstGeom prst="rect">
            <a:avLst/>
          </a:prstGeom>
          <a:solidFill>
            <a:srgbClr val="FFDE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defTabSz="609238"/>
            <a:endParaRPr lang="pt-BR" sz="1600" dirty="0">
              <a:solidFill>
                <a:prstClr val="white"/>
              </a:solidFill>
              <a:latin typeface="Simplon BP Light" pitchFamily="2" charset="0"/>
            </a:endParaRPr>
          </a:p>
        </p:txBody>
      </p:sp>
      <p:sp>
        <p:nvSpPr>
          <p:cNvPr id="9" name="Espaço Reservado para Texto 1">
            <a:extLst>
              <a:ext uri="{FF2B5EF4-FFF2-40B4-BE49-F238E27FC236}">
                <a16:creationId xmlns:a16="http://schemas.microsoft.com/office/drawing/2014/main" id="{6E6E7BFE-15E0-4A06-B27F-C34F1C0EB2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3374" y="2741234"/>
            <a:ext cx="4254500" cy="1310217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pt-BR" dirty="0"/>
              <a:t>INSERIR TEXTO</a:t>
            </a:r>
          </a:p>
        </p:txBody>
      </p:sp>
    </p:spTree>
    <p:extLst>
      <p:ext uri="{BB962C8B-B14F-4D97-AF65-F5344CB8AC3E}">
        <p14:creationId xmlns:p14="http://schemas.microsoft.com/office/powerpoint/2010/main" val="31833817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542" name="Slide do think-cell" r:id="rId4" imgW="317" imgH="318" progId="TCLayout.ActiveDocument.1">
                  <p:embed/>
                </p:oleObj>
              </mc:Choice>
              <mc:Fallback>
                <p:oleObj name="Slide do think-cell" r:id="rId4" imgW="317" imgH="31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16806" y="6232588"/>
            <a:ext cx="2846591" cy="36512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457200" rtl="0" eaLnBrk="1" latinLnBrk="0" hangingPunct="1">
              <a:defRPr sz="1000" kern="1200" baseline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33" dirty="0">
                <a:cs typeface="Simplon BP Regular"/>
              </a:rPr>
              <a:t>MATERIAL CONFIDENCIAL  |  SLIDE Nº </a:t>
            </a:r>
            <a:fld id="{1115FE8E-B0E0-984D-A6F8-8DB859C1C7B7}" type="slidenum">
              <a:rPr lang="en-US" sz="1333" smtClean="0">
                <a:latin typeface="Simplon BP Bold"/>
                <a:cs typeface="Simplon BP Bold"/>
              </a:rPr>
              <a:pPr/>
              <a:t>‹nº›</a:t>
            </a:fld>
            <a:endParaRPr lang="en-US" sz="1333" dirty="0">
              <a:latin typeface="Simplon BP Bold"/>
              <a:cs typeface="Simplon BP Bold"/>
            </a:endParaRP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28" hasCustomPrompt="1"/>
          </p:nvPr>
        </p:nvSpPr>
        <p:spPr>
          <a:xfrm>
            <a:off x="430718" y="3196073"/>
            <a:ext cx="8114069" cy="202735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7" cap="none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</a:p>
          <a:p>
            <a:pPr lvl="0"/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430717" y="2436252"/>
            <a:ext cx="8114071" cy="3861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609585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cap="all" baseline="0">
                <a:solidFill>
                  <a:srgbClr val="4D4D4D"/>
                </a:solidFill>
                <a:latin typeface="Simplon BP"/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has id </a:t>
            </a:r>
            <a:r>
              <a:rPr lang="en-US" dirty="0" err="1"/>
              <a:t>cibo</a:t>
            </a:r>
            <a:r>
              <a:rPr lang="en-US" dirty="0"/>
              <a:t> </a:t>
            </a:r>
            <a:r>
              <a:rPr lang="en-US" dirty="0" err="1"/>
              <a:t>quidam</a:t>
            </a:r>
            <a:r>
              <a:rPr lang="en-US" dirty="0"/>
              <a:t> </a:t>
            </a:r>
            <a:r>
              <a:rPr lang="en-US" dirty="0" err="1"/>
              <a:t>facilis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718" y="356421"/>
            <a:ext cx="8114069" cy="1759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ts val="4800"/>
              </a:lnSpc>
              <a:defRPr sz="4800" baseline="0">
                <a:solidFill>
                  <a:srgbClr val="EA288C"/>
                </a:solidFill>
                <a:latin typeface="Simplon Oi Headline"/>
                <a:cs typeface="Simplon Oi Headline"/>
              </a:defRPr>
            </a:lvl1pPr>
          </a:lstStyle>
          <a:p>
            <a:r>
              <a:rPr lang="en-US" dirty="0" err="1"/>
              <a:t>Insira</a:t>
            </a:r>
            <a:r>
              <a:rPr lang="en-US" dirty="0"/>
              <a:t> o </a:t>
            </a:r>
            <a:r>
              <a:rPr lang="en-US" dirty="0" err="1"/>
              <a:t>Título</a:t>
            </a:r>
            <a:r>
              <a:rPr lang="en-US" dirty="0"/>
              <a:t> do slide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endParaRPr lang="en-US" dirty="0"/>
          </a:p>
        </p:txBody>
      </p:sp>
      <p:pic>
        <p:nvPicPr>
          <p:cNvPr id="13" name="Picture 12" descr="marca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871" y="3906637"/>
            <a:ext cx="1771904" cy="218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901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66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8" name="Picture 736" descr="http://interativa/data/interativa/arquivos/assinatura_email/logos/OIOI.0004.008.AF.160105.Logomarca_RGB_Laranja_2G.png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297" y="16958"/>
            <a:ext cx="1087817" cy="76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5392" y="6666000"/>
            <a:ext cx="1116608" cy="192000"/>
          </a:xfrm>
          <a:prstGeom prst="rect">
            <a:avLst/>
          </a:prstGeom>
        </p:spPr>
        <p:txBody>
          <a:bodyPr lIns="0" tIns="0" rIns="71959" bIns="0" anchor="ctr" anchorCtr="0"/>
          <a:lstStyle>
            <a:lvl1pPr algn="r">
              <a:lnSpc>
                <a:spcPct val="80000"/>
              </a:lnSpc>
              <a:defRPr sz="1067">
                <a:solidFill>
                  <a:schemeClr val="accent2"/>
                </a:solidFill>
                <a:latin typeface="Simplon Oi Headline" pitchFamily="50" charset="0"/>
                <a:cs typeface="Arial"/>
              </a:defRPr>
            </a:lvl1pPr>
          </a:lstStyle>
          <a:p>
            <a:pPr defTabSz="609238"/>
            <a:fld id="{34F21757-CAEC-9B46-BA5E-8BB41E742229}" type="slidenum">
              <a:rPr lang="en-US" smtClean="0">
                <a:solidFill>
                  <a:srgbClr val="4D4D4D"/>
                </a:solidFill>
              </a:rPr>
              <a:pPr defTabSz="609238"/>
              <a:t>‹nº›</a:t>
            </a:fld>
            <a:endParaRPr lang="en-US" dirty="0">
              <a:solidFill>
                <a:srgbClr val="4D4D4D"/>
              </a:solidFill>
            </a:endParaRPr>
          </a:p>
        </p:txBody>
      </p:sp>
      <p:sp>
        <p:nvSpPr>
          <p:cNvPr id="8" name="Title 2"/>
          <p:cNvSpPr>
            <a:spLocks noGrp="1"/>
          </p:cNvSpPr>
          <p:nvPr>
            <p:ph type="title"/>
          </p:nvPr>
        </p:nvSpPr>
        <p:spPr>
          <a:xfrm>
            <a:off x="237067" y="249468"/>
            <a:ext cx="10659467" cy="576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667" b="0">
                <a:solidFill>
                  <a:srgbClr val="FF6D00"/>
                </a:solidFill>
                <a:latin typeface="Simplon Oi Headline" pitchFamily="50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03617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13" name="Google Shape;13;p2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" name="Google Shape;15;p2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2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2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2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2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2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2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2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2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2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2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2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2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2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2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2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2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2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2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2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2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2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3" name="Google Shape;68;p21">
            <a:extLst>
              <a:ext uri="{FF2B5EF4-FFF2-40B4-BE49-F238E27FC236}">
                <a16:creationId xmlns:a16="http://schemas.microsoft.com/office/drawing/2014/main" id="{2614AF7A-99D4-4B49-BC50-B79F952D1862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756351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6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21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43" name="Google Shape;43;p21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21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21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21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21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21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21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21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21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21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21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21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21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21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21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21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21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21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21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21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21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21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21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21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21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68" name="Google Shape;68;p21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6912" y="-198214"/>
            <a:ext cx="4684105" cy="4684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38034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E83F73-3FF0-C94A-AA5D-FB1EB2320D91}"/>
              </a:ext>
            </a:extLst>
          </p:cNvPr>
          <p:cNvSpPr/>
          <p:nvPr userDrawn="1"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A200F-C0C4-9B49-B9B7-65A5078D6E6B}"/>
              </a:ext>
            </a:extLst>
          </p:cNvPr>
          <p:cNvSpPr/>
          <p:nvPr userDrawn="1"/>
        </p:nvSpPr>
        <p:spPr>
          <a:xfrm flipV="1">
            <a:off x="1031769" y="6132114"/>
            <a:ext cx="3600000" cy="1800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44607B-58CA-534A-87D1-4F0838525DBB}"/>
              </a:ext>
            </a:extLst>
          </p:cNvPr>
          <p:cNvSpPr/>
          <p:nvPr userDrawn="1"/>
        </p:nvSpPr>
        <p:spPr>
          <a:xfrm>
            <a:off x="339306" y="1155941"/>
            <a:ext cx="5250611" cy="6671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1167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 preserve="1">
  <p:cSld name="17_Slide de Título"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85118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bg>
      <p:bgPr>
        <a:solidFill>
          <a:schemeClr val="accent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70663" y="0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872465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773993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7_Slide de Títul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07417" y="226692"/>
            <a:ext cx="1216566" cy="2075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" name="Google Shape;77;p122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78" name="Google Shape;78;p12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2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2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2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2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2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2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2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2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2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2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2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2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2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2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2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2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2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2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2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2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2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2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2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2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DBDBDB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3" name="Google Shape;103;p122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2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F3DE66F-B080-7740-BCFB-F1E4446C4708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3833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_Slide de Título">
  <p:cSld name="28_Slide de Título">
    <p:bg>
      <p:bgPr>
        <a:solidFill>
          <a:schemeClr val="accent5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5"/>
          <p:cNvGrpSpPr/>
          <p:nvPr/>
        </p:nvGrpSpPr>
        <p:grpSpPr>
          <a:xfrm>
            <a:off x="8521140" y="0"/>
            <a:ext cx="3081580" cy="753914"/>
            <a:chOff x="8797290" y="6001216"/>
            <a:chExt cx="3081580" cy="753914"/>
          </a:xfrm>
        </p:grpSpPr>
        <p:cxnSp>
          <p:nvCxnSpPr>
            <p:cNvPr id="107" name="Google Shape;107;p2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2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2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2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2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2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2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2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2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2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2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2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2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2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2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2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2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2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2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2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2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2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2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2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2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2" name="Google Shape;132;p2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17593" y="5296896"/>
            <a:ext cx="1641750" cy="16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674913" y="1463040"/>
            <a:ext cx="10927807" cy="3947160"/>
          </a:xfrm>
          <a:prstGeom prst="rect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7E7CEC-8C95-FF4F-A547-E6A239B07F20}"/>
              </a:ext>
            </a:extLst>
          </p:cNvPr>
          <p:cNvSpPr/>
          <p:nvPr userDrawn="1"/>
        </p:nvSpPr>
        <p:spPr>
          <a:xfrm>
            <a:off x="149396" y="150443"/>
            <a:ext cx="2175677" cy="36003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38152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7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67" name="Google Shape;167;p2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8" name="Google Shape;168;p2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9" name="Google Shape;169;p2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0" name="Google Shape;170;p2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1" name="Google Shape;171;p2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2" name="Google Shape;172;p2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3" name="Google Shape;173;p2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2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2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2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7" name="Google Shape;177;p2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8" name="Google Shape;178;p2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9" name="Google Shape;179;p2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0" name="Google Shape;180;p2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1" name="Google Shape;181;p2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2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2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4" name="Google Shape;184;p2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p2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6" name="Google Shape;186;p2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7" name="Google Shape;187;p2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p2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9" name="Google Shape;189;p2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0" name="Google Shape;190;p2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1" name="Google Shape;191;p2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1936392219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lide de Título">
  <p:cSld name="6_Slide de Título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28"/>
          <p:cNvGrpSpPr/>
          <p:nvPr/>
        </p:nvGrpSpPr>
        <p:grpSpPr>
          <a:xfrm>
            <a:off x="0" y="4145280"/>
            <a:ext cx="4402013" cy="1076960"/>
            <a:chOff x="8797290" y="6001216"/>
            <a:chExt cx="3081580" cy="753914"/>
          </a:xfrm>
        </p:grpSpPr>
        <p:cxnSp>
          <p:nvCxnSpPr>
            <p:cNvPr id="195" name="Google Shape;195;p2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p2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p2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p2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p2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p2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1" name="Google Shape;201;p2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2" name="Google Shape;202;p2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3" name="Google Shape;203;p2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4" name="Google Shape;204;p2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5" name="Google Shape;205;p2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6" name="Google Shape;206;p2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7" name="Google Shape;207;p2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8" name="Google Shape;208;p2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9" name="Google Shape;209;p2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0" name="Google Shape;210;p2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1" name="Google Shape;211;p2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2" name="Google Shape;212;p2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2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2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2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2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p2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8" name="Google Shape;218;p2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9" name="Google Shape;219;p2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94949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8685369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3213263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3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132138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545465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340899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377294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lide de Título">
  <p:cSld name="6_Slide de Título">
    <p:bg>
      <p:bgPr>
        <a:solidFill>
          <a:schemeClr val="accen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7616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Slide de Título">
  <p:cSld name="8_Slide de Título">
    <p:bg>
      <p:bgPr>
        <a:solidFill>
          <a:schemeClr val="accent2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95599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5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37" name="Google Shape;237;p35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8" name="Google Shape;238;p35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35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35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1" name="Google Shape;241;p35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2" name="Google Shape;242;p35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35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35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35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35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35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35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35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35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35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35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35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4" name="Google Shape;254;p35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35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35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7" name="Google Shape;257;p35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8" name="Google Shape;258;p35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9" name="Google Shape;259;p35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0" name="Google Shape;260;p35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1" name="Google Shape;261;p35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262" name="Google Shape;262;p3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25621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6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36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69" name="Google Shape;269;p36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0" name="Google Shape;270;p36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1" name="Google Shape;271;p36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2" name="Google Shape;272;p36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3" name="Google Shape;273;p36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4" name="Google Shape;274;p36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5" name="Google Shape;275;p36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6" name="Google Shape;276;p36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7" name="Google Shape;277;p36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8" name="Google Shape;278;p36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9" name="Google Shape;279;p36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0" name="Google Shape;280;p36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p36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2" name="Google Shape;282;p36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3" name="Google Shape;283;p36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p36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5" name="Google Shape;285;p36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6" name="Google Shape;286;p36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7" name="Google Shape;287;p36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8" name="Google Shape;288;p36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9" name="Google Shape;289;p36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0" name="Google Shape;290;p36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291;p36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2" name="Google Shape;292;p36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293;p36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423441280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37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297" name="Google Shape;297;p37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8" name="Google Shape;298;p37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299;p37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0" name="Google Shape;300;p37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1" name="Google Shape;301;p37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2" name="Google Shape;302;p37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3" name="Google Shape;303;p37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4" name="Google Shape;304;p37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5" name="Google Shape;305;p37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6" name="Google Shape;306;p37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7" name="Google Shape;307;p37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8" name="Google Shape;308;p37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9" name="Google Shape;309;p37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0" name="Google Shape;310;p37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1" name="Google Shape;311;p37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2" name="Google Shape;312;p37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3" name="Google Shape;313;p37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4" name="Google Shape;314;p37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37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37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7" name="Google Shape;317;p37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8" name="Google Shape;318;p37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9" name="Google Shape;319;p37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0" name="Google Shape;320;p37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1" name="Google Shape;321;p37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22" name="Google Shape;322;p37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7"/>
          <p:cNvSpPr/>
          <p:nvPr/>
        </p:nvSpPr>
        <p:spPr>
          <a:xfrm>
            <a:off x="1178560" y="4356100"/>
            <a:ext cx="2621274" cy="195580"/>
          </a:xfrm>
          <a:prstGeom prst="round2SameRect">
            <a:avLst>
              <a:gd name="adj1" fmla="val 0"/>
              <a:gd name="adj2" fmla="val 16418"/>
            </a:avLst>
          </a:pr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61522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8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27" name="Google Shape;327;p38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328;p38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329;p38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330;p38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1" name="Google Shape;331;p38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2" name="Google Shape;332;p38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3" name="Google Shape;333;p38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335;p38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336;p38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337;p38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338;p38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9" name="Google Shape;339;p38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0" name="Google Shape;340;p38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1" name="Google Shape;341;p38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2" name="Google Shape;342;p38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3" name="Google Shape;343;p38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4" name="Google Shape;344;p38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p38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6" name="Google Shape;346;p38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7" name="Google Shape;347;p38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p38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p38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0" name="Google Shape;350;p38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1" name="Google Shape;351;p38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52" name="Google Shape;352;p38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F38065-2E1F-864E-9EDB-1814DC39BA53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713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0" descr="Logotipo, Ícone&#10;&#10;Descrição gerada automaticamente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8" name="Google Shape;358;p40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59" name="Google Shape;359;p40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0" name="Google Shape;360;p40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1" name="Google Shape;361;p40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2" name="Google Shape;362;p40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40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40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5" name="Google Shape;365;p40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6" name="Google Shape;366;p40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7" name="Google Shape;367;p40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8" name="Google Shape;368;p40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9" name="Google Shape;369;p40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40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1" name="Google Shape;371;p40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2" name="Google Shape;372;p40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40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40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5" name="Google Shape;375;p40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40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7" name="Google Shape;377;p40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40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40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0" name="Google Shape;380;p40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40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40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40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C3D27DAA-EE97-E947-9F2D-917CCE0B14E6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931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Slide de Título">
  <p:cSld name="17_Slide de Título">
    <p:bg>
      <p:bgPr>
        <a:solidFill>
          <a:schemeClr val="accent5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42"/>
          <p:cNvGrpSpPr/>
          <p:nvPr/>
        </p:nvGrpSpPr>
        <p:grpSpPr>
          <a:xfrm>
            <a:off x="8797290" y="6001216"/>
            <a:ext cx="3081580" cy="753914"/>
            <a:chOff x="8797290" y="6001216"/>
            <a:chExt cx="3081580" cy="753914"/>
          </a:xfrm>
        </p:grpSpPr>
        <p:cxnSp>
          <p:nvCxnSpPr>
            <p:cNvPr id="387" name="Google Shape;387;p42"/>
            <p:cNvCxnSpPr/>
            <p:nvPr/>
          </p:nvCxnSpPr>
          <p:spPr>
            <a:xfrm>
              <a:off x="8797290" y="6652260"/>
              <a:ext cx="93273" cy="9118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42"/>
            <p:cNvCxnSpPr/>
            <p:nvPr/>
          </p:nvCxnSpPr>
          <p:spPr>
            <a:xfrm>
              <a:off x="8799295" y="6502175"/>
              <a:ext cx="252040" cy="25295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42"/>
            <p:cNvCxnSpPr/>
            <p:nvPr/>
          </p:nvCxnSpPr>
          <p:spPr>
            <a:xfrm>
              <a:off x="8808430" y="6361246"/>
              <a:ext cx="388285" cy="393884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42"/>
            <p:cNvCxnSpPr/>
            <p:nvPr/>
          </p:nvCxnSpPr>
          <p:spPr>
            <a:xfrm>
              <a:off x="8806000" y="6206289"/>
              <a:ext cx="540772" cy="548841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42"/>
            <p:cNvCxnSpPr/>
            <p:nvPr/>
          </p:nvCxnSpPr>
          <p:spPr>
            <a:xfrm>
              <a:off x="8801771" y="6055895"/>
              <a:ext cx="697041" cy="699235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2" name="Google Shape;392;p42"/>
            <p:cNvCxnSpPr/>
            <p:nvPr/>
          </p:nvCxnSpPr>
          <p:spPr>
            <a:xfrm>
              <a:off x="889815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3" name="Google Shape;393;p42"/>
            <p:cNvCxnSpPr/>
            <p:nvPr/>
          </p:nvCxnSpPr>
          <p:spPr>
            <a:xfrm>
              <a:off x="904647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4" name="Google Shape;394;p42"/>
            <p:cNvCxnSpPr/>
            <p:nvPr/>
          </p:nvCxnSpPr>
          <p:spPr>
            <a:xfrm>
              <a:off x="919685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5" name="Google Shape;395;p42"/>
            <p:cNvCxnSpPr/>
            <p:nvPr/>
          </p:nvCxnSpPr>
          <p:spPr>
            <a:xfrm>
              <a:off x="934722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6" name="Google Shape;396;p42"/>
            <p:cNvCxnSpPr/>
            <p:nvPr/>
          </p:nvCxnSpPr>
          <p:spPr>
            <a:xfrm>
              <a:off x="949607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7" name="Google Shape;397;p42"/>
            <p:cNvCxnSpPr/>
            <p:nvPr/>
          </p:nvCxnSpPr>
          <p:spPr>
            <a:xfrm>
              <a:off x="9644921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42"/>
            <p:cNvCxnSpPr/>
            <p:nvPr/>
          </p:nvCxnSpPr>
          <p:spPr>
            <a:xfrm>
              <a:off x="9793769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42"/>
            <p:cNvCxnSpPr/>
            <p:nvPr/>
          </p:nvCxnSpPr>
          <p:spPr>
            <a:xfrm>
              <a:off x="9944622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0" name="Google Shape;400;p42"/>
            <p:cNvCxnSpPr/>
            <p:nvPr/>
          </p:nvCxnSpPr>
          <p:spPr>
            <a:xfrm>
              <a:off x="10099485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1" name="Google Shape;401;p42"/>
            <p:cNvCxnSpPr/>
            <p:nvPr/>
          </p:nvCxnSpPr>
          <p:spPr>
            <a:xfrm>
              <a:off x="1024432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2" name="Google Shape;402;p42"/>
            <p:cNvCxnSpPr/>
            <p:nvPr/>
          </p:nvCxnSpPr>
          <p:spPr>
            <a:xfrm>
              <a:off x="1039517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3" name="Google Shape;403;p42"/>
            <p:cNvCxnSpPr/>
            <p:nvPr/>
          </p:nvCxnSpPr>
          <p:spPr>
            <a:xfrm>
              <a:off x="1054807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4" name="Google Shape;404;p42"/>
            <p:cNvCxnSpPr/>
            <p:nvPr/>
          </p:nvCxnSpPr>
          <p:spPr>
            <a:xfrm>
              <a:off x="10694943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5" name="Google Shape;405;p42"/>
            <p:cNvCxnSpPr/>
            <p:nvPr/>
          </p:nvCxnSpPr>
          <p:spPr>
            <a:xfrm>
              <a:off x="10845818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6" name="Google Shape;406;p42"/>
            <p:cNvCxnSpPr/>
            <p:nvPr/>
          </p:nvCxnSpPr>
          <p:spPr>
            <a:xfrm>
              <a:off x="10994666" y="6001216"/>
              <a:ext cx="748686" cy="75257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7" name="Google Shape;407;p42"/>
            <p:cNvCxnSpPr/>
            <p:nvPr/>
          </p:nvCxnSpPr>
          <p:spPr>
            <a:xfrm rot="10800000">
              <a:off x="11735741" y="6001216"/>
              <a:ext cx="126796" cy="1238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8" name="Google Shape;408;p42"/>
            <p:cNvCxnSpPr/>
            <p:nvPr/>
          </p:nvCxnSpPr>
          <p:spPr>
            <a:xfrm rot="10800000">
              <a:off x="11588951" y="6001216"/>
              <a:ext cx="271163" cy="272147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9" name="Google Shape;409;p42"/>
            <p:cNvCxnSpPr/>
            <p:nvPr/>
          </p:nvCxnSpPr>
          <p:spPr>
            <a:xfrm rot="10800000">
              <a:off x="11440564" y="6001216"/>
              <a:ext cx="417745" cy="42376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0" name="Google Shape;410;p42"/>
            <p:cNvCxnSpPr/>
            <p:nvPr/>
          </p:nvCxnSpPr>
          <p:spPr>
            <a:xfrm rot="10800000">
              <a:off x="11291174" y="6001217"/>
              <a:ext cx="569359" cy="57539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1" name="Google Shape;411;p42"/>
            <p:cNvCxnSpPr/>
            <p:nvPr/>
          </p:nvCxnSpPr>
          <p:spPr>
            <a:xfrm rot="10800000">
              <a:off x="11141878" y="6001217"/>
              <a:ext cx="736992" cy="742229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412" name="Google Shape;412;p4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59" y="919308"/>
            <a:ext cx="4684105" cy="46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A6D1108F-85F9-4942-99D3-8EB879D3352D}"/>
              </a:ext>
            </a:extLst>
          </p:cNvPr>
          <p:cNvSpPr/>
          <p:nvPr userDrawn="1"/>
        </p:nvSpPr>
        <p:spPr>
          <a:xfrm>
            <a:off x="1178560" y="4275587"/>
            <a:ext cx="2621274" cy="195580"/>
          </a:xfrm>
          <a:prstGeom prst="rect">
            <a:avLst/>
          </a:prstGeom>
          <a:gradFill>
            <a:gsLst>
              <a:gs pos="0">
                <a:schemeClr val="accent4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694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 de Título">
  <p:cSld name="2_Slide de Título">
    <p:bg>
      <p:bgPr>
        <a:solidFill>
          <a:schemeClr val="accent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07483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166773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6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56932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688428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bg>
      <p:bgPr>
        <a:solidFill>
          <a:schemeClr val="accent5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46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653462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Slide de Título">
  <p:cSld name="25_Slide de Título">
    <p:bg>
      <p:bgPr>
        <a:solidFill>
          <a:schemeClr val="accent4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9212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04;p76" descr="Google Shape;204;p7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11761"/>
            <a:ext cx="1121337" cy="1121338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47332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10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ags" Target="../tags/tag3.xml"/><Relationship Id="rId5" Type="http://schemas.openxmlformats.org/officeDocument/2006/relationships/vmlDrawing" Target="../drawings/vmlDrawing3.v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5.bin"/><Relationship Id="rId5" Type="http://schemas.openxmlformats.org/officeDocument/2006/relationships/tags" Target="../tags/tag5.xml"/><Relationship Id="rId4" Type="http://schemas.openxmlformats.org/officeDocument/2006/relationships/vmlDrawing" Target="../drawings/vmlDrawing5.v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6.bin"/><Relationship Id="rId5" Type="http://schemas.openxmlformats.org/officeDocument/2006/relationships/tags" Target="../tags/tag8.xml"/><Relationship Id="rId4" Type="http://schemas.openxmlformats.org/officeDocument/2006/relationships/vmlDrawing" Target="../drawings/vmlDrawing6.v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7.v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tags" Target="../tags/tag1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8.vml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tags" Target="../tags/tag1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9.vm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tags" Target="../tags/tag1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0.v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tags" Target="../tags/tag2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1.vml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tags" Target="../tags/tag2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2.vml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tags" Target="../tags/tag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3.vml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tags" Target="../tags/tag2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4.vml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tags" Target="../tags/tag3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5.vml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5.bin"/><Relationship Id="rId4" Type="http://schemas.openxmlformats.org/officeDocument/2006/relationships/tags" Target="../tags/tag3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16.bin"/><Relationship Id="rId5" Type="http://schemas.openxmlformats.org/officeDocument/2006/relationships/tags" Target="../tags/tag38.xml"/><Relationship Id="rId4" Type="http://schemas.openxmlformats.org/officeDocument/2006/relationships/vmlDrawing" Target="../drawings/vmlDrawing16.v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vmlDrawing" Target="../drawings/vmlDrawing17.vml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Relationship Id="rId4" Type="http://schemas.openxmlformats.org/officeDocument/2006/relationships/tags" Target="../tags/tag41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18.bin"/><Relationship Id="rId5" Type="http://schemas.openxmlformats.org/officeDocument/2006/relationships/tags" Target="../tags/tag44.xml"/><Relationship Id="rId4" Type="http://schemas.openxmlformats.org/officeDocument/2006/relationships/vmlDrawing" Target="../drawings/vmlDrawing18.v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3" Type="http://schemas.openxmlformats.org/officeDocument/2006/relationships/slideLayout" Target="../slideLayouts/slideLayout31.xml"/><Relationship Id="rId7" Type="http://schemas.openxmlformats.org/officeDocument/2006/relationships/theme" Target="../theme/theme17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33.xml"/><Relationship Id="rId10" Type="http://schemas.openxmlformats.org/officeDocument/2006/relationships/oleObject" Target="../embeddings/oleObject19.bin"/><Relationship Id="rId4" Type="http://schemas.openxmlformats.org/officeDocument/2006/relationships/slideLayout" Target="../slideLayouts/slideLayout32.xml"/><Relationship Id="rId9" Type="http://schemas.openxmlformats.org/officeDocument/2006/relationships/tags" Target="../tags/tag4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ags" Target="../tags/tag50.xml"/><Relationship Id="rId5" Type="http://schemas.openxmlformats.org/officeDocument/2006/relationships/slideLayout" Target="../slideLayouts/slideLayout39.xml"/><Relationship Id="rId10" Type="http://schemas.openxmlformats.org/officeDocument/2006/relationships/vmlDrawing" Target="../drawings/vmlDrawing20.vml"/><Relationship Id="rId4" Type="http://schemas.openxmlformats.org/officeDocument/2006/relationships/slideLayout" Target="../slideLayouts/slideLayout38.xml"/><Relationship Id="rId9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oleObject" Target="../embeddings/oleObject26.bin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tags" Target="../tags/tag56.xml"/><Relationship Id="rId5" Type="http://schemas.openxmlformats.org/officeDocument/2006/relationships/slideLayout" Target="../slideLayouts/slideLayout47.xml"/><Relationship Id="rId10" Type="http://schemas.openxmlformats.org/officeDocument/2006/relationships/vmlDrawing" Target="../drawings/vmlDrawing26.vml"/><Relationship Id="rId4" Type="http://schemas.openxmlformats.org/officeDocument/2006/relationships/slideLayout" Target="../slideLayouts/slideLayout46.xml"/><Relationship Id="rId9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tags" Target="../tags/tag62.xml"/><Relationship Id="rId5" Type="http://schemas.openxmlformats.org/officeDocument/2006/relationships/slideLayout" Target="../slideLayouts/slideLayout55.xml"/><Relationship Id="rId10" Type="http://schemas.openxmlformats.org/officeDocument/2006/relationships/vmlDrawing" Target="../drawings/vmlDrawing32.vml"/><Relationship Id="rId4" Type="http://schemas.openxmlformats.org/officeDocument/2006/relationships/slideLayout" Target="../slideLayouts/slideLayout54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oleObject" Target="../embeddings/oleObject38.bin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tags" Target="../tags/tag68.xml"/><Relationship Id="rId5" Type="http://schemas.openxmlformats.org/officeDocument/2006/relationships/slideLayout" Target="../slideLayouts/slideLayout63.xml"/><Relationship Id="rId10" Type="http://schemas.openxmlformats.org/officeDocument/2006/relationships/vmlDrawing" Target="../drawings/vmlDrawing38.vml"/><Relationship Id="rId4" Type="http://schemas.openxmlformats.org/officeDocument/2006/relationships/slideLayout" Target="../slideLayouts/slideLayout62.xml"/><Relationship Id="rId9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tags" Target="../tags/tag74.xml"/><Relationship Id="rId5" Type="http://schemas.openxmlformats.org/officeDocument/2006/relationships/slideLayout" Target="../slideLayouts/slideLayout71.xml"/><Relationship Id="rId10" Type="http://schemas.openxmlformats.org/officeDocument/2006/relationships/vmlDrawing" Target="../drawings/vmlDrawing44.vml"/><Relationship Id="rId4" Type="http://schemas.openxmlformats.org/officeDocument/2006/relationships/slideLayout" Target="../slideLayouts/slideLayout70.xml"/><Relationship Id="rId9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tags" Target="../tags/tag80.xml"/><Relationship Id="rId5" Type="http://schemas.openxmlformats.org/officeDocument/2006/relationships/slideLayout" Target="../slideLayouts/slideLayout79.xml"/><Relationship Id="rId10" Type="http://schemas.openxmlformats.org/officeDocument/2006/relationships/vmlDrawing" Target="../drawings/vmlDrawing50.vml"/><Relationship Id="rId4" Type="http://schemas.openxmlformats.org/officeDocument/2006/relationships/slideLayout" Target="../slideLayouts/slideLayout78.xml"/><Relationship Id="rId9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tags" Target="../tags/tag86.xml"/><Relationship Id="rId5" Type="http://schemas.openxmlformats.org/officeDocument/2006/relationships/slideLayout" Target="../slideLayouts/slideLayout87.xml"/><Relationship Id="rId10" Type="http://schemas.openxmlformats.org/officeDocument/2006/relationships/vmlDrawing" Target="../drawings/vmlDrawing56.vml"/><Relationship Id="rId4" Type="http://schemas.openxmlformats.org/officeDocument/2006/relationships/slideLayout" Target="../slideLayouts/slideLayout86.xml"/><Relationship Id="rId9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oleObject" Target="../embeddings/oleObject62.bin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tags" Target="../tags/tag92.xml"/><Relationship Id="rId5" Type="http://schemas.openxmlformats.org/officeDocument/2006/relationships/slideLayout" Target="../slideLayouts/slideLayout95.xml"/><Relationship Id="rId10" Type="http://schemas.openxmlformats.org/officeDocument/2006/relationships/vmlDrawing" Target="../drawings/vmlDrawing62.vml"/><Relationship Id="rId4" Type="http://schemas.openxmlformats.org/officeDocument/2006/relationships/slideLayout" Target="../slideLayouts/slideLayout94.xml"/><Relationship Id="rId9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tags" Target="../tags/tag98.xml"/><Relationship Id="rId5" Type="http://schemas.openxmlformats.org/officeDocument/2006/relationships/slideLayout" Target="../slideLayouts/slideLayout103.xml"/><Relationship Id="rId10" Type="http://schemas.openxmlformats.org/officeDocument/2006/relationships/vmlDrawing" Target="../drawings/vmlDrawing68.vml"/><Relationship Id="rId4" Type="http://schemas.openxmlformats.org/officeDocument/2006/relationships/slideLayout" Target="../slideLayouts/slideLayout102.xml"/><Relationship Id="rId9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oleObject" Target="../embeddings/oleObject74.bin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tags" Target="../tags/tag104.xml"/><Relationship Id="rId5" Type="http://schemas.openxmlformats.org/officeDocument/2006/relationships/slideLayout" Target="../slideLayouts/slideLayout111.xml"/><Relationship Id="rId10" Type="http://schemas.openxmlformats.org/officeDocument/2006/relationships/vmlDrawing" Target="../drawings/vmlDrawing74.vml"/><Relationship Id="rId4" Type="http://schemas.openxmlformats.org/officeDocument/2006/relationships/slideLayout" Target="../slideLayouts/slideLayout110.xml"/><Relationship Id="rId9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2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121.xml"/><Relationship Id="rId12" Type="http://schemas.openxmlformats.org/officeDocument/2006/relationships/oleObject" Target="../embeddings/oleObject80.bin"/><Relationship Id="rId2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1" Type="http://schemas.openxmlformats.org/officeDocument/2006/relationships/tags" Target="../tags/tag110.xml"/><Relationship Id="rId5" Type="http://schemas.openxmlformats.org/officeDocument/2006/relationships/slideLayout" Target="../slideLayouts/slideLayout119.xml"/><Relationship Id="rId10" Type="http://schemas.openxmlformats.org/officeDocument/2006/relationships/vmlDrawing" Target="../drawings/vmlDrawing80.vml"/><Relationship Id="rId4" Type="http://schemas.openxmlformats.org/officeDocument/2006/relationships/slideLayout" Target="../slideLayouts/slideLayout118.xml"/><Relationship Id="rId9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oleObject" Target="../embeddings/oleObject86.bin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tags" Target="../tags/tag116.xml"/><Relationship Id="rId5" Type="http://schemas.openxmlformats.org/officeDocument/2006/relationships/slideLayout" Target="../slideLayouts/slideLayout127.xml"/><Relationship Id="rId10" Type="http://schemas.openxmlformats.org/officeDocument/2006/relationships/vmlDrawing" Target="../drawings/vmlDrawing86.vml"/><Relationship Id="rId4" Type="http://schemas.openxmlformats.org/officeDocument/2006/relationships/slideLayout" Target="../slideLayouts/slideLayout126.xml"/><Relationship Id="rId9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18" Type="http://schemas.openxmlformats.org/officeDocument/2006/relationships/slideLayout" Target="../slideLayouts/slideLayout148.xml"/><Relationship Id="rId26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33.xml"/><Relationship Id="rId21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7.xml"/><Relationship Id="rId25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32.xml"/><Relationship Id="rId16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50.xml"/><Relationship Id="rId29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24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35.xml"/><Relationship Id="rId15" Type="http://schemas.openxmlformats.org/officeDocument/2006/relationships/slideLayout" Target="../slideLayouts/slideLayout145.xml"/><Relationship Id="rId23" Type="http://schemas.openxmlformats.org/officeDocument/2006/relationships/slideLayout" Target="../slideLayouts/slideLayout153.xml"/><Relationship Id="rId28" Type="http://schemas.openxmlformats.org/officeDocument/2006/relationships/slideLayout" Target="../slideLayouts/slideLayout158.xml"/><Relationship Id="rId10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49.xml"/><Relationship Id="rId31" Type="http://schemas.openxmlformats.org/officeDocument/2006/relationships/theme" Target="../theme/theme3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44.xml"/><Relationship Id="rId22" Type="http://schemas.openxmlformats.org/officeDocument/2006/relationships/slideLayout" Target="../slideLayouts/slideLayout152.xml"/><Relationship Id="rId27" Type="http://schemas.openxmlformats.org/officeDocument/2006/relationships/slideLayout" Target="../slideLayouts/slideLayout157.xml"/><Relationship Id="rId30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/>
          </p:cNvGraphicFramePr>
          <p:nvPr>
            <p:custDataLst>
              <p:tags r:id="rId10"/>
            </p:custDataLst>
            <p:extLst/>
          </p:nvPr>
        </p:nvGraphicFramePr>
        <p:xfrm>
          <a:off x="2127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" name="think-cell Slide" r:id="rId11" imgW="360" imgH="360" progId="TCLayout.ActiveDocument.1">
                  <p:embed/>
                </p:oleObj>
              </mc:Choice>
              <mc:Fallback>
                <p:oleObj name="think-cell Slide" r:id="rId11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950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191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191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191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386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578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770" indent="0" algn="l" defTabSz="609191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559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59752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8944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136" indent="-304595" algn="l" defTabSz="609191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191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386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578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770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5963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155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347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539" algn="l" defTabSz="609191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6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0" name="Slide do think-cell" r:id="rId7" imgW="270" imgH="270" progId="TCLayout.ActiveDocument.1">
                  <p:embed/>
                </p:oleObj>
              </mc:Choice>
              <mc:Fallback>
                <p:oleObj name="Slide do think-cell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9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61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28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5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00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7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87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3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26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0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50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99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4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35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98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38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44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05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0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0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33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 userDrawn="1"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 userDrawn="1"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 userDrawn="1"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 userDrawn="1"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 userDrawn="1"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 userDrawn="1"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 userDrawn="1"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 userDrawn="1"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 userDrawn="1"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 userDrawn="1"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 userDrawn="1"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 userDrawn="1"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 userDrawn="1"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 userDrawn="1"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 userDrawn="1"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 userDrawn="1"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 userDrawn="1"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 userDrawn="1"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 userDrawn="1"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 userDrawn="1"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 userDrawn="1"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 userDrawn="1"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 userDrawn="1"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 userDrawn="1"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 userDrawn="1"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 userDrawn="1"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 userDrawn="1"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 userDrawn="1"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 userDrawn="1"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 userDrawn="1"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 userDrawn="1"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 userDrawn="1"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>
            <p:custDataLst>
              <p:tags r:id="rId9"/>
            </p:custDataLst>
            <p:extLst/>
          </p:nvPr>
        </p:nvGraphicFramePr>
        <p:xfrm>
          <a:off x="2118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44" name="think-cell Slide" r:id="rId10" imgW="270" imgH="270" progId="TCLayout.ActiveDocument.1">
                  <p:embed/>
                </p:oleObj>
              </mc:Choice>
              <mc:Fallback>
                <p:oleObj name="think-cell Slide" r:id="rId10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6" cy="2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</a:pPr>
            <a:endParaRPr lang="en-US" sz="2133" i="1" dirty="0" smtClean="0">
              <a:solidFill>
                <a:prstClr val="black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4118981" y="21995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</a:pP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Título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Simplon </a:t>
            </a:r>
            <a:r>
              <a:rPr lang="en-US" sz="7466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r>
              <a:rPr lang="en-US" sz="7466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</a:pPr>
            <a:r>
              <a:rPr lang="en-US" sz="3733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</a:pPr>
            <a:r>
              <a:rPr lang="en-US" sz="1867" dirty="0" err="1" smtClean="0">
                <a:solidFill>
                  <a:srgbClr val="4D4D4D"/>
                </a:solidFill>
                <a:latin typeface="Simplon BP Regular"/>
                <a:cs typeface="Simplon BP Regular"/>
              </a:rPr>
              <a:t>Textos</a:t>
            </a:r>
            <a:r>
              <a:rPr lang="en-US" sz="1867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pt-BR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ROXO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ROSA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LARANJA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AMARELO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VERDE</a:t>
            </a: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AZUL</a:t>
            </a:r>
          </a:p>
          <a:p>
            <a:pPr defTabSz="609585"/>
            <a:endParaRPr lang="en-US" sz="1600" dirty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endParaRPr lang="en-US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  <a:p>
            <a:pPr defTabSz="609585"/>
            <a:r>
              <a:rPr lang="en-US" sz="1600" dirty="0" smtClean="0">
                <a:solidFill>
                  <a:srgbClr val="4D4D4D"/>
                </a:solidFill>
                <a:latin typeface="Simplon BP Regular"/>
                <a:cs typeface="Simplon BP Regular"/>
              </a:rPr>
              <a:t>CINZA</a:t>
            </a:r>
            <a:endParaRPr lang="hr-HR" sz="1600" dirty="0" smtClean="0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  <p:sp>
        <p:nvSpPr>
          <p:cNvPr id="75" name="Rectangle 36"/>
          <p:cNvSpPr/>
          <p:nvPr/>
        </p:nvSpPr>
        <p:spPr>
          <a:xfrm>
            <a:off x="13355795" y="144739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234  G 40  B 140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6" name="Rectangle 37"/>
          <p:cNvSpPr/>
          <p:nvPr/>
        </p:nvSpPr>
        <p:spPr>
          <a:xfrm>
            <a:off x="13355795" y="71829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defRPr/>
            </a:pPr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160  G 43  B 255 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7" name="Rectangle 38"/>
          <p:cNvSpPr/>
          <p:nvPr/>
        </p:nvSpPr>
        <p:spPr>
          <a:xfrm>
            <a:off x="13355795" y="2129231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109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8" name="Rectangle 39"/>
          <p:cNvSpPr/>
          <p:nvPr/>
        </p:nvSpPr>
        <p:spPr>
          <a:xfrm>
            <a:off x="13355795" y="286873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255  G 255  B 0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79" name="Rectangle 39"/>
          <p:cNvSpPr/>
          <p:nvPr/>
        </p:nvSpPr>
        <p:spPr>
          <a:xfrm>
            <a:off x="13355795" y="3611613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211  B 24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0" name="Rectangle 39"/>
          <p:cNvSpPr/>
          <p:nvPr/>
        </p:nvSpPr>
        <p:spPr>
          <a:xfrm>
            <a:off x="13355795" y="437920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0  G 206  B 255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1" name="Freeform 5"/>
          <p:cNvSpPr>
            <a:spLocks/>
          </p:cNvSpPr>
          <p:nvPr/>
        </p:nvSpPr>
        <p:spPr bwMode="auto">
          <a:xfrm>
            <a:off x="12419232" y="407093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2" name="Freeform 5"/>
          <p:cNvSpPr>
            <a:spLocks/>
          </p:cNvSpPr>
          <p:nvPr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3" name="Freeform 5"/>
          <p:cNvSpPr>
            <a:spLocks/>
          </p:cNvSpPr>
          <p:nvPr/>
        </p:nvSpPr>
        <p:spPr bwMode="auto">
          <a:xfrm>
            <a:off x="12419232" y="260740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4" name="Freeform 5"/>
          <p:cNvSpPr>
            <a:spLocks/>
          </p:cNvSpPr>
          <p:nvPr/>
        </p:nvSpPr>
        <p:spPr bwMode="auto">
          <a:xfrm>
            <a:off x="12419232" y="187563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5" name="Freeform 5"/>
          <p:cNvSpPr>
            <a:spLocks/>
          </p:cNvSpPr>
          <p:nvPr/>
        </p:nvSpPr>
        <p:spPr bwMode="auto">
          <a:xfrm>
            <a:off x="12419232" y="1143870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6" name="Freeform 5"/>
          <p:cNvSpPr>
            <a:spLocks/>
          </p:cNvSpPr>
          <p:nvPr/>
        </p:nvSpPr>
        <p:spPr bwMode="auto">
          <a:xfrm>
            <a:off x="12419232" y="41210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87" name="Rectangle 39"/>
          <p:cNvSpPr/>
          <p:nvPr/>
        </p:nvSpPr>
        <p:spPr>
          <a:xfrm>
            <a:off x="13355795" y="51241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/>
            <a:r>
              <a:rPr lang="en-US" sz="1600" dirty="0" smtClean="0">
                <a:solidFill>
                  <a:srgbClr val="4D4E50"/>
                </a:solidFill>
                <a:latin typeface="Simplon BP Regular"/>
                <a:cs typeface="Simplon BP Regular"/>
              </a:rPr>
              <a:t>R 77  G 77  B 77</a:t>
            </a:r>
            <a:endParaRPr lang="en-US" sz="1600" dirty="0">
              <a:solidFill>
                <a:srgbClr val="4D4E50"/>
              </a:solidFill>
              <a:latin typeface="Simplon BP Regular"/>
              <a:cs typeface="Simplon BP Regular"/>
            </a:endParaRPr>
          </a:p>
        </p:txBody>
      </p:sp>
      <p:sp>
        <p:nvSpPr>
          <p:cNvPr id="88" name="Freeform 5"/>
          <p:cNvSpPr>
            <a:spLocks/>
          </p:cNvSpPr>
          <p:nvPr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4" name="TextBox 39"/>
          <p:cNvSpPr txBox="1"/>
          <p:nvPr/>
        </p:nvSpPr>
        <p:spPr>
          <a:xfrm>
            <a:off x="12419233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Cores </a:t>
            </a: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oi</a:t>
            </a:r>
            <a:endParaRPr lang="en-US" sz="2133" dirty="0" smtClean="0">
              <a:solidFill>
                <a:srgbClr val="4D4D4D"/>
              </a:solidFill>
              <a:latin typeface="Simplon Oi Headline"/>
              <a:cs typeface="Simplon Oi Headline"/>
            </a:endParaRPr>
          </a:p>
        </p:txBody>
      </p:sp>
      <p:sp>
        <p:nvSpPr>
          <p:cNvPr id="105" name="TextBox 39"/>
          <p:cNvSpPr txBox="1"/>
          <p:nvPr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</a:pPr>
            <a:r>
              <a:rPr lang="en-US" sz="2133" dirty="0" err="1" smtClean="0">
                <a:solidFill>
                  <a:srgbClr val="4D4D4D"/>
                </a:solidFill>
                <a:latin typeface="Simplon Oi Headline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Oi Headline"/>
                <a:cs typeface="Simplon Oi Headline"/>
              </a:rPr>
              <a:t> de cores 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(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usar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apenas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2 cores dos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esquemas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 </a:t>
            </a:r>
            <a:r>
              <a:rPr lang="en-US" sz="2133" dirty="0" err="1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abaixo</a:t>
            </a:r>
            <a:r>
              <a:rPr lang="en-US" sz="2133" dirty="0" smtClean="0">
                <a:solidFill>
                  <a:srgbClr val="4D4D4D"/>
                </a:solidFill>
                <a:latin typeface="Simplon BP Regular" pitchFamily="2" charset="0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/>
        </p:nvSpPr>
        <p:spPr bwMode="auto">
          <a:xfrm>
            <a:off x="0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7" name="Freeform 5"/>
          <p:cNvSpPr>
            <a:spLocks/>
          </p:cNvSpPr>
          <p:nvPr/>
        </p:nvSpPr>
        <p:spPr bwMode="auto">
          <a:xfrm>
            <a:off x="-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8" name="Freeform 5"/>
          <p:cNvSpPr>
            <a:spLocks/>
          </p:cNvSpPr>
          <p:nvPr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09" name="Freeform 5"/>
          <p:cNvSpPr>
            <a:spLocks/>
          </p:cNvSpPr>
          <p:nvPr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0" name="Freeform 5"/>
          <p:cNvSpPr>
            <a:spLocks/>
          </p:cNvSpPr>
          <p:nvPr/>
        </p:nvSpPr>
        <p:spPr bwMode="auto">
          <a:xfrm>
            <a:off x="322474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1" name="Freeform 5"/>
          <p:cNvSpPr>
            <a:spLocks/>
          </p:cNvSpPr>
          <p:nvPr/>
        </p:nvSpPr>
        <p:spPr bwMode="auto">
          <a:xfrm>
            <a:off x="322474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2" name="Freeform 5"/>
          <p:cNvSpPr>
            <a:spLocks/>
          </p:cNvSpPr>
          <p:nvPr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3" name="Freeform 5"/>
          <p:cNvSpPr>
            <a:spLocks/>
          </p:cNvSpPr>
          <p:nvPr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4" name="Freeform 5"/>
          <p:cNvSpPr>
            <a:spLocks/>
          </p:cNvSpPr>
          <p:nvPr/>
        </p:nvSpPr>
        <p:spPr bwMode="auto">
          <a:xfrm>
            <a:off x="6418793" y="7391399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5" name="Freeform 5"/>
          <p:cNvSpPr>
            <a:spLocks/>
          </p:cNvSpPr>
          <p:nvPr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6" name="Freeform 5"/>
          <p:cNvSpPr>
            <a:spLocks/>
          </p:cNvSpPr>
          <p:nvPr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  <p:sp>
        <p:nvSpPr>
          <p:cNvPr id="117" name="Freeform 5"/>
          <p:cNvSpPr>
            <a:spLocks/>
          </p:cNvSpPr>
          <p:nvPr/>
        </p:nvSpPr>
        <p:spPr bwMode="auto">
          <a:xfrm>
            <a:off x="8421161" y="8140055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/>
            <a:endParaRPr lang="pt-BR" sz="24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295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10" r:id="rId4"/>
    <p:sldLayoutId id="2147483711" r:id="rId5"/>
    <p:sldLayoutId id="214748371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863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8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44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837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9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686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43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003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3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2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552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70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819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4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6592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58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349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02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574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1"/>
            </p:custDataLst>
            <p:extLst/>
          </p:nvPr>
        </p:nvGraphicFramePr>
        <p:xfrm>
          <a:off x="2126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46" name="Slide do think-cell" r:id="rId12" imgW="360" imgH="360" progId="TCLayout.ActiveDocument.1">
                  <p:embed/>
                </p:oleObj>
              </mc:Choice>
              <mc:Fallback>
                <p:oleObj name="Slide do think-cell" r:id="rId12" imgW="360" imgH="36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12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</p:sldLayoutIdLst>
  <p:hf hdr="0" ftr="0" dt="0"/>
  <p:txStyles>
    <p:titleStyle>
      <a:lvl1pPr algn="l" defTabSz="609238" rtl="0" eaLnBrk="1" latinLnBrk="0" hangingPunct="1">
        <a:lnSpc>
          <a:spcPct val="90000"/>
        </a:lnSpc>
        <a:spcBef>
          <a:spcPct val="0"/>
        </a:spcBef>
        <a:buNone/>
        <a:defRPr sz="5867" kern="1200" baseline="0">
          <a:solidFill>
            <a:srgbClr val="FFFFFF"/>
          </a:solidFill>
          <a:latin typeface="Arial"/>
          <a:ea typeface="+mj-ea"/>
          <a:cs typeface="Arial"/>
        </a:defRPr>
      </a:lvl1pPr>
    </p:titleStyle>
    <p:bodyStyle>
      <a:lvl1pPr marL="0" indent="0" algn="l" defTabSz="609238" rtl="0" eaLnBrk="1" latinLnBrk="0" hangingPunct="1">
        <a:spcBef>
          <a:spcPct val="20000"/>
        </a:spcBef>
        <a:buFont typeface="Arial"/>
        <a:buNone/>
        <a:defRPr sz="2000" kern="1200" baseline="0">
          <a:solidFill>
            <a:srgbClr val="FFFFFF"/>
          </a:solidFill>
          <a:latin typeface="Arial"/>
          <a:ea typeface="+mn-ea"/>
          <a:cs typeface="Arial"/>
        </a:defRPr>
      </a:lvl1pPr>
      <a:lvl2pPr marL="609238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218476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827714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436952" indent="0" algn="l" defTabSz="609238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3350810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0048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69286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78524" indent="-304619" algn="l" defTabSz="609238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38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476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714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6952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191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429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667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3905" algn="l" defTabSz="60923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2625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3" r:id="rId9"/>
    <p:sldLayoutId id="2147483834" r:id="rId10"/>
    <p:sldLayoutId id="2147483835" r:id="rId11"/>
    <p:sldLayoutId id="2147483836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45" r:id="rId20"/>
    <p:sldLayoutId id="2147483846" r:id="rId21"/>
    <p:sldLayoutId id="2147483847" r:id="rId22"/>
    <p:sldLayoutId id="2147483848" r:id="rId23"/>
    <p:sldLayoutId id="2147483849" r:id="rId24"/>
    <p:sldLayoutId id="2147483850" r:id="rId25"/>
    <p:sldLayoutId id="2147483851" r:id="rId26"/>
    <p:sldLayoutId id="2147483852" r:id="rId27"/>
    <p:sldLayoutId id="2147483853" r:id="rId28"/>
    <p:sldLayoutId id="2147483854" r:id="rId29"/>
    <p:sldLayoutId id="2147483855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8;p1">
            <a:extLst>
              <a:ext uri="{FF2B5EF4-FFF2-40B4-BE49-F238E27FC236}">
                <a16:creationId xmlns:a16="http://schemas.microsoft.com/office/drawing/2014/main" id="{FE3906C7-D460-BF44-BFE2-D6A901E8537C}"/>
              </a:ext>
            </a:extLst>
          </p:cNvPr>
          <p:cNvSpPr txBox="1"/>
          <p:nvPr/>
        </p:nvSpPr>
        <p:spPr>
          <a:xfrm>
            <a:off x="1033289" y="1097582"/>
            <a:ext cx="6534952" cy="18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lang="pt-BR" sz="7200" b="1" kern="0" dirty="0" smtClean="0">
                <a:solidFill>
                  <a:srgbClr val="000000"/>
                </a:solidFill>
                <a:latin typeface="Simplon BP" pitchFamily="2" charset="77"/>
                <a:cs typeface="Arial"/>
                <a:sym typeface="Arial"/>
              </a:rPr>
              <a:t>Organograma Nova Oi</a:t>
            </a:r>
            <a:endParaRPr kumimoji="0" sz="72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  <p:sp>
        <p:nvSpPr>
          <p:cNvPr id="10" name="Google Shape;429;p1">
            <a:extLst>
              <a:ext uri="{FF2B5EF4-FFF2-40B4-BE49-F238E27FC236}">
                <a16:creationId xmlns:a16="http://schemas.microsoft.com/office/drawing/2014/main" id="{C3820216-8A37-534C-8A87-AA0DBAE8AF29}"/>
              </a:ext>
            </a:extLst>
          </p:cNvPr>
          <p:cNvSpPr txBox="1"/>
          <p:nvPr/>
        </p:nvSpPr>
        <p:spPr>
          <a:xfrm>
            <a:off x="1120375" y="5737532"/>
            <a:ext cx="622686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D318"/>
                </a:solidFill>
                <a:effectLst/>
                <a:uLnTx/>
                <a:uFillTx/>
                <a:latin typeface="Simplon BP Medium" pitchFamily="2" charset="77"/>
                <a:cs typeface="Arial"/>
                <a:sym typeface="Arial"/>
              </a:rPr>
              <a:t>Arquitetura Organizacional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00D318"/>
              </a:solidFill>
              <a:effectLst/>
              <a:uLnTx/>
              <a:uFillTx/>
              <a:latin typeface="Simplon BP Medium" pitchFamily="2" charset="77"/>
              <a:cs typeface="Arial"/>
              <a:sym typeface="Arial"/>
            </a:endParaRPr>
          </a:p>
        </p:txBody>
      </p:sp>
      <p:sp>
        <p:nvSpPr>
          <p:cNvPr id="11" name="Google Shape;430;p1">
            <a:extLst>
              <a:ext uri="{FF2B5EF4-FFF2-40B4-BE49-F238E27FC236}">
                <a16:creationId xmlns:a16="http://schemas.microsoft.com/office/drawing/2014/main" id="{F47F13FB-3DF6-6D45-9068-3EE932EF76F6}"/>
              </a:ext>
            </a:extLst>
          </p:cNvPr>
          <p:cNvSpPr txBox="1"/>
          <p:nvPr/>
        </p:nvSpPr>
        <p:spPr>
          <a:xfrm>
            <a:off x="1131877" y="6200862"/>
            <a:ext cx="1241209" cy="27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lang="pt-BR" sz="1400" kern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Julho</a:t>
            </a:r>
            <a:r>
              <a:rPr lang="pt-BR" sz="1400" kern="0" noProof="0" dirty="0" smtClean="0">
                <a:solidFill>
                  <a:srgbClr val="4D4D4D"/>
                </a:solidFill>
                <a:latin typeface="Simplon BP" pitchFamily="2" charset="77"/>
                <a:cs typeface="Arial"/>
                <a:sym typeface="Arial"/>
              </a:rPr>
              <a:t>/2024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Simplon BP" pitchFamily="2" charset="7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685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7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92760" y="-71537"/>
            <a:ext cx="1121337" cy="112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806;p72"/>
          <p:cNvSpPr txBox="1"/>
          <p:nvPr/>
        </p:nvSpPr>
        <p:spPr>
          <a:xfrm>
            <a:off x="126245" y="-176127"/>
            <a:ext cx="10444823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 fontAlgn="auto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 sz="7200" b="1" kern="0">
                <a:solidFill>
                  <a:srgbClr val="000000"/>
                </a:solidFill>
                <a:latin typeface="Simplon BP" pitchFamily="2" charset="77"/>
                <a:cs typeface="Arial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Suporte ao Negócio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Estrutura  [</a:t>
            </a:r>
            <a:r>
              <a:rPr kumimoji="0" lang="pt-B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ea typeface="+mn-ea"/>
                <a:cs typeface="Arial"/>
              </a:rPr>
              <a:t>N1/N2/N3]</a:t>
            </a: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plon BP" pitchFamily="2" charset="77"/>
              <a:ea typeface="+mn-ea"/>
              <a:cs typeface="Arial"/>
            </a:endParaRPr>
          </a:p>
        </p:txBody>
      </p:sp>
      <p:sp>
        <p:nvSpPr>
          <p:cNvPr id="50" name="Retângulo 48">
            <a:extLst>
              <a:ext uri="{FF2B5EF4-FFF2-40B4-BE49-F238E27FC236}">
                <a16:creationId xmlns:a16="http://schemas.microsoft.com/office/drawing/2014/main" id="{36E4C3F6-0B4F-46FF-A133-AFC191D437DA}"/>
              </a:ext>
            </a:extLst>
          </p:cNvPr>
          <p:cNvSpPr/>
          <p:nvPr/>
        </p:nvSpPr>
        <p:spPr>
          <a:xfrm>
            <a:off x="5544778" y="166375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SUPORTE AO NEGÓCIO</a:t>
            </a:r>
          </a:p>
        </p:txBody>
      </p:sp>
      <p:sp>
        <p:nvSpPr>
          <p:cNvPr id="51" name="Retângulo 49">
            <a:extLst>
              <a:ext uri="{FF2B5EF4-FFF2-40B4-BE49-F238E27FC236}">
                <a16:creationId xmlns:a16="http://schemas.microsoft.com/office/drawing/2014/main" id="{DC873582-163B-489C-8C4E-4F5A340E4D59}"/>
              </a:ext>
            </a:extLst>
          </p:cNvPr>
          <p:cNvSpPr/>
          <p:nvPr/>
        </p:nvSpPr>
        <p:spPr>
          <a:xfrm>
            <a:off x="2456092" y="267527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SUPRIMENTOS  </a:t>
            </a:r>
          </a:p>
        </p:txBody>
      </p:sp>
      <p:sp>
        <p:nvSpPr>
          <p:cNvPr id="52" name="Retângulo 49">
            <a:extLst>
              <a:ext uri="{FF2B5EF4-FFF2-40B4-BE49-F238E27FC236}">
                <a16:creationId xmlns:a16="http://schemas.microsoft.com/office/drawing/2014/main" id="{52523C63-3609-4148-AEEF-3AF0C325E75C}"/>
              </a:ext>
            </a:extLst>
          </p:cNvPr>
          <p:cNvSpPr/>
          <p:nvPr/>
        </p:nvSpPr>
        <p:spPr>
          <a:xfrm>
            <a:off x="4506014" y="267527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PATRIMÔNIO </a:t>
            </a:r>
          </a:p>
        </p:txBody>
      </p:sp>
      <p:sp>
        <p:nvSpPr>
          <p:cNvPr id="53" name="Retângulo 49">
            <a:extLst>
              <a:ext uri="{FF2B5EF4-FFF2-40B4-BE49-F238E27FC236}">
                <a16:creationId xmlns:a16="http://schemas.microsoft.com/office/drawing/2014/main" id="{DC873582-163B-489C-8C4E-4F5A340E4D59}"/>
              </a:ext>
            </a:extLst>
          </p:cNvPr>
          <p:cNvSpPr/>
          <p:nvPr/>
        </p:nvSpPr>
        <p:spPr>
          <a:xfrm>
            <a:off x="6555936" y="267527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31115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implon BP Regular" pitchFamily="2" charset="0"/>
                <a:ea typeface="+mn-ea"/>
                <a:cs typeface="+mn-cs"/>
              </a:rPr>
              <a:t>ENERGIA</a:t>
            </a:r>
            <a:endParaRPr kumimoji="0" lang="pt-BR" sz="1100" b="0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Simplon BP Regular" pitchFamily="2" charset="0"/>
              <a:ea typeface="+mn-ea"/>
              <a:cs typeface="+mn-cs"/>
            </a:endParaRPr>
          </a:p>
        </p:txBody>
      </p:sp>
      <p:sp>
        <p:nvSpPr>
          <p:cNvPr id="54" name="Retângulo 49">
            <a:extLst>
              <a:ext uri="{FF2B5EF4-FFF2-40B4-BE49-F238E27FC236}">
                <a16:creationId xmlns:a16="http://schemas.microsoft.com/office/drawing/2014/main" id="{DC873582-163B-489C-8C4E-4F5A340E4D59}"/>
              </a:ext>
            </a:extLst>
          </p:cNvPr>
          <p:cNvSpPr/>
          <p:nvPr/>
        </p:nvSpPr>
        <p:spPr>
          <a:xfrm>
            <a:off x="8605858" y="2675274"/>
            <a:ext cx="1440000" cy="720000"/>
          </a:xfrm>
          <a:prstGeom prst="rect">
            <a:avLst/>
          </a:prstGeom>
          <a:solidFill>
            <a:srgbClr val="4D4E50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pt-BR" sz="1100" b="1" kern="0" dirty="0">
                <a:solidFill>
                  <a:sysClr val="window" lastClr="FFFFFF"/>
                </a:solidFill>
                <a:latin typeface="Simplon BP Regular" pitchFamily="2" charset="0"/>
              </a:rPr>
              <a:t>ESTRATÉGIA E GESTÃO </a:t>
            </a:r>
            <a:r>
              <a:rPr lang="pt-BR" sz="1100" b="1" kern="0" dirty="0" smtClean="0">
                <a:solidFill>
                  <a:sysClr val="window" lastClr="FFFFFF"/>
                </a:solidFill>
                <a:latin typeface="Simplon BP Regular" pitchFamily="2" charset="0"/>
              </a:rPr>
              <a:t>IMOBILIÁRIA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5673286" y="2291504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96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0" name="Retângulo 39"/>
          <p:cNvSpPr/>
          <p:nvPr/>
        </p:nvSpPr>
        <p:spPr>
          <a:xfrm>
            <a:off x="2812413" y="3272735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30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1" name="Retângulo 40"/>
          <p:cNvSpPr/>
          <p:nvPr/>
        </p:nvSpPr>
        <p:spPr>
          <a:xfrm>
            <a:off x="4630789" y="3270793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44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2" name="Retângulo 41"/>
          <p:cNvSpPr/>
          <p:nvPr/>
        </p:nvSpPr>
        <p:spPr>
          <a:xfrm>
            <a:off x="7091573" y="3275366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11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3" name="Retângulo 42"/>
          <p:cNvSpPr/>
          <p:nvPr/>
        </p:nvSpPr>
        <p:spPr>
          <a:xfrm>
            <a:off x="9164682" y="3275365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4" name="Retângulo 43"/>
          <p:cNvSpPr/>
          <p:nvPr/>
        </p:nvSpPr>
        <p:spPr>
          <a:xfrm>
            <a:off x="6113964" y="2291503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12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5" name="Retângulo 44"/>
          <p:cNvSpPr/>
          <p:nvPr/>
        </p:nvSpPr>
        <p:spPr>
          <a:xfrm>
            <a:off x="3244733" y="3269702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6" name="Retângulo 45"/>
          <p:cNvSpPr/>
          <p:nvPr/>
        </p:nvSpPr>
        <p:spPr>
          <a:xfrm>
            <a:off x="5056995" y="3282764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250184" y="585702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OI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48" name="Retângulo 47"/>
          <p:cNvSpPr/>
          <p:nvPr/>
        </p:nvSpPr>
        <p:spPr>
          <a:xfrm>
            <a:off x="250184" y="6160423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CLIENTCO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456092" y="364276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latin typeface="Simplon BP Regular" pitchFamily="2" charset="0"/>
              </a:rPr>
              <a:t>ESTRATÉGIA E COMPRAS CORPORATIVAS </a:t>
            </a:r>
            <a:endParaRPr lang="pt-BR" sz="1100" b="1" kern="0" dirty="0" smtClean="0">
              <a:latin typeface="Simplon BP Regular" pitchFamily="2" charset="0"/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451081" y="5497028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latin typeface="Simplon BP Regular" pitchFamily="2" charset="0"/>
              </a:rPr>
              <a:t>COMPRA </a:t>
            </a:r>
            <a:r>
              <a:rPr lang="pt-BR" sz="1100" b="1" kern="0" dirty="0" smtClean="0">
                <a:latin typeface="Simplon BP Regular" pitchFamily="2" charset="0"/>
              </a:rPr>
              <a:t>INDIRETAS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2451081" y="456529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>
                <a:latin typeface="Simplon BP Regular" pitchFamily="2" charset="0"/>
              </a:rPr>
              <a:t>COMPRAS </a:t>
            </a:r>
            <a:r>
              <a:rPr lang="pt-BR" sz="1100" b="1" kern="0" dirty="0" smtClean="0">
                <a:latin typeface="Simplon BP Regular" pitchFamily="2" charset="0"/>
              </a:rPr>
              <a:t>DIRETAS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501002" y="364276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>
                <a:latin typeface="Simplon BP Regular" pitchFamily="2" charset="0"/>
              </a:rPr>
              <a:t>FACILITIES, SEGURANCA EMP. E AÇÕES </a:t>
            </a:r>
            <a:r>
              <a:rPr lang="pt-BR" sz="1000" b="1" kern="0" dirty="0" smtClean="0">
                <a:latin typeface="Simplon BP Regular" pitchFamily="2" charset="0"/>
              </a:rPr>
              <a:t>RESTRITAS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504047" y="4556280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>
                <a:latin typeface="Simplon BP Regular" pitchFamily="2" charset="0"/>
              </a:rPr>
              <a:t>CONTRATOS PATRIMONIAIS E </a:t>
            </a:r>
            <a:r>
              <a:rPr lang="pt-BR" sz="1000" b="1" kern="0" dirty="0" smtClean="0">
                <a:latin typeface="Simplon BP Regular" pitchFamily="2" charset="0"/>
              </a:rPr>
              <a:t>POSTES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4501002" y="5497028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>
                <a:latin typeface="Simplon BP Regular" pitchFamily="2" charset="0"/>
              </a:rPr>
              <a:t>GESTAO CONTR. SITES, DIR. E OBRIG POS </a:t>
            </a:r>
            <a:r>
              <a:rPr lang="pt-BR" sz="1000" b="1" kern="0" dirty="0" smtClean="0">
                <a:latin typeface="Simplon BP Regular" pitchFamily="2" charset="0"/>
              </a:rPr>
              <a:t>M&amp;A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557014" y="3642764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 smtClean="0">
                <a:solidFill>
                  <a:schemeClr val="accent6"/>
                </a:solidFill>
                <a:latin typeface="Simplon BP Regular" pitchFamily="2" charset="0"/>
              </a:rPr>
              <a:t>PLANEJ, CONTR. FINAN. E EFICIÊNCIA OPERACIONAL 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D0C63CA5-436D-4D9D-A400-09C9D87EF72E}"/>
              </a:ext>
            </a:extLst>
          </p:cNvPr>
          <p:cNvSpPr/>
          <p:nvPr/>
        </p:nvSpPr>
        <p:spPr>
          <a:xfrm>
            <a:off x="6557014" y="4529062"/>
            <a:ext cx="1440000" cy="72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000" b="1" kern="0" dirty="0" smtClean="0">
                <a:solidFill>
                  <a:schemeClr val="accent6"/>
                </a:solidFill>
                <a:latin typeface="Simplon BP Regular" pitchFamily="2" charset="0"/>
              </a:rPr>
              <a:t>EFICIÊNCIA ENERGÉTICA  E GERAÇÃO DISTRIBUÍDA  </a:t>
            </a:r>
          </a:p>
        </p:txBody>
      </p:sp>
      <p:sp>
        <p:nvSpPr>
          <p:cNvPr id="65" name="Retângulo 64"/>
          <p:cNvSpPr/>
          <p:nvPr/>
        </p:nvSpPr>
        <p:spPr>
          <a:xfrm>
            <a:off x="2762704" y="42917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9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6" name="Retângulo 65"/>
          <p:cNvSpPr/>
          <p:nvPr/>
        </p:nvSpPr>
        <p:spPr>
          <a:xfrm>
            <a:off x="4581520" y="4291769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30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7083887" y="4265643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2747982" y="521672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5033965" y="521672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7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0" name="Retângulo 69"/>
          <p:cNvSpPr/>
          <p:nvPr/>
        </p:nvSpPr>
        <p:spPr>
          <a:xfrm>
            <a:off x="7083887" y="521672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2" name="Retângulo 71"/>
          <p:cNvSpPr/>
          <p:nvPr/>
        </p:nvSpPr>
        <p:spPr>
          <a:xfrm>
            <a:off x="5033965" y="617922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4" name="Retângulo 73"/>
          <p:cNvSpPr/>
          <p:nvPr/>
        </p:nvSpPr>
        <p:spPr>
          <a:xfrm>
            <a:off x="5035038" y="4289112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75" name="Retângulo 74"/>
          <p:cNvSpPr/>
          <p:nvPr/>
        </p:nvSpPr>
        <p:spPr>
          <a:xfrm>
            <a:off x="3216222" y="4299518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5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76" name="Retângulo 75"/>
          <p:cNvSpPr/>
          <p:nvPr/>
        </p:nvSpPr>
        <p:spPr>
          <a:xfrm>
            <a:off x="3201501" y="522660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3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77" name="Retângulo 76"/>
          <p:cNvSpPr/>
          <p:nvPr/>
        </p:nvSpPr>
        <p:spPr>
          <a:xfrm>
            <a:off x="2747982" y="6168496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chemeClr val="bg2"/>
                </a:solidFill>
                <a:latin typeface="Simplon BP Regular" pitchFamily="2" charset="0"/>
              </a:rPr>
              <a:t>10</a:t>
            </a:r>
            <a:endParaRPr lang="pt-BR" sz="1100" b="1" kern="0" dirty="0">
              <a:solidFill>
                <a:schemeClr val="bg2"/>
              </a:solidFill>
              <a:latin typeface="Simplon BP Regular" pitchFamily="2" charset="0"/>
            </a:endParaRPr>
          </a:p>
        </p:txBody>
      </p:sp>
      <p:sp>
        <p:nvSpPr>
          <p:cNvPr id="78" name="Retângulo 77"/>
          <p:cNvSpPr/>
          <p:nvPr/>
        </p:nvSpPr>
        <p:spPr>
          <a:xfrm>
            <a:off x="3201501" y="6178377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0070C0"/>
                </a:solidFill>
                <a:latin typeface="Simplon BP Regular" pitchFamily="2" charset="0"/>
              </a:rPr>
              <a:t>2</a:t>
            </a:r>
            <a:endParaRPr lang="pt-BR" sz="1100" b="1" kern="0" dirty="0">
              <a:solidFill>
                <a:srgbClr val="0070C0"/>
              </a:solidFill>
              <a:latin typeface="Simplon BP Regular" pitchFamily="2" charset="0"/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250184" y="6463818"/>
            <a:ext cx="720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OI SERVICE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6555934" y="2288055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5483201" y="3278062"/>
            <a:ext cx="324000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  <p:sp>
        <p:nvSpPr>
          <p:cNvPr id="73" name="Retângulo 72"/>
          <p:cNvSpPr/>
          <p:nvPr/>
        </p:nvSpPr>
        <p:spPr>
          <a:xfrm>
            <a:off x="5488116" y="4286454"/>
            <a:ext cx="374073" cy="225017"/>
          </a:xfrm>
          <a:prstGeom prst="rect">
            <a:avLst/>
          </a:prstGeom>
          <a:solidFill>
            <a:schemeClr val="tx2"/>
          </a:solidFill>
          <a:ln w="15875" cap="flat" cmpd="sng" algn="ctr">
            <a:solidFill>
              <a:srgbClr val="4D4D4D"/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pt-BR" sz="1100" b="1" kern="0" dirty="0" smtClean="0">
                <a:solidFill>
                  <a:srgbClr val="FF0000"/>
                </a:solidFill>
                <a:latin typeface="Simplon BP Regular" pitchFamily="2" charset="0"/>
              </a:rPr>
              <a:t>4</a:t>
            </a:r>
            <a:endParaRPr lang="pt-BR" sz="1100" b="1" kern="0" dirty="0">
              <a:solidFill>
                <a:srgbClr val="FF0000"/>
              </a:solidFill>
              <a:latin typeface="Simplon BP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00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9JxVGbflkiolOnscdDDp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puWCz9kkm6pUAaNkzlU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wrap="square" lIns="0" tIns="0" rIns="0" bIns="0" rtlCol="0" anchor="ctr">
        <a:noAutofit/>
      </a:bodyPr>
      <a:lstStyle>
        <a:defPPr algn="ctr">
          <a:defRPr sz="1200" dirty="0">
            <a:solidFill>
              <a:schemeClr val="bg1"/>
            </a:solidFill>
            <a:latin typeface="Simplon BP Light" pitchFamily="2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sz="1050" dirty="0">
            <a:latin typeface="Simplon BP Regular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1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5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1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8.xml><?xml version="1.0" encoding="utf-8"?>
<a:theme xmlns:a="http://schemas.openxmlformats.org/drawingml/2006/main" name="6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9.xml><?xml version="1.0" encoding="utf-8"?>
<a:theme xmlns:a="http://schemas.openxmlformats.org/drawingml/2006/main" name="14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0.xml><?xml version="1.0" encoding="utf-8"?>
<a:theme xmlns:a="http://schemas.openxmlformats.org/drawingml/2006/main" name="7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1.xml><?xml version="1.0" encoding="utf-8"?>
<a:theme xmlns:a="http://schemas.openxmlformats.org/drawingml/2006/main" name="8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2.xml><?xml version="1.0" encoding="utf-8"?>
<a:theme xmlns:a="http://schemas.openxmlformats.org/drawingml/2006/main" name="9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3.xml><?xml version="1.0" encoding="utf-8"?>
<a:theme xmlns:a="http://schemas.openxmlformats.org/drawingml/2006/main" name="10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4.xml><?xml version="1.0" encoding="utf-8"?>
<a:theme xmlns:a="http://schemas.openxmlformats.org/drawingml/2006/main" name="1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5.xml><?xml version="1.0" encoding="utf-8"?>
<a:theme xmlns:a="http://schemas.openxmlformats.org/drawingml/2006/main" name="1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6.xml><?xml version="1.0" encoding="utf-8"?>
<a:theme xmlns:a="http://schemas.openxmlformats.org/drawingml/2006/main" name="2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7.xml><?xml version="1.0" encoding="utf-8"?>
<a:theme xmlns:a="http://schemas.openxmlformats.org/drawingml/2006/main" name="3_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18.xml><?xml version="1.0" encoding="utf-8"?>
<a:theme xmlns:a="http://schemas.openxmlformats.org/drawingml/2006/main" name="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19.xml><?xml version="1.0" encoding="utf-8"?>
<a:theme xmlns:a="http://schemas.openxmlformats.org/drawingml/2006/main" name="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0.xml><?xml version="1.0" encoding="utf-8"?>
<a:theme xmlns:a="http://schemas.openxmlformats.org/drawingml/2006/main" name="4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1.xml><?xml version="1.0" encoding="utf-8"?>
<a:theme xmlns:a="http://schemas.openxmlformats.org/drawingml/2006/main" name="5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2.xml><?xml version="1.0" encoding="utf-8"?>
<a:theme xmlns:a="http://schemas.openxmlformats.org/drawingml/2006/main" name="6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3.xml><?xml version="1.0" encoding="utf-8"?>
<a:theme xmlns:a="http://schemas.openxmlformats.org/drawingml/2006/main" name="7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4.xml><?xml version="1.0" encoding="utf-8"?>
<a:theme xmlns:a="http://schemas.openxmlformats.org/drawingml/2006/main" name="8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5.xml><?xml version="1.0" encoding="utf-8"?>
<a:theme xmlns:a="http://schemas.openxmlformats.org/drawingml/2006/main" name="9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6.xml><?xml version="1.0" encoding="utf-8"?>
<a:theme xmlns:a="http://schemas.openxmlformats.org/drawingml/2006/main" name="10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7.xml><?xml version="1.0" encoding="utf-8"?>
<a:theme xmlns:a="http://schemas.openxmlformats.org/drawingml/2006/main" name="11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8.xml><?xml version="1.0" encoding="utf-8"?>
<a:theme xmlns:a="http://schemas.openxmlformats.org/drawingml/2006/main" name="12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29.xml><?xml version="1.0" encoding="utf-8"?>
<a:theme xmlns:a="http://schemas.openxmlformats.org/drawingml/2006/main" name="13_Custom Design">
  <a:themeElements>
    <a:clrScheme name="Oi">
      <a:dk1>
        <a:sysClr val="windowText" lastClr="000000"/>
      </a:dk1>
      <a:lt1>
        <a:sysClr val="window" lastClr="FFFFFF"/>
      </a:lt1>
      <a:dk2>
        <a:srgbClr val="004A4C"/>
      </a:dk2>
      <a:lt2>
        <a:srgbClr val="92D050"/>
      </a:lt2>
      <a:accent1>
        <a:srgbClr val="00AAAD"/>
      </a:accent1>
      <a:accent2>
        <a:srgbClr val="4D4D4D"/>
      </a:accent2>
      <a:accent3>
        <a:srgbClr val="C03E96"/>
      </a:accent3>
      <a:accent4>
        <a:srgbClr val="F99D1C"/>
      </a:accent4>
      <a:accent5>
        <a:srgbClr val="E05206"/>
      </a:accent5>
      <a:accent6>
        <a:srgbClr val="FF3399"/>
      </a:accent6>
      <a:hlink>
        <a:srgbClr val="0000FF"/>
      </a:hlink>
      <a:folHlink>
        <a:srgbClr val="800080"/>
      </a:folHlink>
    </a:clrScheme>
    <a:fontScheme name="Oi">
      <a:majorFont>
        <a:latin typeface="Simplon Oi Headline"/>
        <a:ea typeface=""/>
        <a:cs typeface=""/>
      </a:majorFont>
      <a:minorFont>
        <a:latin typeface="Simplon BP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chemeClr val="bg1"/>
            </a:solidFill>
            <a:latin typeface="Simplon BP Regular" pitchFamily="50" charset="0"/>
          </a:defRPr>
        </a:defPPr>
      </a:lstStyle>
    </a:spDef>
    <a:lnDef>
      <a:spPr>
        <a:ln w="12700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>
          <a:defRPr sz="1200" dirty="0">
            <a:latin typeface="Simplon BP Regular" pitchFamily="2" charset="0"/>
          </a:defRPr>
        </a:defPPr>
      </a:lstStyle>
    </a:txDef>
  </a:objectDefaults>
  <a:extraClrSchemeLst/>
</a:theme>
</file>

<file path=ppt/theme/theme30.xml><?xml version="1.0" encoding="utf-8"?>
<a:theme xmlns:a="http://schemas.openxmlformats.org/drawingml/2006/main" name="Tema do Office">
  <a:themeElements>
    <a:clrScheme name="Templates Oi">
      <a:dk1>
        <a:srgbClr val="A0BA17"/>
      </a:dk1>
      <a:lt1>
        <a:srgbClr val="10BB7C"/>
      </a:lt1>
      <a:dk2>
        <a:srgbClr val="000000"/>
      </a:dk2>
      <a:lt2>
        <a:srgbClr val="FFFFFF"/>
      </a:lt2>
      <a:accent1>
        <a:srgbClr val="00D318"/>
      </a:accent1>
      <a:accent2>
        <a:srgbClr val="009E0B"/>
      </a:accent2>
      <a:accent3>
        <a:srgbClr val="FFFFFF"/>
      </a:accent3>
      <a:accent4>
        <a:srgbClr val="FFFF00"/>
      </a:accent4>
      <a:accent5>
        <a:srgbClr val="4D4D4D"/>
      </a:accent5>
      <a:accent6>
        <a:srgbClr val="000000"/>
      </a:accent6>
      <a:hlink>
        <a:srgbClr val="A0BA17"/>
      </a:hlink>
      <a:folHlink>
        <a:srgbClr val="10BB7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6836</TotalTime>
  <Words>95</Words>
  <Application>Microsoft Office PowerPoint</Application>
  <PresentationFormat>Widescreen</PresentationFormat>
  <Paragraphs>44</Paragraphs>
  <Slides>2</Slides>
  <Notes>2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30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</vt:i4>
      </vt:variant>
    </vt:vector>
  </HeadingPairs>
  <TitlesOfParts>
    <vt:vector size="47" baseType="lpstr">
      <vt:lpstr>ＭＳ Ｐゴシック</vt:lpstr>
      <vt:lpstr>Arial</vt:lpstr>
      <vt:lpstr>Calibri</vt:lpstr>
      <vt:lpstr>Georgia</vt:lpstr>
      <vt:lpstr>Museo Sans 300</vt:lpstr>
      <vt:lpstr>Open Sans</vt:lpstr>
      <vt:lpstr>Simplon BP</vt:lpstr>
      <vt:lpstr>Simplon BP Bold</vt:lpstr>
      <vt:lpstr>Simplon BP Light</vt:lpstr>
      <vt:lpstr>Simplon BP Medium</vt:lpstr>
      <vt:lpstr>Simplon BP Regular</vt:lpstr>
      <vt:lpstr>Simplon Oi Headline</vt:lpstr>
      <vt:lpstr>Verdana</vt:lpstr>
      <vt:lpstr>2_Custom Design</vt:lpstr>
      <vt:lpstr>FBBR0598.TP.130513</vt:lpstr>
      <vt:lpstr>20_FBBR0598.TP.130513</vt:lpstr>
      <vt:lpstr>11_FBBR0598.TP.130513</vt:lpstr>
      <vt:lpstr>4_FBBR0598.TP.130513</vt:lpstr>
      <vt:lpstr>5_FBBR0598.TP.130513</vt:lpstr>
      <vt:lpstr>13_FBBR0598.TP.130513</vt:lpstr>
      <vt:lpstr>6_FBBR0598.TP.130513</vt:lpstr>
      <vt:lpstr>14_FBBR0598.TP.130513</vt:lpstr>
      <vt:lpstr>7_FBBR0598.TP.130513</vt:lpstr>
      <vt:lpstr>8_FBBR0598.TP.130513</vt:lpstr>
      <vt:lpstr>9_FBBR0598.TP.130513</vt:lpstr>
      <vt:lpstr>10_FBBR0598.TP.130513</vt:lpstr>
      <vt:lpstr>1_FBBR0598.TP.130513</vt:lpstr>
      <vt:lpstr>12_FBBR0598.TP.130513</vt:lpstr>
      <vt:lpstr>2_FBBR0598.TP.130513</vt:lpstr>
      <vt:lpstr>3_FBBR0598.TP.130513</vt:lpstr>
      <vt:lpstr>1_Custom Design</vt:lpstr>
      <vt:lpstr>3_Custom Design</vt:lpstr>
      <vt:lpstr>4_Custom Design</vt:lpstr>
      <vt:lpstr>5_Custom Design</vt:lpstr>
      <vt:lpstr>6_Custom Design</vt:lpstr>
      <vt:lpstr>7_Custom Design</vt:lpstr>
      <vt:lpstr>8_Custom Design</vt:lpstr>
      <vt:lpstr>9_Custom Design</vt:lpstr>
      <vt:lpstr>10_Custom Design</vt:lpstr>
      <vt:lpstr>11_Custom Design</vt:lpstr>
      <vt:lpstr>12_Custom Design</vt:lpstr>
      <vt:lpstr>13_Custom Design</vt:lpstr>
      <vt:lpstr>Tema do Office</vt:lpstr>
      <vt:lpstr>think-cell Slide</vt:lpstr>
      <vt:lpstr>Slide do think-cell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Isabella Brederode</dc:creator>
  <cp:lastModifiedBy>Carlos Eduardo Da Rocha Andrade</cp:lastModifiedBy>
  <cp:revision>379</cp:revision>
  <dcterms:created xsi:type="dcterms:W3CDTF">2018-04-13T18:42:05Z</dcterms:created>
  <dcterms:modified xsi:type="dcterms:W3CDTF">2024-07-24T22:20:07Z</dcterms:modified>
</cp:coreProperties>
</file>