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slideLayouts/slideLayout23.xml" ContentType="application/vnd.openxmlformats-officedocument.presentationml.slideLayout+xml"/>
  <Override PartName="/ppt/theme/theme1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4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26.xml" ContentType="application/vnd.openxmlformats-officedocument.presentationml.slideLayout+xml"/>
  <Override PartName="/ppt/theme/theme15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6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7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8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9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0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1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2.xml" ContentType="application/vnd.openxmlformats-officedocument.them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3.xml" ContentType="application/vnd.openxmlformats-officedocument.them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24.xml" ContentType="application/vnd.openxmlformats-officedocument.them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5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6.xml" ContentType="application/vnd.openxmlformats-officedocument.them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7.xml" ContentType="application/vnd.openxmlformats-officedocument.them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28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9.xml" ContentType="application/vnd.openxmlformats-officedocument.them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30.xml" ContentType="application/vnd.openxmlformats-officedocument.theme+xml"/>
  <Override PartName="/ppt/theme/theme3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73" r:id="rId3"/>
    <p:sldMasterId id="2147483676" r:id="rId4"/>
    <p:sldMasterId id="2147483679" r:id="rId5"/>
    <p:sldMasterId id="2147483681" r:id="rId6"/>
    <p:sldMasterId id="2147483683" r:id="rId7"/>
    <p:sldMasterId id="2147483685" r:id="rId8"/>
    <p:sldMasterId id="2147483687" r:id="rId9"/>
    <p:sldMasterId id="2147483689" r:id="rId10"/>
    <p:sldMasterId id="2147483691" r:id="rId11"/>
    <p:sldMasterId id="2147483693" r:id="rId12"/>
    <p:sldMasterId id="2147483695" r:id="rId13"/>
    <p:sldMasterId id="2147483697" r:id="rId14"/>
    <p:sldMasterId id="2147483700" r:id="rId15"/>
    <p:sldMasterId id="2147483702" r:id="rId16"/>
    <p:sldMasterId id="2147483705" r:id="rId17"/>
    <p:sldMasterId id="2147483713" r:id="rId18"/>
    <p:sldMasterId id="2147483722" r:id="rId19"/>
    <p:sldMasterId id="2147483731" r:id="rId20"/>
    <p:sldMasterId id="2147483740" r:id="rId21"/>
    <p:sldMasterId id="2147483749" r:id="rId22"/>
    <p:sldMasterId id="2147483758" r:id="rId23"/>
    <p:sldMasterId id="2147483767" r:id="rId24"/>
    <p:sldMasterId id="2147483776" r:id="rId25"/>
    <p:sldMasterId id="2147483785" r:id="rId26"/>
    <p:sldMasterId id="2147483794" r:id="rId27"/>
    <p:sldMasterId id="2147483803" r:id="rId28"/>
    <p:sldMasterId id="2147483812" r:id="rId29"/>
    <p:sldMasterId id="2147483821" r:id="rId30"/>
  </p:sldMasterIdLst>
  <p:notesMasterIdLst>
    <p:notesMasterId r:id="rId42"/>
  </p:notesMasterIdLst>
  <p:sldIdLst>
    <p:sldId id="306" r:id="rId31"/>
    <p:sldId id="312" r:id="rId32"/>
    <p:sldId id="345" r:id="rId33"/>
    <p:sldId id="356" r:id="rId34"/>
    <p:sldId id="347" r:id="rId35"/>
    <p:sldId id="359" r:id="rId36"/>
    <p:sldId id="361" r:id="rId37"/>
    <p:sldId id="364" r:id="rId38"/>
    <p:sldId id="348" r:id="rId39"/>
    <p:sldId id="349" r:id="rId40"/>
    <p:sldId id="350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00" autoAdjust="0"/>
    <p:restoredTop sz="94322" autoAdjust="0"/>
  </p:normalViewPr>
  <p:slideViewPr>
    <p:cSldViewPr snapToGrid="0">
      <p:cViewPr varScale="1">
        <p:scale>
          <a:sx n="73" d="100"/>
          <a:sy n="73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4.xml"/><Relationship Id="rId42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3.xml"/><Relationship Id="rId38" Type="http://schemas.openxmlformats.org/officeDocument/2006/relationships/slide" Target="slides/slide8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41" Type="http://schemas.openxmlformats.org/officeDocument/2006/relationships/slide" Target="slides/slide1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2.xml"/><Relationship Id="rId37" Type="http://schemas.openxmlformats.org/officeDocument/2006/relationships/slide" Target="slides/slide7.xml"/><Relationship Id="rId40" Type="http://schemas.openxmlformats.org/officeDocument/2006/relationships/slide" Target="slides/slide10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6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5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34424-5C54-4EBC-A7BC-FF6E23D60299}" type="datetimeFigureOut">
              <a:rPr lang="pt-BR" smtClean="0"/>
              <a:t>19/07/2024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82AED-74D0-45FC-873F-DEFA44E045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478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3974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7640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078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5945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6727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1151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3816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7028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9361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1566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936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6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4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7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0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0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3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0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5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6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6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9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1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2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3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5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6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8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8.bin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9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1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4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4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5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7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8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9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0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0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1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3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3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5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4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4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5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5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6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6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7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99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9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6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0.bin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2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3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5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7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6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7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8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8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9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1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8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2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2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3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4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4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5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7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9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8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9.xml"/><Relationship Id="rId1" Type="http://schemas.openxmlformats.org/officeDocument/2006/relationships/vmlDrawing" Target="../drawings/vmlDrawing8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9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90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1.xml"/><Relationship Id="rId1" Type="http://schemas.openxmlformats.org/officeDocument/2006/relationships/vmlDrawing" Target="../drawings/vmlDrawing9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0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336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gradFill flip="none" rotWithShape="1">
          <a:gsLst>
            <a:gs pos="0">
              <a:srgbClr val="FF6D00"/>
            </a:gs>
            <a:gs pos="100000">
              <a:srgbClr val="EA288C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65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Blank">
    <p:bg>
      <p:bgPr>
        <a:gradFill flip="none" rotWithShape="1">
          <a:gsLst>
            <a:gs pos="0">
              <a:srgbClr val="EA288C"/>
            </a:gs>
            <a:gs pos="100000">
              <a:srgbClr val="A02BFF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30720" y="356423"/>
            <a:ext cx="9308889" cy="36552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616"/>
              </a:lnSpc>
              <a:defRPr sz="4667" baseline="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Pouco</a:t>
            </a:r>
            <a:r>
              <a:rPr lang="en-US" dirty="0" smtClean="0"/>
              <a:t> </a:t>
            </a:r>
            <a:r>
              <a:rPr lang="en-US" dirty="0" err="1" smtClean="0"/>
              <a:t>texto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7" y="6232590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chemeClr val="bg1"/>
                </a:solidFill>
              </a:defRPr>
            </a:lvl1pPr>
          </a:lstStyle>
          <a:p>
            <a:pPr defTabSz="586116"/>
            <a:r>
              <a:rPr lang="en-US" smtClean="0">
                <a:solidFill>
                  <a:prstClr val="white"/>
                </a:solidFill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solidFill>
                  <a:prstClr val="white"/>
                </a:solidFill>
                <a:latin typeface="Simplon BP Bold"/>
                <a:cs typeface="Simplon BP Bold"/>
              </a:rPr>
              <a:pPr defTabSz="586116"/>
              <a:t>‹nº›</a:t>
            </a:fld>
            <a:endParaRPr lang="en-US" dirty="0">
              <a:solidFill>
                <a:prstClr val="white"/>
              </a:solidFill>
              <a:latin typeface="Simplon BP Bold"/>
              <a:cs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1434524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0725" y="1918407"/>
            <a:ext cx="3246983" cy="1181696"/>
          </a:xfrm>
          <a:prstGeom prst="rect">
            <a:avLst/>
          </a:prstGeom>
        </p:spPr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9" y="356423"/>
            <a:ext cx="6907060" cy="11163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00D318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430725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430725" y="4099244"/>
            <a:ext cx="3246983" cy="1181696"/>
          </a:xfrm>
          <a:prstGeom prst="rect">
            <a:avLst/>
          </a:prstGeom>
        </p:spPr>
      </p:sp>
      <p:sp>
        <p:nvSpPr>
          <p:cNvPr id="19" name="Text Placeholder 6"/>
          <p:cNvSpPr>
            <a:spLocks noGrp="1"/>
          </p:cNvSpPr>
          <p:nvPr>
            <p:ph type="body" sz="quarter" idx="43" hasCustomPrompt="1"/>
          </p:nvPr>
        </p:nvSpPr>
        <p:spPr>
          <a:xfrm>
            <a:off x="430725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44"/>
          </p:nvPr>
        </p:nvSpPr>
        <p:spPr>
          <a:xfrm>
            <a:off x="4107907" y="1918407"/>
            <a:ext cx="3246983" cy="1181696"/>
          </a:xfrm>
          <a:prstGeom prst="rect">
            <a:avLst/>
          </a:prstGeom>
        </p:spPr>
      </p:sp>
      <p:sp>
        <p:nvSpPr>
          <p:cNvPr id="23" name="Text Placeholder 6"/>
          <p:cNvSpPr>
            <a:spLocks noGrp="1"/>
          </p:cNvSpPr>
          <p:nvPr>
            <p:ph type="body" sz="quarter" idx="45" hasCustomPrompt="1"/>
          </p:nvPr>
        </p:nvSpPr>
        <p:spPr>
          <a:xfrm>
            <a:off x="4107907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48"/>
          </p:nvPr>
        </p:nvSpPr>
        <p:spPr>
          <a:xfrm>
            <a:off x="4107907" y="4099244"/>
            <a:ext cx="3246983" cy="1181696"/>
          </a:xfrm>
          <a:prstGeom prst="rect">
            <a:avLst/>
          </a:prstGeom>
        </p:spPr>
      </p:sp>
      <p:sp>
        <p:nvSpPr>
          <p:cNvPr id="25" name="Text Placeholder 6"/>
          <p:cNvSpPr>
            <a:spLocks noGrp="1"/>
          </p:cNvSpPr>
          <p:nvPr>
            <p:ph type="body" sz="quarter" idx="49" hasCustomPrompt="1"/>
          </p:nvPr>
        </p:nvSpPr>
        <p:spPr>
          <a:xfrm>
            <a:off x="4107907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50"/>
          </p:nvPr>
        </p:nvSpPr>
        <p:spPr>
          <a:xfrm>
            <a:off x="7774198" y="1918408"/>
            <a:ext cx="3246983" cy="3362533"/>
          </a:xfrm>
          <a:prstGeom prst="rect">
            <a:avLst/>
          </a:prstGeom>
        </p:spPr>
      </p:sp>
      <p:sp>
        <p:nvSpPr>
          <p:cNvPr id="33" name="Text Placeholder 6"/>
          <p:cNvSpPr>
            <a:spLocks noGrp="1"/>
          </p:cNvSpPr>
          <p:nvPr>
            <p:ph type="body" sz="quarter" idx="51" hasCustomPrompt="1"/>
          </p:nvPr>
        </p:nvSpPr>
        <p:spPr>
          <a:xfrm>
            <a:off x="7774198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457774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gradFill flip="none" rotWithShape="1">
          <a:gsLst>
            <a:gs pos="0">
              <a:srgbClr val="00CEFF"/>
            </a:gs>
            <a:gs pos="100000">
              <a:srgbClr val="00D318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827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012805F9-CE1C-4645-ABDD-DFF1C8ECC49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19/07/2024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B35B99E1-B4A8-4DBE-AD3B-9B62A2D86A33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95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7A178901-9878-489C-BF37-A4293411700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19/07/2024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DBEF8034-9DD5-48A4-B517-699C1170E4BB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127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78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1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1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  <a:noFill/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40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71802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277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67325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742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720062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1865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27024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97220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410431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564703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28634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27975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8891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634831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118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06813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0404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567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6" name="Picture 1" descr="Bolhas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06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lhas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56" y="1805254"/>
            <a:ext cx="4068745" cy="4844201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352848" y="2639355"/>
            <a:ext cx="5071456" cy="28418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1352851" y="660804"/>
            <a:ext cx="5071453" cy="17738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88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título l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PT Aqua_Bases_wide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67" t="30920" r="16032" b="30754"/>
          <a:stretch>
            <a:fillRect/>
          </a:stretch>
        </p:blipFill>
        <p:spPr bwMode="auto">
          <a:xfrm>
            <a:off x="11112501" y="29634"/>
            <a:ext cx="1056217" cy="98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09600" y="1457327"/>
            <a:ext cx="10972800" cy="4445000"/>
          </a:xfrm>
          <a:prstGeom prst="rect">
            <a:avLst/>
          </a:prstGeom>
        </p:spPr>
        <p:txBody>
          <a:bodyPr vert="horz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b="0" kern="1200" baseline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09585" indent="0">
              <a:buNone/>
              <a:defRPr sz="1867">
                <a:latin typeface="Arial"/>
                <a:cs typeface="Arial"/>
              </a:defRPr>
            </a:lvl2pPr>
            <a:lvl3pPr marL="1219170" indent="0">
              <a:buNone/>
              <a:defRPr sz="1867">
                <a:latin typeface="Arial"/>
                <a:cs typeface="Arial"/>
              </a:defRPr>
            </a:lvl3pPr>
            <a:lvl4pPr marL="1828754" indent="0">
              <a:buNone/>
              <a:defRPr sz="1867">
                <a:latin typeface="Arial"/>
                <a:cs typeface="Arial"/>
              </a:defRPr>
            </a:lvl4pPr>
            <a:lvl5pPr marL="2438339" indent="0">
              <a:buNone/>
              <a:defRPr sz="1867">
                <a:latin typeface="Arial"/>
                <a:cs typeface="Arial"/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9" name="Title Placeholder 10"/>
          <p:cNvSpPr>
            <a:spLocks noGrp="1"/>
          </p:cNvSpPr>
          <p:nvPr>
            <p:ph type="title"/>
          </p:nvPr>
        </p:nvSpPr>
        <p:spPr>
          <a:xfrm>
            <a:off x="609600" y="220728"/>
            <a:ext cx="918444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30000"/>
              </a:lnSpc>
              <a:defRPr sz="2133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0968568" y="6498167"/>
            <a:ext cx="613833" cy="366184"/>
          </a:xfrm>
          <a:prstGeom prst="rect">
            <a:avLst/>
          </a:prstGeom>
        </p:spPr>
        <p:txBody>
          <a:bodyPr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067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fld id="{DDE87FB4-E285-4344-A602-E1196872DB21}" type="slidenum">
              <a:rPr lang="en-US" smtClean="0"/>
              <a:pPr defTabSz="609585">
                <a:defRPr/>
              </a:pPr>
              <a:t>‹nº›</a:t>
            </a:fld>
            <a:endParaRPr 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5"/>
          </p:nvPr>
        </p:nvSpPr>
        <p:spPr>
          <a:xfrm>
            <a:off x="7655985" y="6502400"/>
            <a:ext cx="3263900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67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1041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2436251"/>
            <a:ext cx="9334392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6D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4D4D4D"/>
                </a:solidFill>
              </a:defRPr>
            </a:lvl1pPr>
          </a:lstStyle>
          <a:p>
            <a:pPr defTabSz="609585"/>
            <a:r>
              <a:rPr lang="en-US" smtClean="0">
                <a:latin typeface="Simplon BP Regular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13" name="Picture 12" descr="bolhalaranja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199" y="4959275"/>
            <a:ext cx="2125237" cy="2022971"/>
          </a:xfrm>
          <a:prstGeom prst="rect">
            <a:avLst/>
          </a:prstGeom>
        </p:spPr>
      </p:pic>
      <p:pic>
        <p:nvPicPr>
          <p:cNvPr id="14" name="Picture 13" descr="bolhaverde2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852" y="666753"/>
            <a:ext cx="1255968" cy="131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06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30716" y="2906584"/>
            <a:ext cx="5690701" cy="15941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1826924"/>
            <a:ext cx="5071456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25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3733">
                <a:solidFill>
                  <a:srgbClr val="4D4D4D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endParaRPr lang="en-US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20" hasCustomPrompt="1"/>
          </p:nvPr>
        </p:nvSpPr>
        <p:spPr>
          <a:xfrm>
            <a:off x="8825345" y="6386947"/>
            <a:ext cx="3103419" cy="302068"/>
          </a:xfrm>
          <a:prstGeom prst="rect">
            <a:avLst/>
          </a:prstGeo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>
                <a:solidFill>
                  <a:schemeClr val="bg2"/>
                </a:solidFill>
                <a:latin typeface="+mn-lt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 smtClean="0">
                <a:latin typeface="+mn-lt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8" name="Picture 1" descr="Bolhas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1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181639" y="3196075"/>
            <a:ext cx="4529807" cy="2027356"/>
          </a:xfrm>
          <a:prstGeom prst="rect">
            <a:avLst/>
          </a:prstGeom>
        </p:spPr>
      </p:sp>
      <p:sp>
        <p:nvSpPr>
          <p:cNvPr id="14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5" y="3196075"/>
            <a:ext cx="6283824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 smtClean="0"/>
              <a:t>ame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8" y="2436252"/>
            <a:ext cx="6882295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4"/>
            <a:ext cx="6882295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slide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6079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85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2975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353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09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900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3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7553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673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7919098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7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77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1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3438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2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81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526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5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88081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3334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1944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20990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953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2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11846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7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275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2738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9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090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3534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9022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1801396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613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6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28154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1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3184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873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4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1380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398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0490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501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8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609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1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94668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908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483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8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19913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0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9275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721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8982151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3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182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5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38922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0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8459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634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2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1175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5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984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1909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4482850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7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31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8120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4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457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3063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7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340762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9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8985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08372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0307922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4362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87363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9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4894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33951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1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314226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1964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33764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02147322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3034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8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68625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3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182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4171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69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8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7805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72397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22723185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0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529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3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288189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1497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9086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0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40613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2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0655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95372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49778670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5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959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7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75516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2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29366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20225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4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04308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7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1793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6989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10478695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39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860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261649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6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8203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76050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9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780339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7616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6947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31833817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901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6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0361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13" name="Google Shape;13;p2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2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2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2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2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2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2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2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2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2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2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2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2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2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2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2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2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2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2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2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2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2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2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3" name="Google Shape;68;p21">
            <a:extLst>
              <a:ext uri="{FF2B5EF4-FFF2-40B4-BE49-F238E27FC236}">
                <a16:creationId xmlns:a16="http://schemas.microsoft.com/office/drawing/2014/main" id="{2614AF7A-99D4-4B49-BC50-B79F952D1862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756351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6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21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43" name="Google Shape;43;p21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21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21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21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21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21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21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21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21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21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21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21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21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21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21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21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21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21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21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21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21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21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21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21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21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68" name="Google Shape;68;p21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38034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9E83F73-3FF0-C94A-AA5D-FB1EB2320D91}"/>
              </a:ext>
            </a:extLst>
          </p:cNvPr>
          <p:cNvSpPr/>
          <p:nvPr userDrawn="1"/>
        </p:nvSpPr>
        <p:spPr>
          <a:xfrm flipH="1">
            <a:off x="0" y="0"/>
            <a:ext cx="74819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A200F-C0C4-9B49-B9B7-65A5078D6E6B}"/>
              </a:ext>
            </a:extLst>
          </p:cNvPr>
          <p:cNvSpPr/>
          <p:nvPr userDrawn="1"/>
        </p:nvSpPr>
        <p:spPr>
          <a:xfrm flipV="1">
            <a:off x="1031769" y="6132114"/>
            <a:ext cx="3600000" cy="18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44607B-58CA-534A-87D1-4F0838525DBB}"/>
              </a:ext>
            </a:extLst>
          </p:cNvPr>
          <p:cNvSpPr/>
          <p:nvPr userDrawn="1"/>
        </p:nvSpPr>
        <p:spPr>
          <a:xfrm>
            <a:off x="339306" y="1155941"/>
            <a:ext cx="5250611" cy="6671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116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85118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bg>
      <p:bgPr>
        <a:solidFill>
          <a:schemeClr val="accent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70663" y="0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87246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73993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7_Slide de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7417" y="226692"/>
            <a:ext cx="1216566" cy="207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22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78" name="Google Shape;78;p12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2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2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2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2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2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2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2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2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2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2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2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2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2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2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2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2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2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2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2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2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2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2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2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2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3" name="Google Shape;103;p122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2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F3DE66F-B080-7740-BCFB-F1E4446C4708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3833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8_Slide de Título">
    <p:bg>
      <p:bgPr>
        <a:solidFill>
          <a:schemeClr val="accent5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5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107" name="Google Shape;107;p2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2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2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2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2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2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2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2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2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2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2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2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2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2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2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2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2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2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2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2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2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2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2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2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2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2" name="Google Shape;132;p2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7E7CEC-8C95-FF4F-A547-E6A239B07F20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8152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7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67" name="Google Shape;167;p2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p2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p2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2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2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2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2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2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2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2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2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2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2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2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2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2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2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2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2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2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2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2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2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2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2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3639221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8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95" name="Google Shape;195;p2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2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2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2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2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2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2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2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2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2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6" name="Google Shape;206;p2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7" name="Google Shape;207;p2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2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2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2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p2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2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2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2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2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2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2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8" name="Google Shape;218;p2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2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86853693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9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213263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32138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545465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934089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377294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lide de Título">
  <p:cSld name="6_Slide de Título">
    <p:bg>
      <p:bgPr>
        <a:solidFill>
          <a:schemeClr val="accen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7616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Slide de Título">
  <p:cSld name="8_Slide de Título">
    <p:bg>
      <p:bgPr>
        <a:solidFill>
          <a:schemeClr val="accent2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95599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5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37" name="Google Shape;237;p3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3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3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3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3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3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3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3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3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3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3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3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3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3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3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3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3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p3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3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3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p3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3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3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3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3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62" name="Google Shape;262;p3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5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25621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6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6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69" name="Google Shape;269;p36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0" name="Google Shape;270;p36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1" name="Google Shape;271;p36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2" name="Google Shape;272;p36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3" name="Google Shape;273;p36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4" name="Google Shape;274;p36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5" name="Google Shape;275;p36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6" name="Google Shape;276;p36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p36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8" name="Google Shape;278;p36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9" name="Google Shape;279;p36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36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1" name="Google Shape;281;p36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2" name="Google Shape;282;p36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3" name="Google Shape;283;p36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4" name="Google Shape;284;p36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5" name="Google Shape;285;p36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6" name="Google Shape;286;p36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7" name="Google Shape;287;p36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8" name="Google Shape;288;p36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9" name="Google Shape;289;p36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36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1" name="Google Shape;291;p36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2" name="Google Shape;292;p36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293;p36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23441280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37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97" name="Google Shape;297;p3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8" name="Google Shape;298;p3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3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0" name="Google Shape;300;p3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1" name="Google Shape;301;p3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2" name="Google Shape;302;p3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3" name="Google Shape;303;p3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4" name="Google Shape;304;p3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5" name="Google Shape;305;p3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6" name="Google Shape;306;p3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7" name="Google Shape;307;p3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8" name="Google Shape;308;p3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p3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0" name="Google Shape;310;p3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3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3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3" name="Google Shape;313;p3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4" name="Google Shape;314;p3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3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3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3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3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3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0" name="Google Shape;320;p3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1" name="Google Shape;321;p3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22" name="Google Shape;322;p37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7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661522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8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27" name="Google Shape;327;p3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3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3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3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1" name="Google Shape;331;p3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2" name="Google Shape;332;p3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3" name="Google Shape;333;p3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335;p3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6" name="Google Shape;336;p3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7" name="Google Shape;337;p3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8" name="Google Shape;338;p3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9" name="Google Shape;339;p3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0" name="Google Shape;340;p3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1" name="Google Shape;341;p3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2" name="Google Shape;342;p3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3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3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p3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3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3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p3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p3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0" name="Google Shape;350;p3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1" name="Google Shape;351;p3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52" name="Google Shape;352;p38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F38065-2E1F-864E-9EDB-1814DC39BA53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713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0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4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59" name="Google Shape;359;p4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0" name="Google Shape;360;p4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1" name="Google Shape;361;p4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2" name="Google Shape;362;p4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3" name="Google Shape;363;p4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4" name="Google Shape;364;p4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5" name="Google Shape;365;p4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6" name="Google Shape;366;p4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7" name="Google Shape;367;p4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8" name="Google Shape;368;p4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9" name="Google Shape;369;p4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4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4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4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4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4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4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6" name="Google Shape;376;p4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7" name="Google Shape;377;p4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4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4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4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4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4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4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C3D27DAA-EE97-E947-9F2D-917CCE0B14E6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9312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42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87" name="Google Shape;387;p4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4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9" name="Google Shape;389;p4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4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4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2" name="Google Shape;392;p4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3" name="Google Shape;393;p4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4" name="Google Shape;394;p4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5" name="Google Shape;395;p4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4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7" name="Google Shape;397;p4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4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4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4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4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2" name="Google Shape;402;p4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3" name="Google Shape;403;p4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4" name="Google Shape;404;p4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4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6" name="Google Shape;406;p4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7" name="Google Shape;407;p4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p4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9" name="Google Shape;409;p4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0" name="Google Shape;410;p4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1" name="Google Shape;411;p4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12" name="Google Shape;412;p4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6D1108F-85F9-4942-99D3-8EB879D3352D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6948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 de Título">
  <p:cSld name="2_Slide de Título">
    <p:bg>
      <p:bgPr>
        <a:solidFill>
          <a:schemeClr val="accent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07483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16677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56932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688428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6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53462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Slide de Título">
  <p:cSld name="25_Slide de Título">
    <p:bg>
      <p:bgPr>
        <a:solidFill>
          <a:schemeClr val="accent4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9212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04;p76" descr="Google Shape;204;p7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11761"/>
            <a:ext cx="1121337" cy="1121338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47332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10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ags" Target="../tags/tag3.xml"/><Relationship Id="rId5" Type="http://schemas.openxmlformats.org/officeDocument/2006/relationships/vmlDrawing" Target="../drawings/vmlDrawing3.v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5.bin"/><Relationship Id="rId5" Type="http://schemas.openxmlformats.org/officeDocument/2006/relationships/tags" Target="../tags/tag5.xml"/><Relationship Id="rId4" Type="http://schemas.openxmlformats.org/officeDocument/2006/relationships/vmlDrawing" Target="../drawings/vmlDrawing5.v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5" Type="http://schemas.openxmlformats.org/officeDocument/2006/relationships/tags" Target="../tags/tag8.xml"/><Relationship Id="rId4" Type="http://schemas.openxmlformats.org/officeDocument/2006/relationships/vmlDrawing" Target="../drawings/vmlDrawing6.v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7.v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tags" Target="../tags/tag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8.v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8.bin"/><Relationship Id="rId4" Type="http://schemas.openxmlformats.org/officeDocument/2006/relationships/tags" Target="../tags/tag1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9.v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tags" Target="../tags/tag1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0.v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tags" Target="../tags/tag2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1.vml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tags" Target="../tags/tag2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2.vml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tags" Target="../tags/tag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3.vml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3.bin"/><Relationship Id="rId4" Type="http://schemas.openxmlformats.org/officeDocument/2006/relationships/tags" Target="../tags/tag29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4.vml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tags" Target="../tags/tag3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5.vml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5.bin"/><Relationship Id="rId4" Type="http://schemas.openxmlformats.org/officeDocument/2006/relationships/tags" Target="../tags/tag3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16.bin"/><Relationship Id="rId5" Type="http://schemas.openxmlformats.org/officeDocument/2006/relationships/tags" Target="../tags/tag38.xml"/><Relationship Id="rId4" Type="http://schemas.openxmlformats.org/officeDocument/2006/relationships/vmlDrawing" Target="../drawings/vmlDrawing16.v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7.vml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7.bin"/><Relationship Id="rId4" Type="http://schemas.openxmlformats.org/officeDocument/2006/relationships/tags" Target="../tags/tag41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18.bin"/><Relationship Id="rId5" Type="http://schemas.openxmlformats.org/officeDocument/2006/relationships/tags" Target="../tags/tag44.xml"/><Relationship Id="rId4" Type="http://schemas.openxmlformats.org/officeDocument/2006/relationships/vmlDrawing" Target="../drawings/vmlDrawing18.v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17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33.xml"/><Relationship Id="rId10" Type="http://schemas.openxmlformats.org/officeDocument/2006/relationships/oleObject" Target="../embeddings/oleObject19.bin"/><Relationship Id="rId4" Type="http://schemas.openxmlformats.org/officeDocument/2006/relationships/slideLayout" Target="../slideLayouts/slideLayout32.xml"/><Relationship Id="rId9" Type="http://schemas.openxmlformats.org/officeDocument/2006/relationships/tags" Target="../tags/tag4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ags" Target="../tags/tag50.xml"/><Relationship Id="rId5" Type="http://schemas.openxmlformats.org/officeDocument/2006/relationships/slideLayout" Target="../slideLayouts/slideLayout39.xml"/><Relationship Id="rId10" Type="http://schemas.openxmlformats.org/officeDocument/2006/relationships/vmlDrawing" Target="../drawings/vmlDrawing20.vml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ags" Target="../tags/tag56.xml"/><Relationship Id="rId5" Type="http://schemas.openxmlformats.org/officeDocument/2006/relationships/slideLayout" Target="../slideLayouts/slideLayout47.xml"/><Relationship Id="rId10" Type="http://schemas.openxmlformats.org/officeDocument/2006/relationships/vmlDrawing" Target="../drawings/vmlDrawing26.vml"/><Relationship Id="rId4" Type="http://schemas.openxmlformats.org/officeDocument/2006/relationships/slideLayout" Target="../slideLayouts/slideLayout46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ags" Target="../tags/tag62.xml"/><Relationship Id="rId5" Type="http://schemas.openxmlformats.org/officeDocument/2006/relationships/slideLayout" Target="../slideLayouts/slideLayout55.xml"/><Relationship Id="rId10" Type="http://schemas.openxmlformats.org/officeDocument/2006/relationships/vmlDrawing" Target="../drawings/vmlDrawing32.vml"/><Relationship Id="rId4" Type="http://schemas.openxmlformats.org/officeDocument/2006/relationships/slideLayout" Target="../slideLayouts/slideLayout54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tags" Target="../tags/tag68.xml"/><Relationship Id="rId5" Type="http://schemas.openxmlformats.org/officeDocument/2006/relationships/slideLayout" Target="../slideLayouts/slideLayout63.xml"/><Relationship Id="rId10" Type="http://schemas.openxmlformats.org/officeDocument/2006/relationships/vmlDrawing" Target="../drawings/vmlDrawing38.vml"/><Relationship Id="rId4" Type="http://schemas.openxmlformats.org/officeDocument/2006/relationships/slideLayout" Target="../slideLayouts/slideLayout62.xml"/><Relationship Id="rId9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ags" Target="../tags/tag74.xml"/><Relationship Id="rId5" Type="http://schemas.openxmlformats.org/officeDocument/2006/relationships/slideLayout" Target="../slideLayouts/slideLayout71.xml"/><Relationship Id="rId10" Type="http://schemas.openxmlformats.org/officeDocument/2006/relationships/vmlDrawing" Target="../drawings/vmlDrawing44.vml"/><Relationship Id="rId4" Type="http://schemas.openxmlformats.org/officeDocument/2006/relationships/slideLayout" Target="../slideLayouts/slideLayout70.xml"/><Relationship Id="rId9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ags" Target="../tags/tag80.xml"/><Relationship Id="rId5" Type="http://schemas.openxmlformats.org/officeDocument/2006/relationships/slideLayout" Target="../slideLayouts/slideLayout79.xml"/><Relationship Id="rId10" Type="http://schemas.openxmlformats.org/officeDocument/2006/relationships/vmlDrawing" Target="../drawings/vmlDrawing50.vml"/><Relationship Id="rId4" Type="http://schemas.openxmlformats.org/officeDocument/2006/relationships/slideLayout" Target="../slideLayouts/slideLayout78.xml"/><Relationship Id="rId9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tags" Target="../tags/tag86.xml"/><Relationship Id="rId5" Type="http://schemas.openxmlformats.org/officeDocument/2006/relationships/slideLayout" Target="../slideLayouts/slideLayout87.xml"/><Relationship Id="rId10" Type="http://schemas.openxmlformats.org/officeDocument/2006/relationships/vmlDrawing" Target="../drawings/vmlDrawing56.vml"/><Relationship Id="rId4" Type="http://schemas.openxmlformats.org/officeDocument/2006/relationships/slideLayout" Target="../slideLayouts/slideLayout86.xml"/><Relationship Id="rId9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oleObject" Target="../embeddings/oleObject62.bin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tags" Target="../tags/tag92.xml"/><Relationship Id="rId5" Type="http://schemas.openxmlformats.org/officeDocument/2006/relationships/slideLayout" Target="../slideLayouts/slideLayout95.xml"/><Relationship Id="rId10" Type="http://schemas.openxmlformats.org/officeDocument/2006/relationships/vmlDrawing" Target="../drawings/vmlDrawing62.vml"/><Relationship Id="rId4" Type="http://schemas.openxmlformats.org/officeDocument/2006/relationships/slideLayout" Target="../slideLayouts/slideLayout94.xml"/><Relationship Id="rId9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tags" Target="../tags/tag98.xml"/><Relationship Id="rId5" Type="http://schemas.openxmlformats.org/officeDocument/2006/relationships/slideLayout" Target="../slideLayouts/slideLayout103.xml"/><Relationship Id="rId10" Type="http://schemas.openxmlformats.org/officeDocument/2006/relationships/vmlDrawing" Target="../drawings/vmlDrawing68.vml"/><Relationship Id="rId4" Type="http://schemas.openxmlformats.org/officeDocument/2006/relationships/slideLayout" Target="../slideLayouts/slideLayout102.xml"/><Relationship Id="rId9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tags" Target="../tags/tag104.xml"/><Relationship Id="rId5" Type="http://schemas.openxmlformats.org/officeDocument/2006/relationships/slideLayout" Target="../slideLayouts/slideLayout111.xml"/><Relationship Id="rId10" Type="http://schemas.openxmlformats.org/officeDocument/2006/relationships/vmlDrawing" Target="../drawings/vmlDrawing74.vml"/><Relationship Id="rId4" Type="http://schemas.openxmlformats.org/officeDocument/2006/relationships/slideLayout" Target="../slideLayouts/slideLayout110.xml"/><Relationship Id="rId9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tags" Target="../tags/tag110.xml"/><Relationship Id="rId5" Type="http://schemas.openxmlformats.org/officeDocument/2006/relationships/slideLayout" Target="../slideLayouts/slideLayout119.xml"/><Relationship Id="rId10" Type="http://schemas.openxmlformats.org/officeDocument/2006/relationships/vmlDrawing" Target="../drawings/vmlDrawing80.vml"/><Relationship Id="rId4" Type="http://schemas.openxmlformats.org/officeDocument/2006/relationships/slideLayout" Target="../slideLayouts/slideLayout118.xml"/><Relationship Id="rId9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oleObject" Target="../embeddings/oleObject86.bin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tags" Target="../tags/tag116.xml"/><Relationship Id="rId5" Type="http://schemas.openxmlformats.org/officeDocument/2006/relationships/slideLayout" Target="../slideLayouts/slideLayout127.xml"/><Relationship Id="rId10" Type="http://schemas.openxmlformats.org/officeDocument/2006/relationships/vmlDrawing" Target="../drawings/vmlDrawing86.vml"/><Relationship Id="rId4" Type="http://schemas.openxmlformats.org/officeDocument/2006/relationships/slideLayout" Target="../slideLayouts/slideLayout126.xml"/><Relationship Id="rId9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8.xml"/><Relationship Id="rId26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33.xml"/><Relationship Id="rId21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7.xml"/><Relationship Id="rId25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32.xml"/><Relationship Id="rId16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50.xml"/><Relationship Id="rId29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24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45.xml"/><Relationship Id="rId23" Type="http://schemas.openxmlformats.org/officeDocument/2006/relationships/slideLayout" Target="../slideLayouts/slideLayout153.xml"/><Relationship Id="rId28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9.xml"/><Relationship Id="rId31" Type="http://schemas.openxmlformats.org/officeDocument/2006/relationships/theme" Target="../theme/theme3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44.xml"/><Relationship Id="rId22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7.xml"/><Relationship Id="rId30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/>
          </p:cNvGraphicFramePr>
          <p:nvPr>
            <p:custDataLst>
              <p:tags r:id="rId10"/>
            </p:custDataLst>
            <p:extLst/>
          </p:nvPr>
        </p:nvGraphicFramePr>
        <p:xfrm>
          <a:off x="2127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" name="think-cell Slide" r:id="rId11" imgW="360" imgH="360" progId="TCLayout.ActiveDocument.1">
                  <p:embed/>
                </p:oleObj>
              </mc:Choice>
              <mc:Fallback>
                <p:oleObj name="think-cell Slide" r:id="rId11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50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191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191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191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386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578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770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559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59752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8944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136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91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386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578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77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963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155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347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539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8" name="Slide do think-cell" r:id="rId7" imgW="270" imgH="270" progId="TCLayout.ActiveDocument.1">
                  <p:embed/>
                </p:oleObj>
              </mc:Choice>
              <mc:Fallback>
                <p:oleObj name="Slide do think-cell" r:id="rId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9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61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2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3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4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7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00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87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3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2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0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9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93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9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3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4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0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7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00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>
            <p:custDataLst>
              <p:tags r:id="rId9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42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29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0" r:id="rId4"/>
    <p:sldLayoutId id="2147483711" r:id="rId5"/>
    <p:sldLayoutId id="214748371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61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44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4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837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86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3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003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3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2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552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6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819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59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5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49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0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574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4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12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2625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3" r:id="rId9"/>
    <p:sldLayoutId id="2147483834" r:id="rId10"/>
    <p:sldLayoutId id="2147483835" r:id="rId11"/>
    <p:sldLayoutId id="2147483836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  <p:sldLayoutId id="2147483855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8;p1">
            <a:extLst>
              <a:ext uri="{FF2B5EF4-FFF2-40B4-BE49-F238E27FC236}">
                <a16:creationId xmlns:a16="http://schemas.microsoft.com/office/drawing/2014/main" id="{FE3906C7-D460-BF44-BFE2-D6A901E8537C}"/>
              </a:ext>
            </a:extLst>
          </p:cNvPr>
          <p:cNvSpPr txBox="1"/>
          <p:nvPr/>
        </p:nvSpPr>
        <p:spPr>
          <a:xfrm>
            <a:off x="1033289" y="1097582"/>
            <a:ext cx="6534952" cy="188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lang="pt-BR" sz="7200" b="1" kern="0" dirty="0" smtClean="0">
                <a:solidFill>
                  <a:srgbClr val="000000"/>
                </a:solidFill>
                <a:latin typeface="Simplon BP" pitchFamily="2" charset="77"/>
                <a:cs typeface="Arial"/>
                <a:sym typeface="Arial"/>
              </a:rPr>
              <a:t>Organograma Nova Oi</a:t>
            </a:r>
            <a:endParaRPr kumimoji="0" sz="72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  <p:sp>
        <p:nvSpPr>
          <p:cNvPr id="10" name="Google Shape;429;p1">
            <a:extLst>
              <a:ext uri="{FF2B5EF4-FFF2-40B4-BE49-F238E27FC236}">
                <a16:creationId xmlns:a16="http://schemas.microsoft.com/office/drawing/2014/main" id="{C3820216-8A37-534C-8A87-AA0DBAE8AF29}"/>
              </a:ext>
            </a:extLst>
          </p:cNvPr>
          <p:cNvSpPr txBox="1"/>
          <p:nvPr/>
        </p:nvSpPr>
        <p:spPr>
          <a:xfrm>
            <a:off x="1120375" y="5737532"/>
            <a:ext cx="62268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D318"/>
                </a:solidFill>
                <a:effectLst/>
                <a:uLnTx/>
                <a:uFillTx/>
                <a:latin typeface="Simplon BP Medium" pitchFamily="2" charset="77"/>
                <a:cs typeface="Arial"/>
                <a:sym typeface="Arial"/>
              </a:rPr>
              <a:t>Arquitetura Organizacional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D318"/>
              </a:solidFill>
              <a:effectLst/>
              <a:uLnTx/>
              <a:uFillTx/>
              <a:latin typeface="Simplon BP Medium" pitchFamily="2" charset="77"/>
              <a:cs typeface="Arial"/>
              <a:sym typeface="Arial"/>
            </a:endParaRPr>
          </a:p>
        </p:txBody>
      </p:sp>
      <p:sp>
        <p:nvSpPr>
          <p:cNvPr id="11" name="Google Shape;430;p1">
            <a:extLst>
              <a:ext uri="{FF2B5EF4-FFF2-40B4-BE49-F238E27FC236}">
                <a16:creationId xmlns:a16="http://schemas.microsoft.com/office/drawing/2014/main" id="{F47F13FB-3DF6-6D45-9068-3EE932EF76F6}"/>
              </a:ext>
            </a:extLst>
          </p:cNvPr>
          <p:cNvSpPr txBox="1"/>
          <p:nvPr/>
        </p:nvSpPr>
        <p:spPr>
          <a:xfrm>
            <a:off x="1131877" y="6200862"/>
            <a:ext cx="1241209" cy="27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lang="pt-BR" sz="1400" kern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Julho</a:t>
            </a:r>
            <a:r>
              <a:rPr lang="pt-BR" sz="1400" kern="0" noProof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/2024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685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750704" y="3295738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999934" y="3295738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294146" y="3295738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543376" y="3295738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818771" y="3295738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68001" y="3295738"/>
            <a:ext cx="1440000" cy="720000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0" lang="pt-BR" sz="1050" b="0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 smtClean="0"/>
              <a:t>Oi Fibra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[</a:t>
            </a: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N1/N2]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36" name="Retângulo 48">
            <a:extLst>
              <a:ext uri="{FF2B5EF4-FFF2-40B4-BE49-F238E27FC236}">
                <a16:creationId xmlns:a16="http://schemas.microsoft.com/office/drawing/2014/main" id="{95591D31-F853-46E0-A059-E0330B012436}"/>
              </a:ext>
            </a:extLst>
          </p:cNvPr>
          <p:cNvSpPr/>
          <p:nvPr/>
        </p:nvSpPr>
        <p:spPr>
          <a:xfrm>
            <a:off x="5368474" y="211866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OI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FIBRA</a:t>
            </a:r>
            <a:b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6171022" y="318995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MARKETING OI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FIBRA</a:t>
            </a:r>
            <a:b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2706436" y="318995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RELACIONAMENTO COM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CLIENTES</a:t>
            </a:r>
            <a:b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974143" y="318995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CANAIS DE VENDA E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ATENDIMENTO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4438729" y="318995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COMUNICAÇÃO &amp;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MARCA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7903315" y="318995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900" b="1" kern="0" dirty="0">
                <a:solidFill>
                  <a:sysClr val="window" lastClr="FFFFFF"/>
                </a:solidFill>
                <a:latin typeface="Simplon BP Regular" pitchFamily="2" charset="0"/>
              </a:rPr>
              <a:t>PLANEJAMENTO INTELIGÊNCIA E DESEMPENHO OI </a:t>
            </a:r>
            <a:r>
              <a:rPr lang="pt-BR" sz="9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FIBRA</a:t>
            </a:r>
            <a:br>
              <a:rPr lang="pt-BR" sz="9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</a:br>
            <a:endParaRPr kumimoji="0" lang="pt-BR" sz="9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9635609" y="3189956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GESTÃO DE VALOR, EXP. DO CLIENTE E TRANSF.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ÁGIL</a:t>
            </a:r>
            <a:b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5914235" y="2741285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519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1525540" y="3856253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250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3246953" y="385196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4980287" y="3851965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6684104" y="3848708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8454712" y="3856252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38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10186325" y="3848706"/>
            <a:ext cx="36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28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4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/>
              <a:t>Relacionamento com Clientes</a:t>
            </a:r>
            <a:br>
              <a:rPr lang="pt-BR" sz="2800" dirty="0"/>
            </a:b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243846" y="356246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 </a:t>
            </a: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URA E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AUTOMAÇÕES</a:t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882017" y="356246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E-CARE</a:t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5352123" y="261182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RELACIONAMENTO COM CLIENTES</a:t>
            </a:r>
            <a:b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</a:br>
            <a:endParaRPr lang="pt-BR" sz="1100" kern="0" dirty="0">
              <a:solidFill>
                <a:sysClr val="window" lastClr="FFFFFF"/>
              </a:solidFill>
              <a:latin typeface="Simplon BP Regular" pitchFamily="2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788895" y="356246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GESTÃO DO TRÁFEGO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/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153270" y="356246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ATENDIMENTO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OI FIBRA E CRV</a:t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517644" y="3564806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QUALIDADE E ESTRUTURAÇÃO DOS CANAIS DE RELAC. </a:t>
            </a:r>
            <a:endParaRPr lang="pt-BR" sz="1100" kern="0" dirty="0">
              <a:solidFill>
                <a:srgbClr val="000000"/>
              </a:solidFill>
              <a:latin typeface="Simplon BP Regular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424519" y="3560564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RETENÇÃO OI FIBRA</a:t>
            </a:r>
            <a:b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</a:br>
            <a:endParaRPr lang="pt-BR" sz="1100" kern="0" dirty="0">
              <a:solidFill>
                <a:srgbClr val="000000"/>
              </a:solidFill>
              <a:latin typeface="Simplon BP Regular" pitchFamily="2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5885085" y="320480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1776809" y="419576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3414980" y="419576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5050607" y="421285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6686233" y="42105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8321858" y="42105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9957481" y="419576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352123" y="470212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OUVIDORIA E ATENDIMENTO VIP</a:t>
            </a:r>
            <a:endParaRPr lang="pt-BR" sz="1100" kern="0" dirty="0">
              <a:solidFill>
                <a:srgbClr val="000000"/>
              </a:solidFill>
              <a:latin typeface="Simplon BP Regular" pitchFamily="2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885085" y="533733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09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/>
              <a:t>Marketing Oi Fibra</a:t>
            </a:r>
            <a:r>
              <a:rPr lang="pt-BR" sz="2800" dirty="0" smtClean="0"/>
              <a:t>	</a:t>
            </a:r>
            <a:endParaRPr kumimoji="0" lang="pt-BR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[N2/N3/N4]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114614" y="219712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GESTÃO DA JORNADA DE COMPRA OI FIBRA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740204" y="219712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 </a:t>
            </a: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GESTÃO DE CANAIS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ESTABELECIDOS</a:t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89610" y="219712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ESTRUTURAÇÃO E DESENVOLVIMENTO DE NOVOS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CANAIS</a:t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5383178" y="121255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MARKETING OI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FIBRA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039837" y="219712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GESTÃO DA JORNADA DE USO OI FIBRA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/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383178" y="219712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GESTÃO DA EXPERIÊNCIA DE NOVOS CLIENTES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/>
            </a:r>
            <a:b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</a:b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114614" y="3182437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ESTRATÉGIA DE AQUISIÇÃO</a:t>
            </a:r>
            <a:endParaRPr kumimoji="0" lang="pt-BR" sz="10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114614" y="5053311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IMPLANTAÇÃO DE PRODUTOS E OFERTAS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114615" y="4124405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NOVOS SERVIÇOS E FERRAMENTAS DE CANAIS</a:t>
            </a:r>
            <a:endParaRPr kumimoji="0" lang="pt-B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432391" y="3147452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>
                <a:solidFill>
                  <a:srgbClr val="000000"/>
                </a:solidFill>
                <a:latin typeface="Simplon BP Regular" pitchFamily="2" charset="0"/>
              </a:rPr>
              <a:t>QUALIDADE DE </a:t>
            </a: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094913" y="3147452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>
                <a:solidFill>
                  <a:srgbClr val="000000"/>
                </a:solidFill>
                <a:latin typeface="Simplon BP Regular" pitchFamily="2" charset="0"/>
              </a:rPr>
              <a:t>GESTÃO DA EXPERIÊNCIA DE </a:t>
            </a: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USO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107042" y="4089104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>
                <a:solidFill>
                  <a:srgbClr val="000000"/>
                </a:solidFill>
                <a:latin typeface="Simplon BP Regular" pitchFamily="2" charset="0"/>
              </a:rPr>
              <a:t>GESTÃO DA RENTABILIZAÇÃO E </a:t>
            </a: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BLINDAGEM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107042" y="5030756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>
                <a:solidFill>
                  <a:srgbClr val="000000"/>
                </a:solidFill>
                <a:latin typeface="Simplon BP Regular" pitchFamily="2" charset="0"/>
              </a:rPr>
              <a:t>GESTÃO DA SAÍDA </a:t>
            </a: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VOLUNTÁRIA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138263" y="5930844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>
                <a:solidFill>
                  <a:srgbClr val="000000"/>
                </a:solidFill>
                <a:latin typeface="Simplon BP Regular" pitchFamily="2" charset="0"/>
              </a:rPr>
              <a:t>GESTÃO DA SAÍDA </a:t>
            </a: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INVOLUNTÁRIA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981008" y="286033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14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2630270" y="286033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34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4262678" y="286033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5916140" y="285912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7572800" y="285912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16141" y="181318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630270" y="38683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11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2630270" y="480295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2630270" y="574155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5916141" y="377546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7572799" y="3732840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4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7590791" y="473189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7594107" y="565045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4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7602920" y="653833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661523" y="219712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MARKETING OI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PLACE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283208" y="2197121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 </a:t>
            </a: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OPERAÇÕES OI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PLACE</a:t>
            </a:r>
          </a:p>
        </p:txBody>
      </p:sp>
      <p:sp>
        <p:nvSpPr>
          <p:cNvPr id="43" name="Retângulo 42"/>
          <p:cNvSpPr/>
          <p:nvPr/>
        </p:nvSpPr>
        <p:spPr>
          <a:xfrm>
            <a:off x="9194486" y="28046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10816171" y="28046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/>
              <a:t>Canais de Venda e </a:t>
            </a:r>
            <a:r>
              <a:rPr lang="pt-BR" sz="2800" dirty="0" smtClean="0"/>
              <a:t>Atendimento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792053" y="364775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 </a:t>
            </a: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CANAIS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REMOTOS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5397805" y="264574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CANAIS DE VENDA E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ATENDIMENTO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397805" y="3643195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REGIONAL VENDAS CENTRO SUL E SP (RCSSP)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003557" y="3629522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REGIONAL VENDAS NORTE, NORDESTE E SUDESTE (RNNS)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325016" y="426922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5930768" y="426922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7536520" y="426922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875352" y="3283195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250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76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86524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28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r>
              <a:rPr lang="pt-BR" dirty="0" smtClean="0"/>
              <a:t>Canais </a:t>
            </a:r>
            <a:r>
              <a:rPr lang="pt-BR" dirty="0"/>
              <a:t>Remotos e Regional Vendas SP</a:t>
            </a:r>
          </a:p>
          <a:p>
            <a:r>
              <a:rPr lang="pt-BR" sz="1800" dirty="0"/>
              <a:t>Estrutura  [N3/N4]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787774" y="3538623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RENTABILIZAÇÃO CANAIS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NACIONAIS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517236" y="3538623"/>
            <a:ext cx="1346425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>
                <a:solidFill>
                  <a:srgbClr val="000000"/>
                </a:solidFill>
                <a:latin typeface="Simplon BP Regular" pitchFamily="2" charset="0"/>
              </a:rPr>
              <a:t>OPERAÇÃO PRÓPRIA </a:t>
            </a: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TLV/CHAT/ANTENEIROS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251549" y="3538623"/>
            <a:ext cx="1333826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>
                <a:solidFill>
                  <a:srgbClr val="000000"/>
                </a:solidFill>
                <a:latin typeface="Simplon BP Regular" pitchFamily="2" charset="0"/>
              </a:rPr>
              <a:t>OPERAÇÃO </a:t>
            </a:r>
            <a:r>
              <a:rPr lang="pt-BR" sz="1000" b="1" kern="0" dirty="0" smtClean="0">
                <a:solidFill>
                  <a:srgbClr val="000000"/>
                </a:solidFill>
                <a:latin typeface="Simplon BP Regular" pitchFamily="2" charset="0"/>
              </a:rPr>
              <a:t>TERCEIROS/AFILIADOS</a:t>
            </a:r>
            <a:endParaRPr kumimoji="0" lang="pt-B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973262" y="3538623"/>
            <a:ext cx="1338677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50" b="1" kern="0" dirty="0">
                <a:solidFill>
                  <a:srgbClr val="000000"/>
                </a:solidFill>
                <a:latin typeface="Simplon BP Regular" pitchFamily="2" charset="0"/>
              </a:rPr>
              <a:t>ESTRATÉGIA DE E-COMMERCE E </a:t>
            </a:r>
            <a:r>
              <a:rPr lang="pt-BR" sz="1050" b="1" kern="0" dirty="0" smtClean="0">
                <a:solidFill>
                  <a:srgbClr val="000000"/>
                </a:solidFill>
                <a:latin typeface="Simplon BP Regular" pitchFamily="2" charset="0"/>
              </a:rPr>
              <a:t>PLANEJAMENTO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313541" y="261204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 </a:t>
            </a: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CANAIS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REMOTOS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271524" y="41878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5003411" y="41878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6746625" y="41878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8478512" y="41878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8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5846504" y="324495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43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/>
              <a:t>Regional Centro Sul (RCS) </a:t>
            </a:r>
            <a:endParaRPr lang="pt-BR" sz="2800" dirty="0" smtClean="0"/>
          </a:p>
          <a:p>
            <a:pPr lvl="0">
              <a:lnSpc>
                <a:spcPct val="200000"/>
              </a:lnSpc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[N3/N4]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575509" y="196376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REGIONAL VENDAS CENTRO SUL E SP (RCSSP)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826457" y="2939618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PLANEJAMENTO E PERFORMANCE DE CANAIS (RCSSP) 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360475" y="2939618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GO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894492" y="2939618"/>
            <a:ext cx="1346425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TELEAGENTES 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429958" y="2939618"/>
            <a:ext cx="13289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DF/MT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939500" y="2939618"/>
            <a:ext cx="135830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MS/TO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478368" y="2939618"/>
            <a:ext cx="1338677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RO/AC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826458" y="3970146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PR CAPITAL E SP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360475" y="3970146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PR INTERIOR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894493" y="3970146"/>
            <a:ext cx="132395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RS CAPITAL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429958" y="3970146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RS INTERIOR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939499" y="3970146"/>
            <a:ext cx="135830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RCSSP SC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478368" y="3970146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TRADE RCSSP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2322335" y="459906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3844225" y="459906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5383219" y="459906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6905109" y="459906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8438835" y="459906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9960725" y="459906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322335" y="360906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3844225" y="360906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5383219" y="360906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11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6905109" y="360906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8438835" y="360906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9960725" y="360906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4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6137010" y="260550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28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/>
              <a:t>Regional Norte e Nordeste (RNN</a:t>
            </a:r>
            <a:r>
              <a:rPr lang="pt-BR" sz="2800" dirty="0" smtClean="0"/>
              <a:t>)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[N3/N4]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532068" y="2262437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REGIONAL VENDAS NORTE, NORDESTE E SUDESTE (RNNS)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06789" y="3184945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PLANEJAMENTO E PERFORMANCE DE CANAIS (RNNS)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440807" y="3184945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PI/MA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974824" y="3184945"/>
            <a:ext cx="1346425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SE/AL/PE/PB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510290" y="3184945"/>
            <a:ext cx="13289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RN/CE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028305" y="3184945"/>
            <a:ext cx="135830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BA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575647" y="3184945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AM/RR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137446" y="3185325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PA/AP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398902" y="386698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2924557" y="38633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457193" y="386698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5982848" y="38633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7533293" y="386660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9070891" y="386660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10624328" y="38633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6065031" y="291171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5515745" y="4226601"/>
            <a:ext cx="1325572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RJ3 / SERRANA E INTERIOR MG</a:t>
            </a:r>
            <a:endParaRPr kumimoji="0" lang="pt-BR" sz="11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906789" y="4226981"/>
            <a:ext cx="13415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RJ1 / CAPITAL E COSTA VERDE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435956" y="4226981"/>
            <a:ext cx="1346425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RJ2 / BAIXADA E REGIÃO DOS LAGOS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582520" y="4226503"/>
            <a:ext cx="1328974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MG2 / INTERIOR E TELEAGENTES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059653" y="4236374"/>
            <a:ext cx="1333826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MG1 / CAPITAL E REGIÃO METROPOLITANA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976122" y="4226981"/>
            <a:ext cx="1338677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 RNNS ES, RJ DDD22 / NORTE FLUMINENSE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10137446" y="4213440"/>
            <a:ext cx="1365831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it-IT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TRADE RNNS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10633324" y="487860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1385950" y="488357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2910717" y="488357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9059970" y="488309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7532636" y="489296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4452453" y="489214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6002515" y="489176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05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/>
              <a:t>Comunicação &amp; </a:t>
            </a:r>
            <a:r>
              <a:rPr lang="pt-BR" sz="2800" dirty="0" smtClean="0"/>
              <a:t>Marca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3110253" y="345886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MÍDIA E ESTRATÉGIA DE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MARCA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819168" y="345886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CONTEÚDO E EXPERIÊNCIAS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DIGITAIS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528083" y="345886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COMUNICAÇÃO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5668677" y="2512745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COMUNICAÇÃO &amp;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MARCA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8236998" y="345886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TRADEMARKETING</a:t>
            </a:r>
          </a:p>
        </p:txBody>
      </p:sp>
      <p:sp>
        <p:nvSpPr>
          <p:cNvPr id="9" name="Retângulo 8"/>
          <p:cNvSpPr/>
          <p:nvPr/>
        </p:nvSpPr>
        <p:spPr>
          <a:xfrm>
            <a:off x="3643216" y="412344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348656" y="412344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7069670" y="412344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8775110" y="412344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solidFill>
                  <a:srgbClr val="0070C0"/>
                </a:solidFill>
                <a:latin typeface="Simplon BP Regular" pitchFamily="2" charset="0"/>
              </a:rPr>
              <a:t>5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6195857" y="306862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5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 smtClean="0"/>
              <a:t>Planejamento, </a:t>
            </a:r>
            <a:r>
              <a:rPr lang="pt-BR" sz="2800" dirty="0"/>
              <a:t>Inteligência e Desempenho Oi </a:t>
            </a:r>
            <a:r>
              <a:rPr lang="pt-BR" sz="2800" dirty="0" smtClean="0"/>
              <a:t>Fibra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[N2/N3/N4]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785264" y="2461285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PLANEJAMENTO DE DESPESA OI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FIBRA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475881" y="246089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PLANEJAMENTO DE DEMANDAS OI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FIBRA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848260" y="246089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PLANEJAMENTO COMERCIAL OI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FIBRA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155597" y="246089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PLANEJAMENTO DE RECEITA E DESEMPENHO OI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FIBRA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5250191" y="1506522"/>
            <a:ext cx="1625406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000" b="1" kern="0" dirty="0">
                <a:solidFill>
                  <a:sysClr val="window" lastClr="FFFFFF"/>
                </a:solidFill>
                <a:latin typeface="Simplon BP Regular" pitchFamily="2" charset="0"/>
              </a:rPr>
              <a:t>PLANEJAMENTO INTELIGÊNCIA E DESEMPENHO OI FIBRA</a:t>
            </a:r>
            <a:br>
              <a:rPr lang="pt-BR" sz="1000" b="1" kern="0" dirty="0">
                <a:solidFill>
                  <a:sysClr val="window" lastClr="FFFFFF"/>
                </a:solidFill>
                <a:latin typeface="Simplon BP Regular" pitchFamily="2" charset="0"/>
              </a:rPr>
            </a:br>
            <a:endParaRPr lang="pt-BR" sz="1000" kern="0" dirty="0">
              <a:solidFill>
                <a:sysClr val="window" lastClr="FFFFFF"/>
              </a:solidFill>
              <a:latin typeface="Simplon BP Regular" pitchFamily="2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848260" y="4372336"/>
            <a:ext cx="1440000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GESTÃO DA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CADEIA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7848260" y="3416613"/>
            <a:ext cx="1440000" cy="7200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PLANEJAMENTO DE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VENDAS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5847319" y="2156811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38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3318227" y="311756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8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008844" y="311756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8381223" y="311756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688560" y="311756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8381223" y="404218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9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8381222" y="498588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76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lvl="0">
              <a:lnSpc>
                <a:spcPct val="200000"/>
              </a:lnSpc>
              <a:defRPr/>
            </a:pPr>
            <a:r>
              <a:rPr lang="pt-BR" sz="2800" dirty="0"/>
              <a:t>Gestão de Valor, Exp. do Cliente e </a:t>
            </a:r>
            <a:r>
              <a:rPr lang="pt-BR" sz="2800" dirty="0" err="1"/>
              <a:t>Transf</a:t>
            </a:r>
            <a:r>
              <a:rPr lang="pt-BR" sz="2800" dirty="0"/>
              <a:t>. </a:t>
            </a:r>
            <a:r>
              <a:rPr lang="pt-BR" sz="2800" dirty="0" smtClean="0"/>
              <a:t>Ágil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461588" y="3580704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EXPERIÊNCIA DO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CLIENTE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150552" y="3580309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rgbClr val="000000"/>
                </a:solidFill>
                <a:latin typeface="Simplon BP Regular" pitchFamily="2" charset="0"/>
              </a:rPr>
              <a:t>GESTÃO DE PORTFÓLIO E </a:t>
            </a:r>
            <a:r>
              <a:rPr lang="pt-BR" sz="1100" b="1" kern="0" dirty="0" smtClean="0">
                <a:solidFill>
                  <a:srgbClr val="000000"/>
                </a:solidFill>
                <a:latin typeface="Simplon BP Regular" pitchFamily="2" charset="0"/>
              </a:rPr>
              <a:t>AGILIDADE</a:t>
            </a:r>
            <a:endParaRPr lang="pt-BR" sz="1100" b="1" kern="0" dirty="0">
              <a:solidFill>
                <a:srgbClr val="000000"/>
              </a:solidFill>
              <a:latin typeface="Simplon BP Regular" pitchFamily="2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F1C827-013B-4FA2-A1AD-D6841FF7BB5C}"/>
              </a:ext>
            </a:extLst>
          </p:cNvPr>
          <p:cNvSpPr/>
          <p:nvPr/>
        </p:nvSpPr>
        <p:spPr>
          <a:xfrm>
            <a:off x="5313487" y="2537965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GESTÃO DE VALOR, EXP. DO CLIENTE E TRANSF.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ÁGIL</a:t>
            </a:r>
          </a:p>
        </p:txBody>
      </p:sp>
      <p:sp>
        <p:nvSpPr>
          <p:cNvPr id="7" name="Retângulo 6"/>
          <p:cNvSpPr/>
          <p:nvPr/>
        </p:nvSpPr>
        <p:spPr>
          <a:xfrm>
            <a:off x="5846450" y="322412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28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4994551" y="425769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6683515" y="425769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16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50184" y="6371945"/>
            <a:ext cx="612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51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wrap="square" lIns="0" tIns="0" rIns="0" bIns="0" rtlCol="0" anchor="ctr">
        <a:noAutofit/>
      </a:bodyPr>
      <a:lstStyle>
        <a:defPPr algn="ctr">
          <a:defRPr sz="1200" dirty="0">
            <a:solidFill>
              <a:schemeClr val="bg1"/>
            </a:solidFill>
            <a:latin typeface="Simplon BP Light" pitchFamily="2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sz="1050" dirty="0">
            <a:latin typeface="Simplon BP Regular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1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6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7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8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9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1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4.xml><?xml version="1.0" encoding="utf-8"?>
<a:theme xmlns:a="http://schemas.openxmlformats.org/drawingml/2006/main" name="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5.xml><?xml version="1.0" encoding="utf-8"?>
<a:theme xmlns:a="http://schemas.openxmlformats.org/drawingml/2006/main" name="1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6.xml><?xml version="1.0" encoding="utf-8"?>
<a:theme xmlns:a="http://schemas.openxmlformats.org/drawingml/2006/main" name="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7.xml><?xml version="1.0" encoding="utf-8"?>
<a:theme xmlns:a="http://schemas.openxmlformats.org/drawingml/2006/main" name="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8.xml><?xml version="1.0" encoding="utf-8"?>
<a:theme xmlns:a="http://schemas.openxmlformats.org/drawingml/2006/main" name="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0.xml><?xml version="1.0" encoding="utf-8"?>
<a:theme xmlns:a="http://schemas.openxmlformats.org/drawingml/2006/main" name="4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1.xml><?xml version="1.0" encoding="utf-8"?>
<a:theme xmlns:a="http://schemas.openxmlformats.org/drawingml/2006/main" name="5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2.xml><?xml version="1.0" encoding="utf-8"?>
<a:theme xmlns:a="http://schemas.openxmlformats.org/drawingml/2006/main" name="6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3.xml><?xml version="1.0" encoding="utf-8"?>
<a:theme xmlns:a="http://schemas.openxmlformats.org/drawingml/2006/main" name="7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4.xml><?xml version="1.0" encoding="utf-8"?>
<a:theme xmlns:a="http://schemas.openxmlformats.org/drawingml/2006/main" name="8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5.xml><?xml version="1.0" encoding="utf-8"?>
<a:theme xmlns:a="http://schemas.openxmlformats.org/drawingml/2006/main" name="9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6.xml><?xml version="1.0" encoding="utf-8"?>
<a:theme xmlns:a="http://schemas.openxmlformats.org/drawingml/2006/main" name="10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7.xml><?xml version="1.0" encoding="utf-8"?>
<a:theme xmlns:a="http://schemas.openxmlformats.org/drawingml/2006/main" name="1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8.xml><?xml version="1.0" encoding="utf-8"?>
<a:theme xmlns:a="http://schemas.openxmlformats.org/drawingml/2006/main" name="1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9.xml><?xml version="1.0" encoding="utf-8"?>
<a:theme xmlns:a="http://schemas.openxmlformats.org/drawingml/2006/main" name="1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30.xml><?xml version="1.0" encoding="utf-8"?>
<a:theme xmlns:a="http://schemas.openxmlformats.org/drawingml/2006/main" name="Tema do Office">
  <a:themeElements>
    <a:clrScheme name="Templates Oi">
      <a:dk1>
        <a:srgbClr val="A0BA17"/>
      </a:dk1>
      <a:lt1>
        <a:srgbClr val="10BB7C"/>
      </a:lt1>
      <a:dk2>
        <a:srgbClr val="000000"/>
      </a:dk2>
      <a:lt2>
        <a:srgbClr val="FFFFFF"/>
      </a:lt2>
      <a:accent1>
        <a:srgbClr val="00D318"/>
      </a:accent1>
      <a:accent2>
        <a:srgbClr val="009E0B"/>
      </a:accent2>
      <a:accent3>
        <a:srgbClr val="FFFFFF"/>
      </a:accent3>
      <a:accent4>
        <a:srgbClr val="FFFF00"/>
      </a:accent4>
      <a:accent5>
        <a:srgbClr val="4D4D4D"/>
      </a:accent5>
      <a:accent6>
        <a:srgbClr val="000000"/>
      </a:accent6>
      <a:hlink>
        <a:srgbClr val="A0BA17"/>
      </a:hlink>
      <a:folHlink>
        <a:srgbClr val="10BB7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8222</TotalTime>
  <Words>604</Words>
  <Application>Microsoft Office PowerPoint</Application>
  <PresentationFormat>Widescreen</PresentationFormat>
  <Paragraphs>198</Paragraphs>
  <Slides>11</Slides>
  <Notes>11</Notes>
  <HiddenSlides>0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30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56" baseType="lpstr">
      <vt:lpstr>ＭＳ Ｐゴシック</vt:lpstr>
      <vt:lpstr>Arial</vt:lpstr>
      <vt:lpstr>Calibri</vt:lpstr>
      <vt:lpstr>Georgia</vt:lpstr>
      <vt:lpstr>Museo Sans 300</vt:lpstr>
      <vt:lpstr>Open Sans</vt:lpstr>
      <vt:lpstr>Simplon BP</vt:lpstr>
      <vt:lpstr>Simplon BP Bold</vt:lpstr>
      <vt:lpstr>Simplon BP Light</vt:lpstr>
      <vt:lpstr>Simplon BP Medium</vt:lpstr>
      <vt:lpstr>Simplon BP Regular</vt:lpstr>
      <vt:lpstr>Simplon Oi Headline</vt:lpstr>
      <vt:lpstr>Verdana</vt:lpstr>
      <vt:lpstr>2_Custom Design</vt:lpstr>
      <vt:lpstr>FBBR0598.TP.130513</vt:lpstr>
      <vt:lpstr>20_FBBR0598.TP.130513</vt:lpstr>
      <vt:lpstr>11_FBBR0598.TP.130513</vt:lpstr>
      <vt:lpstr>4_FBBR0598.TP.130513</vt:lpstr>
      <vt:lpstr>5_FBBR0598.TP.130513</vt:lpstr>
      <vt:lpstr>13_FBBR0598.TP.130513</vt:lpstr>
      <vt:lpstr>6_FBBR0598.TP.130513</vt:lpstr>
      <vt:lpstr>14_FBBR0598.TP.130513</vt:lpstr>
      <vt:lpstr>7_FBBR0598.TP.130513</vt:lpstr>
      <vt:lpstr>8_FBBR0598.TP.130513</vt:lpstr>
      <vt:lpstr>9_FBBR0598.TP.130513</vt:lpstr>
      <vt:lpstr>10_FBBR0598.TP.130513</vt:lpstr>
      <vt:lpstr>1_FBBR0598.TP.130513</vt:lpstr>
      <vt:lpstr>12_FBBR0598.TP.130513</vt:lpstr>
      <vt:lpstr>2_FBBR0598.TP.130513</vt:lpstr>
      <vt:lpstr>3_FBBR0598.TP.130513</vt:lpstr>
      <vt:lpstr>1_Custom Design</vt:lpstr>
      <vt:lpstr>3_Custom Design</vt:lpstr>
      <vt:lpstr>4_Custom Design</vt:lpstr>
      <vt:lpstr>5_Custom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12_Custom Design</vt:lpstr>
      <vt:lpstr>13_Custom Design</vt:lpstr>
      <vt:lpstr>Tema do Office</vt:lpstr>
      <vt:lpstr>think-cell Slide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Isabella Brederode</dc:creator>
  <cp:lastModifiedBy>Jose Aragao</cp:lastModifiedBy>
  <cp:revision>382</cp:revision>
  <dcterms:created xsi:type="dcterms:W3CDTF">2018-04-13T18:42:05Z</dcterms:created>
  <dcterms:modified xsi:type="dcterms:W3CDTF">2024-07-19T20:15:18Z</dcterms:modified>
</cp:coreProperties>
</file>