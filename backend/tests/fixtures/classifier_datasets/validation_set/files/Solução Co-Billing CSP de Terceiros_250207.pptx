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charts/chart1.xml" ContentType="application/vnd.openxmlformats-officedocument.drawingml.chart+xml"/>
  <Override PartName="/ppt/tags/tag14.xml" ContentType="application/vnd.openxmlformats-officedocument.presentationml.tags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charts/chart2.xml" ContentType="application/vnd.openxmlformats-officedocument.drawingml.chart+xml"/>
  <Override PartName="/ppt/tags/tag26.xml" ContentType="application/vnd.openxmlformats-officedocument.presentationml.tags+xml"/>
  <Override PartName="/ppt/slideLayouts/slideLayout24.xml" ContentType="application/vnd.openxmlformats-officedocument.presentationml.slideLayout+xml"/>
  <Override PartName="/ppt/theme/theme3.xml" ContentType="application/vnd.openxmlformats-officedocument.theme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slideLayouts/slideLayout25.xml" ContentType="application/vnd.openxmlformats-officedocument.presentationml.slideLayout+xml"/>
  <Override PartName="/ppt/theme/theme4.xml" ContentType="application/vnd.openxmlformats-officedocument.theme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charts/chart3.xml" ContentType="application/vnd.openxmlformats-officedocument.drawingml.chart+xml"/>
  <Override PartName="/ppt/tags/tag43.xml" ContentType="application/vnd.openxmlformats-officedocument.presentationml.tags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theme/theme6.xml" ContentType="application/vnd.openxmlformats-officedocument.theme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theme/theme7.xml" ContentType="application/vnd.openxmlformats-officedocument.theme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charts/chart4.xml" ContentType="application/vnd.openxmlformats-officedocument.drawingml.chart+xml"/>
  <Override PartName="/ppt/tags/tag60.xml" ContentType="application/vnd.openxmlformats-officedocument.presentationml.tags+xml"/>
  <Override PartName="/ppt/theme/theme8.xml" ContentType="application/vnd.openxmlformats-officedocument.theme+xml"/>
  <Override PartName="/ppt/tags/tag61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51" r:id="rId4"/>
    <p:sldMasterId id="2147483800" r:id="rId5"/>
    <p:sldMasterId id="2147483974" r:id="rId6"/>
    <p:sldMasterId id="2147483977" r:id="rId7"/>
    <p:sldMasterId id="2147483983" r:id="rId8"/>
    <p:sldMasterId id="2147483996" r:id="rId9"/>
    <p:sldMasterId id="2147483999" r:id="rId10"/>
  </p:sldMasterIdLst>
  <p:notesMasterIdLst>
    <p:notesMasterId r:id="rId22"/>
  </p:notesMasterIdLst>
  <p:sldIdLst>
    <p:sldId id="2147483190" r:id="rId11"/>
    <p:sldId id="2147483194" r:id="rId12"/>
    <p:sldId id="2147483198" r:id="rId13"/>
    <p:sldId id="2147483199" r:id="rId14"/>
    <p:sldId id="2147483202" r:id="rId15"/>
    <p:sldId id="2147483196" r:id="rId16"/>
    <p:sldId id="2147483201" r:id="rId17"/>
    <p:sldId id="2147483200" r:id="rId18"/>
    <p:sldId id="2147483197" r:id="rId19"/>
    <p:sldId id="2147483203" r:id="rId20"/>
    <p:sldId id="2147483189" r:id="rId21"/>
  </p:sldIdLst>
  <p:sldSz cx="12192000" cy="6858000"/>
  <p:notesSz cx="6858000" cy="9144000"/>
  <p:custShowLst>
    <p:custShow name="Clientes Unicos" id="0">
      <p:sldLst/>
    </p:custShow>
    <p:custShow name="Status Projetos TI" id="1">
      <p:sldLst/>
    </p:custShow>
    <p:custShow name="Nova Topologia" id="2">
      <p:sldLst/>
    </p:custShow>
    <p:custShow name="Plano Transição" id="3">
      <p:sldLst/>
    </p:custShow>
    <p:custShow name="Portabilidade" id="4">
      <p:sldLst/>
    </p:custShow>
    <p:custShow name="Portabilidade - Fase 1" id="5">
      <p:sldLst/>
    </p:custShow>
    <p:custShow name="Plano B SAP" id="6">
      <p:sldLst/>
    </p:custShow>
    <p:custShow name="ITX Nova Transportadora - Pedidos Bidder" id="7">
      <p:sldLst/>
    </p:custShow>
    <p:custShow name="Novas Faixas" id="8">
      <p:sldLst/>
    </p:custShow>
  </p:custShowLst>
  <p:custDataLst>
    <p:tags r:id="rId23"/>
  </p:custDataLst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400" b="0" i="0" u="none" strike="noStrike" cap="none" spc="0" normalizeH="0" baseline="0">
        <a:ln>
          <a:noFill/>
        </a:ln>
        <a:solidFill>
          <a:schemeClr val="accent1"/>
        </a:solidFill>
        <a:effectLst/>
        <a:uFillTx/>
        <a:latin typeface="+mj-lt"/>
        <a:ea typeface="+mj-ea"/>
        <a:cs typeface="+mj-cs"/>
        <a:sym typeface="Simplon BP Regular"/>
      </a:defRPr>
    </a:lvl9pPr>
  </p:defaultTextStyle>
  <p:extLst>
    <p:ext uri="{521415D9-36F7-43E2-AB2F-B90AF26B5E84}">
      <p14:sectionLst xmlns:p14="http://schemas.microsoft.com/office/powerpoint/2010/main">
        <p14:section name="Seção Padrão" id="{E2FD906F-F81E-4346-8F91-A19CEB2BE249}">
          <p14:sldIdLst>
            <p14:sldId id="2147483190"/>
            <p14:sldId id="2147483194"/>
            <p14:sldId id="2147483198"/>
            <p14:sldId id="2147483199"/>
            <p14:sldId id="2147483202"/>
            <p14:sldId id="2147483196"/>
            <p14:sldId id="2147483201"/>
            <p14:sldId id="2147483200"/>
            <p14:sldId id="2147483197"/>
            <p14:sldId id="2147483203"/>
            <p14:sldId id="214748318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482" userDrawn="1">
          <p15:clr>
            <a:srgbClr val="A4A3A4"/>
          </p15:clr>
        </p15:guide>
        <p15:guide id="2" pos="211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0D19E2C-B2D1-FC84-3859-FF57A648CB28}" name="Barreto, Felipe" initials="FB" userId="S::felipe.barreto@accenture.com::b134831f-dceb-4a2d-a44e-fb47e40edbe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9E12"/>
    <a:srgbClr val="C3FFCA"/>
    <a:srgbClr val="FFC000"/>
    <a:srgbClr val="E9EDF1"/>
    <a:srgbClr val="FFFFFF"/>
    <a:srgbClr val="14FF2E"/>
    <a:srgbClr val="606060"/>
    <a:srgbClr val="383838"/>
    <a:srgbClr val="00590A"/>
    <a:srgbClr val="24D9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DA5DAC-C7FC-42A0-9B8A-75F981F4FCA3}" v="52" dt="2025-02-07T17:47:24.289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wholeTbl>
    <a:band2H>
      <a:tcTxStyle/>
      <a:tcStyle>
        <a:tcBdr/>
        <a:fill>
          <a:solidFill>
            <a:schemeClr val="accent3">
              <a:lumOff val="44000"/>
            </a:schemeClr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3">
              <a:lumOff val="44000"/>
            </a:schemeClr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FCFCF"/>
          </a:solidFill>
        </a:fill>
      </a:tcStyle>
    </a:wholeTbl>
    <a:band2H>
      <a:tcTxStyle/>
      <a:tcStyle>
        <a:tcBdr/>
        <a:fill>
          <a:solidFill>
            <a:srgbClr val="E8E8E8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2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F7E7"/>
          </a:solidFill>
        </a:fill>
      </a:tcStyle>
    </a:wholeTbl>
    <a:band2H>
      <a:tcTxStyle/>
      <a:tcStyle>
        <a:tcBdr/>
        <a:fill>
          <a:solidFill>
            <a:schemeClr val="accent2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1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2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chemeClr val="accent1"/>
              </a:solidFill>
              <a:prstDash val="solid"/>
              <a:round/>
            </a:ln>
          </a:top>
          <a:bottom>
            <a:ln w="25400" cap="flat">
              <a:solidFill>
                <a:schemeClr val="accent1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chemeClr val="accent1"/>
        </a:fontRef>
        <a:schemeClr val="accent1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rgbClr val="CAEFCB"/>
          </a:solidFill>
        </a:fill>
      </a:tcStyle>
    </a:wholeTbl>
    <a:band2H>
      <a:tcTxStyle/>
      <a:tcStyle>
        <a:tcBdr/>
        <a:fill>
          <a:solidFill>
            <a:srgbClr val="E6F7E7"/>
          </a:solidFill>
        </a:fill>
      </a:tcStyle>
    </a:band2H>
    <a:firstCol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38100" cap="flat">
              <a:solidFill>
                <a:schemeClr val="accent2"/>
              </a:solidFill>
              <a:prstDash val="solid"/>
              <a:round/>
            </a:ln>
          </a:top>
          <a:bottom>
            <a:ln w="127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implon BP Bold"/>
          <a:ea typeface="Simplon BP Bold"/>
          <a:cs typeface="Simplon BP Bold"/>
        </a:font>
        <a:schemeClr val="accent2"/>
      </a:tcTxStyle>
      <a:tcStyle>
        <a:tcBdr>
          <a:left>
            <a:ln w="12700" cap="flat">
              <a:solidFill>
                <a:schemeClr val="accent2"/>
              </a:solidFill>
              <a:prstDash val="solid"/>
              <a:round/>
            </a:ln>
          </a:left>
          <a:right>
            <a:ln w="12700" cap="flat">
              <a:solidFill>
                <a:schemeClr val="accent2"/>
              </a:solidFill>
              <a:prstDash val="solid"/>
              <a:round/>
            </a:ln>
          </a:right>
          <a:top>
            <a:ln w="12700" cap="flat">
              <a:solidFill>
                <a:schemeClr val="accent2"/>
              </a:solidFill>
              <a:prstDash val="solid"/>
              <a:round/>
            </a:ln>
          </a:top>
          <a:bottom>
            <a:ln w="38100" cap="flat">
              <a:solidFill>
                <a:schemeClr val="accent2"/>
              </a:solidFill>
              <a:prstDash val="solid"/>
              <a:round/>
            </a:ln>
          </a:bottom>
          <a:insideH>
            <a:ln w="12700" cap="flat">
              <a:solidFill>
                <a:schemeClr val="accent2"/>
              </a:solidFill>
              <a:prstDash val="solid"/>
              <a:round/>
            </a:ln>
          </a:insideH>
          <a:insideV>
            <a:ln w="12700" cap="flat">
              <a:solidFill>
                <a:schemeClr val="accent2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Estilo com Tema 1 - Ênfase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04" autoAdjust="0"/>
    <p:restoredTop sz="94694"/>
  </p:normalViewPr>
  <p:slideViewPr>
    <p:cSldViewPr snapToGrid="0">
      <p:cViewPr varScale="1">
        <p:scale>
          <a:sx n="75" d="100"/>
          <a:sy n="75" d="100"/>
        </p:scale>
        <p:origin x="1157" y="43"/>
      </p:cViewPr>
      <p:guideLst>
        <p:guide orient="horz" pos="482"/>
        <p:guide pos="211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5.xml"/><Relationship Id="rId13" Type="http://schemas.openxmlformats.org/officeDocument/2006/relationships/slide" Target="slides/slide3.xml"/><Relationship Id="rId18" Type="http://schemas.openxmlformats.org/officeDocument/2006/relationships/slide" Target="slides/slide8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1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2.xml"/><Relationship Id="rId17" Type="http://schemas.openxmlformats.org/officeDocument/2006/relationships/slide" Target="slides/slide7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6.xml"/><Relationship Id="rId20" Type="http://schemas.openxmlformats.org/officeDocument/2006/relationships/slide" Target="slides/slide10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5.xml"/><Relationship Id="rId23" Type="http://schemas.openxmlformats.org/officeDocument/2006/relationships/tags" Target="tags/tag1.xml"/><Relationship Id="rId28" Type="http://schemas.microsoft.com/office/2016/11/relationships/changesInfo" Target="changesInfos/changesInfo1.xml"/><Relationship Id="rId10" Type="http://schemas.openxmlformats.org/officeDocument/2006/relationships/slideMaster" Target="slideMasters/slideMaster7.xml"/><Relationship Id="rId19" Type="http://schemas.openxmlformats.org/officeDocument/2006/relationships/slide" Target="slides/slide9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4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Relationship Id="rId3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ura, Carlos" userId="5f5d483c-c251-419c-9ab2-190c3b5b35a0" providerId="ADAL" clId="{E3EF6E2E-F83E-4342-90F3-31DA32C73D2D}"/>
    <pc:docChg chg="modSld">
      <pc:chgData name="Moura, Carlos" userId="5f5d483c-c251-419c-9ab2-190c3b5b35a0" providerId="ADAL" clId="{E3EF6E2E-F83E-4342-90F3-31DA32C73D2D}" dt="2025-01-30T17:06:26.332" v="1" actId="729"/>
      <pc:docMkLst>
        <pc:docMk/>
      </pc:docMkLst>
      <pc:sldChg chg="mod modShow">
        <pc:chgData name="Moura, Carlos" userId="5f5d483c-c251-419c-9ab2-190c3b5b35a0" providerId="ADAL" clId="{E3EF6E2E-F83E-4342-90F3-31DA32C73D2D}" dt="2025-01-30T17:06:26.332" v="1" actId="729"/>
        <pc:sldMkLst>
          <pc:docMk/>
          <pc:sldMk cId="1948153292" sldId="6139"/>
        </pc:sldMkLst>
      </pc:sldChg>
      <pc:sldChg chg="mod modShow">
        <pc:chgData name="Moura, Carlos" userId="5f5d483c-c251-419c-9ab2-190c3b5b35a0" providerId="ADAL" clId="{E3EF6E2E-F83E-4342-90F3-31DA32C73D2D}" dt="2025-01-30T17:06:26.332" v="1" actId="729"/>
        <pc:sldMkLst>
          <pc:docMk/>
          <pc:sldMk cId="170348027" sldId="6141"/>
        </pc:sldMkLst>
      </pc:sldChg>
      <pc:sldChg chg="mod modShow">
        <pc:chgData name="Moura, Carlos" userId="5f5d483c-c251-419c-9ab2-190c3b5b35a0" providerId="ADAL" clId="{E3EF6E2E-F83E-4342-90F3-31DA32C73D2D}" dt="2025-01-30T17:06:26.332" v="1" actId="729"/>
        <pc:sldMkLst>
          <pc:docMk/>
          <pc:sldMk cId="370087049" sldId="2147483189"/>
        </pc:sldMkLst>
      </pc:sldChg>
      <pc:sldChg chg="mod modShow">
        <pc:chgData name="Moura, Carlos" userId="5f5d483c-c251-419c-9ab2-190c3b5b35a0" providerId="ADAL" clId="{E3EF6E2E-F83E-4342-90F3-31DA32C73D2D}" dt="2025-01-30T17:06:22.718" v="0" actId="729"/>
        <pc:sldMkLst>
          <pc:docMk/>
          <pc:sldMk cId="1136618745" sldId="2147483192"/>
        </pc:sldMkLst>
      </pc:sldChg>
      <pc:sldChg chg="mod modShow">
        <pc:chgData name="Moura, Carlos" userId="5f5d483c-c251-419c-9ab2-190c3b5b35a0" providerId="ADAL" clId="{E3EF6E2E-F83E-4342-90F3-31DA32C73D2D}" dt="2025-01-30T17:06:26.332" v="1" actId="729"/>
        <pc:sldMkLst>
          <pc:docMk/>
          <pc:sldMk cId="1491929038" sldId="2147483193"/>
        </pc:sldMkLst>
      </pc:sldChg>
    </pc:docChg>
  </pc:docChgLst>
  <pc:docChgLst>
    <pc:chgData name="Moura, Carlos" userId="5f5d483c-c251-419c-9ab2-190c3b5b35a0" providerId="ADAL" clId="{B7DA5DAC-C7FC-42A0-9B8A-75F981F4FCA3}"/>
    <pc:docChg chg="undo custSel addSld delSld modSld sldOrd delSection modSection">
      <pc:chgData name="Moura, Carlos" userId="5f5d483c-c251-419c-9ab2-190c3b5b35a0" providerId="ADAL" clId="{B7DA5DAC-C7FC-42A0-9B8A-75F981F4FCA3}" dt="2025-02-07T18:49:52.896" v="5099" actId="17851"/>
      <pc:docMkLst>
        <pc:docMk/>
      </pc:docMkLst>
      <pc:sldChg chg="del ord">
        <pc:chgData name="Moura, Carlos" userId="5f5d483c-c251-419c-9ab2-190c3b5b35a0" providerId="ADAL" clId="{B7DA5DAC-C7FC-42A0-9B8A-75F981F4FCA3}" dt="2025-02-07T18:49:49.932" v="5098" actId="47"/>
        <pc:sldMkLst>
          <pc:docMk/>
          <pc:sldMk cId="1948153292" sldId="6139"/>
        </pc:sldMkLst>
      </pc:sldChg>
      <pc:sldChg chg="del ord">
        <pc:chgData name="Moura, Carlos" userId="5f5d483c-c251-419c-9ab2-190c3b5b35a0" providerId="ADAL" clId="{B7DA5DAC-C7FC-42A0-9B8A-75F981F4FCA3}" dt="2025-02-07T18:49:49.932" v="5098" actId="47"/>
        <pc:sldMkLst>
          <pc:docMk/>
          <pc:sldMk cId="170348027" sldId="6141"/>
        </pc:sldMkLst>
      </pc:sldChg>
      <pc:sldChg chg="mod modShow">
        <pc:chgData name="Moura, Carlos" userId="5f5d483c-c251-419c-9ab2-190c3b5b35a0" providerId="ADAL" clId="{B7DA5DAC-C7FC-42A0-9B8A-75F981F4FCA3}" dt="2025-02-07T13:17:52.711" v="10" actId="729"/>
        <pc:sldMkLst>
          <pc:docMk/>
          <pc:sldMk cId="370087049" sldId="2147483189"/>
        </pc:sldMkLst>
      </pc:sldChg>
      <pc:sldChg chg="modSp mod">
        <pc:chgData name="Moura, Carlos" userId="5f5d483c-c251-419c-9ab2-190c3b5b35a0" providerId="ADAL" clId="{B7DA5DAC-C7FC-42A0-9B8A-75F981F4FCA3}" dt="2025-02-07T13:10:09.063" v="4" actId="20577"/>
        <pc:sldMkLst>
          <pc:docMk/>
          <pc:sldMk cId="3130197668" sldId="2147483190"/>
        </pc:sldMkLst>
        <pc:spChg chg="mod">
          <ac:chgData name="Moura, Carlos" userId="5f5d483c-c251-419c-9ab2-190c3b5b35a0" providerId="ADAL" clId="{B7DA5DAC-C7FC-42A0-9B8A-75F981F4FCA3}" dt="2025-02-07T13:10:09.063" v="4" actId="20577"/>
          <ac:spMkLst>
            <pc:docMk/>
            <pc:sldMk cId="3130197668" sldId="2147483190"/>
            <ac:spMk id="5" creationId="{00000000-0000-0000-0000-000000000000}"/>
          </ac:spMkLst>
        </pc:spChg>
      </pc:sldChg>
      <pc:sldChg chg="del mod modShow">
        <pc:chgData name="Moura, Carlos" userId="5f5d483c-c251-419c-9ab2-190c3b5b35a0" providerId="ADAL" clId="{B7DA5DAC-C7FC-42A0-9B8A-75F981F4FCA3}" dt="2025-02-07T18:49:49.932" v="5098" actId="47"/>
        <pc:sldMkLst>
          <pc:docMk/>
          <pc:sldMk cId="1136618745" sldId="2147483192"/>
        </pc:sldMkLst>
      </pc:sldChg>
      <pc:sldChg chg="del ord">
        <pc:chgData name="Moura, Carlos" userId="5f5d483c-c251-419c-9ab2-190c3b5b35a0" providerId="ADAL" clId="{B7DA5DAC-C7FC-42A0-9B8A-75F981F4FCA3}" dt="2025-02-07T18:49:49.932" v="5098" actId="47"/>
        <pc:sldMkLst>
          <pc:docMk/>
          <pc:sldMk cId="1491929038" sldId="2147483193"/>
        </pc:sldMkLst>
      </pc:sldChg>
      <pc:sldChg chg="modSp add mod modShow">
        <pc:chgData name="Moura, Carlos" userId="5f5d483c-c251-419c-9ab2-190c3b5b35a0" providerId="ADAL" clId="{B7DA5DAC-C7FC-42A0-9B8A-75F981F4FCA3}" dt="2025-02-07T18:08:38.923" v="5095" actId="115"/>
        <pc:sldMkLst>
          <pc:docMk/>
          <pc:sldMk cId="3401774802" sldId="2147483194"/>
        </pc:sldMkLst>
        <pc:spChg chg="mod">
          <ac:chgData name="Moura, Carlos" userId="5f5d483c-c251-419c-9ab2-190c3b5b35a0" providerId="ADAL" clId="{B7DA5DAC-C7FC-42A0-9B8A-75F981F4FCA3}" dt="2025-02-07T15:34:39.242" v="2071" actId="20577"/>
          <ac:spMkLst>
            <pc:docMk/>
            <pc:sldMk cId="3401774802" sldId="2147483194"/>
            <ac:spMk id="3" creationId="{89D45154-57CB-51F6-F1B6-2B226AFD3F50}"/>
          </ac:spMkLst>
        </pc:spChg>
        <pc:spChg chg="mod">
          <ac:chgData name="Moura, Carlos" userId="5f5d483c-c251-419c-9ab2-190c3b5b35a0" providerId="ADAL" clId="{B7DA5DAC-C7FC-42A0-9B8A-75F981F4FCA3}" dt="2025-02-07T18:08:38.923" v="5095" actId="115"/>
          <ac:spMkLst>
            <pc:docMk/>
            <pc:sldMk cId="3401774802" sldId="2147483194"/>
            <ac:spMk id="4" creationId="{798FA522-CB50-4138-A48D-EF56AD554EC3}"/>
          </ac:spMkLst>
        </pc:spChg>
      </pc:sldChg>
      <pc:sldChg chg="add del mod modShow">
        <pc:chgData name="Moura, Carlos" userId="5f5d483c-c251-419c-9ab2-190c3b5b35a0" providerId="ADAL" clId="{B7DA5DAC-C7FC-42A0-9B8A-75F981F4FCA3}" dt="2025-02-07T18:49:49.932" v="5098" actId="47"/>
        <pc:sldMkLst>
          <pc:docMk/>
          <pc:sldMk cId="1139363288" sldId="2147483195"/>
        </pc:sldMkLst>
      </pc:sldChg>
      <pc:sldChg chg="add del mod modShow">
        <pc:chgData name="Moura, Carlos" userId="5f5d483c-c251-419c-9ab2-190c3b5b35a0" providerId="ADAL" clId="{B7DA5DAC-C7FC-42A0-9B8A-75F981F4FCA3}" dt="2025-02-07T13:22:04.213" v="31"/>
        <pc:sldMkLst>
          <pc:docMk/>
          <pc:sldMk cId="1646374394" sldId="2147483195"/>
        </pc:sldMkLst>
      </pc:sldChg>
      <pc:sldChg chg="add del">
        <pc:chgData name="Moura, Carlos" userId="5f5d483c-c251-419c-9ab2-190c3b5b35a0" providerId="ADAL" clId="{B7DA5DAC-C7FC-42A0-9B8A-75F981F4FCA3}" dt="2025-02-07T13:22:07.825" v="33"/>
        <pc:sldMkLst>
          <pc:docMk/>
          <pc:sldMk cId="4282616463" sldId="2147483195"/>
        </pc:sldMkLst>
      </pc:sldChg>
      <pc:sldChg chg="modSp add mod modShow">
        <pc:chgData name="Moura, Carlos" userId="5f5d483c-c251-419c-9ab2-190c3b5b35a0" providerId="ADAL" clId="{B7DA5DAC-C7FC-42A0-9B8A-75F981F4FCA3}" dt="2025-02-07T18:49:41.194" v="5096" actId="729"/>
        <pc:sldMkLst>
          <pc:docMk/>
          <pc:sldMk cId="2871652275" sldId="2147483196"/>
        </pc:sldMkLst>
        <pc:spChg chg="mod">
          <ac:chgData name="Moura, Carlos" userId="5f5d483c-c251-419c-9ab2-190c3b5b35a0" providerId="ADAL" clId="{B7DA5DAC-C7FC-42A0-9B8A-75F981F4FCA3}" dt="2025-02-07T14:14:32.720" v="432" actId="20577"/>
          <ac:spMkLst>
            <pc:docMk/>
            <pc:sldMk cId="2871652275" sldId="2147483196"/>
            <ac:spMk id="3" creationId="{AAEDB6F4-13D3-A66B-B9AE-65B067D480C2}"/>
          </ac:spMkLst>
        </pc:spChg>
        <pc:spChg chg="mod">
          <ac:chgData name="Moura, Carlos" userId="5f5d483c-c251-419c-9ab2-190c3b5b35a0" providerId="ADAL" clId="{B7DA5DAC-C7FC-42A0-9B8A-75F981F4FCA3}" dt="2025-02-07T18:00:04.822" v="5091" actId="20577"/>
          <ac:spMkLst>
            <pc:docMk/>
            <pc:sldMk cId="2871652275" sldId="2147483196"/>
            <ac:spMk id="4" creationId="{C9CFF5A9-7D30-EAEF-036F-3A603CFC10DF}"/>
          </ac:spMkLst>
        </pc:spChg>
      </pc:sldChg>
      <pc:sldChg chg="modSp add mod modShow">
        <pc:chgData name="Moura, Carlos" userId="5f5d483c-c251-419c-9ab2-190c3b5b35a0" providerId="ADAL" clId="{B7DA5DAC-C7FC-42A0-9B8A-75F981F4FCA3}" dt="2025-02-07T18:49:41.194" v="5096" actId="729"/>
        <pc:sldMkLst>
          <pc:docMk/>
          <pc:sldMk cId="2771763562" sldId="2147483197"/>
        </pc:sldMkLst>
        <pc:spChg chg="mod">
          <ac:chgData name="Moura, Carlos" userId="5f5d483c-c251-419c-9ab2-190c3b5b35a0" providerId="ADAL" clId="{B7DA5DAC-C7FC-42A0-9B8A-75F981F4FCA3}" dt="2025-02-07T16:36:23" v="4603" actId="20577"/>
          <ac:spMkLst>
            <pc:docMk/>
            <pc:sldMk cId="2771763562" sldId="2147483197"/>
            <ac:spMk id="4" creationId="{3B56B241-3F8E-2A8D-9866-3C3C78D4FF3D}"/>
          </ac:spMkLst>
        </pc:spChg>
      </pc:sldChg>
      <pc:sldChg chg="modSp add mod modShow">
        <pc:chgData name="Moura, Carlos" userId="5f5d483c-c251-419c-9ab2-190c3b5b35a0" providerId="ADAL" clId="{B7DA5DAC-C7FC-42A0-9B8A-75F981F4FCA3}" dt="2025-02-07T18:49:44.908" v="5097" actId="729"/>
        <pc:sldMkLst>
          <pc:docMk/>
          <pc:sldMk cId="4156208494" sldId="2147483198"/>
        </pc:sldMkLst>
        <pc:spChg chg="mod">
          <ac:chgData name="Moura, Carlos" userId="5f5d483c-c251-419c-9ab2-190c3b5b35a0" providerId="ADAL" clId="{B7DA5DAC-C7FC-42A0-9B8A-75F981F4FCA3}" dt="2025-02-07T15:11:55.270" v="1488" actId="6549"/>
          <ac:spMkLst>
            <pc:docMk/>
            <pc:sldMk cId="4156208494" sldId="2147483198"/>
            <ac:spMk id="4" creationId="{3C558AC7-C2A4-B08A-6EBE-0C88E02B4991}"/>
          </ac:spMkLst>
        </pc:spChg>
      </pc:sldChg>
      <pc:sldChg chg="modSp add mod modShow">
        <pc:chgData name="Moura, Carlos" userId="5f5d483c-c251-419c-9ab2-190c3b5b35a0" providerId="ADAL" clId="{B7DA5DAC-C7FC-42A0-9B8A-75F981F4FCA3}" dt="2025-02-07T18:49:44.908" v="5097" actId="729"/>
        <pc:sldMkLst>
          <pc:docMk/>
          <pc:sldMk cId="1701921153" sldId="2147483199"/>
        </pc:sldMkLst>
        <pc:spChg chg="mod">
          <ac:chgData name="Moura, Carlos" userId="5f5d483c-c251-419c-9ab2-190c3b5b35a0" providerId="ADAL" clId="{B7DA5DAC-C7FC-42A0-9B8A-75F981F4FCA3}" dt="2025-02-07T15:12:14.072" v="1490" actId="207"/>
          <ac:spMkLst>
            <pc:docMk/>
            <pc:sldMk cId="1701921153" sldId="2147483199"/>
            <ac:spMk id="4" creationId="{EFB7D502-5366-28F2-6D30-07FA44A501C8}"/>
          </ac:spMkLst>
        </pc:spChg>
      </pc:sldChg>
      <pc:sldChg chg="modSp add mod modShow">
        <pc:chgData name="Moura, Carlos" userId="5f5d483c-c251-419c-9ab2-190c3b5b35a0" providerId="ADAL" clId="{B7DA5DAC-C7FC-42A0-9B8A-75F981F4FCA3}" dt="2025-02-07T18:49:41.194" v="5096" actId="729"/>
        <pc:sldMkLst>
          <pc:docMk/>
          <pc:sldMk cId="153575068" sldId="2147483200"/>
        </pc:sldMkLst>
        <pc:spChg chg="mod">
          <ac:chgData name="Moura, Carlos" userId="5f5d483c-c251-419c-9ab2-190c3b5b35a0" providerId="ADAL" clId="{B7DA5DAC-C7FC-42A0-9B8A-75F981F4FCA3}" dt="2025-02-07T15:12:34.107" v="1493" actId="207"/>
          <ac:spMkLst>
            <pc:docMk/>
            <pc:sldMk cId="153575068" sldId="2147483200"/>
            <ac:spMk id="4" creationId="{0465A127-FED5-2E6B-0A30-F327902598E7}"/>
          </ac:spMkLst>
        </pc:spChg>
      </pc:sldChg>
      <pc:sldChg chg="modSp add mod modShow">
        <pc:chgData name="Moura, Carlos" userId="5f5d483c-c251-419c-9ab2-190c3b5b35a0" providerId="ADAL" clId="{B7DA5DAC-C7FC-42A0-9B8A-75F981F4FCA3}" dt="2025-02-07T18:49:41.194" v="5096" actId="729"/>
        <pc:sldMkLst>
          <pc:docMk/>
          <pc:sldMk cId="610687903" sldId="2147483201"/>
        </pc:sldMkLst>
        <pc:spChg chg="mod">
          <ac:chgData name="Moura, Carlos" userId="5f5d483c-c251-419c-9ab2-190c3b5b35a0" providerId="ADAL" clId="{B7DA5DAC-C7FC-42A0-9B8A-75F981F4FCA3}" dt="2025-02-07T16:30:29.602" v="4342" actId="20577"/>
          <ac:spMkLst>
            <pc:docMk/>
            <pc:sldMk cId="610687903" sldId="2147483201"/>
            <ac:spMk id="4" creationId="{E0166AC9-528C-9677-F2F8-9C605A9B3B11}"/>
          </ac:spMkLst>
        </pc:spChg>
      </pc:sldChg>
      <pc:sldChg chg="addSp delSp modSp add mod modShow">
        <pc:chgData name="Moura, Carlos" userId="5f5d483c-c251-419c-9ab2-190c3b5b35a0" providerId="ADAL" clId="{B7DA5DAC-C7FC-42A0-9B8A-75F981F4FCA3}" dt="2025-02-07T18:01:29.607" v="5093" actId="729"/>
        <pc:sldMkLst>
          <pc:docMk/>
          <pc:sldMk cId="1206411500" sldId="2147483202"/>
        </pc:sldMkLst>
        <pc:spChg chg="add del mod">
          <ac:chgData name="Moura, Carlos" userId="5f5d483c-c251-419c-9ab2-190c3b5b35a0" providerId="ADAL" clId="{B7DA5DAC-C7FC-42A0-9B8A-75F981F4FCA3}" dt="2025-02-07T17:48:34.693" v="5013" actId="478"/>
          <ac:spMkLst>
            <pc:docMk/>
            <pc:sldMk cId="1206411500" sldId="2147483202"/>
            <ac:spMk id="2" creationId="{6B434E9C-DDA3-9B06-3EAF-888170973F7A}"/>
          </ac:spMkLst>
        </pc:spChg>
        <pc:spChg chg="mod">
          <ac:chgData name="Moura, Carlos" userId="5f5d483c-c251-419c-9ab2-190c3b5b35a0" providerId="ADAL" clId="{B7DA5DAC-C7FC-42A0-9B8A-75F981F4FCA3}" dt="2025-02-07T17:48:51.834" v="5015" actId="20577"/>
          <ac:spMkLst>
            <pc:docMk/>
            <pc:sldMk cId="1206411500" sldId="2147483202"/>
            <ac:spMk id="4" creationId="{A9747F6D-9D39-4097-F473-BC02791EE49A}"/>
          </ac:spMkLst>
        </pc:spChg>
      </pc:sldChg>
      <pc:sldChg chg="modSp add mod modShow">
        <pc:chgData name="Moura, Carlos" userId="5f5d483c-c251-419c-9ab2-190c3b5b35a0" providerId="ADAL" clId="{B7DA5DAC-C7FC-42A0-9B8A-75F981F4FCA3}" dt="2025-02-07T18:49:41.194" v="5096" actId="729"/>
        <pc:sldMkLst>
          <pc:docMk/>
          <pc:sldMk cId="1361946233" sldId="2147483203"/>
        </pc:sldMkLst>
        <pc:spChg chg="mod">
          <ac:chgData name="Moura, Carlos" userId="5f5d483c-c251-419c-9ab2-190c3b5b35a0" providerId="ADAL" clId="{B7DA5DAC-C7FC-42A0-9B8A-75F981F4FCA3}" dt="2025-02-07T17:58:41.003" v="5062" actId="20577"/>
          <ac:spMkLst>
            <pc:docMk/>
            <pc:sldMk cId="1361946233" sldId="2147483203"/>
            <ac:spMk id="4" creationId="{32F9A75F-AB34-ACED-3179-0AC50012EFFD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Vendas</c:v>
                </c:pt>
              </c:strCache>
            </c:strRef>
          </c:tx>
          <c:spPr>
            <a:solidFill>
              <a:srgbClr val="DBDBDB"/>
            </a:solidFill>
            <a:ln w="12700" cap="flat">
              <a:noFill/>
              <a:miter lim="400000"/>
            </a:ln>
            <a:effectLst/>
          </c:spPr>
          <c:explosion val="3"/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0-1B27-4E37-8D0C-26310D241954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2-1B27-4E37-8D0C-26310D241954}"/>
              </c:ext>
            </c:extLst>
          </c:dPt>
          <c:dPt>
            <c:idx val="2"/>
            <c:bubble3D val="0"/>
            <c:spPr>
              <a:solidFill>
                <a:srgbClr val="000000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4-1B27-4E37-8D0C-26310D241954}"/>
              </c:ext>
            </c:extLst>
          </c:dPt>
          <c:dPt>
            <c:idx val="3"/>
            <c:bubble3D val="0"/>
            <c:spPr>
              <a:solidFill>
                <a:schemeClr val="accent1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6-1B27-4E37-8D0C-26310D241954}"/>
              </c:ext>
            </c:extLst>
          </c:dPt>
          <c:cat>
            <c:strRef>
              <c:f>Sheet1!$B$1:$E$1</c:f>
              <c:strCache>
                <c:ptCount val="4"/>
                <c:pt idx="0">
                  <c:v>1º Tri</c:v>
                </c:pt>
                <c:pt idx="1">
                  <c:v>2º Tri</c:v>
                </c:pt>
                <c:pt idx="2">
                  <c:v>3º Tri</c:v>
                </c:pt>
                <c:pt idx="3">
                  <c:v>4º Tri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25</c:v>
                </c:pt>
                <c:pt idx="1">
                  <c:v>25</c:v>
                </c:pt>
                <c:pt idx="2">
                  <c:v>25</c:v>
                </c:pt>
                <c:pt idx="3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1B27-4E37-8D0C-26310D24195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4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6" name="Shape 1526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527" name="Shape 1527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400">
        <a:latin typeface="+mj-lt"/>
        <a:ea typeface="+mj-ea"/>
        <a:cs typeface="+mj-cs"/>
        <a:sym typeface="Simplon BP Regular"/>
      </a:defRPr>
    </a:lvl1pPr>
    <a:lvl2pPr indent="228600" latinLnBrk="0">
      <a:defRPr sz="1400">
        <a:latin typeface="+mj-lt"/>
        <a:ea typeface="+mj-ea"/>
        <a:cs typeface="+mj-cs"/>
        <a:sym typeface="Simplon BP Regular"/>
      </a:defRPr>
    </a:lvl2pPr>
    <a:lvl3pPr indent="457200" latinLnBrk="0">
      <a:defRPr sz="1400">
        <a:latin typeface="+mj-lt"/>
        <a:ea typeface="+mj-ea"/>
        <a:cs typeface="+mj-cs"/>
        <a:sym typeface="Simplon BP Regular"/>
      </a:defRPr>
    </a:lvl3pPr>
    <a:lvl4pPr indent="685800" latinLnBrk="0">
      <a:defRPr sz="1400">
        <a:latin typeface="+mj-lt"/>
        <a:ea typeface="+mj-ea"/>
        <a:cs typeface="+mj-cs"/>
        <a:sym typeface="Simplon BP Regular"/>
      </a:defRPr>
    </a:lvl4pPr>
    <a:lvl5pPr indent="914400" latinLnBrk="0">
      <a:defRPr sz="1400">
        <a:latin typeface="+mj-lt"/>
        <a:ea typeface="+mj-ea"/>
        <a:cs typeface="+mj-cs"/>
        <a:sym typeface="Simplon BP Regular"/>
      </a:defRPr>
    </a:lvl5pPr>
    <a:lvl6pPr indent="1143000" latinLnBrk="0">
      <a:defRPr sz="1400">
        <a:latin typeface="+mj-lt"/>
        <a:ea typeface="+mj-ea"/>
        <a:cs typeface="+mj-cs"/>
        <a:sym typeface="Simplon BP Regular"/>
      </a:defRPr>
    </a:lvl6pPr>
    <a:lvl7pPr indent="1371600" latinLnBrk="0">
      <a:defRPr sz="1400">
        <a:latin typeface="+mj-lt"/>
        <a:ea typeface="+mj-ea"/>
        <a:cs typeface="+mj-cs"/>
        <a:sym typeface="Simplon BP Regular"/>
      </a:defRPr>
    </a:lvl7pPr>
    <a:lvl8pPr indent="1600200" latinLnBrk="0">
      <a:defRPr sz="1400">
        <a:latin typeface="+mj-lt"/>
        <a:ea typeface="+mj-ea"/>
        <a:cs typeface="+mj-cs"/>
        <a:sym typeface="Simplon BP Regular"/>
      </a:defRPr>
    </a:lvl8pPr>
    <a:lvl9pPr indent="1828800" latinLnBrk="0">
      <a:defRPr sz="1400">
        <a:latin typeface="+mj-lt"/>
        <a:ea typeface="+mj-ea"/>
        <a:cs typeface="+mj-cs"/>
        <a:sym typeface="Simplon BP Regular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6437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3A13B2-0F93-75D4-50F6-2A68753F9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D60F125-843D-F16F-96CE-AC875F97FD4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95CE0C-A487-FBEA-2457-D927470B3B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90723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F290F-D9A6-38DC-1D43-46D03F974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C212E6-8C78-C281-1B24-1587C43FB8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08069E4-02A3-84C5-DE11-E92F8938C73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20305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1E5ACC-A058-A6DC-0BEE-D7160ACE3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BB904E-37A5-4415-0B0C-72BCD4879A8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8A9FD65-030E-6A4E-923D-65C00103E4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9715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E71D8-A207-37A4-7145-4AA71961C6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C481A1-18D5-AC13-54C6-65F87A3BAA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7B3266-159E-2EAC-1AD5-97085C0C31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693188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333BC-3618-634C-63C5-FA1EB4BB6E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66525-7BB4-035B-0BC3-5D46CC3C97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F3926B-D421-C67B-7DCF-3325650C0F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6583970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43162-851A-53EC-038D-A101A3B8D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C2FF505-1BEB-2499-942B-FA1F68134A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F2249D-166C-2EDD-29D2-0B0CB26733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15033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834F84-7DFF-2143-9D32-A84CCA226D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C1008E-0D20-D41D-7BC5-46639A50222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E85FEA6-4365-860E-C7F8-0AC0FFDDD5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061642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218BCB-672A-5412-D520-5DD2E6830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4023622-836D-741C-A626-98650E9FE54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23C91A-5197-976A-CCC0-D1E1382A66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92819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11716C-C445-BE77-98C7-B4DA00632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E5014D-B98A-D5EE-B517-017B310434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CC9E4D-B8FA-C8C8-DD42-89702D4AA43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58249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1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1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9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1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10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6" Type="http://schemas.openxmlformats.org/officeDocument/2006/relationships/chart" Target="../charts/chart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6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8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19.xml"/><Relationship Id="rId4" Type="http://schemas.openxmlformats.org/officeDocument/2006/relationships/image" Target="../media/image1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1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1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21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2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5.xml"/><Relationship Id="rId6" Type="http://schemas.openxmlformats.org/officeDocument/2006/relationships/chart" Target="../charts/chart2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26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3.xml"/><Relationship Id="rId1" Type="http://schemas.openxmlformats.org/officeDocument/2006/relationships/tags" Target="../tags/tag28.xml"/><Relationship Id="rId4" Type="http://schemas.openxmlformats.org/officeDocument/2006/relationships/image" Target="../media/image3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4.xml"/><Relationship Id="rId1" Type="http://schemas.openxmlformats.org/officeDocument/2006/relationships/tags" Target="../tags/tag30.xml"/><Relationship Id="rId4" Type="http://schemas.openxmlformats.org/officeDocument/2006/relationships/image" Target="../media/image36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2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4.xml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4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5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5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6.xml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6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7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38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3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38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5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39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9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1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2.xml"/><Relationship Id="rId6" Type="http://schemas.openxmlformats.org/officeDocument/2006/relationships/chart" Target="../charts/chart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5.xml"/><Relationship Id="rId1" Type="http://schemas.openxmlformats.org/officeDocument/2006/relationships/tags" Target="../tags/tag43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5.xml"/><Relationship Id="rId1" Type="http://schemas.openxmlformats.org/officeDocument/2006/relationships/tags" Target="../tags/tag44.xml"/><Relationship Id="rId4" Type="http://schemas.openxmlformats.org/officeDocument/2006/relationships/image" Target="../media/image37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6.xml"/><Relationship Id="rId2" Type="http://schemas.openxmlformats.org/officeDocument/2006/relationships/tags" Target="../tags/tag47.xml"/><Relationship Id="rId1" Type="http://schemas.openxmlformats.org/officeDocument/2006/relationships/tags" Target="../tags/tag46.xml"/><Relationship Id="rId6" Type="http://schemas.openxmlformats.org/officeDocument/2006/relationships/image" Target="../media/image37.png"/><Relationship Id="rId5" Type="http://schemas.openxmlformats.org/officeDocument/2006/relationships/image" Target="../media/image38.emf"/><Relationship Id="rId4" Type="http://schemas.openxmlformats.org/officeDocument/2006/relationships/oleObject" Target="../embeddings/oleObject42.bin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49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6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1.xml"/><Relationship Id="rId4" Type="http://schemas.openxmlformats.org/officeDocument/2006/relationships/image" Target="../media/image1.emf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7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2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8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3.xml"/><Relationship Id="rId4" Type="http://schemas.openxmlformats.org/officeDocument/2006/relationships/image" Target="../media/image1.emf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9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0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5.xml"/><Relationship Id="rId5" Type="http://schemas.openxmlformats.org/officeDocument/2006/relationships/image" Target="../media/image2.png"/><Relationship Id="rId4" Type="http://schemas.openxmlformats.org/officeDocument/2006/relationships/image" Target="../media/image1.emf"/></Relationships>
</file>

<file path=ppt/slideLayouts/_rels/slideLayout4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26" Type="http://schemas.openxmlformats.org/officeDocument/2006/relationships/image" Target="../media/image25.png"/><Relationship Id="rId3" Type="http://schemas.openxmlformats.org/officeDocument/2006/relationships/oleObject" Target="../embeddings/oleObject51.bin"/><Relationship Id="rId21" Type="http://schemas.openxmlformats.org/officeDocument/2006/relationships/image" Target="../media/image20.png"/><Relationship Id="rId34" Type="http://schemas.openxmlformats.org/officeDocument/2006/relationships/image" Target="../media/image33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5" Type="http://schemas.openxmlformats.org/officeDocument/2006/relationships/image" Target="../media/image24.png"/><Relationship Id="rId33" Type="http://schemas.openxmlformats.org/officeDocument/2006/relationships/image" Target="../media/image32.png"/><Relationship Id="rId2" Type="http://schemas.openxmlformats.org/officeDocument/2006/relationships/slideMaster" Target="../slideMasters/slideMaster7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29" Type="http://schemas.openxmlformats.org/officeDocument/2006/relationships/image" Target="../media/image28.png"/><Relationship Id="rId1" Type="http://schemas.openxmlformats.org/officeDocument/2006/relationships/tags" Target="../tags/tag56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24" Type="http://schemas.openxmlformats.org/officeDocument/2006/relationships/image" Target="../media/image23.png"/><Relationship Id="rId32" Type="http://schemas.openxmlformats.org/officeDocument/2006/relationships/image" Target="../media/image31.png"/><Relationship Id="rId5" Type="http://schemas.openxmlformats.org/officeDocument/2006/relationships/image" Target="../media/image3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28" Type="http://schemas.openxmlformats.org/officeDocument/2006/relationships/image" Target="../media/image27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31" Type="http://schemas.openxmlformats.org/officeDocument/2006/relationships/image" Target="../media/image30.png"/><Relationship Id="rId4" Type="http://schemas.openxmlformats.org/officeDocument/2006/relationships/image" Target="../media/image1.emf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Relationship Id="rId27" Type="http://schemas.openxmlformats.org/officeDocument/2006/relationships/image" Target="../media/image26.png"/><Relationship Id="rId30" Type="http://schemas.openxmlformats.org/officeDocument/2006/relationships/image" Target="../media/image29.png"/><Relationship Id="rId35" Type="http://schemas.openxmlformats.org/officeDocument/2006/relationships/image" Target="../media/image34.png"/><Relationship Id="rId8" Type="http://schemas.openxmlformats.org/officeDocument/2006/relationships/image" Target="../media/image7.pn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2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7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3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8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4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59.xml"/><Relationship Id="rId6" Type="http://schemas.openxmlformats.org/officeDocument/2006/relationships/chart" Target="../charts/chart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5.bin"/><Relationship Id="rId2" Type="http://schemas.openxmlformats.org/officeDocument/2006/relationships/slideMaster" Target="../slideMasters/slideMaster7.xml"/><Relationship Id="rId1" Type="http://schemas.openxmlformats.org/officeDocument/2006/relationships/tags" Target="../tags/tag60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451874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177997015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8415387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8278474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615881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747594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2223578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3669159542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223751832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6602587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341796818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514400197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198906"/>
      </p:ext>
    </p:extLst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5079229"/>
      </p:ext>
    </p:extLst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67236572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481955"/>
      </p:ext>
    </p:extLst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0625431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984396992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771748008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951512812"/>
      </p:ext>
    </p:extLst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/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68117459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995042671"/>
      </p:ext>
    </p:extLst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319470272"/>
      </p:ext>
    </p:extLst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0" imgH="469" progId="TCLayout.ActiveDocument.1">
                  <p:embed/>
                </p:oleObj>
              </mc:Choice>
              <mc:Fallback>
                <p:oleObj name="Slide do think-cell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67290980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AC Slide Design Pack">
    <p:bg>
      <p:bgPr>
        <a:gradFill>
          <a:gsLst>
            <a:gs pos="83000">
              <a:srgbClr val="5F0095">
                <a:lumMod val="96000"/>
              </a:srgbClr>
            </a:gs>
            <a:gs pos="0">
              <a:srgbClr val="A100FF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0B587283-E1FF-438D-A5CF-0D7D6050D9A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3585283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70" imgH="469" progId="TCLayout.ActiveDocument.1">
                  <p:embed/>
                </p:oleObj>
              </mc:Choice>
              <mc:Fallback>
                <p:oleObj name="Slide do think-cell" r:id="rId3" imgW="470" imgH="469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0B587283-E1FF-438D-A5CF-0D7D6050D9A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GTS_WH">
            <a:extLst>
              <a:ext uri="{FF2B5EF4-FFF2-40B4-BE49-F238E27FC236}">
                <a16:creationId xmlns:a16="http://schemas.microsoft.com/office/drawing/2014/main" id="{76967BF2-12F7-6C29-73BD-6C5AF545D9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 userDrawn="1"/>
        </p:nvSpPr>
        <p:spPr bwMode="black">
          <a:xfrm>
            <a:off x="381468" y="6483676"/>
            <a:ext cx="183295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FFFF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>
              <a:latin typeface="Simplon BP Regular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960FC6-2F8E-CC17-CEEE-B3F93E0A483C}"/>
              </a:ext>
            </a:extLst>
          </p:cNvPr>
          <p:cNvSpPr txBox="1">
            <a:spLocks/>
          </p:cNvSpPr>
          <p:nvPr userDrawn="1"/>
        </p:nvSpPr>
        <p:spPr>
          <a:xfrm>
            <a:off x="11484746" y="6488731"/>
            <a:ext cx="326254" cy="201168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defPPr>
              <a:defRPr lang="en-US"/>
            </a:defPPr>
            <a:lvl1pPr marL="0" algn="r" defTabSz="914400" rtl="0" eaLnBrk="1" latinLnBrk="0" hangingPunct="1">
              <a:defRPr sz="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F90F471-3972-4120-B8B3-0237DE626C35}" type="slidenum">
              <a:rPr kumimoji="0" lang="pt-BR" sz="800" b="0" i="0" u="none" strike="noStrike" kern="1200" cap="none" spc="0" normalizeH="0" baseline="0" noProof="0" smtClean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BR" sz="800" b="0" i="0" u="none" strike="noStrike" kern="1200" cap="none" spc="0" normalizeH="0" baseline="0" noProof="0">
              <a:ln>
                <a:noFill/>
              </a:ln>
              <a:solidFill>
                <a:srgbClr val="FFFFFF">
                  <a:alpha val="75000"/>
                </a:srgbClr>
              </a:solidFill>
              <a:effectLst/>
              <a:uLnTx/>
              <a:uFillTx/>
              <a:latin typeface="Simplon BP Regular"/>
              <a:ea typeface="+mn-ea"/>
              <a:cs typeface="+mn-cs"/>
            </a:endParaRPr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F2B3995-C948-CA19-F75E-9E60859EAB18}"/>
              </a:ext>
            </a:extLst>
          </p:cNvPr>
          <p:cNvSpPr txBox="1">
            <a:spLocks/>
          </p:cNvSpPr>
          <p:nvPr userDrawn="1"/>
        </p:nvSpPr>
        <p:spPr>
          <a:xfrm>
            <a:off x="7315200" y="6486940"/>
            <a:ext cx="4114800" cy="198318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>
            <a:defPPr>
              <a:defRPr lang="en-US"/>
            </a:defPPr>
            <a:lvl1pPr marL="0" algn="r" defTabSz="914400" rtl="0" eaLnBrk="1" latinLnBrk="0" hangingPunct="1">
              <a:defRPr lang="en-US" sz="800" kern="1200" dirty="0">
                <a:solidFill>
                  <a:schemeClr val="tx1">
                    <a:alpha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2286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Copyright © 2024 Accenture.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All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rights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 </a:t>
            </a:r>
            <a:r>
              <a:rPr kumimoji="0" lang="pt-BR" sz="800" b="0" i="0" u="none" strike="noStrike" kern="1200" cap="none" spc="0" normalizeH="0" baseline="0" noProof="0" err="1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reserved</a:t>
            </a:r>
            <a:r>
              <a:rPr kumimoji="0" lang="pt-BR" sz="8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alpha val="75000"/>
                  </a:srgbClr>
                </a:solidFill>
                <a:effectLst/>
                <a:uLnTx/>
                <a:uFillTx/>
                <a:latin typeface="Simplon BP Regular"/>
                <a:ea typeface="+mn-ea"/>
                <a:cs typeface="+mn-cs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7674928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976912" y="-19821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37012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358029576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2101036070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98669180"/>
      </p:ext>
    </p:extLst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8238648"/>
      </p:ext>
    </p:extLst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310"/>
      </p:ext>
    </p:extLst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2735716695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98834426"/>
      </p:ext>
    </p:extLst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1017859247"/>
      </p:ext>
    </p:extLst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2853913"/>
      </p:ext>
    </p:extLst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527995575"/>
      </p:ext>
    </p:extLst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57607884"/>
      </p:ext>
    </p:extLst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http://interativa/data/interativa/arquivos/assinatura_email/logos/OIOI.0004.008.AF.160105.Logomarca_RGB_Laranja_1B.png"/>
          <p:cNvPicPr>
            <a:picLocks noChangeAspect="1" noChangeArrowheads="1"/>
          </p:cNvPicPr>
          <p:nvPr userDrawn="1">
            <p:custDataLst>
              <p:tags r:id="rId1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223" y="-126667"/>
            <a:ext cx="1300168" cy="91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Slide Number Placeholder 1"/>
          <p:cNvSpPr txBox="1">
            <a:spLocks/>
          </p:cNvSpPr>
          <p:nvPr userDrawn="1">
            <p:custDataLst>
              <p:tags r:id="rId2"/>
            </p:custDataLst>
          </p:nvPr>
        </p:nvSpPr>
        <p:spPr bwMode="auto">
          <a:xfrm>
            <a:off x="11498265" y="6584519"/>
            <a:ext cx="613833" cy="3661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defPPr>
              <a:defRPr lang="en-US"/>
            </a:defPPr>
            <a:lvl1pPr marL="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ＭＳ Ｐゴシック" charset="0"/>
                <a:cs typeface="Arial" charset="0"/>
              </a:defRPr>
            </a:lvl1pPr>
            <a:lvl2pPr marL="742950" indent="-28575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2pPr>
            <a:lvl3pPr marL="11430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3pPr>
            <a:lvl4pPr marL="16002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4pPr>
            <a:lvl5pPr marL="2057400" indent="-228600" algn="l" defTabSz="457200" rtl="0" eaLnBrk="0" latinLnBrk="0" hangingPunct="0"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5pPr>
            <a:lvl6pPr marL="25146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6pPr>
            <a:lvl7pPr marL="29718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7pPr>
            <a:lvl8pPr marL="34290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8pPr>
            <a:lvl9pPr marL="3886200" indent="-228600" algn="l" defTabSz="457200" rtl="0" eaLnBrk="0" fontAlgn="base" latinLnBrk="0" hangingPunct="0">
              <a:spcBef>
                <a:spcPct val="0"/>
              </a:spcBef>
              <a:spcAft>
                <a:spcPct val="0"/>
              </a:spcAft>
              <a:defRPr sz="1800" kern="1200">
                <a:solidFill>
                  <a:schemeClr val="tx1"/>
                </a:solidFill>
                <a:latin typeface="Calibri" charset="0"/>
                <a:ea typeface="Arial" charset="0"/>
                <a:cs typeface="Arial" charset="0"/>
              </a:defRPr>
            </a:lvl9pPr>
          </a:lstStyle>
          <a:p>
            <a:pPr algn="r" eaLnBrk="1" hangingPunct="1">
              <a:buClrTx/>
              <a:buFontTx/>
              <a:buNone/>
            </a:pPr>
            <a:fld id="{9543D946-5134-1748-A050-11636790511E}" type="slidenum">
              <a:rPr lang="en-US" sz="1333" smtClean="0">
                <a:solidFill>
                  <a:srgbClr val="4D4D4D"/>
                </a:solidFill>
                <a:latin typeface="Simplon BP Regular"/>
                <a:cs typeface="Simplon BP Regular"/>
              </a:rPr>
              <a:pPr algn="r" eaLnBrk="1" hangingPunct="1">
                <a:buClrTx/>
                <a:buFontTx/>
                <a:buNone/>
              </a:pPr>
              <a:t>‹#›</a:t>
            </a:fld>
            <a:endParaRPr lang="en-US" sz="1333">
              <a:solidFill>
                <a:srgbClr val="4D4D4D"/>
              </a:solidFill>
              <a:latin typeface="Simplon BP Regular"/>
              <a:cs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944654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</p:nvPr>
        </p:nvGraphicFramePr>
        <p:xfrm>
          <a:off x="2118" y="2118"/>
          <a:ext cx="2117" cy="211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270" imgH="270" progId="TCLayout.ActiveDocument.1">
                  <p:embed/>
                </p:oleObj>
              </mc:Choice>
              <mc:Fallback>
                <p:oleObj name="Slide do think-cell" r:id="rId4" imgW="270" imgH="270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118" y="2118"/>
                        <a:ext cx="2117" cy="211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2" descr="http://interativa/data/interativa/arquivos/assinatura_email/logos/OIOI.0004.008.AF.160105.Logomarca_RGB_Laranja_1B.png"/>
          <p:cNvPicPr>
            <a:picLocks noChangeAspect="1" noChangeArrowheads="1"/>
          </p:cNvPicPr>
          <p:nvPr userDrawn="1">
            <p:custDataLst>
              <p:tags r:id="rId2"/>
            </p:custDataLst>
          </p:nvPr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48223" y="-126667"/>
            <a:ext cx="1300168" cy="9183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7336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0425172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511070" y="-213332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91" name="Google Shape;73;p63"/>
          <p:cNvSpPr/>
          <p:nvPr/>
        </p:nvSpPr>
        <p:spPr>
          <a:xfrm>
            <a:off x="339306" y="1155940"/>
            <a:ext cx="5250611" cy="667109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/>
            <a:endParaRPr/>
          </a:p>
        </p:txBody>
      </p:sp>
      <p:sp>
        <p:nvSpPr>
          <p:cNvPr id="92" name="Google Shape;74;p63"/>
          <p:cNvSpPr/>
          <p:nvPr/>
        </p:nvSpPr>
        <p:spPr>
          <a:xfrm rot="10800000" flipH="1">
            <a:off x="1031768" y="6132114"/>
            <a:ext cx="3600002" cy="18001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7" name="Título 6"/>
          <p:cNvSpPr>
            <a:spLocks noGrp="1"/>
          </p:cNvSpPr>
          <p:nvPr>
            <p:ph type="title" hasCustomPrompt="1"/>
          </p:nvPr>
        </p:nvSpPr>
        <p:spPr>
          <a:xfrm>
            <a:off x="1190260" y="1113161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título da</a:t>
            </a:r>
            <a:endParaRPr lang="en-US"/>
          </a:p>
        </p:txBody>
      </p:sp>
      <p:sp>
        <p:nvSpPr>
          <p:cNvPr id="33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1031875" y="5663398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Subtítulo da apresentação</a:t>
            </a:r>
            <a:endParaRPr lang="en-US"/>
          </a:p>
        </p:txBody>
      </p:sp>
      <p:sp>
        <p:nvSpPr>
          <p:cNvPr id="35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1031875" y="6164594"/>
            <a:ext cx="1800225" cy="3524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 lvl="0"/>
            <a:r>
              <a:rPr lang="pt-BR"/>
              <a:t>Mês 2023</a:t>
            </a:r>
            <a:endParaRPr lang="en-US"/>
          </a:p>
        </p:txBody>
      </p:sp>
      <p:sp>
        <p:nvSpPr>
          <p:cNvPr id="39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1190625" y="1699641"/>
            <a:ext cx="6029325" cy="1016000"/>
          </a:xfrm>
          <a:prstGeom prst="rect">
            <a:avLst/>
          </a:prstGeom>
        </p:spPr>
        <p:txBody>
          <a:bodyPr/>
          <a:lstStyle>
            <a:lvl1pPr>
              <a:defRPr sz="66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apresentação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110449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3524923281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861201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832803" y="6596766"/>
            <a:ext cx="316751" cy="276999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87E9628-E919-E6B3-7EE0-3BA313004A96}"/>
              </a:ext>
            </a:extLst>
          </p:cNvPr>
          <p:cNvSpPr txBox="1"/>
          <p:nvPr userDrawn="1"/>
        </p:nvSpPr>
        <p:spPr>
          <a:xfrm>
            <a:off x="10832678" y="6642932"/>
            <a:ext cx="1000125" cy="18466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pt-BR" sz="1200" b="0" i="0" u="none" strike="noStrike" cap="none" spc="0" normalizeH="0" baseline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FillTx/>
                <a:latin typeface="+mj-lt"/>
                <a:ea typeface="+mj-ea"/>
                <a:cs typeface="+mj-cs"/>
                <a:sym typeface="Simplon BP Regular"/>
              </a:rPr>
              <a:t>CONFIDENCIAL</a:t>
            </a:r>
          </a:p>
        </p:txBody>
      </p:sp>
    </p:spTree>
    <p:extLst>
      <p:ext uri="{BB962C8B-B14F-4D97-AF65-F5344CB8AC3E}">
        <p14:creationId xmlns:p14="http://schemas.microsoft.com/office/powerpoint/2010/main" val="1415878213"/>
      </p:ext>
    </p:extLst>
  </p:cSld>
  <p:clrMapOvr>
    <a:masterClrMapping/>
  </p:clrMapOvr>
  <p:transition spd="med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732500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35" name="Google Shape;895;p25"/>
          <p:cNvSpPr/>
          <p:nvPr userDrawn="1"/>
        </p:nvSpPr>
        <p:spPr>
          <a:xfrm>
            <a:off x="305167" y="224280"/>
            <a:ext cx="1368000" cy="36003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lvl="0" algn="ctr"/>
            <a:endParaRPr/>
          </a:p>
        </p:txBody>
      </p:sp>
      <p:grpSp>
        <p:nvGrpSpPr>
          <p:cNvPr id="7" name="Google Shape;867;p25"/>
          <p:cNvGrpSpPr/>
          <p:nvPr userDrawn="1"/>
        </p:nvGrpSpPr>
        <p:grpSpPr>
          <a:xfrm>
            <a:off x="8521140" y="-1"/>
            <a:ext cx="3081581" cy="753916"/>
            <a:chOff x="0" y="0"/>
            <a:chExt cx="3081580" cy="753914"/>
          </a:xfrm>
        </p:grpSpPr>
        <p:sp>
          <p:nvSpPr>
            <p:cNvPr id="8" name="Google Shape;868;p25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9" name="Google Shape;869;p25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0" name="Google Shape;870;p25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1" name="Google Shape;871;p25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2" name="Google Shape;872;p25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3" name="Google Shape;873;p25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4" name="Google Shape;874;p25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5" name="Google Shape;875;p25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6" name="Google Shape;876;p25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7" name="Google Shape;877;p25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8" name="Google Shape;878;p25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19" name="Google Shape;879;p25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0" name="Google Shape;880;p25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1" name="Google Shape;881;p25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" name="Google Shape;882;p25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" name="Google Shape;883;p25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" name="Google Shape;884;p25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5" name="Google Shape;885;p25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6" name="Google Shape;886;p25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7" name="Google Shape;887;p25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8" name="Google Shape;888;p25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9" name="Google Shape;889;p25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0" name="Google Shape;890;p25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1" name="Google Shape;891;p25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32" name="Google Shape;892;p25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33" name="Google Shape;893;p25" descr="Google Shape;893;p25"/>
          <p:cNvPicPr>
            <a:picLocks noChangeAspect="1"/>
          </p:cNvPicPr>
          <p:nvPr userDrawn="1"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517592" y="5296896"/>
            <a:ext cx="1641751" cy="1641751"/>
          </a:xfrm>
          <a:prstGeom prst="rect">
            <a:avLst/>
          </a:prstGeom>
          <a:ln w="12700">
            <a:miter lim="400000"/>
          </a:ln>
        </p:spPr>
      </p:pic>
      <p:sp>
        <p:nvSpPr>
          <p:cNvPr id="34" name="Google Shape;894;p25"/>
          <p:cNvSpPr/>
          <p:nvPr userDrawn="1"/>
        </p:nvSpPr>
        <p:spPr>
          <a:xfrm>
            <a:off x="314183" y="1463039"/>
            <a:ext cx="11288538" cy="3947160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wrap="none" lIns="252000" tIns="108000" rIns="72000" bIns="72000" numCol="2" anchor="ctr"/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</a:pPr>
            <a:endParaRPr kumimoji="0" lang="en-US" sz="16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Simplon BP Bold" pitchFamily="2" charset="0"/>
              <a:ea typeface="+mj-ea"/>
              <a:cs typeface="+mj-cs"/>
              <a:sym typeface="Simplon BP Regular"/>
            </a:endParaRPr>
          </a:p>
        </p:txBody>
      </p:sp>
      <p:sp>
        <p:nvSpPr>
          <p:cNvPr id="39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8103141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sumário</a:t>
            </a:r>
            <a:endParaRPr lang="en-US"/>
          </a:p>
        </p:txBody>
      </p:sp>
      <p:sp>
        <p:nvSpPr>
          <p:cNvPr id="42" name="Espaço Reservado para Texto 41"/>
          <p:cNvSpPr>
            <a:spLocks noGrp="1"/>
          </p:cNvSpPr>
          <p:nvPr>
            <p:ph type="body" sz="quarter" idx="10" hasCustomPrompt="1"/>
          </p:nvPr>
        </p:nvSpPr>
        <p:spPr>
          <a:xfrm>
            <a:off x="314325" y="2047352"/>
            <a:ext cx="11267836" cy="2370818"/>
          </a:xfrm>
          <a:prstGeom prst="rect">
            <a:avLst/>
          </a:prstGeom>
        </p:spPr>
        <p:txBody>
          <a:bodyPr numCol="2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>
                <a:latin typeface="Simplon BP Bold" pitchFamily="2" charset="0"/>
              </a:defRPr>
            </a:lvl1pPr>
            <a:lvl2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2pPr>
            <a:lvl3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3pPr>
            <a:lvl4pPr marL="627063" indent="-354013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Char char="•"/>
              <a:defRPr sz="1800">
                <a:latin typeface="Simplon BP Bold" pitchFamily="2" charset="0"/>
              </a:defRPr>
            </a:lvl4pPr>
            <a:lvl5pPr marL="273050" indent="0">
              <a:lnSpc>
                <a:spcPct val="150000"/>
              </a:lnSpc>
              <a:spcAft>
                <a:spcPts val="600"/>
              </a:spcAft>
              <a:buClr>
                <a:srgbClr val="00D318"/>
              </a:buClr>
              <a:buFont typeface="Arial" panose="020B0604020202020204" pitchFamily="34" charset="0"/>
              <a:buNone/>
              <a:defRPr sz="1800">
                <a:latin typeface="Simplon BP Bold" pitchFamily="2" charset="0"/>
              </a:defRPr>
            </a:lvl5pPr>
          </a:lstStyle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  <a:endParaRPr lang="pt-BR"/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  <a:p>
            <a:pPr marL="627063" marR="0" lvl="0" indent="-354013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rgbClr val="4D4D4D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regular 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simplon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</a:t>
            </a:r>
            <a:r>
              <a:rPr kumimoji="0" lang="en-US" sz="1800" b="0" i="0" u="none" strike="noStrike" cap="none" spc="0" normalizeH="0" baseline="0" err="1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bp</a:t>
            </a:r>
            <a:r>
              <a:rPr kumimoji="0" lang="en-US" sz="1800" b="0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FillTx/>
                <a:latin typeface="Simplon BP Bold" pitchFamily="2" charset="0"/>
                <a:ea typeface="+mj-ea"/>
                <a:cs typeface="+mj-cs"/>
                <a:sym typeface="Simplon BP Regular"/>
              </a:rPr>
              <a:t> Bold</a:t>
            </a:r>
          </a:p>
        </p:txBody>
      </p:sp>
      <p:sp>
        <p:nvSpPr>
          <p:cNvPr id="43" name="Espaço Reservado para Número de Slide 4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6CB4B4D-7CA3-9044-876B-883B54F8677D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84537856"/>
      </p:ext>
    </p:extLst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731606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8" name="Google Shape;170;p7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grpSp>
        <p:nvGrpSpPr>
          <p:cNvPr id="244" name="Google Shape;171;p70"/>
          <p:cNvGrpSpPr/>
          <p:nvPr/>
        </p:nvGrpSpPr>
        <p:grpSpPr>
          <a:xfrm>
            <a:off x="0" y="4145279"/>
            <a:ext cx="4402014" cy="1076961"/>
            <a:chOff x="0" y="0"/>
            <a:chExt cx="4402013" cy="1076959"/>
          </a:xfrm>
        </p:grpSpPr>
        <p:sp>
          <p:nvSpPr>
            <p:cNvPr id="219" name="Google Shape;172;p70"/>
            <p:cNvSpPr/>
            <p:nvPr/>
          </p:nvSpPr>
          <p:spPr>
            <a:xfrm>
              <a:off x="-1" y="930011"/>
              <a:ext cx="133240" cy="1302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0" name="Google Shape;173;p70"/>
            <p:cNvSpPr/>
            <p:nvPr/>
          </p:nvSpPr>
          <p:spPr>
            <a:xfrm>
              <a:off x="2864" y="715615"/>
              <a:ext cx="360038" cy="36134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1" name="Google Shape;174;p70"/>
            <p:cNvSpPr/>
            <p:nvPr/>
          </p:nvSpPr>
          <p:spPr>
            <a:xfrm>
              <a:off x="15913" y="514299"/>
              <a:ext cx="554663" cy="56266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2" name="Google Shape;175;p70"/>
            <p:cNvSpPr/>
            <p:nvPr/>
          </p:nvSpPr>
          <p:spPr>
            <a:xfrm>
              <a:off x="12442" y="292945"/>
              <a:ext cx="772489" cy="7840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3" name="Google Shape;176;p70"/>
            <p:cNvSpPr/>
            <p:nvPr/>
          </p:nvSpPr>
          <p:spPr>
            <a:xfrm>
              <a:off x="6400" y="78108"/>
              <a:ext cx="995719" cy="9988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4" name="Google Shape;177;p70"/>
            <p:cNvSpPr/>
            <p:nvPr/>
          </p:nvSpPr>
          <p:spPr>
            <a:xfrm>
              <a:off x="14408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5" name="Google Shape;178;p70"/>
            <p:cNvSpPr/>
            <p:nvPr/>
          </p:nvSpPr>
          <p:spPr>
            <a:xfrm>
              <a:off x="35596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6" name="Google Shape;179;p70"/>
            <p:cNvSpPr/>
            <p:nvPr/>
          </p:nvSpPr>
          <p:spPr>
            <a:xfrm>
              <a:off x="570771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7" name="Google Shape;180;p70"/>
            <p:cNvSpPr/>
            <p:nvPr/>
          </p:nvSpPr>
          <p:spPr>
            <a:xfrm>
              <a:off x="78557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8" name="Google Shape;181;p70"/>
            <p:cNvSpPr/>
            <p:nvPr/>
          </p:nvSpPr>
          <p:spPr>
            <a:xfrm>
              <a:off x="9982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29" name="Google Shape;182;p70"/>
            <p:cNvSpPr/>
            <p:nvPr/>
          </p:nvSpPr>
          <p:spPr>
            <a:xfrm>
              <a:off x="12108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0" name="Google Shape;183;p70"/>
            <p:cNvSpPr/>
            <p:nvPr/>
          </p:nvSpPr>
          <p:spPr>
            <a:xfrm>
              <a:off x="142346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1" name="Google Shape;184;p70"/>
            <p:cNvSpPr/>
            <p:nvPr/>
          </p:nvSpPr>
          <p:spPr>
            <a:xfrm>
              <a:off x="163895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2" name="Google Shape;185;p70"/>
            <p:cNvSpPr/>
            <p:nvPr/>
          </p:nvSpPr>
          <p:spPr>
            <a:xfrm>
              <a:off x="18601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3" name="Google Shape;186;p70"/>
            <p:cNvSpPr/>
            <p:nvPr/>
          </p:nvSpPr>
          <p:spPr>
            <a:xfrm>
              <a:off x="2067075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4" name="Google Shape;187;p70"/>
            <p:cNvSpPr/>
            <p:nvPr/>
          </p:nvSpPr>
          <p:spPr>
            <a:xfrm>
              <a:off x="228256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5" name="Google Shape;188;p70"/>
            <p:cNvSpPr/>
            <p:nvPr/>
          </p:nvSpPr>
          <p:spPr>
            <a:xfrm>
              <a:off x="2500987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6" name="Google Shape;189;p70"/>
            <p:cNvSpPr/>
            <p:nvPr/>
          </p:nvSpPr>
          <p:spPr>
            <a:xfrm>
              <a:off x="2710782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7" name="Google Shape;190;p70"/>
            <p:cNvSpPr/>
            <p:nvPr/>
          </p:nvSpPr>
          <p:spPr>
            <a:xfrm>
              <a:off x="2926306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8" name="Google Shape;191;p70"/>
            <p:cNvSpPr/>
            <p:nvPr/>
          </p:nvSpPr>
          <p:spPr>
            <a:xfrm>
              <a:off x="3138934" y="-1"/>
              <a:ext cx="1069493" cy="1075052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39" name="Google Shape;192;p70"/>
            <p:cNvSpPr/>
            <p:nvPr/>
          </p:nvSpPr>
          <p:spPr>
            <a:xfrm flipH="1" flipV="1">
              <a:off x="4197554" y="0"/>
              <a:ext cx="181128" cy="176915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0" name="Google Shape;193;p70"/>
            <p:cNvSpPr/>
            <p:nvPr/>
          </p:nvSpPr>
          <p:spPr>
            <a:xfrm flipH="1" flipV="1">
              <a:off x="3987866" y="0"/>
              <a:ext cx="387355" cy="38876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1" name="Google Shape;194;p70"/>
            <p:cNvSpPr/>
            <p:nvPr/>
          </p:nvSpPr>
          <p:spPr>
            <a:xfrm flipH="1" flipV="1">
              <a:off x="3775896" y="0"/>
              <a:ext cx="596746" cy="605351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2" name="Google Shape;195;p70"/>
            <p:cNvSpPr/>
            <p:nvPr/>
          </p:nvSpPr>
          <p:spPr>
            <a:xfrm flipH="1" flipV="1">
              <a:off x="3562494" y="2"/>
              <a:ext cx="813325" cy="821940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243" name="Google Shape;196;p70"/>
            <p:cNvSpPr/>
            <p:nvPr/>
          </p:nvSpPr>
          <p:spPr>
            <a:xfrm flipH="1" flipV="1">
              <a:off x="3349226" y="1"/>
              <a:ext cx="1052788" cy="1060269"/>
            </a:xfrm>
            <a:prstGeom prst="line">
              <a:avLst/>
            </a:prstGeom>
            <a:noFill/>
            <a:ln w="9525" cap="flat">
              <a:solidFill>
                <a:schemeClr val="accent1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sp>
        <p:nvSpPr>
          <p:cNvPr id="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420849" y="6217851"/>
            <a:ext cx="316751" cy="276999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35" name="Título 6"/>
          <p:cNvSpPr>
            <a:spLocks noGrp="1"/>
          </p:cNvSpPr>
          <p:nvPr>
            <p:ph type="title" hasCustomPrompt="1"/>
          </p:nvPr>
        </p:nvSpPr>
        <p:spPr>
          <a:xfrm>
            <a:off x="2282568" y="2916669"/>
            <a:ext cx="5923700" cy="791776"/>
          </a:xfrm>
          <a:prstGeom prst="rect">
            <a:avLst/>
          </a:prstGeom>
        </p:spPr>
        <p:txBody>
          <a:bodyPr vert="horz"/>
          <a:lstStyle>
            <a:lvl1pPr>
              <a:defRPr sz="66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r>
              <a:rPr lang="pt-BR"/>
              <a:t>destaque</a:t>
            </a:r>
            <a:endParaRPr lang="en-US"/>
          </a:p>
        </p:txBody>
      </p:sp>
      <p:sp>
        <p:nvSpPr>
          <p:cNvPr id="36" name="Espaço Reservado para Texto 32"/>
          <p:cNvSpPr>
            <a:spLocks noGrp="1"/>
          </p:cNvSpPr>
          <p:nvPr>
            <p:ph type="body" sz="quarter" idx="10" hasCustomPrompt="1"/>
          </p:nvPr>
        </p:nvSpPr>
        <p:spPr>
          <a:xfrm>
            <a:off x="2292350" y="2409825"/>
            <a:ext cx="3600450" cy="450850"/>
          </a:xfrm>
          <a:prstGeom prst="rect">
            <a:avLst/>
          </a:prstGeom>
        </p:spPr>
        <p:txBody>
          <a:bodyPr/>
          <a:lstStyle>
            <a:lvl1pPr>
              <a:defRPr sz="2000" baseline="0">
                <a:solidFill>
                  <a:srgbClr val="00D318"/>
                </a:solidFill>
              </a:defRPr>
            </a:lvl1pPr>
          </a:lstStyle>
          <a:p>
            <a:pPr lvl="0"/>
            <a:r>
              <a:rPr lang="pt-BR"/>
              <a:t>título da subcapa</a:t>
            </a:r>
            <a:endParaRPr lang="en-US"/>
          </a:p>
        </p:txBody>
      </p:sp>
      <p:sp>
        <p:nvSpPr>
          <p:cNvPr id="11" name="Espaço Reservado para Texto 10"/>
          <p:cNvSpPr>
            <a:spLocks noGrp="1"/>
          </p:cNvSpPr>
          <p:nvPr>
            <p:ph type="body" sz="quarter" idx="11" hasCustomPrompt="1"/>
          </p:nvPr>
        </p:nvSpPr>
        <p:spPr>
          <a:xfrm>
            <a:off x="725186" y="2045363"/>
            <a:ext cx="960437" cy="1608490"/>
          </a:xfrm>
          <a:prstGeom prst="rect">
            <a:avLst/>
          </a:prstGeom>
        </p:spPr>
        <p:txBody>
          <a:bodyPr/>
          <a:lstStyle>
            <a:lvl1pPr>
              <a:defRPr sz="13800">
                <a:solidFill>
                  <a:srgbClr val="FFFFFF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1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284237"/>
      </p:ext>
    </p:extLst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09629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sp>
        <p:nvSpPr>
          <p:cNvPr id="49" name="Google Shape;1321;p15"/>
          <p:cNvSpPr/>
          <p:nvPr userDrawn="1"/>
        </p:nvSpPr>
        <p:spPr>
          <a:xfrm rot="5400000">
            <a:off x="8485469" y="2219971"/>
            <a:ext cx="3347246" cy="4065814"/>
          </a:xfrm>
          <a:prstGeom prst="rect">
            <a:avLst/>
          </a:prstGeom>
          <a:solidFill>
            <a:srgbClr val="000000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7" name="Google Shape;1319;p15"/>
          <p:cNvSpPr/>
          <p:nvPr userDrawn="1"/>
        </p:nvSpPr>
        <p:spPr>
          <a:xfrm rot="5400000">
            <a:off x="354548" y="2220680"/>
            <a:ext cx="3347245" cy="40644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48" name="Google Shape;1320;p15"/>
          <p:cNvSpPr/>
          <p:nvPr userDrawn="1"/>
        </p:nvSpPr>
        <p:spPr>
          <a:xfrm rot="5400000">
            <a:off x="4420362" y="2220686"/>
            <a:ext cx="3347245" cy="4064402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r">
              <a:defRPr sz="1800"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36" name="Google Shape;1318;p15"/>
          <p:cNvSpPr/>
          <p:nvPr userDrawn="1"/>
        </p:nvSpPr>
        <p:spPr>
          <a:xfrm>
            <a:off x="0" y="1589152"/>
            <a:ext cx="12192000" cy="935512"/>
          </a:xfrm>
          <a:prstGeom prst="rect">
            <a:avLst/>
          </a:prstGeom>
          <a:solidFill>
            <a:schemeClr val="accent3">
              <a:lumOff val="44000"/>
            </a:schemeClr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172200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sp>
        <p:nvSpPr>
          <p:cNvPr id="52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tópico / texto</a:t>
            </a:r>
            <a:endParaRPr lang="en-US"/>
          </a:p>
        </p:txBody>
      </p:sp>
      <p:sp>
        <p:nvSpPr>
          <p:cNvPr id="54" name="Espaço Reservado para Texto 34"/>
          <p:cNvSpPr>
            <a:spLocks noGrp="1"/>
          </p:cNvSpPr>
          <p:nvPr>
            <p:ph type="body" sz="quarter" idx="11" hasCustomPrompt="1"/>
          </p:nvPr>
        </p:nvSpPr>
        <p:spPr>
          <a:xfrm>
            <a:off x="328174" y="702616"/>
            <a:ext cx="10742490" cy="51828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D4D4D"/>
                </a:solidFill>
              </a:defRPr>
            </a:lvl1pPr>
          </a:lstStyle>
          <a:p>
            <a:pPr>
              <a:lnSpc>
                <a:spcPct val="90000"/>
              </a:lnSpc>
              <a:defRPr>
                <a:solidFill>
                  <a:schemeClr val="accent2"/>
                </a:solidFill>
              </a:defRPr>
            </a:pPr>
            <a:r>
              <a:rPr lang="pt-BR" err="1"/>
              <a:t>Lorem</a:t>
            </a:r>
            <a:r>
              <a:rPr lang="pt-BR"/>
              <a:t> ipsum </a:t>
            </a:r>
            <a:r>
              <a:rPr lang="pt-BR" err="1"/>
              <a:t>dolor</a:t>
            </a:r>
            <a:r>
              <a:rPr lang="pt-BR"/>
              <a:t> </a:t>
            </a:r>
            <a:r>
              <a:rPr lang="pt-BR" err="1"/>
              <a:t>sit</a:t>
            </a:r>
            <a:r>
              <a:rPr lang="pt-BR"/>
              <a:t> </a:t>
            </a:r>
            <a:r>
              <a:rPr lang="pt-BR" err="1"/>
              <a:t>amet</a:t>
            </a:r>
            <a:r>
              <a:rPr lang="pt-BR"/>
              <a:t>, </a:t>
            </a:r>
            <a:r>
              <a:rPr lang="pt-BR" err="1"/>
              <a:t>consectetur</a:t>
            </a:r>
            <a:r>
              <a:rPr lang="pt-BR"/>
              <a:t> </a:t>
            </a:r>
            <a:r>
              <a:rPr lang="pt-BR" err="1"/>
              <a:t>adipiscing</a:t>
            </a:r>
            <a:r>
              <a:rPr lang="pt-BR"/>
              <a:t> </a:t>
            </a:r>
            <a:r>
              <a:rPr lang="pt-BR" err="1"/>
              <a:t>elit</a:t>
            </a:r>
            <a:r>
              <a:rPr lang="pt-BR"/>
              <a:t>. </a:t>
            </a:r>
            <a:r>
              <a:rPr lang="pt-BR" err="1"/>
              <a:t>Praesent</a:t>
            </a:r>
            <a:r>
              <a:rPr lang="pt-BR"/>
              <a:t> </a:t>
            </a:r>
            <a:r>
              <a:rPr lang="pt-BR" err="1"/>
              <a:t>luctus</a:t>
            </a:r>
            <a:r>
              <a:rPr lang="pt-BR"/>
              <a:t> sem et </a:t>
            </a:r>
            <a:r>
              <a:rPr lang="pt-BR" err="1"/>
              <a:t>nibh</a:t>
            </a:r>
            <a:r>
              <a:rPr lang="pt-BR"/>
              <a:t> </a:t>
            </a:r>
            <a:r>
              <a:rPr lang="pt-BR" err="1"/>
              <a:t>elementum</a:t>
            </a:r>
            <a:r>
              <a:rPr lang="pt-BR"/>
              <a:t>, </a:t>
            </a:r>
            <a:br>
              <a:rPr lang="pt-BR"/>
            </a:br>
            <a:r>
              <a:rPr lang="pt-BR"/>
              <a:t>quis </a:t>
            </a:r>
            <a:r>
              <a:rPr lang="pt-BR" err="1"/>
              <a:t>volutpat</a:t>
            </a:r>
            <a:r>
              <a:rPr lang="pt-BR"/>
              <a:t> </a:t>
            </a:r>
            <a:r>
              <a:rPr lang="pt-BR" err="1"/>
              <a:t>sapien</a:t>
            </a:r>
            <a:r>
              <a:rPr lang="pt-BR"/>
              <a:t> </a:t>
            </a:r>
            <a:r>
              <a:rPr lang="pt-BR" err="1"/>
              <a:t>sodales</a:t>
            </a:r>
            <a:r>
              <a:rPr lang="pt-BR"/>
              <a:t>. </a:t>
            </a:r>
          </a:p>
        </p:txBody>
      </p:sp>
      <p:sp>
        <p:nvSpPr>
          <p:cNvPr id="56" name="Espaço Reservado para Texto 38"/>
          <p:cNvSpPr>
            <a:spLocks noGrp="1"/>
          </p:cNvSpPr>
          <p:nvPr>
            <p:ph type="body" sz="quarter" idx="12" hasCustomPrompt="1"/>
          </p:nvPr>
        </p:nvSpPr>
        <p:spPr>
          <a:xfrm>
            <a:off x="4702494" y="1740692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4D4D4D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2</a:t>
            </a:r>
            <a:endParaRPr lang="en-US"/>
          </a:p>
        </p:txBody>
      </p:sp>
      <p:sp>
        <p:nvSpPr>
          <p:cNvPr id="57" name="Espaço Reservado para Texto 38"/>
          <p:cNvSpPr>
            <a:spLocks noGrp="1"/>
          </p:cNvSpPr>
          <p:nvPr>
            <p:ph type="body" sz="quarter" idx="13" hasCustomPrompt="1"/>
          </p:nvPr>
        </p:nvSpPr>
        <p:spPr>
          <a:xfrm>
            <a:off x="8684029" y="1710364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0000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3</a:t>
            </a:r>
            <a:endParaRPr lang="en-US"/>
          </a:p>
        </p:txBody>
      </p:sp>
      <p:sp>
        <p:nvSpPr>
          <p:cNvPr id="58" name="Espaço Reservado para Texto 38"/>
          <p:cNvSpPr>
            <a:spLocks noGrp="1"/>
          </p:cNvSpPr>
          <p:nvPr>
            <p:ph type="body" sz="quarter" idx="14" hasCustomPrompt="1"/>
          </p:nvPr>
        </p:nvSpPr>
        <p:spPr>
          <a:xfrm>
            <a:off x="671180" y="1730680"/>
            <a:ext cx="2789312" cy="526559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rgbClr val="00D318"/>
                </a:solidFill>
                <a:latin typeface="Simplon BP Bold" pitchFamily="2" charset="0"/>
              </a:defRPr>
            </a:lvl1pPr>
          </a:lstStyle>
          <a:p>
            <a:pPr lvl="0"/>
            <a:r>
              <a:rPr lang="pt-BR"/>
              <a:t>subitem 1</a:t>
            </a:r>
            <a:endParaRPr lang="en-US"/>
          </a:p>
        </p:txBody>
      </p:sp>
      <p:sp>
        <p:nvSpPr>
          <p:cNvPr id="61" name="Espaço Reservado para Texto 60"/>
          <p:cNvSpPr>
            <a:spLocks noGrp="1"/>
          </p:cNvSpPr>
          <p:nvPr>
            <p:ph type="body" sz="quarter" idx="18"/>
          </p:nvPr>
        </p:nvSpPr>
        <p:spPr>
          <a:xfrm>
            <a:off x="4408227" y="2947410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7" name="Espaço Reservado para Texto 60"/>
          <p:cNvSpPr>
            <a:spLocks noGrp="1"/>
          </p:cNvSpPr>
          <p:nvPr>
            <p:ph type="body" sz="quarter" idx="19"/>
          </p:nvPr>
        </p:nvSpPr>
        <p:spPr>
          <a:xfrm>
            <a:off x="8453193" y="2948073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chemeClr val="bg1"/>
                </a:solidFill>
              </a:defRPr>
            </a:lvl1pPr>
            <a:lvl2pPr>
              <a:defRPr sz="1600">
                <a:solidFill>
                  <a:schemeClr val="bg1"/>
                </a:solidFill>
              </a:defRPr>
            </a:lvl2pPr>
            <a:lvl3pPr>
              <a:defRPr sz="1600">
                <a:solidFill>
                  <a:schemeClr val="bg1"/>
                </a:solidFill>
              </a:defRPr>
            </a:lvl3pPr>
            <a:lvl4pPr>
              <a:defRPr sz="1600">
                <a:solidFill>
                  <a:schemeClr val="bg1"/>
                </a:solidFill>
              </a:defRPr>
            </a:lvl4pPr>
            <a:lvl5pPr>
              <a:defRPr sz="1600">
                <a:solidFill>
                  <a:schemeClr val="bg1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8" name="Espaço Reservado para Texto 60"/>
          <p:cNvSpPr>
            <a:spLocks noGrp="1"/>
          </p:cNvSpPr>
          <p:nvPr>
            <p:ph type="body" sz="quarter" idx="20"/>
          </p:nvPr>
        </p:nvSpPr>
        <p:spPr>
          <a:xfrm>
            <a:off x="329002" y="2949841"/>
            <a:ext cx="3411798" cy="2608840"/>
          </a:xfrm>
          <a:prstGeom prst="rect">
            <a:avLst/>
          </a:prstGeom>
        </p:spPr>
        <p:txBody>
          <a:bodyPr/>
          <a:lstStyle>
            <a:lvl1pPr>
              <a:defRPr sz="1600">
                <a:solidFill>
                  <a:srgbClr val="4D4D4D"/>
                </a:solidFill>
              </a:defRPr>
            </a:lvl1pPr>
            <a:lvl2pPr>
              <a:defRPr sz="1600">
                <a:solidFill>
                  <a:srgbClr val="4D4D4D"/>
                </a:solidFill>
              </a:defRPr>
            </a:lvl2pPr>
            <a:lvl3pPr>
              <a:defRPr sz="1600">
                <a:solidFill>
                  <a:srgbClr val="4D4D4D"/>
                </a:solidFill>
              </a:defRPr>
            </a:lvl3pPr>
            <a:lvl4pPr>
              <a:defRPr sz="1600">
                <a:solidFill>
                  <a:srgbClr val="4D4D4D"/>
                </a:solidFill>
              </a:defRPr>
            </a:lvl4pPr>
            <a:lvl5pPr>
              <a:defRPr sz="1600">
                <a:solidFill>
                  <a:srgbClr val="4D4D4D"/>
                </a:solidFill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963447"/>
      </p:ext>
    </p:extLst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Slide de Títul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927386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4" name="Objeto 3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tângulo 2"/>
          <p:cNvSpPr/>
          <p:nvPr userDrawn="1"/>
        </p:nvSpPr>
        <p:spPr>
          <a:xfrm>
            <a:off x="3176" y="-54592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grpSp>
        <p:nvGrpSpPr>
          <p:cNvPr id="89" name="Google Shape;46;p63"/>
          <p:cNvGrpSpPr/>
          <p:nvPr/>
        </p:nvGrpSpPr>
        <p:grpSpPr>
          <a:xfrm>
            <a:off x="8797290" y="6001215"/>
            <a:ext cx="3081581" cy="753915"/>
            <a:chOff x="0" y="0"/>
            <a:chExt cx="3081580" cy="753914"/>
          </a:xfrm>
        </p:grpSpPr>
        <p:sp>
          <p:nvSpPr>
            <p:cNvPr id="64" name="Google Shape;47;p63"/>
            <p:cNvSpPr/>
            <p:nvPr/>
          </p:nvSpPr>
          <p:spPr>
            <a:xfrm>
              <a:off x="-1" y="651044"/>
              <a:ext cx="93274" cy="9118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5" name="Google Shape;48;p63"/>
            <p:cNvSpPr/>
            <p:nvPr/>
          </p:nvSpPr>
          <p:spPr>
            <a:xfrm>
              <a:off x="2004" y="500959"/>
              <a:ext cx="252041" cy="252956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6" name="Google Shape;49;p63"/>
            <p:cNvSpPr/>
            <p:nvPr/>
          </p:nvSpPr>
          <p:spPr>
            <a:xfrm>
              <a:off x="11139" y="360030"/>
              <a:ext cx="388286" cy="39388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7" name="Google Shape;50;p63"/>
            <p:cNvSpPr/>
            <p:nvPr/>
          </p:nvSpPr>
          <p:spPr>
            <a:xfrm>
              <a:off x="8709" y="205072"/>
              <a:ext cx="540773" cy="548843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8" name="Google Shape;51;p63"/>
            <p:cNvSpPr/>
            <p:nvPr/>
          </p:nvSpPr>
          <p:spPr>
            <a:xfrm>
              <a:off x="4480" y="54679"/>
              <a:ext cx="697042" cy="699235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69" name="Google Shape;52;p63"/>
            <p:cNvSpPr/>
            <p:nvPr/>
          </p:nvSpPr>
          <p:spPr>
            <a:xfrm>
              <a:off x="10086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0" name="Google Shape;53;p63"/>
            <p:cNvSpPr/>
            <p:nvPr/>
          </p:nvSpPr>
          <p:spPr>
            <a:xfrm>
              <a:off x="24918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1" name="Google Shape;54;p63"/>
            <p:cNvSpPr/>
            <p:nvPr/>
          </p:nvSpPr>
          <p:spPr>
            <a:xfrm>
              <a:off x="39956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2" name="Google Shape;55;p63"/>
            <p:cNvSpPr/>
            <p:nvPr/>
          </p:nvSpPr>
          <p:spPr>
            <a:xfrm>
              <a:off x="54993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3" name="Google Shape;56;p63"/>
            <p:cNvSpPr/>
            <p:nvPr/>
          </p:nvSpPr>
          <p:spPr>
            <a:xfrm>
              <a:off x="69878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4" name="Google Shape;57;p63"/>
            <p:cNvSpPr/>
            <p:nvPr/>
          </p:nvSpPr>
          <p:spPr>
            <a:xfrm>
              <a:off x="847630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5" name="Google Shape;58;p63"/>
            <p:cNvSpPr/>
            <p:nvPr/>
          </p:nvSpPr>
          <p:spPr>
            <a:xfrm>
              <a:off x="996478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6" name="Google Shape;59;p63"/>
            <p:cNvSpPr/>
            <p:nvPr/>
          </p:nvSpPr>
          <p:spPr>
            <a:xfrm>
              <a:off x="1147331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7" name="Google Shape;60;p63"/>
            <p:cNvSpPr/>
            <p:nvPr/>
          </p:nvSpPr>
          <p:spPr>
            <a:xfrm>
              <a:off x="1302194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8" name="Google Shape;61;p63"/>
            <p:cNvSpPr/>
            <p:nvPr/>
          </p:nvSpPr>
          <p:spPr>
            <a:xfrm>
              <a:off x="144703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79" name="Google Shape;62;p63"/>
            <p:cNvSpPr/>
            <p:nvPr/>
          </p:nvSpPr>
          <p:spPr>
            <a:xfrm>
              <a:off x="1597885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0" name="Google Shape;63;p63"/>
            <p:cNvSpPr/>
            <p:nvPr/>
          </p:nvSpPr>
          <p:spPr>
            <a:xfrm>
              <a:off x="1750787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1" name="Google Shape;64;p63"/>
            <p:cNvSpPr/>
            <p:nvPr/>
          </p:nvSpPr>
          <p:spPr>
            <a:xfrm>
              <a:off x="1897652" y="-1"/>
              <a:ext cx="748687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2" name="Google Shape;65;p63"/>
            <p:cNvSpPr/>
            <p:nvPr/>
          </p:nvSpPr>
          <p:spPr>
            <a:xfrm>
              <a:off x="2048527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3" name="Google Shape;66;p63"/>
            <p:cNvSpPr/>
            <p:nvPr/>
          </p:nvSpPr>
          <p:spPr>
            <a:xfrm>
              <a:off x="2197375" y="-1"/>
              <a:ext cx="748688" cy="75257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4" name="Google Shape;67;p63"/>
            <p:cNvSpPr/>
            <p:nvPr/>
          </p:nvSpPr>
          <p:spPr>
            <a:xfrm flipH="1" flipV="1">
              <a:off x="2938450" y="0"/>
              <a:ext cx="126797" cy="1238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5" name="Google Shape;68;p63"/>
            <p:cNvSpPr/>
            <p:nvPr/>
          </p:nvSpPr>
          <p:spPr>
            <a:xfrm flipH="1" flipV="1">
              <a:off x="2791660" y="0"/>
              <a:ext cx="271164" cy="272148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6" name="Google Shape;69;p63"/>
            <p:cNvSpPr/>
            <p:nvPr/>
          </p:nvSpPr>
          <p:spPr>
            <a:xfrm flipH="1" flipV="1">
              <a:off x="2643273" y="-1"/>
              <a:ext cx="417746" cy="42377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7" name="Google Shape;70;p63"/>
            <p:cNvSpPr/>
            <p:nvPr/>
          </p:nvSpPr>
          <p:spPr>
            <a:xfrm flipH="1" flipV="1">
              <a:off x="2493883" y="1"/>
              <a:ext cx="569360" cy="575391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  <p:sp>
          <p:nvSpPr>
            <p:cNvPr id="88" name="Google Shape;71;p63"/>
            <p:cNvSpPr/>
            <p:nvPr/>
          </p:nvSpPr>
          <p:spPr>
            <a:xfrm flipH="1" flipV="1">
              <a:off x="2344588" y="1"/>
              <a:ext cx="736993" cy="742230"/>
            </a:xfrm>
            <a:prstGeom prst="line">
              <a:avLst/>
            </a:prstGeom>
            <a:noFill/>
            <a:ln w="9525" cap="flat">
              <a:solidFill>
                <a:srgbClr val="B7B7B7"/>
              </a:solidFill>
              <a:prstDash val="solid"/>
              <a:round/>
            </a:ln>
            <a:effectLst/>
          </p:spPr>
          <p:txBody>
            <a:bodyPr wrap="square" lIns="0" tIns="0" rIns="0" bIns="0" numCol="1" anchor="t">
              <a:noAutofit/>
            </a:bodyPr>
            <a:lstStyle/>
            <a:p>
              <a:endParaRPr/>
            </a:p>
          </p:txBody>
        </p:sp>
      </p:grpSp>
      <p:pic>
        <p:nvPicPr>
          <p:cNvPr id="90" name="Google Shape;72;p63" descr="Google Shape;72;p63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02867" y="36825"/>
            <a:ext cx="4684106" cy="4684107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Google Shape;1680;p57"/>
          <p:cNvSpPr txBox="1"/>
          <p:nvPr userDrawn="1"/>
        </p:nvSpPr>
        <p:spPr>
          <a:xfrm>
            <a:off x="1090515" y="2230434"/>
            <a:ext cx="6135416" cy="13080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>
            <a:spAutoFit/>
          </a:bodyPr>
          <a:lstStyle>
            <a:lvl1pPr>
              <a:defRPr sz="9600">
                <a:solidFill>
                  <a:schemeClr val="accent2"/>
                </a:solidFill>
                <a:latin typeface="Simplon BP Bold"/>
                <a:ea typeface="Simplon BP Bold"/>
                <a:cs typeface="Simplon BP Bold"/>
                <a:sym typeface="Simplon BP Bold"/>
              </a:defRPr>
            </a:lvl1pPr>
          </a:lstStyle>
          <a:p>
            <a:r>
              <a:t>obrigado!</a:t>
            </a:r>
          </a:p>
        </p:txBody>
      </p:sp>
    </p:spTree>
    <p:extLst>
      <p:ext uri="{BB962C8B-B14F-4D97-AF65-F5344CB8AC3E}">
        <p14:creationId xmlns:p14="http://schemas.microsoft.com/office/powerpoint/2010/main" val="1102727199"/>
      </p:ext>
    </p:extLst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791258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icones</a:t>
            </a:r>
            <a:endParaRPr lang="en-US"/>
          </a:p>
        </p:txBody>
      </p:sp>
      <p:sp>
        <p:nvSpPr>
          <p:cNvPr id="24" name="Google Shape;1504;p94"/>
          <p:cNvSpPr/>
          <p:nvPr userDrawn="1"/>
        </p:nvSpPr>
        <p:spPr>
          <a:xfrm>
            <a:off x="1448017" y="870857"/>
            <a:ext cx="9295966" cy="5410201"/>
          </a:xfrm>
          <a:prstGeom prst="rect">
            <a:avLst/>
          </a:prstGeom>
          <a:ln w="25400">
            <a:solidFill>
              <a:schemeClr val="accent1"/>
            </a:solidFill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pic>
        <p:nvPicPr>
          <p:cNvPr id="25" name="Google Shape;1505;p94" descr="Google Shape;1505;p94"/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202801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" name="Google Shape;1506;p94" descr="Google Shape;1506;p94"/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9386741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" name="Google Shape;1507;p94" descr="Google Shape;1507;p94"/>
          <p:cNvPicPr>
            <a:picLocks noChangeAspect="1"/>
          </p:cNvPicPr>
          <p:nvPr userDrawn="1"/>
        </p:nvPicPr>
        <p:blipFill>
          <a:blip r:embed="rId8"/>
          <a:stretch>
            <a:fillRect/>
          </a:stretch>
        </p:blipFill>
        <p:spPr>
          <a:xfrm>
            <a:off x="9386741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8" name="Google Shape;1508;p94" descr="Google Shape;1508;p94"/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202801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" name="Google Shape;1509;p94" descr="Google Shape;1509;p94"/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3499763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" name="Google Shape;1510;p94" descr="Google Shape;1510;p94"/>
          <p:cNvPicPr>
            <a:picLocks noChangeAspect="1"/>
          </p:cNvPicPr>
          <p:nvPr userDrawn="1"/>
        </p:nvPicPr>
        <p:blipFill>
          <a:blip r:embed="rId11"/>
          <a:stretch>
            <a:fillRect/>
          </a:stretch>
        </p:blipFill>
        <p:spPr>
          <a:xfrm>
            <a:off x="4971508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" name="Google Shape;1511;p94" descr="Google Shape;1511;p94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6443253" y="1155200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" name="Google Shape;1512;p94" descr="Google Shape;1512;p94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6443253" y="4203406"/>
            <a:ext cx="777242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3" name="Google Shape;1513;p94" descr="Google Shape;1513;p94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386741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4" name="Google Shape;1514;p94" descr="Google Shape;1514;p94"/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1499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5" name="Google Shape;1515;p94" descr="Google Shape;1515;p94"/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443253" y="2171269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" name="Google Shape;1516;p94" descr="Google Shape;1516;p94"/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3499763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" name="Google Shape;1517;p94" descr="Google Shape;1517;p94"/>
          <p:cNvPicPr>
            <a:picLocks noChangeAspect="1"/>
          </p:cNvPicPr>
          <p:nvPr userDrawn="1"/>
        </p:nvPicPr>
        <p:blipFill>
          <a:blip r:embed="rId18"/>
          <a:stretch>
            <a:fillRect/>
          </a:stretch>
        </p:blipFill>
        <p:spPr>
          <a:xfrm>
            <a:off x="9386741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" name="Google Shape;1518;p94" descr="Google Shape;1518;p94"/>
          <p:cNvPicPr>
            <a:picLocks noChangeAspect="1"/>
          </p:cNvPicPr>
          <p:nvPr userDrawn="1"/>
        </p:nvPicPr>
        <p:blipFill>
          <a:blip r:embed="rId19"/>
          <a:stretch>
            <a:fillRect/>
          </a:stretch>
        </p:blipFill>
        <p:spPr>
          <a:xfrm>
            <a:off x="6443253" y="5219474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" name="Google Shape;1519;p94" descr="Google Shape;1519;p94"/>
          <p:cNvPicPr>
            <a:picLocks noChangeAspect="1"/>
          </p:cNvPicPr>
          <p:nvPr userDrawn="1"/>
        </p:nvPicPr>
        <p:blipFill>
          <a:blip r:embed="rId20"/>
          <a:stretch>
            <a:fillRect/>
          </a:stretch>
        </p:blipFill>
        <p:spPr>
          <a:xfrm>
            <a:off x="2028019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0" name="Google Shape;1520;p94" descr="Google Shape;1520;p94"/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4971508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1" name="Google Shape;1521;p94" descr="Google Shape;1521;p94"/>
          <p:cNvPicPr>
            <a:picLocks noChangeAspect="1"/>
          </p:cNvPicPr>
          <p:nvPr userDrawn="1"/>
        </p:nvPicPr>
        <p:blipFill>
          <a:blip r:embed="rId22"/>
          <a:stretch>
            <a:fillRect/>
          </a:stretch>
        </p:blipFill>
        <p:spPr>
          <a:xfrm>
            <a:off x="3499763" y="4203406"/>
            <a:ext cx="777241" cy="777242"/>
          </a:xfrm>
          <a:prstGeom prst="rect">
            <a:avLst/>
          </a:prstGeom>
          <a:ln w="12700">
            <a:miter lim="400000"/>
          </a:ln>
        </p:spPr>
      </p:pic>
      <p:pic>
        <p:nvPicPr>
          <p:cNvPr id="42" name="Google Shape;1522;p94" descr="Google Shape;1522;p94"/>
          <p:cNvPicPr>
            <a:picLocks noChangeAspect="1"/>
          </p:cNvPicPr>
          <p:nvPr userDrawn="1"/>
        </p:nvPicPr>
        <p:blipFill>
          <a:blip r:embed="rId23"/>
          <a:stretch>
            <a:fillRect/>
          </a:stretch>
        </p:blipFill>
        <p:spPr>
          <a:xfrm>
            <a:off x="3499763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" name="Google Shape;1523;p94" descr="Google Shape;1523;p94"/>
          <p:cNvPicPr>
            <a:picLocks noChangeAspect="1"/>
          </p:cNvPicPr>
          <p:nvPr userDrawn="1"/>
        </p:nvPicPr>
        <p:blipFill>
          <a:blip r:embed="rId24"/>
          <a:stretch>
            <a:fillRect/>
          </a:stretch>
        </p:blipFill>
        <p:spPr>
          <a:xfrm>
            <a:off x="9386741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" name="Google Shape;1524;p94" descr="Google Shape;1524;p94"/>
          <p:cNvPicPr>
            <a:picLocks noChangeAspect="1"/>
          </p:cNvPicPr>
          <p:nvPr userDrawn="1"/>
        </p:nvPicPr>
        <p:blipFill>
          <a:blip r:embed="rId25"/>
          <a:stretch>
            <a:fillRect/>
          </a:stretch>
        </p:blipFill>
        <p:spPr>
          <a:xfrm>
            <a:off x="791499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5" name="Google Shape;1525;p94" descr="Google Shape;1525;p94"/>
          <p:cNvPicPr>
            <a:picLocks noChangeAspect="1"/>
          </p:cNvPicPr>
          <p:nvPr userDrawn="1"/>
        </p:nvPicPr>
        <p:blipFill>
          <a:blip r:embed="rId26"/>
          <a:stretch>
            <a:fillRect/>
          </a:stretch>
        </p:blipFill>
        <p:spPr>
          <a:xfrm>
            <a:off x="791499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6" name="Google Shape;1526;p94" descr="Google Shape;1526;p94"/>
          <p:cNvPicPr>
            <a:picLocks noChangeAspect="1"/>
          </p:cNvPicPr>
          <p:nvPr userDrawn="1"/>
        </p:nvPicPr>
        <p:blipFill>
          <a:blip r:embed="rId27"/>
          <a:stretch>
            <a:fillRect/>
          </a:stretch>
        </p:blipFill>
        <p:spPr>
          <a:xfrm>
            <a:off x="2028019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7" name="Google Shape;1527;p94" descr="Google Shape;1527;p94"/>
          <p:cNvPicPr>
            <a:picLocks noChangeAspect="1"/>
          </p:cNvPicPr>
          <p:nvPr userDrawn="1"/>
        </p:nvPicPr>
        <p:blipFill>
          <a:blip r:embed="rId28"/>
          <a:stretch>
            <a:fillRect/>
          </a:stretch>
        </p:blipFill>
        <p:spPr>
          <a:xfrm>
            <a:off x="7914999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8" name="Google Shape;1528;p94" descr="Google Shape;1528;p94"/>
          <p:cNvPicPr>
            <a:picLocks noChangeAspect="1"/>
          </p:cNvPicPr>
          <p:nvPr userDrawn="1"/>
        </p:nvPicPr>
        <p:blipFill>
          <a:blip r:embed="rId29"/>
          <a:stretch>
            <a:fillRect/>
          </a:stretch>
        </p:blipFill>
        <p:spPr>
          <a:xfrm>
            <a:off x="4971508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49" name="Google Shape;1529;p94" descr="Google Shape;1529;p94"/>
          <p:cNvPicPr>
            <a:picLocks noChangeAspect="1"/>
          </p:cNvPicPr>
          <p:nvPr userDrawn="1"/>
        </p:nvPicPr>
        <p:blipFill>
          <a:blip r:embed="rId30"/>
          <a:stretch>
            <a:fillRect/>
          </a:stretch>
        </p:blipFill>
        <p:spPr>
          <a:xfrm>
            <a:off x="4971508" y="1155200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oogle Shape;1530;p94" descr="Google Shape;1530;p94"/>
          <p:cNvPicPr>
            <a:picLocks noChangeAspect="1"/>
          </p:cNvPicPr>
          <p:nvPr userDrawn="1"/>
        </p:nvPicPr>
        <p:blipFill>
          <a:blip r:embed="rId31"/>
          <a:stretch>
            <a:fillRect/>
          </a:stretch>
        </p:blipFill>
        <p:spPr>
          <a:xfrm>
            <a:off x="7914999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1" name="Google Shape;1531;p94" descr="Google Shape;1531;p94"/>
          <p:cNvPicPr>
            <a:picLocks noChangeAspect="1"/>
          </p:cNvPicPr>
          <p:nvPr userDrawn="1"/>
        </p:nvPicPr>
        <p:blipFill>
          <a:blip r:embed="rId32"/>
          <a:stretch>
            <a:fillRect/>
          </a:stretch>
        </p:blipFill>
        <p:spPr>
          <a:xfrm>
            <a:off x="3499763" y="3187338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Google Shape;1532;p94" descr="Google Shape;1532;p94"/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6443253" y="3187338"/>
            <a:ext cx="777242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3" name="Google Shape;1533;p94" descr="Google Shape;1533;p94"/>
          <p:cNvPicPr>
            <a:picLocks noChangeAspect="1"/>
          </p:cNvPicPr>
          <p:nvPr userDrawn="1"/>
        </p:nvPicPr>
        <p:blipFill>
          <a:blip r:embed="rId34"/>
          <a:stretch>
            <a:fillRect/>
          </a:stretch>
        </p:blipFill>
        <p:spPr>
          <a:xfrm>
            <a:off x="4971508" y="5219474"/>
            <a:ext cx="777241" cy="777241"/>
          </a:xfrm>
          <a:prstGeom prst="rect">
            <a:avLst/>
          </a:prstGeom>
          <a:ln w="12700">
            <a:miter lim="400000"/>
          </a:ln>
        </p:spPr>
      </p:pic>
      <p:pic>
        <p:nvPicPr>
          <p:cNvPr id="54" name="Google Shape;1534;p94" descr="Google Shape;1534;p94"/>
          <p:cNvPicPr>
            <a:picLocks noChangeAspect="1"/>
          </p:cNvPicPr>
          <p:nvPr userDrawn="1"/>
        </p:nvPicPr>
        <p:blipFill>
          <a:blip r:embed="rId35"/>
          <a:stretch>
            <a:fillRect/>
          </a:stretch>
        </p:blipFill>
        <p:spPr>
          <a:xfrm>
            <a:off x="2028019" y="2171269"/>
            <a:ext cx="777241" cy="777241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307428668"/>
      </p:ext>
    </p:extLst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62053783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Timeline</a:t>
            </a:r>
            <a:r>
              <a:rPr lang="pt-BR"/>
              <a:t> exemplo</a:t>
            </a:r>
            <a:endParaRPr lang="en-US"/>
          </a:p>
        </p:txBody>
      </p:sp>
      <p:sp>
        <p:nvSpPr>
          <p:cNvPr id="24" name="Google Shape;1372;p39"/>
          <p:cNvSpPr/>
          <p:nvPr userDrawn="1"/>
        </p:nvSpPr>
        <p:spPr>
          <a:xfrm>
            <a:off x="3047999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5" name="Google Shape;1373;p39"/>
          <p:cNvSpPr/>
          <p:nvPr userDrawn="1"/>
        </p:nvSpPr>
        <p:spPr>
          <a:xfrm>
            <a:off x="555171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6" name="Google Shape;1374;p39"/>
          <p:cNvSpPr/>
          <p:nvPr userDrawn="1"/>
        </p:nvSpPr>
        <p:spPr>
          <a:xfrm>
            <a:off x="8055426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7" name="Google Shape;1375;p39"/>
          <p:cNvSpPr/>
          <p:nvPr userDrawn="1"/>
        </p:nvSpPr>
        <p:spPr>
          <a:xfrm>
            <a:off x="11440883" y="3763986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8" name="Google Shape;1376;p39"/>
          <p:cNvSpPr/>
          <p:nvPr userDrawn="1"/>
        </p:nvSpPr>
        <p:spPr>
          <a:xfrm flipV="1">
            <a:off x="1764755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29" name="Google Shape;1377;p39"/>
          <p:cNvSpPr/>
          <p:nvPr userDrawn="1"/>
        </p:nvSpPr>
        <p:spPr>
          <a:xfrm flipV="1">
            <a:off x="4268470" y="3026229"/>
            <a:ext cx="0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0" name="Google Shape;1378;p39"/>
          <p:cNvSpPr/>
          <p:nvPr userDrawn="1"/>
        </p:nvSpPr>
        <p:spPr>
          <a:xfrm flipV="1">
            <a:off x="6772183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1" name="Google Shape;1379;p39"/>
          <p:cNvSpPr/>
          <p:nvPr userDrawn="1"/>
        </p:nvSpPr>
        <p:spPr>
          <a:xfrm flipV="1">
            <a:off x="10157640" y="3026229"/>
            <a:ext cx="1" cy="475827"/>
          </a:xfrm>
          <a:prstGeom prst="line">
            <a:avLst/>
          </a:prstGeom>
          <a:ln>
            <a:solidFill>
              <a:srgbClr val="00D312"/>
            </a:solidFill>
            <a:tailEnd type="triangle"/>
          </a:ln>
        </p:spPr>
        <p:txBody>
          <a:bodyPr lIns="0" tIns="0" rIns="0" bIns="0"/>
          <a:lstStyle/>
          <a:p>
            <a:endParaRPr/>
          </a:p>
        </p:txBody>
      </p:sp>
      <p:sp>
        <p:nvSpPr>
          <p:cNvPr id="32" name="Google Shape;1380;p39"/>
          <p:cNvSpPr/>
          <p:nvPr userDrawn="1"/>
        </p:nvSpPr>
        <p:spPr>
          <a:xfrm>
            <a:off x="0" y="3352794"/>
            <a:ext cx="11952514" cy="544287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0" tIns="0" rIns="0" bIns="0" anchor="ctr"/>
          <a:lstStyle/>
          <a:p>
            <a:pPr algn="ctr">
              <a:defRPr>
                <a:solidFill>
                  <a:schemeClr val="accent2"/>
                </a:solidFill>
              </a:defRPr>
            </a:pPr>
            <a:endParaRPr/>
          </a:p>
        </p:txBody>
      </p:sp>
      <p:sp>
        <p:nvSpPr>
          <p:cNvPr id="33" name="Google Shape;1381;p39"/>
          <p:cNvSpPr txBox="1"/>
          <p:nvPr userDrawn="1"/>
        </p:nvSpPr>
        <p:spPr>
          <a:xfrm>
            <a:off x="10651121" y="3814019"/>
            <a:ext cx="10583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34" name="Google Shape;1382;p39"/>
          <p:cNvSpPr txBox="1"/>
          <p:nvPr userDrawn="1"/>
        </p:nvSpPr>
        <p:spPr>
          <a:xfrm>
            <a:off x="9284160" y="3195373"/>
            <a:ext cx="1197334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JAN</a:t>
            </a:r>
          </a:p>
        </p:txBody>
      </p:sp>
      <p:grpSp>
        <p:nvGrpSpPr>
          <p:cNvPr id="35" name="Google Shape;1383;p39"/>
          <p:cNvGrpSpPr/>
          <p:nvPr userDrawn="1"/>
        </p:nvGrpSpPr>
        <p:grpSpPr>
          <a:xfrm>
            <a:off x="8636790" y="3480282"/>
            <a:ext cx="768950" cy="272798"/>
            <a:chOff x="0" y="0"/>
            <a:chExt cx="768948" cy="272797"/>
          </a:xfrm>
        </p:grpSpPr>
        <p:sp>
          <p:nvSpPr>
            <p:cNvPr id="36" name="Rectangle"/>
            <p:cNvSpPr/>
            <p:nvPr/>
          </p:nvSpPr>
          <p:spPr>
            <a:xfrm>
              <a:off x="0" y="0"/>
              <a:ext cx="768950" cy="272798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37" name="2020"/>
            <p:cNvSpPr/>
            <p:nvPr/>
          </p:nvSpPr>
          <p:spPr>
            <a:xfrm>
              <a:off x="116299" y="136398"/>
              <a:ext cx="606925" cy="1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2020</a:t>
              </a:r>
            </a:p>
          </p:txBody>
        </p:sp>
      </p:grpSp>
      <p:sp>
        <p:nvSpPr>
          <p:cNvPr id="38" name="Google Shape;1384;p39"/>
          <p:cNvSpPr txBox="1"/>
          <p:nvPr userDrawn="1"/>
        </p:nvSpPr>
        <p:spPr>
          <a:xfrm>
            <a:off x="7236893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DEZ</a:t>
            </a:r>
          </a:p>
        </p:txBody>
      </p:sp>
      <p:sp>
        <p:nvSpPr>
          <p:cNvPr id="39" name="Google Shape;1385;p39"/>
          <p:cNvSpPr txBox="1"/>
          <p:nvPr userDrawn="1"/>
        </p:nvSpPr>
        <p:spPr>
          <a:xfrm>
            <a:off x="5987682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JUL</a:t>
            </a:r>
          </a:p>
        </p:txBody>
      </p:sp>
      <p:sp>
        <p:nvSpPr>
          <p:cNvPr id="40" name="Google Shape;1386;p39"/>
          <p:cNvSpPr txBox="1"/>
          <p:nvPr userDrawn="1"/>
        </p:nvSpPr>
        <p:spPr>
          <a:xfrm>
            <a:off x="4738469" y="3814019"/>
            <a:ext cx="1078666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JUN</a:t>
            </a:r>
          </a:p>
        </p:txBody>
      </p:sp>
      <p:sp>
        <p:nvSpPr>
          <p:cNvPr id="41" name="Google Shape;1387;p39"/>
          <p:cNvSpPr txBox="1"/>
          <p:nvPr userDrawn="1"/>
        </p:nvSpPr>
        <p:spPr>
          <a:xfrm>
            <a:off x="3489259" y="319537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MAI</a:t>
            </a:r>
          </a:p>
        </p:txBody>
      </p:sp>
      <p:sp>
        <p:nvSpPr>
          <p:cNvPr id="42" name="Google Shape;1388;p39"/>
          <p:cNvSpPr txBox="1"/>
          <p:nvPr userDrawn="1"/>
        </p:nvSpPr>
        <p:spPr>
          <a:xfrm>
            <a:off x="2240046" y="3816520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MAR</a:t>
            </a:r>
          </a:p>
        </p:txBody>
      </p:sp>
      <p:sp>
        <p:nvSpPr>
          <p:cNvPr id="43" name="Google Shape;1389;p39"/>
          <p:cNvSpPr txBox="1"/>
          <p:nvPr userDrawn="1"/>
        </p:nvSpPr>
        <p:spPr>
          <a:xfrm>
            <a:off x="990835" y="3196943"/>
            <a:ext cx="1078665" cy="27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45699" tIns="45699" rIns="45699" bIns="45699" anchor="ctr">
            <a:spAutoFit/>
          </a:bodyPr>
          <a:lstStyle>
            <a:lvl1pPr algn="ctr">
              <a:defRPr>
                <a:solidFill>
                  <a:schemeClr val="accent2"/>
                </a:solidFill>
              </a:defRPr>
            </a:lvl1pPr>
          </a:lstStyle>
          <a:p>
            <a:r>
              <a:t>FEV</a:t>
            </a:r>
          </a:p>
        </p:txBody>
      </p:sp>
      <p:grpSp>
        <p:nvGrpSpPr>
          <p:cNvPr id="44" name="Google Shape;1390;p39"/>
          <p:cNvGrpSpPr/>
          <p:nvPr userDrawn="1"/>
        </p:nvGrpSpPr>
        <p:grpSpPr>
          <a:xfrm>
            <a:off x="348776" y="3480282"/>
            <a:ext cx="766772" cy="283705"/>
            <a:chOff x="0" y="2539"/>
            <a:chExt cx="766771" cy="283704"/>
          </a:xfrm>
        </p:grpSpPr>
        <p:sp>
          <p:nvSpPr>
            <p:cNvPr id="45" name="Rectangle"/>
            <p:cNvSpPr/>
            <p:nvPr/>
          </p:nvSpPr>
          <p:spPr>
            <a:xfrm>
              <a:off x="0" y="2539"/>
              <a:ext cx="766772" cy="283705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18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endParaRPr/>
            </a:p>
          </p:txBody>
        </p:sp>
        <p:sp>
          <p:nvSpPr>
            <p:cNvPr id="46" name="2019"/>
            <p:cNvSpPr txBox="1"/>
            <p:nvPr/>
          </p:nvSpPr>
          <p:spPr>
            <a:xfrm>
              <a:off x="45724" y="8521"/>
              <a:ext cx="675323" cy="2717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ctr">
              <a:spAutoFit/>
            </a:bodyPr>
            <a:lstStyle>
              <a:lvl1pPr algn="ctr">
                <a:defRPr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2019</a:t>
              </a:r>
            </a:p>
          </p:txBody>
        </p:sp>
      </p:grpSp>
      <p:grpSp>
        <p:nvGrpSpPr>
          <p:cNvPr id="47" name="Google Shape;1391;p39"/>
          <p:cNvGrpSpPr/>
          <p:nvPr userDrawn="1"/>
        </p:nvGrpSpPr>
        <p:grpSpPr>
          <a:xfrm>
            <a:off x="346820" y="1369993"/>
            <a:ext cx="2080484" cy="1548339"/>
            <a:chOff x="0" y="-1"/>
            <a:chExt cx="2080482" cy="1548337"/>
          </a:xfrm>
        </p:grpSpPr>
        <p:sp>
          <p:nvSpPr>
            <p:cNvPr id="48" name="Google Shape;1392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49" name="Google Shape;1393;p39"/>
            <p:cNvSpPr txBox="1"/>
            <p:nvPr/>
          </p:nvSpPr>
          <p:spPr>
            <a:xfrm>
              <a:off x="130116" y="7557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0" name="Google Shape;1394;p39"/>
            <p:cNvSpPr txBox="1"/>
            <p:nvPr/>
          </p:nvSpPr>
          <p:spPr>
            <a:xfrm>
              <a:off x="130116" y="326765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1" name="Google Shape;1395;p39"/>
          <p:cNvGrpSpPr/>
          <p:nvPr userDrawn="1"/>
        </p:nvGrpSpPr>
        <p:grpSpPr>
          <a:xfrm>
            <a:off x="2825005" y="1369993"/>
            <a:ext cx="2080484" cy="1548339"/>
            <a:chOff x="0" y="-1"/>
            <a:chExt cx="2080482" cy="1548337"/>
          </a:xfrm>
        </p:grpSpPr>
        <p:sp>
          <p:nvSpPr>
            <p:cNvPr id="52" name="Google Shape;1396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3" name="Google Shape;1397;p39"/>
            <p:cNvSpPr txBox="1"/>
            <p:nvPr userDrawn="1"/>
          </p:nvSpPr>
          <p:spPr>
            <a:xfrm>
              <a:off x="108684" y="81241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LOREIPSUMDOLOR</a:t>
              </a:r>
            </a:p>
          </p:txBody>
        </p:sp>
        <p:sp>
          <p:nvSpPr>
            <p:cNvPr id="54" name="Google Shape;1398;p39"/>
            <p:cNvSpPr txBox="1"/>
            <p:nvPr userDrawn="1"/>
          </p:nvSpPr>
          <p:spPr>
            <a:xfrm>
              <a:off x="100501" y="320962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5" name="Google Shape;1399;p39"/>
          <p:cNvGrpSpPr/>
          <p:nvPr userDrawn="1"/>
        </p:nvGrpSpPr>
        <p:grpSpPr>
          <a:xfrm>
            <a:off x="5328349" y="1369992"/>
            <a:ext cx="2080483" cy="1548339"/>
            <a:chOff x="0" y="-1"/>
            <a:chExt cx="2080482" cy="1548337"/>
          </a:xfrm>
        </p:grpSpPr>
        <p:sp>
          <p:nvSpPr>
            <p:cNvPr id="56" name="Google Shape;1400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7" name="Google Shape;1401;p39"/>
            <p:cNvSpPr txBox="1"/>
            <p:nvPr/>
          </p:nvSpPr>
          <p:spPr>
            <a:xfrm>
              <a:off x="108742" y="76117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58" name="Google Shape;1402;p39"/>
            <p:cNvSpPr txBox="1"/>
            <p:nvPr/>
          </p:nvSpPr>
          <p:spPr>
            <a:xfrm>
              <a:off x="108742" y="315838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59" name="Google Shape;1403;p39"/>
          <p:cNvGrpSpPr/>
          <p:nvPr userDrawn="1"/>
        </p:nvGrpSpPr>
        <p:grpSpPr>
          <a:xfrm>
            <a:off x="8636790" y="1369991"/>
            <a:ext cx="2080483" cy="1548339"/>
            <a:chOff x="0" y="-1"/>
            <a:chExt cx="2080482" cy="1548337"/>
          </a:xfrm>
        </p:grpSpPr>
        <p:sp>
          <p:nvSpPr>
            <p:cNvPr id="60" name="Google Shape;1404;p39"/>
            <p:cNvSpPr/>
            <p:nvPr/>
          </p:nvSpPr>
          <p:spPr>
            <a:xfrm rot="10800000">
              <a:off x="0" y="-1"/>
              <a:ext cx="2080482" cy="1548337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1" name="Google Shape;1405;p39"/>
            <p:cNvSpPr txBox="1"/>
            <p:nvPr/>
          </p:nvSpPr>
          <p:spPr>
            <a:xfrm>
              <a:off x="101350" y="86846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2" name="Google Shape;1406;p39"/>
            <p:cNvSpPr txBox="1"/>
            <p:nvPr/>
          </p:nvSpPr>
          <p:spPr>
            <a:xfrm>
              <a:off x="101350" y="326567"/>
              <a:ext cx="1904641" cy="113280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3" name="Google Shape;1407;p39"/>
          <p:cNvGrpSpPr/>
          <p:nvPr userDrawn="1"/>
        </p:nvGrpSpPr>
        <p:grpSpPr>
          <a:xfrm>
            <a:off x="1474725" y="4384154"/>
            <a:ext cx="2080483" cy="1548337"/>
            <a:chOff x="0" y="0"/>
            <a:chExt cx="2080482" cy="1548336"/>
          </a:xfrm>
        </p:grpSpPr>
        <p:sp>
          <p:nvSpPr>
            <p:cNvPr id="64" name="Google Shape;1408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5" name="Google Shape;1409;p39"/>
            <p:cNvSpPr txBox="1"/>
            <p:nvPr/>
          </p:nvSpPr>
          <p:spPr>
            <a:xfrm>
              <a:off x="126130" y="5616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66" name="Google Shape;1410;p39"/>
            <p:cNvSpPr txBox="1"/>
            <p:nvPr/>
          </p:nvSpPr>
          <p:spPr>
            <a:xfrm>
              <a:off x="141300" y="283723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67" name="Google Shape;1411;p39"/>
          <p:cNvGrpSpPr/>
          <p:nvPr userDrawn="1"/>
        </p:nvGrpSpPr>
        <p:grpSpPr>
          <a:xfrm>
            <a:off x="3952909" y="4384154"/>
            <a:ext cx="2080484" cy="1548337"/>
            <a:chOff x="0" y="0"/>
            <a:chExt cx="2080482" cy="1548336"/>
          </a:xfrm>
        </p:grpSpPr>
        <p:sp>
          <p:nvSpPr>
            <p:cNvPr id="68" name="Google Shape;1412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69" name="Google Shape;1413;p39"/>
            <p:cNvSpPr txBox="1"/>
            <p:nvPr/>
          </p:nvSpPr>
          <p:spPr>
            <a:xfrm>
              <a:off x="104698" y="6183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0" name="Google Shape;1414;p39"/>
            <p:cNvSpPr txBox="1"/>
            <p:nvPr/>
          </p:nvSpPr>
          <p:spPr>
            <a:xfrm>
              <a:off x="111684" y="277921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1" name="Google Shape;1415;p39"/>
          <p:cNvGrpSpPr/>
          <p:nvPr userDrawn="1"/>
        </p:nvGrpSpPr>
        <p:grpSpPr>
          <a:xfrm>
            <a:off x="6456253" y="4384154"/>
            <a:ext cx="2080484" cy="1548337"/>
            <a:chOff x="0" y="0"/>
            <a:chExt cx="2080482" cy="1548336"/>
          </a:xfrm>
        </p:grpSpPr>
        <p:sp>
          <p:nvSpPr>
            <p:cNvPr id="72" name="Google Shape;1416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3" name="Google Shape;1417;p39"/>
            <p:cNvSpPr txBox="1"/>
            <p:nvPr/>
          </p:nvSpPr>
          <p:spPr>
            <a:xfrm>
              <a:off x="104756" y="56705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4" name="Google Shape;1418;p39"/>
            <p:cNvSpPr txBox="1"/>
            <p:nvPr/>
          </p:nvSpPr>
          <p:spPr>
            <a:xfrm>
              <a:off x="119926" y="272796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  <p:grpSp>
        <p:nvGrpSpPr>
          <p:cNvPr id="75" name="Google Shape;1419;p39"/>
          <p:cNvGrpSpPr/>
          <p:nvPr userDrawn="1"/>
        </p:nvGrpSpPr>
        <p:grpSpPr>
          <a:xfrm>
            <a:off x="9764693" y="4384154"/>
            <a:ext cx="2080484" cy="1548337"/>
            <a:chOff x="0" y="0"/>
            <a:chExt cx="2080482" cy="1548336"/>
          </a:xfrm>
        </p:grpSpPr>
        <p:sp>
          <p:nvSpPr>
            <p:cNvPr id="76" name="Google Shape;1420;p39"/>
            <p:cNvSpPr/>
            <p:nvPr/>
          </p:nvSpPr>
          <p:spPr>
            <a:xfrm>
              <a:off x="0" y="0"/>
              <a:ext cx="2080482" cy="1548336"/>
            </a:xfrm>
            <a:prstGeom prst="roundRect">
              <a:avLst>
                <a:gd name="adj" fmla="val 0"/>
              </a:avLst>
            </a:pr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 sz="9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77" name="Google Shape;1421;p39"/>
            <p:cNvSpPr txBox="1"/>
            <p:nvPr/>
          </p:nvSpPr>
          <p:spPr>
            <a:xfrm>
              <a:off x="97913" y="54890"/>
              <a:ext cx="1904641" cy="27695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2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t>LOREMIPSUMDOLOR</a:t>
              </a:r>
            </a:p>
          </p:txBody>
        </p:sp>
        <p:sp>
          <p:nvSpPr>
            <p:cNvPr id="78" name="Google Shape;1422;p39"/>
            <p:cNvSpPr txBox="1"/>
            <p:nvPr/>
          </p:nvSpPr>
          <p:spPr>
            <a:xfrm>
              <a:off x="112534" y="283524"/>
              <a:ext cx="1904641" cy="113280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 marL="176212" indent="-176212">
                <a:lnSpc>
                  <a:spcPct val="80000"/>
                </a:lnSpc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Sitamet,consecteturadipiscingelit</a:t>
              </a:r>
              <a:endParaRPr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Crassitamettellussitameteros</a:t>
              </a:r>
              <a:endParaRPr sz="1800"/>
            </a:p>
            <a:p>
              <a:pPr marL="176212" indent="-176212">
                <a:lnSpc>
                  <a:spcPct val="80000"/>
                </a:lnSpc>
                <a:spcBef>
                  <a:spcPts val="600"/>
                </a:spcBef>
                <a:buClr>
                  <a:schemeClr val="accent2"/>
                </a:buClr>
                <a:buSzPts val="1200"/>
                <a:buFont typeface="Roboto"/>
                <a:buChar char="•"/>
                <a:defRPr sz="1200">
                  <a:solidFill>
                    <a:schemeClr val="accent2"/>
                  </a:solidFill>
                </a:defRPr>
              </a:pPr>
              <a:r>
                <a:rPr err="1"/>
                <a:t>dapibusultricieselementumetodio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875683265"/>
      </p:ext>
    </p:extLst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4424899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/>
              <a:t>Tabela exemplo</a:t>
            </a:r>
            <a:endParaRPr lang="en-US"/>
          </a:p>
        </p:txBody>
      </p:sp>
      <p:graphicFrame>
        <p:nvGraphicFramePr>
          <p:cNvPr id="24" name="Google Shape;1428;p41"/>
          <p:cNvGraphicFramePr/>
          <p:nvPr userDrawn="1">
            <p:extLst>
              <p:ext uri="{D42A27DB-BD31-4B8C-83A1-F6EECF244321}">
                <p14:modId xmlns:p14="http://schemas.microsoft.com/office/powerpoint/2010/main" val="4154599987"/>
              </p:ext>
            </p:extLst>
          </p:nvPr>
        </p:nvGraphicFramePr>
        <p:xfrm>
          <a:off x="314182" y="896121"/>
          <a:ext cx="10604800" cy="4622100"/>
        </p:xfrm>
        <a:graphic>
          <a:graphicData uri="http://schemas.openxmlformats.org/drawingml/2006/table">
            <a:tbl>
              <a:tblPr>
                <a:tableStyleId>{4C3C2611-4C71-4FC5-86AE-919BDF0F9419}</a:tableStyleId>
              </a:tblPr>
              <a:tblGrid>
                <a:gridCol w="2810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989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85175"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2016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2017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2018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2019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2020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>
                          <a:solidFill>
                            <a:schemeClr val="accent3">
                              <a:lumOff val="44000"/>
                            </a:schemeClr>
                          </a:solidFill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2021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 w="12700">
                      <a:solidFill>
                        <a:schemeClr val="accent1"/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2,4%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-0,2%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7,3%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6,9%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6,5%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1,7%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0,4%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600"/>
                        <a:t>LOREMIPSUM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endParaRPr/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1,9%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0,1%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-3,8%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-3,5%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3,0%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11,75%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14,25%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13,50%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10,00%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8,46%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11,02%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13,58%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14,15%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8,44%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>
                      <a:solidFill>
                        <a:srgbClr val="000000">
                          <a:alpha val="0"/>
                        </a:srgbClr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5175">
                <a:tc>
                  <a:txBody>
                    <a:bodyPr/>
                    <a:lstStyle/>
                    <a:p>
                      <a:pPr algn="l">
                        <a:defRPr sz="1800"/>
                      </a:pPr>
                      <a:r>
                        <a:rPr sz="14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LOREMIPSUMDOLOR</a:t>
                      </a:r>
                    </a:p>
                  </a:txBody>
                  <a:tcPr marL="0" marR="0" marT="0" marB="0" anchor="ctr" horzOverflow="overflow">
                    <a:lnL w="12700">
                      <a:solidFill>
                        <a:schemeClr val="accent1"/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7,0%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600">
                          <a:latin typeface="Simplon BP Bold"/>
                          <a:ea typeface="Simplon BP Bold"/>
                          <a:cs typeface="Simplon BP Bold"/>
                          <a:sym typeface="Simplon BP Bold"/>
                        </a:rPr>
                        <a:t>7,5%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>
                      <a:solidFill>
                        <a:srgbClr val="000000">
                          <a:alpha val="0"/>
                        </a:srgbClr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800"/>
                      </a:pPr>
                      <a:r>
                        <a:rPr sz="1400">
                          <a:solidFill>
                            <a:srgbClr val="272727"/>
                          </a:solidFill>
                        </a:rPr>
                        <a:t>5,0%</a:t>
                      </a:r>
                    </a:p>
                  </a:txBody>
                  <a:tcPr marL="0" marR="0" marT="0" marB="0" anchor="ctr" horzOverflow="overflow">
                    <a:lnL>
                      <a:solidFill>
                        <a:srgbClr val="000000">
                          <a:alpha val="0"/>
                        </a:srgbClr>
                      </a:solidFill>
                    </a:lnL>
                    <a:lnR w="12700">
                      <a:solidFill>
                        <a:schemeClr val="accent1"/>
                      </a:solidFill>
                    </a:lnR>
                    <a:lnT>
                      <a:solidFill>
                        <a:srgbClr val="000000">
                          <a:alpha val="0"/>
                        </a:srgbClr>
                      </a:solidFill>
                    </a:lnT>
                    <a:lnB w="12700">
                      <a:solidFill>
                        <a:schemeClr val="accent1"/>
                      </a:solidFill>
                    </a:lnB>
                    <a:solidFill>
                      <a:schemeClr val="accent3">
                        <a:lumOff val="44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29817824"/>
      </p:ext>
    </p:extLst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45904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aphicFrame>
        <p:nvGraphicFramePr>
          <p:cNvPr id="24" name="Google Shape;1434;p68"/>
          <p:cNvGraphicFramePr/>
          <p:nvPr userDrawn="1"/>
        </p:nvGraphicFramePr>
        <p:xfrm>
          <a:off x="4114436" y="1611396"/>
          <a:ext cx="3917583" cy="391758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grpSp>
        <p:nvGrpSpPr>
          <p:cNvPr id="25" name="Google Shape;1435;p68"/>
          <p:cNvGrpSpPr/>
          <p:nvPr userDrawn="1"/>
        </p:nvGrpSpPr>
        <p:grpSpPr>
          <a:xfrm>
            <a:off x="8305799" y="1907189"/>
            <a:ext cx="2948163" cy="1245064"/>
            <a:chOff x="0" y="0"/>
            <a:chExt cx="2948162" cy="1245061"/>
          </a:xfrm>
        </p:grpSpPr>
        <p:sp>
          <p:nvSpPr>
            <p:cNvPr id="26" name="Google Shape;1436;p68"/>
            <p:cNvSpPr/>
            <p:nvPr/>
          </p:nvSpPr>
          <p:spPr>
            <a:xfrm>
              <a:off x="0" y="0"/>
              <a:ext cx="1872344" cy="315687"/>
            </a:xfrm>
            <a:prstGeom prst="rect">
              <a:avLst/>
            </a:prstGeom>
            <a:solidFill>
              <a:srgbClr val="DBDBDB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27" name="Google Shape;1437;p68"/>
            <p:cNvGrpSpPr/>
            <p:nvPr/>
          </p:nvGrpSpPr>
          <p:grpSpPr>
            <a:xfrm>
              <a:off x="65985" y="7338"/>
              <a:ext cx="2882177" cy="1237723"/>
              <a:chOff x="0" y="0"/>
              <a:chExt cx="2882176" cy="1237716"/>
            </a:xfrm>
          </p:grpSpPr>
          <p:sp>
            <p:nvSpPr>
              <p:cNvPr id="28" name="Google Shape;1438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29" name="Google Shape;1439;p68"/>
              <p:cNvSpPr/>
              <p:nvPr/>
            </p:nvSpPr>
            <p:spPr>
              <a:xfrm>
                <a:off x="0" y="375949"/>
                <a:ext cx="28821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0" name="Google Shape;1440;p68"/>
          <p:cNvGrpSpPr/>
          <p:nvPr userDrawn="1"/>
        </p:nvGrpSpPr>
        <p:grpSpPr>
          <a:xfrm>
            <a:off x="8305799" y="4099549"/>
            <a:ext cx="2948163" cy="1239911"/>
            <a:chOff x="0" y="0"/>
            <a:chExt cx="2948162" cy="1239904"/>
          </a:xfrm>
        </p:grpSpPr>
        <p:sp>
          <p:nvSpPr>
            <p:cNvPr id="31" name="Google Shape;1441;p68"/>
            <p:cNvSpPr/>
            <p:nvPr/>
          </p:nvSpPr>
          <p:spPr>
            <a:xfrm>
              <a:off x="0" y="4364"/>
              <a:ext cx="1872344" cy="315687"/>
            </a:xfrm>
            <a:prstGeom prst="rect">
              <a:avLst/>
            </a:prstGeom>
            <a:solidFill>
              <a:schemeClr val="accent2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2" name="Google Shape;1442;p68"/>
            <p:cNvGrpSpPr/>
            <p:nvPr/>
          </p:nvGrpSpPr>
          <p:grpSpPr>
            <a:xfrm>
              <a:off x="56385" y="0"/>
              <a:ext cx="2891777" cy="1239904"/>
              <a:chOff x="0" y="0"/>
              <a:chExt cx="2891776" cy="1239901"/>
            </a:xfrm>
          </p:grpSpPr>
          <p:sp>
            <p:nvSpPr>
              <p:cNvPr id="33" name="Google Shape;1443;p68"/>
              <p:cNvSpPr/>
              <p:nvPr/>
            </p:nvSpPr>
            <p:spPr>
              <a:xfrm>
                <a:off x="0" y="0"/>
                <a:ext cx="2558176" cy="369329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 sz="2400">
                    <a:solidFill>
                      <a:schemeClr val="accent3">
                        <a:lumOff val="44000"/>
                      </a:schemeClr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4" name="Google Shape;1444;p68"/>
              <p:cNvSpPr/>
              <p:nvPr/>
            </p:nvSpPr>
            <p:spPr>
              <a:xfrm>
                <a:off x="0" y="378134"/>
                <a:ext cx="2891776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35" name="Google Shape;1445;p68"/>
          <p:cNvGrpSpPr/>
          <p:nvPr userDrawn="1"/>
        </p:nvGrpSpPr>
        <p:grpSpPr>
          <a:xfrm>
            <a:off x="938040" y="1886951"/>
            <a:ext cx="2872642" cy="1265301"/>
            <a:chOff x="0" y="-1"/>
            <a:chExt cx="2872640" cy="1265298"/>
          </a:xfrm>
        </p:grpSpPr>
        <p:sp>
          <p:nvSpPr>
            <p:cNvPr id="36" name="Google Shape;1446;p68"/>
            <p:cNvSpPr/>
            <p:nvPr/>
          </p:nvSpPr>
          <p:spPr>
            <a:xfrm>
              <a:off x="1000296" y="14531"/>
              <a:ext cx="1872344" cy="315687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grpSp>
          <p:nvGrpSpPr>
            <p:cNvPr id="37" name="Google Shape;1447;p68"/>
            <p:cNvGrpSpPr/>
            <p:nvPr/>
          </p:nvGrpSpPr>
          <p:grpSpPr>
            <a:xfrm>
              <a:off x="0" y="-1"/>
              <a:ext cx="2836732" cy="1265298"/>
              <a:chOff x="0" y="0"/>
              <a:chExt cx="2836731" cy="1265289"/>
            </a:xfrm>
          </p:grpSpPr>
          <p:sp>
            <p:nvSpPr>
              <p:cNvPr id="38" name="Google Shape;1448;p68"/>
              <p:cNvSpPr/>
              <p:nvPr/>
            </p:nvSpPr>
            <p:spPr>
              <a:xfrm>
                <a:off x="329154" y="0"/>
                <a:ext cx="2507476" cy="369328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 sz="2400">
                    <a:solidFill>
                      <a:srgbClr val="000000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</a:t>
                </a:r>
                <a:endParaRPr/>
              </a:p>
            </p:txBody>
          </p:sp>
          <p:sp>
            <p:nvSpPr>
              <p:cNvPr id="39" name="Google Shape;1449;p68"/>
              <p:cNvSpPr/>
              <p:nvPr/>
            </p:nvSpPr>
            <p:spPr>
              <a:xfrm>
                <a:off x="0" y="403524"/>
                <a:ext cx="2836731" cy="861765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</p:grpSp>
      <p:grpSp>
        <p:nvGrpSpPr>
          <p:cNvPr id="40" name="Google Shape;1451;p68"/>
          <p:cNvGrpSpPr/>
          <p:nvPr userDrawn="1"/>
        </p:nvGrpSpPr>
        <p:grpSpPr>
          <a:xfrm>
            <a:off x="938040" y="4070901"/>
            <a:ext cx="2872643" cy="1268557"/>
            <a:chOff x="0" y="0"/>
            <a:chExt cx="2872641" cy="1268551"/>
          </a:xfrm>
        </p:grpSpPr>
        <p:grpSp>
          <p:nvGrpSpPr>
            <p:cNvPr id="41" name="Google Shape;1452;p68"/>
            <p:cNvGrpSpPr/>
            <p:nvPr/>
          </p:nvGrpSpPr>
          <p:grpSpPr>
            <a:xfrm>
              <a:off x="0" y="27306"/>
              <a:ext cx="2872641" cy="1241245"/>
              <a:chOff x="0" y="0"/>
              <a:chExt cx="2872640" cy="1241242"/>
            </a:xfrm>
          </p:grpSpPr>
          <p:sp>
            <p:nvSpPr>
              <p:cNvPr id="43" name="Google Shape;1453;p68"/>
              <p:cNvSpPr/>
              <p:nvPr/>
            </p:nvSpPr>
            <p:spPr>
              <a:xfrm>
                <a:off x="1000296" y="0"/>
                <a:ext cx="1872344" cy="315687"/>
              </a:xfrm>
              <a:prstGeom prst="rect">
                <a:avLst/>
              </a:prstGeom>
              <a:solidFill>
                <a:srgbClr val="00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4" name="Google Shape;1454;p68"/>
              <p:cNvSpPr/>
              <p:nvPr/>
            </p:nvSpPr>
            <p:spPr>
              <a:xfrm>
                <a:off x="0" y="379475"/>
                <a:ext cx="2836731" cy="861767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extrusionOk="0">
                    <a:moveTo>
                      <a:pt x="0" y="0"/>
                    </a:moveTo>
                    <a:lnTo>
                      <a:pt x="21600" y="0"/>
                    </a:lnTo>
                    <a:lnTo>
                      <a:pt x="2160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0" tIns="0" rIns="0" bIns="0" numCol="1" anchor="t">
                <a:spAutoFit/>
              </a:bodyPr>
              <a:lstStyle>
                <a:lvl1pPr algn="r">
                  <a:defRPr>
                    <a:solidFill>
                      <a:schemeClr val="accent2"/>
                    </a:solidFill>
                  </a:defRPr>
                </a:lvl1pPr>
              </a:lstStyle>
              <a:p>
                <a:r>
                  <a:t>loremipsumdolorsitamet,consecteturadipiscingelit.crassitamettellussitameterosdapibusultricieselementumetodio</a:t>
                </a:r>
              </a:p>
            </p:txBody>
          </p:sp>
        </p:grpSp>
        <p:sp>
          <p:nvSpPr>
            <p:cNvPr id="42" name="Google Shape;1455;p68"/>
            <p:cNvSpPr/>
            <p:nvPr/>
          </p:nvSpPr>
          <p:spPr>
            <a:xfrm>
              <a:off x="314800" y="0"/>
              <a:ext cx="2507476" cy="3693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extrusionOk="0">
                  <a:moveTo>
                    <a:pt x="0" y="0"/>
                  </a:moveTo>
                  <a:lnTo>
                    <a:pt x="21600" y="0"/>
                  </a:lnTo>
                  <a:lnTo>
                    <a:pt x="2160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0" bIns="0" numCol="1" anchor="t">
              <a:spAutoFit/>
            </a:bodyPr>
            <a:lstStyle>
              <a:lvl1pPr algn="r">
                <a:defRPr sz="2400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lvl1pPr>
            </a:lstStyle>
            <a:p>
              <a:r>
                <a:rPr err="1"/>
                <a:t>loremipsum</a:t>
              </a:r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1018116"/>
      </p:ext>
    </p:extLst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to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482895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3" imgW="421" imgH="423" progId="TCLayout.ActiveDocument.1">
                  <p:embed/>
                </p:oleObj>
              </mc:Choice>
              <mc:Fallback>
                <p:oleObj name="Slide do think-cell" r:id="rId3" imgW="421" imgH="423" progId="TCLayout.ActiveDocument.1">
                  <p:embed/>
                  <p:pic>
                    <p:nvPicPr>
                      <p:cNvPr id="2" name="Objeto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tângulo 3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25400" cap="flat">
            <a:noFill/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0" tIns="0" rIns="0" bIns="0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1400" b="0" i="0" u="none" strike="noStrike" cap="none" spc="0" normalizeH="0" baseline="0">
              <a:ln>
                <a:noFill/>
              </a:ln>
              <a:solidFill>
                <a:schemeClr val="accent1"/>
              </a:solidFill>
              <a:effectLst/>
              <a:uFillTx/>
              <a:latin typeface="+mj-lt"/>
              <a:ea typeface="+mj-ea"/>
              <a:cs typeface="+mj-cs"/>
              <a:sym typeface="Simplon BP Regular"/>
            </a:endParaRPr>
          </a:p>
        </p:txBody>
      </p:sp>
      <p:pic>
        <p:nvPicPr>
          <p:cNvPr id="136" name="Google Shape;106;p65" descr="Google Shape;106;p65"/>
          <p:cNvPicPr>
            <a:picLocks noChangeAspect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070663" y="-101600"/>
            <a:ext cx="1121337" cy="1121337"/>
          </a:xfrm>
          <a:prstGeom prst="rect">
            <a:avLst/>
          </a:prstGeom>
          <a:ln w="12700">
            <a:miter lim="400000"/>
          </a:ln>
        </p:spPr>
      </p:pic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5892800" y="6335976"/>
            <a:ext cx="2844800" cy="36830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  <p:grpSp>
        <p:nvGrpSpPr>
          <p:cNvPr id="3" name="Agrupar 2"/>
          <p:cNvGrpSpPr/>
          <p:nvPr userDrawn="1"/>
        </p:nvGrpSpPr>
        <p:grpSpPr>
          <a:xfrm>
            <a:off x="-1924709" y="273157"/>
            <a:ext cx="1875959" cy="5481043"/>
            <a:chOff x="-1924709" y="273157"/>
            <a:chExt cx="1875959" cy="5481043"/>
          </a:xfrm>
        </p:grpSpPr>
        <p:grpSp>
          <p:nvGrpSpPr>
            <p:cNvPr id="8" name="Google Shape;456;p5"/>
            <p:cNvGrpSpPr/>
            <p:nvPr/>
          </p:nvGrpSpPr>
          <p:grpSpPr>
            <a:xfrm>
              <a:off x="-1860193" y="896121"/>
              <a:ext cx="1740449" cy="4173016"/>
              <a:chOff x="4077841" y="5415653"/>
              <a:chExt cx="1740449" cy="4173016"/>
            </a:xfrm>
          </p:grpSpPr>
          <p:sp>
            <p:nvSpPr>
              <p:cNvPr id="18" name="Google Shape;457;p5"/>
              <p:cNvSpPr/>
              <p:nvPr/>
            </p:nvSpPr>
            <p:spPr>
              <a:xfrm>
                <a:off x="4191000" y="5415653"/>
                <a:ext cx="762000" cy="762000"/>
              </a:xfrm>
              <a:prstGeom prst="ellipse">
                <a:avLst/>
              </a:prstGeom>
              <a:solidFill>
                <a:srgbClr val="00D318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" name="Google Shape;458;p5"/>
              <p:cNvSpPr/>
              <p:nvPr/>
            </p:nvSpPr>
            <p:spPr>
              <a:xfrm>
                <a:off x="5056290" y="5415653"/>
                <a:ext cx="762000" cy="762000"/>
              </a:xfrm>
              <a:prstGeom prst="ellipse">
                <a:avLst/>
              </a:prstGeom>
              <a:solidFill>
                <a:srgbClr val="009E0B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459;p5"/>
              <p:cNvSpPr/>
              <p:nvPr/>
            </p:nvSpPr>
            <p:spPr>
              <a:xfrm>
                <a:off x="4106520" y="7322761"/>
                <a:ext cx="762000" cy="76200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460;p5"/>
              <p:cNvSpPr/>
              <p:nvPr/>
            </p:nvSpPr>
            <p:spPr>
              <a:xfrm>
                <a:off x="4977132" y="7314542"/>
                <a:ext cx="762000" cy="762000"/>
              </a:xfrm>
              <a:prstGeom prst="ellipse">
                <a:avLst/>
              </a:prstGeom>
              <a:solidFill>
                <a:srgbClr val="FFFF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461;p5"/>
              <p:cNvSpPr/>
              <p:nvPr/>
            </p:nvSpPr>
            <p:spPr>
              <a:xfrm>
                <a:off x="4077841" y="8826669"/>
                <a:ext cx="762000" cy="762000"/>
              </a:xfrm>
              <a:prstGeom prst="ellipse">
                <a:avLst/>
              </a:prstGeom>
              <a:solidFill>
                <a:srgbClr val="4D4D4D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462;p5"/>
              <p:cNvSpPr/>
              <p:nvPr/>
            </p:nvSpPr>
            <p:spPr>
              <a:xfrm>
                <a:off x="4969800" y="8826669"/>
                <a:ext cx="762000" cy="762000"/>
              </a:xfrm>
              <a:prstGeom prst="ellipse">
                <a:avLst/>
              </a:prstGeom>
              <a:solidFill>
                <a:srgbClr val="000000"/>
              </a:solidFill>
              <a:ln w="19050" cap="flat" cmpd="sng">
                <a:solidFill>
                  <a:srgbClr val="949494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Tx/>
                  <a:buFont typeface="Arial"/>
                  <a:buNone/>
                  <a:tabLst/>
                  <a:defRPr/>
                </a:pPr>
                <a:endParaRPr kumimoji="0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" name="Google Shape;464;p5"/>
            <p:cNvSpPr txBox="1"/>
            <p:nvPr/>
          </p:nvSpPr>
          <p:spPr>
            <a:xfrm>
              <a:off x="-1825003" y="273157"/>
              <a:ext cx="1776253" cy="30773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Bold" pitchFamily="2" charset="77"/>
                  <a:cs typeface="Arial"/>
                  <a:sym typeface="Arial"/>
                </a:rPr>
                <a:t>PALETA</a:t>
              </a:r>
              <a:endParaRPr kumimoji="0" sz="14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Bold" pitchFamily="2" charset="77"/>
                <a:cs typeface="Arial"/>
                <a:sym typeface="Arial"/>
              </a:endParaRPr>
            </a:p>
          </p:txBody>
        </p:sp>
        <p:sp>
          <p:nvSpPr>
            <p:cNvPr id="10" name="Google Shape;465;p5"/>
            <p:cNvSpPr txBox="1"/>
            <p:nvPr/>
          </p:nvSpPr>
          <p:spPr>
            <a:xfrm>
              <a:off x="-1825003" y="524413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Principais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1" name="Google Shape;466;p5"/>
            <p:cNvSpPr txBox="1"/>
            <p:nvPr/>
          </p:nvSpPr>
          <p:spPr>
            <a:xfrm>
              <a:off x="-1903362" y="2462339"/>
              <a:ext cx="1648562" cy="30777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Secundárias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2" name="Google Shape;467;p5"/>
            <p:cNvSpPr txBox="1"/>
            <p:nvPr/>
          </p:nvSpPr>
          <p:spPr>
            <a:xfrm>
              <a:off x="-1825002" y="1733827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G.211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B.24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3" name="Google Shape;468;p5"/>
            <p:cNvSpPr txBox="1"/>
            <p:nvPr/>
          </p:nvSpPr>
          <p:spPr>
            <a:xfrm>
              <a:off x="-923028" y="1733827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R.0G.158B.11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4" name="Google Shape;469;p5"/>
            <p:cNvSpPr txBox="1"/>
            <p:nvPr/>
          </p:nvSpPr>
          <p:spPr>
            <a:xfrm>
              <a:off x="-1903362" y="3640935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R.255G.255B.255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5" name="Google Shape;470;p5"/>
            <p:cNvSpPr txBox="1"/>
            <p:nvPr/>
          </p:nvSpPr>
          <p:spPr>
            <a:xfrm>
              <a:off x="-1029084" y="3687308"/>
              <a:ext cx="874278" cy="4370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R.255G.255B.0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6" name="Google Shape;471;p5"/>
            <p:cNvSpPr txBox="1"/>
            <p:nvPr/>
          </p:nvSpPr>
          <p:spPr>
            <a:xfrm>
              <a:off x="-1924709" y="5144843"/>
              <a:ext cx="93512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G.77</a:t>
              </a:r>
            </a:p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B.77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  <p:sp>
          <p:nvSpPr>
            <p:cNvPr id="17" name="Google Shape;472;p5"/>
            <p:cNvSpPr txBox="1"/>
            <p:nvPr/>
          </p:nvSpPr>
          <p:spPr>
            <a:xfrm>
              <a:off x="-1029084" y="5144843"/>
              <a:ext cx="874278" cy="609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R.0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G.0</a:t>
              </a:r>
              <a:b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</a:br>
              <a:r>
                <a:rPr kumimoji="0" lang="pt-BR" sz="1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Simplon BP Regular" pitchFamily="2" charset="77"/>
                  <a:cs typeface="Arial"/>
                  <a:sym typeface="Arial"/>
                </a:rPr>
                <a:t>B.0</a:t>
              </a:r>
              <a:endPara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implon BP Regular" pitchFamily="2" charset="77"/>
                <a:cs typeface="Arial"/>
                <a:sym typeface="Arial"/>
              </a:endParaRPr>
            </a:p>
          </p:txBody>
        </p:sp>
      </p:grpSp>
      <p:sp>
        <p:nvSpPr>
          <p:cNvPr id="5" name="Título 4"/>
          <p:cNvSpPr>
            <a:spLocks noGrp="1"/>
          </p:cNvSpPr>
          <p:nvPr>
            <p:ph type="title" hasCustomPrompt="1"/>
          </p:nvPr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>
              <a:defRPr sz="2000" baseline="0">
                <a:latin typeface="Simplon BP Bold" pitchFamily="2" charset="0"/>
              </a:defRPr>
            </a:lvl1pPr>
          </a:lstStyle>
          <a:p>
            <a:r>
              <a:rPr lang="pt-BR" err="1"/>
              <a:t>mandala</a:t>
            </a:r>
            <a:endParaRPr lang="en-US"/>
          </a:p>
        </p:txBody>
      </p:sp>
      <p:grpSp>
        <p:nvGrpSpPr>
          <p:cNvPr id="24" name="Google Shape;1460;p69"/>
          <p:cNvGrpSpPr/>
          <p:nvPr userDrawn="1"/>
        </p:nvGrpSpPr>
        <p:grpSpPr>
          <a:xfrm>
            <a:off x="4698551" y="941753"/>
            <a:ext cx="6660240" cy="5487435"/>
            <a:chOff x="0" y="-1"/>
            <a:chExt cx="6660238" cy="5487435"/>
          </a:xfrm>
        </p:grpSpPr>
        <p:sp>
          <p:nvSpPr>
            <p:cNvPr id="25" name="Google Shape;1461;p69"/>
            <p:cNvSpPr/>
            <p:nvPr/>
          </p:nvSpPr>
          <p:spPr>
            <a:xfrm>
              <a:off x="894644" y="288799"/>
              <a:ext cx="4867600" cy="48676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rgbClr val="D9D9D9"/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6" name="Google Shape;1462;p69"/>
            <p:cNvSpPr/>
            <p:nvPr/>
          </p:nvSpPr>
          <p:spPr>
            <a:xfrm>
              <a:off x="1775510" y="1324966"/>
              <a:ext cx="3062402" cy="3062401"/>
            </a:xfrm>
            <a:prstGeom prst="ellipse">
              <a:avLst/>
            </a:prstGeom>
            <a:solidFill>
              <a:schemeClr val="accent3">
                <a:lumOff val="44000"/>
              </a:schemeClr>
            </a:solidFill>
            <a:ln w="19050" cap="flat">
              <a:solidFill>
                <a:schemeClr val="accent3">
                  <a:lumOff val="44000"/>
                </a:schemeClr>
              </a:solidFill>
              <a:prstDash val="solid"/>
              <a:round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>
                <a:defRPr sz="2400"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27" name="Google Shape;1463;p69"/>
            <p:cNvSpPr txBox="1"/>
            <p:nvPr/>
          </p:nvSpPr>
          <p:spPr>
            <a:xfrm>
              <a:off x="2169488" y="2110635"/>
              <a:ext cx="2317910" cy="13326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121899" tIns="121899" rIns="121899" bIns="121899" numCol="1" anchor="ctr">
              <a:spAutoFit/>
            </a:bodyPr>
            <a:lstStyle/>
            <a:p>
              <a:pPr algn="ctr">
                <a:lnSpc>
                  <a:spcPct val="80000"/>
                </a:lnSpc>
                <a:defRPr sz="2000">
                  <a:solidFill>
                    <a:schemeClr val="accent2"/>
                  </a:solidFill>
                  <a:latin typeface="Simplon BP Bold"/>
                  <a:ea typeface="Simplon BP Bold"/>
                  <a:cs typeface="Simplon BP Bold"/>
                  <a:sym typeface="Simplon BP Bold"/>
                </a:defRPr>
              </a:pPr>
              <a:r>
                <a:rPr err="1"/>
                <a:t>valoresdolor</a:t>
              </a:r>
              <a:br>
                <a:rPr/>
              </a:br>
              <a:r>
                <a:rPr err="1"/>
                <a:t>loremipsum</a:t>
              </a:r>
              <a:endParaRPr/>
            </a:p>
            <a:p>
              <a:pPr algn="ctr">
                <a:lnSpc>
                  <a:spcPct val="80000"/>
                </a:lnSpc>
                <a:spcBef>
                  <a:spcPts val="600"/>
                </a:spcBef>
                <a:defRPr>
                  <a:solidFill>
                    <a:schemeClr val="accent2"/>
                  </a:solidFill>
                </a:defRPr>
              </a:pPr>
              <a:r>
                <a:t>Loremipsumdolorsitamet,consecteturadipiscingelit.Namnonloremluctus.</a:t>
              </a:r>
            </a:p>
          </p:txBody>
        </p:sp>
        <p:grpSp>
          <p:nvGrpSpPr>
            <p:cNvPr id="28" name="Google Shape;1464;p69"/>
            <p:cNvGrpSpPr/>
            <p:nvPr/>
          </p:nvGrpSpPr>
          <p:grpSpPr>
            <a:xfrm>
              <a:off x="612283" y="1060832"/>
              <a:ext cx="1585201" cy="794002"/>
              <a:chOff x="0" y="0"/>
              <a:chExt cx="1585199" cy="794000"/>
            </a:xfrm>
          </p:grpSpPr>
          <p:sp>
            <p:nvSpPr>
              <p:cNvPr id="5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5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29" name="Google Shape;1465;p69"/>
            <p:cNvGrpSpPr/>
            <p:nvPr/>
          </p:nvGrpSpPr>
          <p:grpSpPr>
            <a:xfrm>
              <a:off x="2535843" y="-1"/>
              <a:ext cx="1585201" cy="794002"/>
              <a:chOff x="0" y="0"/>
              <a:chExt cx="1585199" cy="794000"/>
            </a:xfrm>
          </p:grpSpPr>
          <p:sp>
            <p:nvSpPr>
              <p:cNvPr id="48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9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0" name="Google Shape;1466;p69"/>
            <p:cNvGrpSpPr/>
            <p:nvPr/>
          </p:nvGrpSpPr>
          <p:grpSpPr>
            <a:xfrm>
              <a:off x="4487397" y="3796215"/>
              <a:ext cx="1585201" cy="794002"/>
              <a:chOff x="0" y="0"/>
              <a:chExt cx="1585199" cy="794000"/>
            </a:xfrm>
          </p:grpSpPr>
          <p:sp>
            <p:nvSpPr>
              <p:cNvPr id="46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7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1" name="Google Shape;1467;p69"/>
            <p:cNvGrpSpPr/>
            <p:nvPr/>
          </p:nvGrpSpPr>
          <p:grpSpPr>
            <a:xfrm>
              <a:off x="612283" y="3796215"/>
              <a:ext cx="1585201" cy="794002"/>
              <a:chOff x="0" y="0"/>
              <a:chExt cx="1585199" cy="794000"/>
            </a:xfrm>
          </p:grpSpPr>
          <p:sp>
            <p:nvSpPr>
              <p:cNvPr id="44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5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2" name="Google Shape;1468;p69"/>
            <p:cNvGrpSpPr/>
            <p:nvPr/>
          </p:nvGrpSpPr>
          <p:grpSpPr>
            <a:xfrm>
              <a:off x="4487397" y="1023066"/>
              <a:ext cx="1585201" cy="794002"/>
              <a:chOff x="0" y="0"/>
              <a:chExt cx="1585199" cy="794000"/>
            </a:xfrm>
          </p:grpSpPr>
          <p:sp>
            <p:nvSpPr>
              <p:cNvPr id="42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3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3" name="Google Shape;1469;p69"/>
            <p:cNvGrpSpPr/>
            <p:nvPr/>
          </p:nvGrpSpPr>
          <p:grpSpPr>
            <a:xfrm>
              <a:off x="2535843" y="4693432"/>
              <a:ext cx="1585201" cy="794002"/>
              <a:chOff x="0" y="0"/>
              <a:chExt cx="1585199" cy="794000"/>
            </a:xfrm>
          </p:grpSpPr>
          <p:sp>
            <p:nvSpPr>
              <p:cNvPr id="40" name="Rectangle"/>
              <p:cNvSpPr/>
              <p:nvPr/>
            </p:nvSpPr>
            <p:spPr>
              <a:xfrm>
                <a:off x="0" y="0"/>
                <a:ext cx="1585199" cy="794000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</a:defRPr>
                </a:pPr>
                <a:endParaRPr/>
              </a:p>
            </p:txBody>
          </p:sp>
          <p:sp>
            <p:nvSpPr>
              <p:cNvPr id="41" name="lorem ipsum dolor amet alurum"/>
              <p:cNvSpPr txBox="1"/>
              <p:nvPr/>
            </p:nvSpPr>
            <p:spPr>
              <a:xfrm>
                <a:off x="0" y="89245"/>
                <a:ext cx="1585199" cy="615509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</a:defRPr>
                </a:lvl1pPr>
              </a:lstStyle>
              <a:p>
                <a:r>
                  <a:rPr err="1"/>
                  <a:t>loremipsumdolorametalurum</a:t>
                </a:r>
                <a:endParaRPr/>
              </a:p>
            </p:txBody>
          </p:sp>
        </p:grpSp>
        <p:grpSp>
          <p:nvGrpSpPr>
            <p:cNvPr id="34" name="Google Shape;1470;p69"/>
            <p:cNvGrpSpPr/>
            <p:nvPr/>
          </p:nvGrpSpPr>
          <p:grpSpPr>
            <a:xfrm>
              <a:off x="0" y="2414827"/>
              <a:ext cx="1858001" cy="615511"/>
              <a:chOff x="0" y="-10155"/>
              <a:chExt cx="1857999" cy="615510"/>
            </a:xfrm>
          </p:grpSpPr>
          <p:sp>
            <p:nvSpPr>
              <p:cNvPr id="38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9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  <p:grpSp>
          <p:nvGrpSpPr>
            <p:cNvPr id="35" name="Google Shape;1471;p69"/>
            <p:cNvGrpSpPr/>
            <p:nvPr/>
          </p:nvGrpSpPr>
          <p:grpSpPr>
            <a:xfrm>
              <a:off x="4802237" y="2380711"/>
              <a:ext cx="1858001" cy="615511"/>
              <a:chOff x="0" y="-10155"/>
              <a:chExt cx="1857999" cy="615510"/>
            </a:xfrm>
          </p:grpSpPr>
          <p:sp>
            <p:nvSpPr>
              <p:cNvPr id="36" name="Rectangle"/>
              <p:cNvSpPr/>
              <p:nvPr/>
            </p:nvSpPr>
            <p:spPr>
              <a:xfrm>
                <a:off x="0" y="-1"/>
                <a:ext cx="1857999" cy="595202"/>
              </a:xfrm>
              <a:prstGeom prst="rect">
                <a:avLst/>
              </a:prstGeom>
              <a:solidFill>
                <a:schemeClr val="accent3">
                  <a:lumOff val="44000"/>
                </a:schemeClr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0" tIns="0" rIns="0" bIns="0" numCol="1" anchor="ctr">
                <a:noAutofit/>
              </a:bodyPr>
              <a:lstStyle/>
              <a:p>
                <a: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pPr>
                <a:endParaRPr/>
              </a:p>
            </p:txBody>
          </p:sp>
          <p:sp>
            <p:nvSpPr>
              <p:cNvPr id="37" name="lorem ipsum dolor amet dolor"/>
              <p:cNvSpPr txBox="1"/>
              <p:nvPr/>
            </p:nvSpPr>
            <p:spPr>
              <a:xfrm>
                <a:off x="0" y="-10155"/>
                <a:ext cx="1857999" cy="61551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  </a:ext>
              </a:extLst>
            </p:spPr>
            <p:txBody>
              <a:bodyPr wrap="square" lIns="121899" tIns="121899" rIns="121899" bIns="121899" numCol="1" anchor="ctr">
                <a:spAutoFit/>
              </a:bodyPr>
              <a:lstStyle>
                <a:lvl1pPr algn="ctr">
                  <a:defRPr sz="1200">
                    <a:solidFill>
                      <a:schemeClr val="accent2"/>
                    </a:solidFill>
                    <a:latin typeface="Simplon BP Bold"/>
                    <a:ea typeface="Simplon BP Bold"/>
                    <a:cs typeface="Simplon BP Bold"/>
                    <a:sym typeface="Simplon BP Bold"/>
                  </a:defRPr>
                </a:lvl1pPr>
              </a:lstStyle>
              <a:p>
                <a:r>
                  <a:rPr err="1"/>
                  <a:t>loremipsumdolorametdolor</a:t>
                </a:r>
                <a:endParaRPr/>
              </a:p>
            </p:txBody>
          </p:sp>
        </p:grpSp>
      </p:grpSp>
      <p:grpSp>
        <p:nvGrpSpPr>
          <p:cNvPr id="52" name="Google Shape;1472;p69"/>
          <p:cNvGrpSpPr/>
          <p:nvPr userDrawn="1"/>
        </p:nvGrpSpPr>
        <p:grpSpPr>
          <a:xfrm>
            <a:off x="992190" y="2228670"/>
            <a:ext cx="3440079" cy="2102975"/>
            <a:chOff x="0" y="0"/>
            <a:chExt cx="3440077" cy="2102973"/>
          </a:xfrm>
        </p:grpSpPr>
        <p:sp>
          <p:nvSpPr>
            <p:cNvPr id="53" name="Google Shape;1473;p69"/>
            <p:cNvSpPr/>
            <p:nvPr/>
          </p:nvSpPr>
          <p:spPr>
            <a:xfrm>
              <a:off x="0" y="525415"/>
              <a:ext cx="2665410" cy="478972"/>
            </a:xfrm>
            <a:prstGeom prst="rect">
              <a:avLst/>
            </a:prstGeom>
            <a:solidFill>
              <a:schemeClr val="accent1"/>
            </a:solidFill>
            <a:ln w="12700" cap="flat">
              <a:noFill/>
              <a:miter lim="400000"/>
            </a:ln>
            <a:effectLst/>
          </p:spPr>
          <p:txBody>
            <a:bodyPr wrap="square" lIns="0" tIns="0" rIns="0" bIns="0" numCol="1" anchor="ctr">
              <a:noAutofit/>
            </a:bodyPr>
            <a:lstStyle/>
            <a:p>
              <a:pPr algn="ctr">
                <a:defRPr>
                  <a:solidFill>
                    <a:schemeClr val="accent2"/>
                  </a:solidFill>
                </a:defRPr>
              </a:pPr>
              <a:endParaRPr/>
            </a:p>
          </p:txBody>
        </p:sp>
        <p:sp>
          <p:nvSpPr>
            <p:cNvPr id="54" name="Google Shape;1474;p69"/>
            <p:cNvSpPr txBox="1"/>
            <p:nvPr/>
          </p:nvSpPr>
          <p:spPr>
            <a:xfrm>
              <a:off x="13626" y="0"/>
              <a:ext cx="3426451" cy="131031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/>
            <a:p>
              <a:pPr>
                <a:lnSpc>
                  <a:spcPct val="80000"/>
                </a:lnSpc>
                <a:defRPr sz="3600">
                  <a:solidFill>
                    <a:schemeClr val="accent2"/>
                  </a:solidFill>
                </a:defRPr>
              </a:pPr>
              <a:r>
                <a:rPr err="1"/>
                <a:t>textoem</a:t>
              </a:r>
              <a:r>
                <a:rPr sz="4800" err="1">
                  <a:solidFill>
                    <a:schemeClr val="accent3">
                      <a:lumOff val="44000"/>
                    </a:schemeClr>
                  </a:solidFill>
                  <a:latin typeface="Simplon BP Bold"/>
                  <a:ea typeface="Simplon BP Bold"/>
                  <a:cs typeface="Simplon BP Bold"/>
                  <a:sym typeface="Simplon BP Bold"/>
                </a:rPr>
                <a:t>destaque</a:t>
              </a:r>
              <a:endParaRPr sz="4800">
                <a:solidFill>
                  <a:schemeClr val="accent3">
                    <a:lumOff val="44000"/>
                  </a:schemeClr>
                </a:solidFill>
                <a:latin typeface="Simplon BP Bold"/>
                <a:ea typeface="Simplon BP Bold"/>
                <a:cs typeface="Simplon BP Bold"/>
                <a:sym typeface="Simplon BP Bold"/>
              </a:endParaRPr>
            </a:p>
          </p:txBody>
        </p:sp>
        <p:sp>
          <p:nvSpPr>
            <p:cNvPr id="55" name="Google Shape;1475;p69"/>
            <p:cNvSpPr txBox="1"/>
            <p:nvPr/>
          </p:nvSpPr>
          <p:spPr>
            <a:xfrm>
              <a:off x="13626" y="1179687"/>
              <a:ext cx="3242677" cy="9232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45699" tIns="45699" rIns="45699" bIns="45699" numCol="1" anchor="t">
              <a:spAutoFit/>
            </a:bodyPr>
            <a:lstStyle>
              <a:lvl1pPr>
                <a:defRPr sz="1800">
                  <a:solidFill>
                    <a:schemeClr val="accent2"/>
                  </a:solidFill>
                </a:defRPr>
              </a:lvl1pPr>
            </a:lstStyle>
            <a:p>
              <a:r>
                <a:t>Textocomplementarempoucaslinhasparaauxiliarnodesenvolvimentodaideiaprincipaldoslide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04063115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oleObject" Target="../embeddings/oleObject1.bin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ags" Target="../tags/tag2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ags" Target="../tags/tag15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image" Target="../media/image1.emf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oleObject" Target="../embeddings/oleObject14.bin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ags" Target="../tags/tag27.xml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6.bin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ags" Target="../tags/tag29.xml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5.xml"/><Relationship Id="rId5" Type="http://schemas.openxmlformats.org/officeDocument/2006/relationships/image" Target="../media/image35.emf"/><Relationship Id="rId4" Type="http://schemas.openxmlformats.org/officeDocument/2006/relationships/oleObject" Target="../embeddings/oleObject28.bin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3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28.xml"/><Relationship Id="rId7" Type="http://schemas.openxmlformats.org/officeDocument/2006/relationships/slideLayout" Target="../slideLayouts/slideLayout32.xml"/><Relationship Id="rId12" Type="http://schemas.openxmlformats.org/officeDocument/2006/relationships/slideLayout" Target="../slideLayouts/slideLayout37.xml"/><Relationship Id="rId2" Type="http://schemas.openxmlformats.org/officeDocument/2006/relationships/slideLayout" Target="../slideLayouts/slideLayout27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11" Type="http://schemas.openxmlformats.org/officeDocument/2006/relationships/slideLayout" Target="../slideLayouts/slideLayout36.xml"/><Relationship Id="rId5" Type="http://schemas.openxmlformats.org/officeDocument/2006/relationships/slideLayout" Target="../slideLayouts/slideLayout30.xml"/><Relationship Id="rId15" Type="http://schemas.openxmlformats.org/officeDocument/2006/relationships/oleObject" Target="../embeddings/oleObject30.bin"/><Relationship Id="rId10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9.xml"/><Relationship Id="rId9" Type="http://schemas.openxmlformats.org/officeDocument/2006/relationships/slideLayout" Target="../slideLayouts/slideLayout34.xml"/><Relationship Id="rId14" Type="http://schemas.openxmlformats.org/officeDocument/2006/relationships/tags" Target="../tags/tag3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7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42.xml"/><Relationship Id="rId7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51.xml"/><Relationship Id="rId2" Type="http://schemas.openxmlformats.org/officeDocument/2006/relationships/slideLayout" Target="../slideLayouts/slideLayout41.xml"/><Relationship Id="rId16" Type="http://schemas.openxmlformats.org/officeDocument/2006/relationships/image" Target="../media/image1.emf"/><Relationship Id="rId1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50.xml"/><Relationship Id="rId5" Type="http://schemas.openxmlformats.org/officeDocument/2006/relationships/slideLayout" Target="../slideLayouts/slideLayout44.xml"/><Relationship Id="rId15" Type="http://schemas.openxmlformats.org/officeDocument/2006/relationships/oleObject" Target="../embeddings/oleObject43.bin"/><Relationship Id="rId10" Type="http://schemas.openxmlformats.org/officeDocument/2006/relationships/slideLayout" Target="../slideLayouts/slideLayout49.xml"/><Relationship Id="rId4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8.xml"/><Relationship Id="rId14" Type="http://schemas.openxmlformats.org/officeDocument/2006/relationships/tags" Target="../tags/tag4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65698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2" r:id="rId1"/>
    <p:sldLayoutId id="2147483753" r:id="rId2"/>
    <p:sldLayoutId id="2147483918" r:id="rId3"/>
    <p:sldLayoutId id="2147483790" r:id="rId4"/>
    <p:sldLayoutId id="2147483755" r:id="rId5"/>
    <p:sldLayoutId id="2147483791" r:id="rId6"/>
    <p:sldLayoutId id="2147483799" r:id="rId7"/>
    <p:sldLayoutId id="2147483793" r:id="rId8"/>
    <p:sldLayoutId id="2147483794" r:id="rId9"/>
    <p:sldLayoutId id="2147483795" r:id="rId10"/>
    <p:sldLayoutId id="2147483796" r:id="rId11"/>
    <p:sldLayoutId id="2147483797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4" imgW="421" imgH="423" progId="TCLayout.ActiveDocument.1">
                  <p:embed/>
                </p:oleObj>
              </mc:Choice>
              <mc:Fallback>
                <p:oleObj name="Slide do think-cell" r:id="rId14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842529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01" r:id="rId1"/>
    <p:sldLayoutId id="2147483802" r:id="rId2"/>
    <p:sldLayoutId id="2147483803" r:id="rId3"/>
    <p:sldLayoutId id="2147483804" r:id="rId4"/>
    <p:sldLayoutId id="2147483805" r:id="rId5"/>
    <p:sldLayoutId id="2147483806" r:id="rId6"/>
    <p:sldLayoutId id="2147483807" r:id="rId7"/>
    <p:sldLayoutId id="2147483808" r:id="rId8"/>
    <p:sldLayoutId id="2147483809" r:id="rId9"/>
    <p:sldLayoutId id="2147483810" r:id="rId10"/>
    <p:sldLayoutId id="2147483811" r:id="rId11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114187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6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Object 7" hidden="1">
            <a:extLst>
              <a:ext uri="{FF2B5EF4-FFF2-40B4-BE49-F238E27FC236}">
                <a16:creationId xmlns:a16="http://schemas.microsoft.com/office/drawing/2014/main" id="{F591742D-FD40-40E6-B089-F614B36C758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"/>
            </p:custDataLst>
            <p:extLst>
              <p:ext uri="{D42A27DB-BD31-4B8C-83A1-F6EECF244321}">
                <p14:modId xmlns:p14="http://schemas.microsoft.com/office/powerpoint/2010/main" val="234355549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395" imgH="394" progId="TCLayout.ActiveDocument.1">
                  <p:embed/>
                </p:oleObj>
              </mc:Choice>
              <mc:Fallback>
                <p:oleObj name="Slide do think-cell" r:id="rId4" imgW="395" imgH="394" progId="TCLayout.ActiveDocument.1">
                  <p:embed/>
                  <p:pic>
                    <p:nvPicPr>
                      <p:cNvPr id="8" name="Object 7" hidden="1">
                        <a:extLst>
                          <a:ext uri="{FF2B5EF4-FFF2-40B4-BE49-F238E27FC236}">
                            <a16:creationId xmlns:a16="http://schemas.microsoft.com/office/drawing/2014/main" id="{F591742D-FD40-40E6-B089-F614B36C758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381001"/>
            <a:ext cx="11430000" cy="1295401"/>
          </a:xfrm>
          <a:prstGeom prst="rect">
            <a:avLst/>
          </a:prstGeom>
        </p:spPr>
        <p:txBody>
          <a:bodyPr vert="horz" lIns="0" tIns="45720" rIns="0" bIns="0" rtlCol="0" anchor="t" anchorCtr="0">
            <a:normAutofit/>
          </a:bodyPr>
          <a:lstStyle/>
          <a:p>
            <a:r>
              <a:rPr lang="pt-BR"/>
              <a:t>Click </a:t>
            </a:r>
            <a:r>
              <a:rPr lang="pt-BR" err="1"/>
              <a:t>to</a:t>
            </a:r>
            <a:r>
              <a:rPr lang="pt-BR"/>
              <a:t> </a:t>
            </a:r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title</a:t>
            </a:r>
            <a:r>
              <a:rPr lang="pt-BR"/>
              <a:t> </a:t>
            </a:r>
            <a:r>
              <a:rPr lang="pt-BR" err="1"/>
              <a:t>style</a:t>
            </a:r>
            <a:endParaRPr lang="pt-B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828800"/>
            <a:ext cx="11430000" cy="4686300"/>
          </a:xfrm>
          <a:prstGeom prst="rect">
            <a:avLst/>
          </a:prstGeom>
        </p:spPr>
        <p:txBody>
          <a:bodyPr vert="horz" lIns="0" tIns="91440" rIns="0" bIns="45720" rtlCol="0">
            <a:normAutofit/>
          </a:bodyPr>
          <a:lstStyle/>
          <a:p>
            <a:pPr lvl="0"/>
            <a:r>
              <a:rPr lang="pt-BR" err="1"/>
              <a:t>Edit</a:t>
            </a:r>
            <a:r>
              <a:rPr lang="pt-BR"/>
              <a:t> Master </a:t>
            </a:r>
            <a:r>
              <a:rPr lang="pt-BR" err="1"/>
              <a:t>text</a:t>
            </a:r>
            <a:r>
              <a:rPr lang="pt-BR"/>
              <a:t> </a:t>
            </a:r>
            <a:r>
              <a:rPr lang="pt-BR" err="1"/>
              <a:t>styles</a:t>
            </a:r>
            <a:endParaRPr lang="pt-BR"/>
          </a:p>
          <a:p>
            <a:pPr lvl="1"/>
            <a:r>
              <a:rPr lang="pt-BR" err="1"/>
              <a:t>Second</a:t>
            </a:r>
            <a:r>
              <a:rPr lang="pt-BR"/>
              <a:t> </a:t>
            </a:r>
            <a:r>
              <a:rPr lang="pt-BR" err="1"/>
              <a:t>level</a:t>
            </a:r>
            <a:endParaRPr lang="pt-BR"/>
          </a:p>
        </p:txBody>
      </p:sp>
      <p:sp>
        <p:nvSpPr>
          <p:cNvPr id="4" name="GTS_Purple" descr="Accenture Greater Than symbol in purple">
            <a:extLst>
              <a:ext uri="{FF2B5EF4-FFF2-40B4-BE49-F238E27FC236}">
                <a16:creationId xmlns:a16="http://schemas.microsoft.com/office/drawing/2014/main" id="{11962AC2-DF19-3001-81C6-63BD4BBAF2D3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380209" y="6483675"/>
            <a:ext cx="183202" cy="201168"/>
          </a:xfrm>
          <a:custGeom>
            <a:avLst/>
            <a:gdLst>
              <a:gd name="T0" fmla="*/ 0 w 4100"/>
              <a:gd name="T1" fmla="*/ 4500 h 4500"/>
              <a:gd name="T2" fmla="*/ 4100 w 4100"/>
              <a:gd name="T3" fmla="*/ 2837 h 4500"/>
              <a:gd name="T4" fmla="*/ 4100 w 4100"/>
              <a:gd name="T5" fmla="*/ 1663 h 4500"/>
              <a:gd name="T6" fmla="*/ 0 w 4100"/>
              <a:gd name="T7" fmla="*/ 0 h 4500"/>
              <a:gd name="T8" fmla="*/ 0 w 4100"/>
              <a:gd name="T9" fmla="*/ 1175 h 4500"/>
              <a:gd name="T10" fmla="*/ 2651 w 4100"/>
              <a:gd name="T11" fmla="*/ 2250 h 4500"/>
              <a:gd name="T12" fmla="*/ 0 w 4100"/>
              <a:gd name="T13" fmla="*/ 3325 h 4500"/>
              <a:gd name="T14" fmla="*/ 0 w 4100"/>
              <a:gd name="T15" fmla="*/ 4500 h 45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4100" h="4500">
                <a:moveTo>
                  <a:pt x="0" y="4500"/>
                </a:moveTo>
                <a:lnTo>
                  <a:pt x="4100" y="2837"/>
                </a:lnTo>
                <a:lnTo>
                  <a:pt x="4100" y="1663"/>
                </a:lnTo>
                <a:lnTo>
                  <a:pt x="0" y="0"/>
                </a:lnTo>
                <a:lnTo>
                  <a:pt x="0" y="1175"/>
                </a:lnTo>
                <a:lnTo>
                  <a:pt x="2651" y="2250"/>
                </a:lnTo>
                <a:lnTo>
                  <a:pt x="0" y="3325"/>
                </a:lnTo>
                <a:lnTo>
                  <a:pt x="0" y="4500"/>
                </a:lnTo>
                <a:close/>
              </a:path>
            </a:pathLst>
          </a:custGeom>
          <a:solidFill>
            <a:srgbClr val="A100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3966425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hf hdr="0" ftr="0" dt="0"/>
  <p:txStyles>
    <p:titleStyle>
      <a:lvl1pPr marL="0" indent="0" algn="l" defTabSz="914377" rtl="0" eaLnBrk="1" latinLnBrk="0" hangingPunct="1">
        <a:lnSpc>
          <a:spcPct val="70000"/>
        </a:lnSpc>
        <a:spcBef>
          <a:spcPct val="0"/>
        </a:spcBef>
        <a:buNone/>
        <a:defRPr sz="4000" b="1" kern="1200" cap="all" baseline="0">
          <a:solidFill>
            <a:schemeClr val="tx1"/>
          </a:solidFill>
          <a:latin typeface="Simplon BP Bold"/>
          <a:ea typeface="+mj-ea"/>
          <a:cs typeface="+mj-cs"/>
        </a:defRPr>
      </a:lvl1pPr>
    </p:titleStyle>
    <p:bodyStyle>
      <a:lvl1pPr marL="0" indent="0" algn="l" defTabSz="914377" rtl="0" eaLnBrk="1" latinLnBrk="0" hangingPunct="1">
        <a:lnSpc>
          <a:spcPct val="85000"/>
        </a:lnSpc>
        <a:spcBef>
          <a:spcPts val="0"/>
        </a:spcBef>
        <a:buFont typeface="Arial" panose="020B0604020202020204" pitchFamily="34" charset="0"/>
        <a:buNone/>
        <a:defRPr sz="1800" b="1" kern="1200" cap="all" baseline="0">
          <a:solidFill>
            <a:schemeClr val="tx1"/>
          </a:solidFill>
          <a:latin typeface="Simplon BP Bold"/>
          <a:ea typeface="+mn-ea"/>
          <a:cs typeface="+mn-cs"/>
        </a:defRPr>
      </a:lvl1pPr>
      <a:lvl2pPr marL="0" indent="0" algn="l" defTabSz="914377" rtl="0" eaLnBrk="1" latinLnBrk="0" hangingPunct="1">
        <a:lnSpc>
          <a:spcPct val="90000"/>
        </a:lnSpc>
        <a:spcBef>
          <a:spcPts val="0"/>
        </a:spcBef>
        <a:spcAft>
          <a:spcPts val="1200"/>
        </a:spcAft>
        <a:buFont typeface="Arial" panose="020B0604020202020204" pitchFamily="34" charset="0"/>
        <a:buNone/>
        <a:defRPr sz="2800" kern="1200">
          <a:solidFill>
            <a:schemeClr val="tx1"/>
          </a:solidFill>
          <a:latin typeface="Simplon BP Regular"/>
          <a:ea typeface="+mn-ea"/>
          <a:cs typeface="+mn-cs"/>
        </a:defRPr>
      </a:lvl2pPr>
      <a:lvl3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900"/>
        </a:spcAft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73034" indent="-169858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346066" indent="-177796" algn="l" defTabSz="914377" rtl="0" eaLnBrk="1" latinLnBrk="0" hangingPunct="1">
        <a:lnSpc>
          <a:spcPct val="110000"/>
        </a:lnSpc>
        <a:spcBef>
          <a:spcPts val="0"/>
        </a:spcBef>
        <a:spcAft>
          <a:spcPts val="0"/>
        </a:spcAft>
        <a:buFont typeface="Graphik" panose="020B0503030202060203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512750" indent="-17303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0" indent="0" algn="l" defTabSz="914377" rtl="0" eaLnBrk="1" latinLnBrk="0" hangingPunct="1">
        <a:lnSpc>
          <a:spcPct val="90000"/>
        </a:lnSpc>
        <a:spcBef>
          <a:spcPts val="800"/>
        </a:spcBef>
        <a:buFont typeface="Arial" panose="020B0604020202020204" pitchFamily="34" charset="0"/>
        <a:buNone/>
        <a:defRPr sz="1200" b="1" kern="1200" cap="all" baseline="0">
          <a:solidFill>
            <a:schemeClr val="tx1"/>
          </a:solidFill>
          <a:latin typeface="+mj-lt"/>
          <a:ea typeface="+mn-ea"/>
          <a:cs typeface="+mn-cs"/>
        </a:defRPr>
      </a:lvl7pPr>
      <a:lvl8pPr marL="0" indent="0" algn="l" defTabSz="914377" rtl="0" eaLnBrk="1" latinLnBrk="0" hangingPunct="1">
        <a:lnSpc>
          <a:spcPct val="100000"/>
        </a:lnSpc>
        <a:spcBef>
          <a:spcPts val="0"/>
        </a:spcBef>
        <a:spcAft>
          <a:spcPts val="800"/>
        </a:spcAft>
        <a:buFont typeface="Arial" panose="020B0604020202020204" pitchFamily="34" charset="0"/>
        <a:buNone/>
        <a:defRPr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0" indent="0" algn="l" defTabSz="914377" rtl="0" eaLnBrk="1" latinLnBrk="0" hangingPunct="1">
        <a:lnSpc>
          <a:spcPct val="110000"/>
        </a:lnSpc>
        <a:spcBef>
          <a:spcPts val="0"/>
        </a:spcBef>
        <a:spcAft>
          <a:spcPts val="600"/>
        </a:spcAft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224">
          <p15:clr>
            <a:srgbClr val="F26B43"/>
          </p15:clr>
        </p15:guide>
        <p15:guide id="2" pos="5640">
          <p15:clr>
            <a:srgbClr val="F26B43"/>
          </p15:clr>
        </p15:guide>
        <p15:guide id="4">
          <p15:clr>
            <a:srgbClr val="F26B43"/>
          </p15:clr>
        </p15:guide>
        <p15:guide id="5" orient="horz" pos="240">
          <p15:clr>
            <a:srgbClr val="F26B43"/>
          </p15:clr>
        </p15:guide>
        <p15:guide id="6" orient="horz">
          <p15:clr>
            <a:srgbClr val="F26B43"/>
          </p15:clr>
        </p15:guide>
        <p15:guide id="7" pos="7680">
          <p15:clr>
            <a:srgbClr val="F26B43"/>
          </p15:clr>
        </p15:guide>
        <p15:guide id="9" pos="240">
          <p15:clr>
            <a:srgbClr val="F26B43"/>
          </p15:clr>
        </p15:guide>
        <p15:guide id="10" orient="horz" pos="4224">
          <p15:clr>
            <a:srgbClr val="F26B43"/>
          </p15:clr>
        </p15:guide>
        <p15:guide id="11" pos="3840">
          <p15:clr>
            <a:srgbClr val="F26B43"/>
          </p15:clr>
        </p15:guide>
        <p15:guide id="13" pos="2040">
          <p15:clr>
            <a:srgbClr val="F26B43"/>
          </p15:clr>
        </p15:guide>
        <p15:guide id="14" pos="7440">
          <p15:clr>
            <a:srgbClr val="F26B43"/>
          </p15:clr>
        </p15:guide>
        <p15:guide id="15" orient="horz" pos="2232">
          <p15:clr>
            <a:srgbClr val="F26B43"/>
          </p15:clr>
        </p15:guide>
        <p15:guide id="16" orient="horz" pos="324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416024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84" r:id="rId1"/>
    <p:sldLayoutId id="2147483985" r:id="rId2"/>
    <p:sldLayoutId id="2147483986" r:id="rId3"/>
    <p:sldLayoutId id="2147483987" r:id="rId4"/>
    <p:sldLayoutId id="2147483988" r:id="rId5"/>
    <p:sldLayoutId id="2147483989" r:id="rId6"/>
    <p:sldLayoutId id="2147483990" r:id="rId7"/>
    <p:sldLayoutId id="2147483991" r:id="rId8"/>
    <p:sldLayoutId id="2147483992" r:id="rId9"/>
    <p:sldLayoutId id="2147483993" r:id="rId10"/>
    <p:sldLayoutId id="2147483994" r:id="rId11"/>
    <p:sldLayoutId id="2147483995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/>
          <p:cNvSpPr txBox="1"/>
          <p:nvPr/>
        </p:nvSpPr>
        <p:spPr>
          <a:xfrm>
            <a:off x="15449031" y="818709"/>
            <a:ext cx="1219200" cy="91440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defTabSz="609585">
              <a:lnSpc>
                <a:spcPts val="2400"/>
              </a:lnSpc>
              <a:spcBef>
                <a:spcPts val="1067"/>
              </a:spcBef>
              <a:buClrTx/>
              <a:buFontTx/>
              <a:buNone/>
            </a:pPr>
            <a:endParaRPr lang="en-US" sz="2133" i="1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-4118981" y="21998"/>
            <a:ext cx="4004200" cy="274204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7466"/>
              </a:lnSpc>
              <a:spcBef>
                <a:spcPts val="1067"/>
              </a:spcBef>
              <a:buClrTx/>
              <a:buFontTx/>
              <a:buNone/>
            </a:pPr>
            <a:r>
              <a:rPr lang="en-US" sz="7466" kern="1200" err="1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Título</a:t>
            </a:r>
            <a:r>
              <a:rPr lang="en-US" sz="7466" kern="1200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 Simplon </a:t>
            </a:r>
            <a:r>
              <a:rPr lang="en-US" sz="7466" kern="1200" err="1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Oi</a:t>
            </a:r>
            <a:r>
              <a:rPr lang="en-US" sz="7466" kern="1200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 42pt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-4069811" y="3108297"/>
            <a:ext cx="3652352" cy="1469707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3733"/>
              </a:lnSpc>
              <a:buClrTx/>
              <a:buFontTx/>
              <a:buNone/>
            </a:pPr>
            <a:r>
              <a:rPr lang="en-US" sz="3733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SUBTÍTULOS</a:t>
            </a:r>
          </a:p>
          <a:p>
            <a:pPr defTabSz="609585">
              <a:lnSpc>
                <a:spcPts val="3733"/>
              </a:lnSpc>
              <a:buClrTx/>
              <a:buFontTx/>
              <a:buNone/>
            </a:pPr>
            <a:r>
              <a:rPr lang="en-US" sz="3733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SIMPLON BP REGULAR 21PT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-4069811" y="4824488"/>
            <a:ext cx="3652352" cy="39521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lnSpc>
                <a:spcPts val="1867"/>
              </a:lnSpc>
              <a:buClrTx/>
              <a:buFontTx/>
              <a:buNone/>
            </a:pPr>
            <a:r>
              <a:rPr lang="en-US" sz="1867" kern="1200" err="1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Textos</a:t>
            </a:r>
            <a:r>
              <a:rPr lang="en-US" sz="1867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 Simplon BP Regular 14pt</a:t>
            </a:r>
          </a:p>
        </p:txBody>
      </p:sp>
      <p:sp>
        <p:nvSpPr>
          <p:cNvPr id="74" name="Rectangle 35"/>
          <p:cNvSpPr/>
          <p:nvPr/>
        </p:nvSpPr>
        <p:spPr>
          <a:xfrm>
            <a:off x="13344424" y="412105"/>
            <a:ext cx="1182176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pt-BR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ROXO</a:t>
            </a: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ROSA</a:t>
            </a: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LARANJA</a:t>
            </a: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AMARELO</a:t>
            </a: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VERDE</a:t>
            </a: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AZUL</a:t>
            </a: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endParaRPr lang="en-US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D4D"/>
                </a:solidFill>
                <a:latin typeface="Simplon BP Regular"/>
                <a:ea typeface="+mn-ea"/>
                <a:cs typeface="Simplon BP Regular"/>
              </a:rPr>
              <a:t>CINZA</a:t>
            </a:r>
            <a:endParaRPr lang="hr-HR" sz="1600" kern="1200">
              <a:solidFill>
                <a:srgbClr val="4D4D4D"/>
              </a:solidFill>
              <a:latin typeface="Simplon BP Regular"/>
              <a:ea typeface="+mn-ea"/>
              <a:cs typeface="Simplon BP Regular"/>
            </a:endParaRPr>
          </a:p>
        </p:txBody>
      </p:sp>
      <p:sp>
        <p:nvSpPr>
          <p:cNvPr id="75" name="Rectangle 36"/>
          <p:cNvSpPr/>
          <p:nvPr/>
        </p:nvSpPr>
        <p:spPr>
          <a:xfrm>
            <a:off x="13355795" y="1447394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234  G 40  B 140</a:t>
            </a:r>
          </a:p>
        </p:txBody>
      </p:sp>
      <p:sp>
        <p:nvSpPr>
          <p:cNvPr id="76" name="Rectangle 37"/>
          <p:cNvSpPr/>
          <p:nvPr/>
        </p:nvSpPr>
        <p:spPr>
          <a:xfrm>
            <a:off x="13355795" y="718299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  <a:defRPr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160  G 43  B 255 </a:t>
            </a:r>
          </a:p>
        </p:txBody>
      </p:sp>
      <p:sp>
        <p:nvSpPr>
          <p:cNvPr id="77" name="Rectangle 38"/>
          <p:cNvSpPr/>
          <p:nvPr/>
        </p:nvSpPr>
        <p:spPr>
          <a:xfrm>
            <a:off x="13355795" y="2129234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255  G 109  B 0</a:t>
            </a:r>
          </a:p>
        </p:txBody>
      </p:sp>
      <p:sp>
        <p:nvSpPr>
          <p:cNvPr id="78" name="Rectangle 39"/>
          <p:cNvSpPr/>
          <p:nvPr/>
        </p:nvSpPr>
        <p:spPr>
          <a:xfrm>
            <a:off x="13355795" y="2868742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255  G 255  B 0</a:t>
            </a:r>
          </a:p>
        </p:txBody>
      </p:sp>
      <p:sp>
        <p:nvSpPr>
          <p:cNvPr id="79" name="Rectangle 39"/>
          <p:cNvSpPr/>
          <p:nvPr/>
        </p:nvSpPr>
        <p:spPr>
          <a:xfrm>
            <a:off x="13355795" y="361161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0  G 211  B 24</a:t>
            </a:r>
          </a:p>
        </p:txBody>
      </p:sp>
      <p:sp>
        <p:nvSpPr>
          <p:cNvPr id="80" name="Rectangle 39"/>
          <p:cNvSpPr/>
          <p:nvPr/>
        </p:nvSpPr>
        <p:spPr>
          <a:xfrm>
            <a:off x="13355795" y="4379205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0  G 206  B 255</a:t>
            </a:r>
          </a:p>
        </p:txBody>
      </p:sp>
      <p:sp>
        <p:nvSpPr>
          <p:cNvPr id="81" name="Freeform 5"/>
          <p:cNvSpPr>
            <a:spLocks/>
          </p:cNvSpPr>
          <p:nvPr/>
        </p:nvSpPr>
        <p:spPr bwMode="auto">
          <a:xfrm>
            <a:off x="12419232" y="40709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82" name="Freeform 5"/>
          <p:cNvSpPr>
            <a:spLocks/>
          </p:cNvSpPr>
          <p:nvPr/>
        </p:nvSpPr>
        <p:spPr bwMode="auto">
          <a:xfrm>
            <a:off x="12419232" y="3339166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83" name="Freeform 5"/>
          <p:cNvSpPr>
            <a:spLocks/>
          </p:cNvSpPr>
          <p:nvPr/>
        </p:nvSpPr>
        <p:spPr bwMode="auto">
          <a:xfrm>
            <a:off x="12419232" y="2607402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84" name="Freeform 5"/>
          <p:cNvSpPr>
            <a:spLocks/>
          </p:cNvSpPr>
          <p:nvPr/>
        </p:nvSpPr>
        <p:spPr bwMode="auto">
          <a:xfrm>
            <a:off x="12419232" y="1875638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85" name="Freeform 5"/>
          <p:cNvSpPr>
            <a:spLocks/>
          </p:cNvSpPr>
          <p:nvPr/>
        </p:nvSpPr>
        <p:spPr bwMode="auto">
          <a:xfrm>
            <a:off x="12419232" y="121126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86" name="Freeform 5"/>
          <p:cNvSpPr>
            <a:spLocks/>
          </p:cNvSpPr>
          <p:nvPr/>
        </p:nvSpPr>
        <p:spPr bwMode="auto">
          <a:xfrm>
            <a:off x="12419232" y="412107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87" name="Rectangle 39"/>
          <p:cNvSpPr/>
          <p:nvPr/>
        </p:nvSpPr>
        <p:spPr>
          <a:xfrm>
            <a:off x="13355795" y="5124107"/>
            <a:ext cx="180800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09585">
              <a:buClrTx/>
              <a:buFontTx/>
              <a:buNone/>
            </a:pPr>
            <a:r>
              <a:rPr lang="en-US" sz="1600" kern="1200">
                <a:solidFill>
                  <a:srgbClr val="4D4E50"/>
                </a:solidFill>
                <a:latin typeface="Simplon BP Regular"/>
                <a:ea typeface="+mn-ea"/>
                <a:cs typeface="Simplon BP Regular"/>
              </a:rPr>
              <a:t>R 77  G 77  B 77</a:t>
            </a:r>
          </a:p>
        </p:txBody>
      </p:sp>
      <p:sp>
        <p:nvSpPr>
          <p:cNvPr id="88" name="Freeform 5"/>
          <p:cNvSpPr>
            <a:spLocks/>
          </p:cNvSpPr>
          <p:nvPr/>
        </p:nvSpPr>
        <p:spPr bwMode="auto">
          <a:xfrm>
            <a:off x="12419232" y="481583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4D4D4D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04" name="TextBox 39"/>
          <p:cNvSpPr txBox="1"/>
          <p:nvPr/>
        </p:nvSpPr>
        <p:spPr>
          <a:xfrm>
            <a:off x="12419238" y="18477"/>
            <a:ext cx="164248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  <a:buClrTx/>
              <a:buFontTx/>
              <a:buNone/>
            </a:pPr>
            <a:r>
              <a:rPr lang="en-US" sz="2133" kern="1200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Cores </a:t>
            </a:r>
            <a:r>
              <a:rPr lang="en-US" sz="2133" kern="1200" err="1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oi</a:t>
            </a:r>
            <a:endParaRPr lang="en-US" sz="2133" kern="1200">
              <a:solidFill>
                <a:srgbClr val="4D4D4D"/>
              </a:solidFill>
              <a:latin typeface="Simplon Oi Headline"/>
              <a:ea typeface="+mn-ea"/>
              <a:cs typeface="Simplon Oi Headline"/>
            </a:endParaRPr>
          </a:p>
        </p:txBody>
      </p:sp>
      <p:sp>
        <p:nvSpPr>
          <p:cNvPr id="105" name="TextBox 39"/>
          <p:cNvSpPr txBox="1"/>
          <p:nvPr/>
        </p:nvSpPr>
        <p:spPr>
          <a:xfrm>
            <a:off x="-9090" y="7016177"/>
            <a:ext cx="8430251" cy="34982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>
              <a:spcBef>
                <a:spcPts val="1067"/>
              </a:spcBef>
              <a:buClrTx/>
              <a:buFontTx/>
              <a:buNone/>
            </a:pPr>
            <a:r>
              <a:rPr lang="en-US" sz="2133" kern="1200" err="1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Esquemas</a:t>
            </a:r>
            <a:r>
              <a:rPr lang="en-US" sz="2133" kern="1200">
                <a:solidFill>
                  <a:srgbClr val="4D4D4D"/>
                </a:solidFill>
                <a:latin typeface="Simplon Oi Headline"/>
                <a:ea typeface="+mn-ea"/>
                <a:cs typeface="Simplon Oi Headline"/>
              </a:rPr>
              <a:t> de cores </a:t>
            </a:r>
            <a:r>
              <a:rPr lang="en-US" sz="2133" kern="1200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(</a:t>
            </a:r>
            <a:r>
              <a:rPr lang="en-US" sz="2133" kern="1200" err="1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usar</a:t>
            </a:r>
            <a:r>
              <a:rPr lang="en-US" sz="2133" kern="1200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 </a:t>
            </a:r>
            <a:r>
              <a:rPr lang="en-US" sz="2133" kern="1200" err="1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apenas</a:t>
            </a:r>
            <a:r>
              <a:rPr lang="en-US" sz="2133" kern="1200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 2 cores dos </a:t>
            </a:r>
            <a:r>
              <a:rPr lang="en-US" sz="2133" kern="1200" err="1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esquemas</a:t>
            </a:r>
            <a:r>
              <a:rPr lang="en-US" sz="2133" kern="1200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 </a:t>
            </a:r>
            <a:r>
              <a:rPr lang="en-US" sz="2133" kern="1200" err="1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abaixo</a:t>
            </a:r>
            <a:r>
              <a:rPr lang="en-US" sz="2133" kern="1200">
                <a:solidFill>
                  <a:srgbClr val="4D4D4D"/>
                </a:solidFill>
                <a:latin typeface="Simplon BP Regular" pitchFamily="2" charset="0"/>
                <a:ea typeface="+mn-ea"/>
                <a:cs typeface="Simplon Oi Headline"/>
              </a:rPr>
              <a:t>)</a:t>
            </a:r>
          </a:p>
        </p:txBody>
      </p:sp>
      <p:sp>
        <p:nvSpPr>
          <p:cNvPr id="106" name="Freeform 5"/>
          <p:cNvSpPr>
            <a:spLocks/>
          </p:cNvSpPr>
          <p:nvPr/>
        </p:nvSpPr>
        <p:spPr bwMode="auto">
          <a:xfrm>
            <a:off x="0" y="7391405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EA288C"/>
              </a:gs>
              <a:gs pos="50000">
                <a:srgbClr val="A02BFF"/>
              </a:gs>
              <a:gs pos="100000">
                <a:srgbClr val="00CEFF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07" name="Freeform 5"/>
          <p:cNvSpPr>
            <a:spLocks/>
          </p:cNvSpPr>
          <p:nvPr/>
        </p:nvSpPr>
        <p:spPr bwMode="auto">
          <a:xfrm>
            <a:off x="-1" y="8140058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08" name="Freeform 5"/>
          <p:cNvSpPr>
            <a:spLocks/>
          </p:cNvSpPr>
          <p:nvPr/>
        </p:nvSpPr>
        <p:spPr bwMode="auto">
          <a:xfrm>
            <a:off x="1001183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A02B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09" name="Freeform 5"/>
          <p:cNvSpPr>
            <a:spLocks/>
          </p:cNvSpPr>
          <p:nvPr/>
        </p:nvSpPr>
        <p:spPr bwMode="auto">
          <a:xfrm>
            <a:off x="2002367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0" name="Freeform 5"/>
          <p:cNvSpPr>
            <a:spLocks/>
          </p:cNvSpPr>
          <p:nvPr/>
        </p:nvSpPr>
        <p:spPr bwMode="auto">
          <a:xfrm>
            <a:off x="3224743" y="7391405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00CEFF"/>
              </a:gs>
              <a:gs pos="50000">
                <a:srgbClr val="00D318"/>
              </a:gs>
              <a:gs pos="100000">
                <a:srgbClr val="FFFF00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1" name="Freeform 5"/>
          <p:cNvSpPr>
            <a:spLocks/>
          </p:cNvSpPr>
          <p:nvPr/>
        </p:nvSpPr>
        <p:spPr bwMode="auto">
          <a:xfrm>
            <a:off x="3224741" y="8140058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CEFF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2" name="Freeform 5"/>
          <p:cNvSpPr>
            <a:spLocks/>
          </p:cNvSpPr>
          <p:nvPr/>
        </p:nvSpPr>
        <p:spPr bwMode="auto">
          <a:xfrm>
            <a:off x="4225925" y="8140054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00D318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3" name="Freeform 5"/>
          <p:cNvSpPr>
            <a:spLocks/>
          </p:cNvSpPr>
          <p:nvPr/>
        </p:nvSpPr>
        <p:spPr bwMode="auto">
          <a:xfrm>
            <a:off x="5227109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4" name="Freeform 5"/>
          <p:cNvSpPr>
            <a:spLocks/>
          </p:cNvSpPr>
          <p:nvPr/>
        </p:nvSpPr>
        <p:spPr bwMode="auto">
          <a:xfrm>
            <a:off x="6418793" y="7391402"/>
            <a:ext cx="2952752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gradFill>
            <a:gsLst>
              <a:gs pos="0">
                <a:srgbClr val="FFFF00"/>
              </a:gs>
              <a:gs pos="50000">
                <a:srgbClr val="FF6D00"/>
              </a:gs>
              <a:gs pos="100000">
                <a:srgbClr val="EA288C"/>
              </a:gs>
            </a:gsLst>
            <a:lin ang="0" scaled="0"/>
          </a:gra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5" name="Freeform 5"/>
          <p:cNvSpPr>
            <a:spLocks/>
          </p:cNvSpPr>
          <p:nvPr/>
        </p:nvSpPr>
        <p:spPr bwMode="auto">
          <a:xfrm>
            <a:off x="6418792" y="8140053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FF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6" name="Freeform 5"/>
          <p:cNvSpPr>
            <a:spLocks/>
          </p:cNvSpPr>
          <p:nvPr/>
        </p:nvSpPr>
        <p:spPr bwMode="auto">
          <a:xfrm>
            <a:off x="7419976" y="8140051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FF6D00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  <p:sp>
        <p:nvSpPr>
          <p:cNvPr id="117" name="Freeform 5"/>
          <p:cNvSpPr>
            <a:spLocks/>
          </p:cNvSpPr>
          <p:nvPr/>
        </p:nvSpPr>
        <p:spPr bwMode="auto">
          <a:xfrm>
            <a:off x="8421161" y="8140058"/>
            <a:ext cx="950384" cy="681567"/>
          </a:xfrm>
          <a:custGeom>
            <a:avLst/>
            <a:gdLst>
              <a:gd name="T0" fmla="*/ 0 w 3197"/>
              <a:gd name="T1" fmla="*/ 2666 h 2666"/>
              <a:gd name="T2" fmla="*/ 0 w 3197"/>
              <a:gd name="T3" fmla="*/ 2666 h 2666"/>
              <a:gd name="T4" fmla="*/ 3197 w 3197"/>
              <a:gd name="T5" fmla="*/ 2666 h 2666"/>
              <a:gd name="T6" fmla="*/ 3197 w 3197"/>
              <a:gd name="T7" fmla="*/ 0 h 2666"/>
              <a:gd name="T8" fmla="*/ 0 w 3197"/>
              <a:gd name="T9" fmla="*/ 0 h 2666"/>
              <a:gd name="T10" fmla="*/ 0 w 3197"/>
              <a:gd name="T11" fmla="*/ 2666 h 266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</a:cxnLst>
            <a:rect l="0" t="0" r="r" b="b"/>
            <a:pathLst>
              <a:path w="3197" h="2666">
                <a:moveTo>
                  <a:pt x="0" y="2666"/>
                </a:moveTo>
                <a:lnTo>
                  <a:pt x="0" y="2666"/>
                </a:lnTo>
                <a:lnTo>
                  <a:pt x="3197" y="2666"/>
                </a:lnTo>
                <a:lnTo>
                  <a:pt x="3197" y="0"/>
                </a:lnTo>
                <a:lnTo>
                  <a:pt x="0" y="0"/>
                </a:lnTo>
                <a:lnTo>
                  <a:pt x="0" y="2666"/>
                </a:lnTo>
                <a:close/>
              </a:path>
            </a:pathLst>
          </a:custGeom>
          <a:solidFill>
            <a:srgbClr val="EA288C"/>
          </a:solidFill>
          <a:ln w="0">
            <a:noFill/>
            <a:prstDash val="solid"/>
            <a:round/>
            <a:headEnd/>
            <a:tailEnd/>
          </a:ln>
        </p:spPr>
        <p:txBody>
          <a:bodyPr vert="horz" wrap="square" lIns="121920" tIns="60960" rIns="121920" bIns="60960" numCol="1" anchor="t" anchorCtr="0" compatLnSpc="1">
            <a:prstTxWarp prst="textNoShape">
              <a:avLst/>
            </a:prstTxWarp>
          </a:bodyPr>
          <a:lstStyle/>
          <a:p>
            <a:pPr defTabSz="609585">
              <a:buClrTx/>
              <a:buFontTx/>
              <a:buNone/>
            </a:pPr>
            <a:endParaRPr lang="pt-BR" sz="2400" kern="1200">
              <a:solidFill>
                <a:prstClr val="black"/>
              </a:solidFill>
              <a:latin typeface="Georgia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38779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  <p:sldLayoutId id="2147483998" r:id="rId2"/>
  </p:sldLayoutIdLst>
  <p:hf hdr="0" ftr="0" dt="0"/>
  <p:txStyles>
    <p:titleStyle>
      <a:lvl1pPr algn="l" defTabSz="609585" rtl="0" eaLnBrk="1" latinLnBrk="0" hangingPunct="1">
        <a:lnSpc>
          <a:spcPts val="3200"/>
        </a:lnSpc>
        <a:spcBef>
          <a:spcPts val="1467"/>
        </a:spcBef>
        <a:buNone/>
        <a:defRPr sz="2933" i="1" kern="1200">
          <a:solidFill>
            <a:schemeClr val="tx1"/>
          </a:solidFill>
          <a:latin typeface="+mn-lt"/>
          <a:ea typeface="+mj-ea"/>
          <a:cs typeface="Arial"/>
        </a:defRPr>
      </a:lvl1pPr>
    </p:titleStyle>
    <p:bodyStyle>
      <a:lvl1pPr marL="0" indent="0" algn="l" defTabSz="609585" rtl="0" eaLnBrk="1" latinLnBrk="0" hangingPunct="1">
        <a:lnSpc>
          <a:spcPts val="2667"/>
        </a:lnSpc>
        <a:spcBef>
          <a:spcPts val="1200"/>
        </a:spcBef>
        <a:buFont typeface="Arial"/>
        <a:buNone/>
        <a:defRPr sz="2400" b="0" i="0" kern="1200" baseline="0">
          <a:solidFill>
            <a:schemeClr val="tx1"/>
          </a:solidFill>
          <a:latin typeface="Museo Sans 300"/>
          <a:ea typeface="+mn-ea"/>
          <a:cs typeface="Museo Sans 300"/>
        </a:defRPr>
      </a:lvl1pPr>
      <a:lvl2pPr marL="234945" indent="-234945" algn="l" defTabSz="609585" rtl="0" eaLnBrk="1" latinLnBrk="0" hangingPunct="1">
        <a:lnSpc>
          <a:spcPts val="2667"/>
        </a:lnSpc>
        <a:spcBef>
          <a:spcPts val="1200"/>
        </a:spcBef>
        <a:buSzPct val="50000"/>
        <a:buFont typeface="Arial"/>
        <a:buChar char="•"/>
        <a:tabLst/>
        <a:defRPr sz="2400" b="0" i="0" kern="1200">
          <a:solidFill>
            <a:schemeClr val="tx1"/>
          </a:solidFill>
          <a:latin typeface="Museo Sans 300"/>
          <a:ea typeface="+mn-ea"/>
          <a:cs typeface="Museo Sans 300"/>
        </a:defRPr>
      </a:lvl2pPr>
      <a:lvl3pPr marL="1219170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2133" b="0" i="0" kern="1200">
          <a:solidFill>
            <a:schemeClr val="tx1"/>
          </a:solidFill>
          <a:latin typeface="Museo Sans 300"/>
          <a:ea typeface="+mn-ea"/>
          <a:cs typeface="Museo Sans 300"/>
        </a:defRPr>
      </a:lvl3pPr>
      <a:lvl4pPr marL="1828754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4pPr>
      <a:lvl5pPr marL="2438339" indent="0" algn="l" defTabSz="609585" rtl="0" eaLnBrk="1" latinLnBrk="0" hangingPunct="1">
        <a:lnSpc>
          <a:spcPts val="2933"/>
        </a:lnSpc>
        <a:spcBef>
          <a:spcPts val="0"/>
        </a:spcBef>
        <a:buFont typeface="Arial"/>
        <a:buNone/>
        <a:defRPr sz="1867" b="0" i="0" kern="1200">
          <a:solidFill>
            <a:schemeClr val="tx1"/>
          </a:solidFill>
          <a:latin typeface="Museo Sans 300"/>
          <a:ea typeface="+mn-ea"/>
          <a:cs typeface="Museo Sans 300"/>
        </a:defRPr>
      </a:lvl5pPr>
      <a:lvl6pPr marL="335271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609585" rtl="0" eaLnBrk="1" latinLnBrk="0" hangingPunct="1">
        <a:spcBef>
          <a:spcPct val="20000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accent2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to 4" hidden="1"/>
          <p:cNvGraphicFramePr>
            <a:graphicFrameLocks noChangeAspect="1"/>
          </p:cNvGraphicFramePr>
          <p:nvPr userDrawn="1">
            <p:custDataLst>
              <p:tags r:id="rId14"/>
            </p:custDataLst>
            <p:extLst>
              <p:ext uri="{D42A27DB-BD31-4B8C-83A1-F6EECF244321}">
                <p14:modId xmlns:p14="http://schemas.microsoft.com/office/powerpoint/2010/main" val="9873218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15" imgW="421" imgH="423" progId="TCLayout.ActiveDocument.1">
                  <p:embed/>
                </p:oleObj>
              </mc:Choice>
              <mc:Fallback>
                <p:oleObj name="Slide do think-cell" r:id="rId15" imgW="421" imgH="423" progId="TCLayout.ActiveDocument.1">
                  <p:embed/>
                  <p:pic>
                    <p:nvPicPr>
                      <p:cNvPr id="5" name="Objeto 4" hidden="1"/>
                      <p:cNvPicPr/>
                      <p:nvPr/>
                    </p:nvPicPr>
                    <p:blipFill>
                      <a:blip r:embed="rId1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032491" y="6596766"/>
            <a:ext cx="316751" cy="276999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fld id="{86CB4B4D-7CA3-9044-876B-883B54F8677D}" type="slidenum">
              <a:rPr lang="pt-BR" smtClean="0"/>
              <a:pPr/>
              <a:t>‹#›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3"/>
          </p:nvPr>
        </p:nvSpPr>
        <p:spPr>
          <a:xfrm>
            <a:off x="609600" y="6509886"/>
            <a:ext cx="160133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ítulo 4"/>
          <p:cNvSpPr txBox="1">
            <a:spLocks/>
          </p:cNvSpPr>
          <p:nvPr userDrawn="1"/>
        </p:nvSpPr>
        <p:spPr>
          <a:xfrm>
            <a:off x="314182" y="119371"/>
            <a:ext cx="10756482" cy="558294"/>
          </a:xfrm>
          <a:prstGeom prst="rect">
            <a:avLst/>
          </a:prstGeom>
        </p:spPr>
        <p:txBody>
          <a:bodyPr vert="horz"/>
          <a:lstStyle>
            <a:lvl1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0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2pPr>
            <a:lvl3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3pPr>
            <a:lvl4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4pPr>
            <a:lvl5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hangingPunct="1"/>
            <a:r>
              <a:rPr lang="pt-BR"/>
              <a:t>tópico/texto</a:t>
            </a:r>
            <a:endParaRPr lang="en-US"/>
          </a:p>
        </p:txBody>
      </p:sp>
      <p:sp>
        <p:nvSpPr>
          <p:cNvPr id="8" name="Espaço Reservado para Texto 41"/>
          <p:cNvSpPr txBox="1">
            <a:spLocks/>
          </p:cNvSpPr>
          <p:nvPr userDrawn="1"/>
        </p:nvSpPr>
        <p:spPr>
          <a:xfrm>
            <a:off x="58505" y="861942"/>
            <a:ext cx="11267836" cy="4829173"/>
          </a:xfrm>
          <a:prstGeom prst="rect">
            <a:avLst/>
          </a:prstGeom>
        </p:spPr>
        <p:txBody>
          <a:bodyPr numCol="1"/>
          <a:lstStyle>
            <a:lvl1pPr marL="273050" marR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1pPr>
            <a:lvl2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2pPr>
            <a:lvl3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3pPr>
            <a:lvl4pPr marL="627063" marR="0" indent="-354013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4pPr>
            <a:lvl5pPr marL="273050" marR="0" indent="0" algn="l" defTabSz="914400" rtl="0" latinLnBrk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Clr>
                <a:srgbClr val="00D318"/>
              </a:buClr>
              <a:buSzTx/>
              <a:buFont typeface="Arial" panose="020B0604020202020204" pitchFamily="34" charset="0"/>
              <a:buNone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Simplon BP Bold" pitchFamily="2" charset="0"/>
                <a:ea typeface="+mj-ea"/>
                <a:cs typeface="+mj-cs"/>
                <a:sym typeface="Simplon BP Regular"/>
              </a:defRPr>
            </a:lvl5pPr>
            <a:lvl6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6pPr>
            <a:lvl7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7pPr>
            <a:lvl8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8pPr>
            <a:lvl9pPr marL="0" marR="0" indent="0" algn="l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Simplon BP Regular"/>
              </a:defRPr>
            </a:lvl9pPr>
          </a:lstStyle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pt-BR"/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  <a:p>
            <a:pPr marL="627063" indent="-354013">
              <a:buFont typeface="Arial" panose="020B0604020202020204" pitchFamily="34" charset="0"/>
              <a:buChar char="•"/>
              <a:defRPr/>
            </a:pPr>
            <a:r>
              <a:rPr lang="en-US" err="1">
                <a:solidFill>
                  <a:srgbClr val="4D4D4D"/>
                </a:solidFill>
              </a:rPr>
              <a:t>Simplonbpregular</a:t>
            </a:r>
            <a:r>
              <a:rPr lang="en-US" err="1">
                <a:solidFill>
                  <a:schemeClr val="accent1"/>
                </a:solidFill>
              </a:rPr>
              <a:t>simplonbpBold</a:t>
            </a:r>
            <a:endParaRPr lang="en-US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693411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00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transition spd="med"/>
  <p:hf hdr="0" ftr="0" dt="0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Simplon BP Regular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1pPr>
      <a:lvl2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2pPr>
      <a:lvl3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3pPr>
      <a:lvl4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4pPr>
      <a:lvl5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5pPr>
      <a:lvl6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6pPr>
      <a:lvl7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7pPr>
      <a:lvl8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8pPr>
      <a:lvl9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Simplon BP Regular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1.xml"/><Relationship Id="rId5" Type="http://schemas.openxmlformats.org/officeDocument/2006/relationships/image" Target="../media/image1.emf"/><Relationship Id="rId4" Type="http://schemas.openxmlformats.org/officeDocument/2006/relationships/oleObject" Target="../embeddings/oleObject56.bin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to 6" hidden="1"/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Slide do think-cell" r:id="rId4" imgW="421" imgH="423" progId="TCLayout.ActiveDocument.1">
                  <p:embed/>
                </p:oleObj>
              </mc:Choice>
              <mc:Fallback>
                <p:oleObj name="Slide do think-cell" r:id="rId4" imgW="421" imgH="423" progId="TCLayout.ActiveDocument.1">
                  <p:embed/>
                  <p:pic>
                    <p:nvPicPr>
                      <p:cNvPr id="7" name="Objeto 6" hidden="1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ítulo 2"/>
          <p:cNvSpPr>
            <a:spLocks noGrp="1"/>
          </p:cNvSpPr>
          <p:nvPr>
            <p:ph type="title"/>
          </p:nvPr>
        </p:nvSpPr>
        <p:spPr>
          <a:xfrm>
            <a:off x="1190260" y="998024"/>
            <a:ext cx="5923700" cy="791776"/>
          </a:xfrm>
        </p:spPr>
        <p:txBody>
          <a:bodyPr/>
          <a:lstStyle/>
          <a:p>
            <a:r>
              <a:rPr lang="en-US"/>
              <a:t>Twist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11"/>
          </p:nvPr>
        </p:nvSpPr>
        <p:spPr>
          <a:xfrm>
            <a:off x="1093996" y="5759963"/>
            <a:ext cx="2119887" cy="352425"/>
          </a:xfrm>
          <a:noFill/>
        </p:spPr>
        <p:txBody>
          <a:bodyPr lIns="91440" tIns="45720" rIns="91440" bIns="45720" anchor="t"/>
          <a:lstStyle/>
          <a:p>
            <a:r>
              <a:rPr lang="pt-BR" dirty="0">
                <a:solidFill>
                  <a:schemeClr val="accent2"/>
                </a:solidFill>
              </a:rPr>
              <a:t>07-Fev-2025</a:t>
            </a:r>
          </a:p>
        </p:txBody>
      </p:sp>
      <p:sp>
        <p:nvSpPr>
          <p:cNvPr id="6" name="Espaço Reservado para Texto 5"/>
          <p:cNvSpPr>
            <a:spLocks noGrp="1"/>
          </p:cNvSpPr>
          <p:nvPr>
            <p:ph type="body" sz="quarter" idx="12"/>
          </p:nvPr>
        </p:nvSpPr>
        <p:spPr>
          <a:xfrm>
            <a:off x="373832" y="2290576"/>
            <a:ext cx="7107434" cy="2103874"/>
          </a:xfrm>
        </p:spPr>
        <p:txBody>
          <a:bodyPr lIns="91440" tIns="45720" rIns="91440" bIns="45720" anchor="t"/>
          <a:lstStyle/>
          <a:p>
            <a:r>
              <a:rPr lang="pt-BR" sz="4800">
                <a:solidFill>
                  <a:schemeClr val="accent2"/>
                </a:solidFill>
                <a:latin typeface="Simplon BP Bold"/>
              </a:rPr>
              <a:t>Solução de </a:t>
            </a:r>
            <a:r>
              <a:rPr lang="pt-BR" sz="4800" err="1">
                <a:solidFill>
                  <a:schemeClr val="accent2"/>
                </a:solidFill>
                <a:latin typeface="Simplon BP Bold"/>
              </a:rPr>
              <a:t>Co-Billing</a:t>
            </a:r>
            <a:r>
              <a:rPr lang="pt-BR" sz="4800">
                <a:solidFill>
                  <a:schemeClr val="accent2"/>
                </a:solidFill>
                <a:latin typeface="Simplon BP Bold"/>
              </a:rPr>
              <a:t> – Uso de CSP de terceiros</a:t>
            </a:r>
          </a:p>
          <a:p>
            <a:endParaRPr lang="pt-BR" sz="4800">
              <a:solidFill>
                <a:schemeClr val="accent2"/>
              </a:solidFill>
            </a:endParaRPr>
          </a:p>
        </p:txBody>
      </p:sp>
      <p:sp>
        <p:nvSpPr>
          <p:cNvPr id="2" name="Espaço Reservado para Texto 4">
            <a:extLst>
              <a:ext uri="{FF2B5EF4-FFF2-40B4-BE49-F238E27FC236}">
                <a16:creationId xmlns:a16="http://schemas.microsoft.com/office/drawing/2014/main" id="{312F5F54-01B6-3312-4EB5-D44E9B17862B}"/>
              </a:ext>
            </a:extLst>
          </p:cNvPr>
          <p:cNvSpPr txBox="1">
            <a:spLocks/>
          </p:cNvSpPr>
          <p:nvPr/>
        </p:nvSpPr>
        <p:spPr>
          <a:xfrm>
            <a:off x="1247633" y="3017152"/>
            <a:ext cx="3714787" cy="65072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2"/>
                </a:solidFill>
              </a:defRPr>
            </a:lvl1pPr>
            <a:lvl2pPr>
              <a:defRPr>
                <a:solidFill>
                  <a:srgbClr val="000000"/>
                </a:solidFill>
              </a:defRPr>
            </a:lvl2pPr>
            <a:lvl3pPr>
              <a:defRPr>
                <a:solidFill>
                  <a:srgbClr val="000000"/>
                </a:solidFill>
              </a:defRPr>
            </a:lvl3pPr>
            <a:lvl4pPr>
              <a:defRPr>
                <a:solidFill>
                  <a:srgbClr val="000000"/>
                </a:solidFill>
              </a:defRPr>
            </a:lvl4pPr>
            <a:lvl5pPr>
              <a:defRPr>
                <a:solidFill>
                  <a:srgbClr val="000000"/>
                </a:solidFill>
              </a:defRPr>
            </a:lvl5pPr>
            <a:lvl6pPr>
              <a:defRPr>
                <a:solidFill>
                  <a:srgbClr val="000000"/>
                </a:solidFill>
              </a:defRPr>
            </a:lvl6pPr>
            <a:lvl7pPr>
              <a:defRPr>
                <a:solidFill>
                  <a:srgbClr val="000000"/>
                </a:solidFill>
              </a:defRPr>
            </a:lvl7pPr>
            <a:lvl8pPr>
              <a:defRPr>
                <a:solidFill>
                  <a:srgbClr val="000000"/>
                </a:solidFill>
              </a:defRPr>
            </a:lvl8pPr>
            <a:lvl9pPr>
              <a:defRPr>
                <a:solidFill>
                  <a:srgbClr val="000000"/>
                </a:solidFill>
              </a:defRPr>
            </a:lvl9pPr>
          </a:lstStyle>
          <a:p>
            <a:endParaRPr lang="pt-BR" sz="2000"/>
          </a:p>
        </p:txBody>
      </p:sp>
    </p:spTree>
    <p:extLst>
      <p:ext uri="{BB962C8B-B14F-4D97-AF65-F5344CB8AC3E}">
        <p14:creationId xmlns:p14="http://schemas.microsoft.com/office/powerpoint/2010/main" val="313019766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9257D-4DCD-49FB-6527-51B71B5C22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9D45154-57CB-51F6-F1B6-2B226AFD3F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NOVA ORIENTAÇÃO DA V.TAL SOBRE CLIENTCO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FA522-CB50-4138-A48D-EF56AD554EC3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446088" marR="0" lvl="0" indent="-261938" algn="just" defTabSz="914400" rtl="0" eaLnBrk="1" fontAlgn="auto" latinLnBrk="0" hangingPunct="0">
              <a:lnSpc>
                <a:spcPts val="28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Para ClientCo, o Co-Billing com outras operadoras precisa de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desenvolvimento sistêmico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,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interação com as Secretarias de Fazenda estaduais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, e do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estabelecimento de novos protocolos 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entre as operadoras e a ClientCo,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inviabilizando uma solução imediata</a:t>
            </a:r>
            <a:r>
              <a:rPr lang="pt-BR" sz="1800" dirty="0">
                <a:solidFill>
                  <a:srgbClr val="2B2B2B"/>
                </a:solidFill>
                <a:latin typeface="Simplon BP Regular"/>
              </a:rPr>
              <a:t>;</a:t>
            </a:r>
            <a:endParaRPr kumimoji="0" lang="pt-BR" sz="1800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446088" marR="0" lvl="0" indent="-261938" algn="just" defTabSz="914400" rtl="0" eaLnBrk="1" fontAlgn="auto" latinLnBrk="0" hangingPunct="0">
              <a:lnSpc>
                <a:spcPts val="28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Sugerimos que seja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encaminhado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, pela ClientCo, às operadoras com as quais já havia qualquer tipo de tratativa (Telefonica, TIM, Claro e Algar), uma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notificação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que aborde a referida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complexidade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e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impossibilidade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de fazê-lo de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imediato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, e ficando à disposição para as reuniões técnicas se a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implementação do co-billing for de interesse das operadoras</a:t>
            </a:r>
            <a:r>
              <a:rPr lang="pt-BR" sz="1800" dirty="0">
                <a:solidFill>
                  <a:srgbClr val="2B2B2B"/>
                </a:solidFill>
                <a:latin typeface="Simplon BP Regular"/>
              </a:rPr>
              <a:t>;</a:t>
            </a:r>
            <a:endParaRPr kumimoji="0" lang="pt-BR" sz="1800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446088" marR="0" lvl="0" indent="-261938" algn="just" defTabSz="914400" rtl="0" eaLnBrk="1" fontAlgn="auto" latinLnBrk="0" hangingPunct="0">
              <a:lnSpc>
                <a:spcPts val="2800"/>
              </a:lnSpc>
              <a:spcBef>
                <a:spcPts val="600"/>
              </a:spcBef>
              <a:spcAft>
                <a:spcPts val="18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Importante que a Oi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notificasse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as atuais operadoras com quem tem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contratos de co-billing vigentes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, sobre o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drop dos clientes para a ClientCo</a:t>
            </a:r>
            <a:r>
              <a:rPr kumimoji="0" lang="pt-BR" sz="1800" b="1" i="0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e a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impossibilidade de fazer o faturamento conjunto</a:t>
            </a:r>
            <a:r>
              <a:rPr kumimoji="0" lang="pt-BR" sz="1800" b="1" i="0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para esse conjunto de clientes, ainda que não tenha havido a portabilidade sistêmica dos mesmos;</a:t>
            </a:r>
            <a:endParaRPr lang="pt-BR" sz="1800" dirty="0">
              <a:solidFill>
                <a:srgbClr val="2B2B2B"/>
              </a:solidFill>
              <a:latin typeface="Simplon BP Regular"/>
            </a:endParaRPr>
          </a:p>
          <a:p>
            <a:pPr marL="446088" indent="-261938" algn="just">
              <a:lnSpc>
                <a:spcPts val="2800"/>
              </a:lnSpc>
              <a:spcBef>
                <a:spcPts val="600"/>
              </a:spcBef>
              <a:spcAft>
                <a:spcPts val="1800"/>
              </a:spcAft>
              <a:buFont typeface="Arial" panose="020B0604020202020204" pitchFamily="34" charset="0"/>
              <a:buChar char="•"/>
              <a:defRPr/>
            </a:pP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Colocamos à </a:t>
            </a:r>
            <a:r>
              <a:rPr kumimoji="0" lang="pt-BR" sz="1800" b="1" i="0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disposição para sugerir uma minuta</a:t>
            </a:r>
            <a:r>
              <a:rPr kumimoji="0" lang="pt-BR" sz="1800" b="1" i="0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</a:t>
            </a:r>
            <a:r>
              <a:rPr kumimoji="0" lang="pt-BR" sz="1800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dessa notificação da ClientCo às operadoras.</a:t>
            </a:r>
          </a:p>
        </p:txBody>
      </p:sp>
    </p:spTree>
    <p:extLst>
      <p:ext uri="{BB962C8B-B14F-4D97-AF65-F5344CB8AC3E}">
        <p14:creationId xmlns:p14="http://schemas.microsoft.com/office/powerpoint/2010/main" val="3401774802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F65D6-BF11-08E6-805E-9908ACD1C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B63EEBE-6F2C-6DAD-D001-7035BC9F1C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558AC7-C2A4-B08A-6EBE-0C88E02B4991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CLIENTCO</a:t>
            </a:r>
          </a:p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pt-BR" sz="24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400" b="1" dirty="0">
                <a:solidFill>
                  <a:srgbClr val="2B2B2B"/>
                </a:solidFill>
                <a:latin typeface="Simplon BP Regular"/>
              </a:rPr>
              <a:t>OI S/A</a:t>
            </a:r>
          </a:p>
          <a:p>
            <a:pPr marL="446088" marR="0" lvl="0" indent="-261938" algn="just" defTabSz="914400" rtl="0" eaLnBrk="1" fontAlgn="auto" latinLnBrk="0" hangingPunct="0">
              <a:lnSpc>
                <a:spcPts val="25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4156208494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45CD51-7713-12FA-C06D-A15F4169FD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5E6ECD7-B177-027F-2B83-8337D697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7D502-5366-28F2-6D30-07FA44A501C8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CLIENTCO</a:t>
            </a:r>
          </a:p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pt-BR" sz="24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400" b="1" dirty="0">
                <a:solidFill>
                  <a:schemeClr val="bg1">
                    <a:lumMod val="75000"/>
                  </a:schemeClr>
                </a:solidFill>
                <a:latin typeface="Simplon BP Regular"/>
              </a:rPr>
              <a:t>OI S/A</a:t>
            </a:r>
          </a:p>
          <a:p>
            <a:pPr marL="446088" marR="0" lvl="0" indent="-261938" algn="just" defTabSz="914400" rtl="0" eaLnBrk="1" fontAlgn="auto" latinLnBrk="0" hangingPunct="0">
              <a:lnSpc>
                <a:spcPts val="25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701921153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9F9C2-B4BD-589A-3CA6-1BF593F67B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4A7FE51-18C6-B57D-3777-E5EBE01122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747F6D-9D39-4097-F473-BC02791EE49A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+mj-lt"/>
              <a:buAutoNum type="arabicParenR"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CLIENTCO: Elaborar notificação para outras operadoras de CSP</a:t>
            </a:r>
          </a:p>
          <a:p>
            <a:pPr marL="914400" lvl="1" indent="-342900" algn="just" eaLnBrk="1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Notificação aborde a </a:t>
            </a:r>
            <a:r>
              <a:rPr lang="pt-BR" sz="1600" b="1" u="sng" dirty="0">
                <a:solidFill>
                  <a:srgbClr val="2B2B2B"/>
                </a:solidFill>
                <a:latin typeface="Simplon BP Regular"/>
              </a:rPr>
              <a:t>complexidade</a:t>
            </a: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 e </a:t>
            </a:r>
            <a:r>
              <a:rPr lang="pt-BR" sz="1600" b="1" u="sng" dirty="0">
                <a:solidFill>
                  <a:srgbClr val="2B2B2B"/>
                </a:solidFill>
                <a:latin typeface="Simplon BP Regular"/>
              </a:rPr>
              <a:t>impossibilidade</a:t>
            </a: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 de fazê-lo de </a:t>
            </a:r>
            <a:r>
              <a:rPr lang="pt-BR" sz="1600" b="1" u="sng" dirty="0">
                <a:solidFill>
                  <a:srgbClr val="2B2B2B"/>
                </a:solidFill>
                <a:latin typeface="Simplon BP Regular"/>
              </a:rPr>
              <a:t>imediato</a:t>
            </a: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, e ficando à disposição para reuniões técnicas se a </a:t>
            </a:r>
            <a:r>
              <a:rPr lang="pt-BR" sz="1600" b="1" u="sng" dirty="0">
                <a:solidFill>
                  <a:srgbClr val="2B2B2B"/>
                </a:solidFill>
                <a:latin typeface="Simplon BP Regular"/>
              </a:rPr>
              <a:t>implementação do co-billing for de interesse das operadoras</a:t>
            </a: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;</a:t>
            </a:r>
          </a:p>
          <a:p>
            <a:pPr marL="914400" lvl="1" indent="-342900" algn="just" eaLnBrk="1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Notificação sobre o </a:t>
            </a:r>
            <a:r>
              <a:rPr lang="pt-BR" sz="1600" b="1" u="sng" dirty="0">
                <a:solidFill>
                  <a:srgbClr val="2B2B2B"/>
                </a:solidFill>
                <a:latin typeface="Simplon BP Regular"/>
              </a:rPr>
              <a:t>drop dos clientes para a ClientCo </a:t>
            </a: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e a </a:t>
            </a:r>
            <a:r>
              <a:rPr lang="pt-BR" sz="1600" b="1" u="sng" dirty="0">
                <a:solidFill>
                  <a:srgbClr val="2B2B2B"/>
                </a:solidFill>
                <a:latin typeface="Simplon BP Regular"/>
              </a:rPr>
              <a:t>impossibilidade de fazer o faturamento conjunto </a:t>
            </a: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para esse conjunto de clientes, ainda que não tenha havido a portabilidade sistêmica dos mesmos;</a:t>
            </a:r>
          </a:p>
          <a:p>
            <a:pPr marL="914400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Pontos de Definição:</a:t>
            </a:r>
          </a:p>
          <a:p>
            <a:pPr marL="1260475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&lt;Preencher&gt;</a:t>
            </a:r>
          </a:p>
          <a:p>
            <a:pPr marL="968375" lvl="1" algn="just">
              <a:lnSpc>
                <a:spcPts val="2500"/>
              </a:lnSpc>
              <a:spcBef>
                <a:spcPts val="200"/>
              </a:spcBef>
              <a:defRPr/>
            </a:pPr>
            <a:endParaRPr lang="pt-BR" sz="1600" dirty="0">
              <a:solidFill>
                <a:srgbClr val="2B2B2B"/>
              </a:solidFill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206411500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C5B079-01E9-1730-7BF3-5DDC856BE5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AEDB6F4-13D3-A66B-B9AE-65B067D480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9CFF5A9-7D30-EAEF-036F-3A603CFC10DF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+mj-lt"/>
              <a:buAutoNum type="arabicParenR" startAt="2"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CLIENTCO: Pagamento do Co-Billing para às outras Operadoras do CSP até o envio da notificação:</a:t>
            </a:r>
          </a:p>
          <a:p>
            <a:pPr marL="914400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Chamadas Realizadas</a:t>
            </a:r>
          </a:p>
          <a:p>
            <a:pPr marL="1311275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Chamada Nov-24/Fatura Dez-24 (ciclos 3, 13, 23)</a:t>
            </a:r>
          </a:p>
          <a:p>
            <a:pPr marL="1311275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Chamada Dez-24/Fatura Jan-25 (ciclos 3, 13, 23)</a:t>
            </a:r>
          </a:p>
          <a:p>
            <a:pPr marL="1311275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Chamada Jan-25/Fatura Fev-25 (ciclos 3)</a:t>
            </a:r>
          </a:p>
          <a:p>
            <a:pPr marL="1311275" lvl="1" indent="-342900" algn="just">
              <a:lnSpc>
                <a:spcPts val="25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Chamada Fev-25 até envio da nova notificação (ciclo 13)</a:t>
            </a:r>
          </a:p>
          <a:p>
            <a:pPr marL="131127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Pontos de Definição:</a:t>
            </a:r>
          </a:p>
          <a:p>
            <a:pPr marL="1604963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Quem paga a operadora ?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&lt;Preencher&gt;</a:t>
            </a:r>
          </a:p>
          <a:p>
            <a:pPr marL="1604963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Caso necessário, como será o processo de reembolso a Oi S/A ?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&lt;Preencher&gt;</a:t>
            </a:r>
          </a:p>
          <a:p>
            <a:pPr marL="1604963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Como será o processo de pagamento a outra operadora ?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&lt;Preencher&gt;</a:t>
            </a:r>
          </a:p>
          <a:p>
            <a:pPr marL="1604963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Como será tratado o recolhimento de impostos e nota fiscal do cliente referente a operadora ?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&lt;Preencher&gt;</a:t>
            </a:r>
          </a:p>
          <a:p>
            <a:pPr marL="131127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Avaliar impactos sistêmicos de operacionalização de pagamento e notas fiscais com TI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&lt;Preencher&gt;</a:t>
            </a:r>
          </a:p>
        </p:txBody>
      </p:sp>
    </p:spTree>
    <p:extLst>
      <p:ext uri="{BB962C8B-B14F-4D97-AF65-F5344CB8AC3E}">
        <p14:creationId xmlns:p14="http://schemas.microsoft.com/office/powerpoint/2010/main" val="2871652275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26D172-C01E-41B0-8917-3D6DAA82C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1205A32-77FD-D62C-0D23-7907AB0DE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0166AC9-528C-9677-F2F8-9C605A9B3B11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+mj-lt"/>
              <a:buAutoNum type="arabicParenR" startAt="3"/>
              <a:tabLst/>
              <a:defRPr/>
            </a:pP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CLIENTCO: Cobrança Futura dos clientes ClientCo que usarem CSP de Outras Operadoras (após envio da nova notificação)</a:t>
            </a:r>
          </a:p>
          <a:p>
            <a:pPr marL="914400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Atual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Fibra Legado: Chamadas são completadas e posteriormente colocadas em No-Bill para não faturar. Se liberar No-Bill, chamadas serão faturadas com Série e Sub Série do contrato Oi S/A x Outras Operadoras CSP;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Nova Fibra: Chamadas são bloqueadas para uso de CSP de outras operadoras;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kumimoji="0" lang="pt-BR" sz="1600" b="1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V.tal: </a:t>
            </a:r>
            <a:r>
              <a:rPr kumimoji="0" lang="pt-BR" sz="1600" b="1" i="1" u="sng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Impossibilidade de fazer o faturamento conjunto</a:t>
            </a:r>
            <a:r>
              <a:rPr kumimoji="0" lang="pt-BR" sz="1600" b="1" i="1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 </a:t>
            </a:r>
            <a:r>
              <a:rPr kumimoji="0" lang="pt-BR" sz="1600" i="1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para esse conjunto de clientes, ainda que não tenha havido a portabilidade sistêmica dos mesmos;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Queremos manter o cenário de completamento de chamada ou vamos bloquear ?</a:t>
            </a:r>
          </a:p>
          <a:p>
            <a:pPr marL="571500" lvl="1" algn="just" eaLnBrk="1">
              <a:lnSpc>
                <a:spcPts val="2500"/>
              </a:lnSpc>
              <a:defRPr/>
            </a:pPr>
            <a:endParaRPr lang="pt-BR" sz="1600" b="1" dirty="0">
              <a:solidFill>
                <a:srgbClr val="2B2B2B"/>
              </a:solidFill>
              <a:latin typeface="Simplon BP Regular"/>
            </a:endParaRPr>
          </a:p>
          <a:p>
            <a:pPr marL="914400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Cenários Futuros  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Pré requisitos: Contrato assinado, Autorização da SEFAZ, Série e subsérie implantada em produção e portabilidade do terminal para ClientCo concluída;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Faz sentido manter a solução transitória para os clientes não portados para ClientCo ?</a:t>
            </a:r>
          </a:p>
          <a:p>
            <a:pPr marL="1260475" lvl="1" indent="-342900" algn="just" eaLnBrk="1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A ClientCo tem obrigação de fornecer dados cadastrais de seus clientes para outras operadoras realizarem faturamento direto ?</a:t>
            </a:r>
          </a:p>
          <a:p>
            <a:pPr marL="1260475" lvl="1" indent="-342900" algn="just">
              <a:lnSpc>
                <a:spcPts val="2500"/>
              </a:lnSpc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A ClientCo tem obrigação de fornecer dados de terminais de seus clientes para outras operadoras realizarem ajuste das chamadas no lote (remessa) de co-billing ?</a:t>
            </a:r>
          </a:p>
        </p:txBody>
      </p:sp>
    </p:spTree>
    <p:extLst>
      <p:ext uri="{BB962C8B-B14F-4D97-AF65-F5344CB8AC3E}">
        <p14:creationId xmlns:p14="http://schemas.microsoft.com/office/powerpoint/2010/main" val="610687903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F562BB-81DF-7276-6F56-24450BB73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00EEE2B-37D6-808F-90A4-72731CF47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465A127-FED5-2E6B-0A30-F327902598E7}"/>
              </a:ext>
            </a:extLst>
          </p:cNvPr>
          <p:cNvSpPr txBox="1"/>
          <p:nvPr/>
        </p:nvSpPr>
        <p:spPr>
          <a:xfrm>
            <a:off x="275006" y="1057274"/>
            <a:ext cx="11089680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pt-BR" sz="2400" b="1" i="0" u="none" strike="noStrike" kern="0" cap="none" spc="0" normalizeH="0" baseline="0" noProof="0" dirty="0">
                <a:ln>
                  <a:noFill/>
                </a:ln>
                <a:solidFill>
                  <a:schemeClr val="bg1">
                    <a:lumMod val="75000"/>
                  </a:schemeClr>
                </a:solidFill>
                <a:effectLst/>
                <a:uLnTx/>
                <a:uFillTx/>
                <a:latin typeface="Simplon BP Regular"/>
                <a:sym typeface="Simplon BP Regular"/>
              </a:rPr>
              <a:t>CLIENTCO</a:t>
            </a:r>
          </a:p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endParaRPr kumimoji="0" lang="pt-BR" sz="24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pt-BR" sz="2400" b="1" dirty="0">
                <a:solidFill>
                  <a:schemeClr val="accent6"/>
                </a:solidFill>
                <a:latin typeface="Simplon BP Regular"/>
              </a:rPr>
              <a:t>OI S/A</a:t>
            </a:r>
          </a:p>
          <a:p>
            <a:pPr marL="446088" marR="0" lvl="0" indent="-261938" algn="just" defTabSz="914400" rtl="0" eaLnBrk="1" fontAlgn="auto" latinLnBrk="0" hangingPunct="0">
              <a:lnSpc>
                <a:spcPts val="2500"/>
              </a:lnSpc>
              <a:spcBef>
                <a:spcPts val="600"/>
              </a:spcBef>
              <a:spcAft>
                <a:spcPts val="30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18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53575068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9AC3B-8ADA-A39D-8023-102521968F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732FEE7-FC90-64E8-B7A6-37F2325A13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B56B241-3F8E-2A8D-9866-3C3C78D4FF3D}"/>
              </a:ext>
            </a:extLst>
          </p:cNvPr>
          <p:cNvSpPr txBox="1"/>
          <p:nvPr/>
        </p:nvSpPr>
        <p:spPr>
          <a:xfrm>
            <a:off x="275006" y="1057274"/>
            <a:ext cx="11662994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+mj-lt"/>
              <a:buAutoNum type="arabicParenR"/>
              <a:tabLst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OI S/A</a:t>
            </a:r>
            <a:r>
              <a:rPr kumimoji="0" lang="pt-BR" sz="1600" b="1" i="0" u="none" strike="noStrike" kern="0" cap="none" spc="0" normalizeH="0" baseline="0" noProof="0" dirty="0">
                <a:ln>
                  <a:noFill/>
                </a:ln>
                <a:solidFill>
                  <a:srgbClr val="2B2B2B"/>
                </a:solidFill>
                <a:effectLst/>
                <a:uLnTx/>
                <a:uFillTx/>
                <a:latin typeface="Simplon BP Regular"/>
                <a:sym typeface="Simplon BP Regular"/>
              </a:rPr>
              <a:t>: Pacote LDN 14/31</a:t>
            </a:r>
          </a:p>
          <a:p>
            <a:pPr marL="914400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Contrato: Em assinatura (com prazo inicial de duração de 1 ano, podendo haver extensão);</a:t>
            </a:r>
          </a:p>
          <a:p>
            <a:pPr marL="914400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Engenharia: Chamada é completada;</a:t>
            </a:r>
          </a:p>
          <a:p>
            <a:pPr marL="914400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Sistemas de TI: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Fibra Legado: Desenvolvimento concluído e implantado em produção;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Nova Fibra: Não há pacote segregado da assinatura de VoIP, não há geração de nota fiscal da Oi S/A do serviço LDN. </a:t>
            </a:r>
          </a:p>
          <a:p>
            <a:pPr marL="914400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Pontos de Atenção: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Não haverá novas vendas do Legado a partir de Abril, novas vendas sendo realizadas exclusivamente na Nova Fibra;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Migração da Fibra Legado para Nova Fibra.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600" dirty="0">
              <a:solidFill>
                <a:srgbClr val="2B2B2B"/>
              </a:solidFill>
              <a:latin typeface="Simplon BP Regular"/>
            </a:endParaRPr>
          </a:p>
          <a:p>
            <a:pPr marL="914400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Pontos de Definição: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Vamos seguir com a implantação do pacote LDN 14/31 na Nova Fibra ?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Avaliar impactos sistêmicos de operacionalização de pagamento e notas fiscais com TI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ClientCo -&gt; Oi</a:t>
            </a:r>
          </a:p>
          <a:p>
            <a:pPr marL="1939925" lvl="1" indent="-342900" algn="just">
              <a:lnSpc>
                <a:spcPts val="2000"/>
              </a:lnSpc>
              <a:spcBef>
                <a:spcPts val="2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Cliente ClientCo</a:t>
            </a: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600" b="1" dirty="0">
              <a:solidFill>
                <a:srgbClr val="009E12"/>
              </a:solidFill>
              <a:latin typeface="Simplon BP Regular"/>
            </a:endParaRPr>
          </a:p>
          <a:p>
            <a:pPr marL="1260475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600" b="1" dirty="0">
              <a:solidFill>
                <a:srgbClr val="009E12"/>
              </a:solidFill>
              <a:latin typeface="Simplon BP Regular"/>
            </a:endParaRPr>
          </a:p>
          <a:p>
            <a:pPr marL="914400" lvl="1" indent="-342900" algn="just" eaLnBrk="1">
              <a:lnSpc>
                <a:spcPts val="25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600" b="1" dirty="0">
              <a:solidFill>
                <a:srgbClr val="2B2B2B"/>
              </a:solidFill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2771763562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5CED77-4AE7-D58A-E07A-A92F68187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DDD0F954-1EBE-D783-B282-D0B21A3AFC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182" y="119371"/>
            <a:ext cx="11050504" cy="558294"/>
          </a:xfrm>
        </p:spPr>
        <p:txBody>
          <a:bodyPr anchor="ctr"/>
          <a:lstStyle/>
          <a:p>
            <a:r>
              <a:rPr lang="pt-BR" sz="2400" b="1" dirty="0"/>
              <a:t>CO-BILLING CSP DE TERCEIROS – OPERACIONALIZAÇÃO DE TEMAS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F9A75F-AB34-ACED-3179-0AC50012EFFD}"/>
              </a:ext>
            </a:extLst>
          </p:cNvPr>
          <p:cNvSpPr txBox="1"/>
          <p:nvPr/>
        </p:nvSpPr>
        <p:spPr>
          <a:xfrm>
            <a:off x="275006" y="1057274"/>
            <a:ext cx="11662994" cy="5140325"/>
          </a:xfrm>
          <a:prstGeom prst="rect">
            <a:avLst/>
          </a:prstGeom>
          <a:noFill/>
          <a:ln>
            <a:noFill/>
          </a:ln>
        </p:spPr>
        <p:txBody>
          <a:bodyPr wrap="square" lIns="36000" tIns="72000" rIns="36000" bIns="72000" rtlCol="0" anchor="t">
            <a:noAutofit/>
          </a:bodyPr>
          <a:lstStyle/>
          <a:p>
            <a:pPr marL="527050" marR="0" lvl="0" indent="-342900" algn="just" defTabSz="914400" rtl="0" eaLnBrk="1" fontAlgn="auto" latinLnBrk="0" hangingPunct="0">
              <a:lnSpc>
                <a:spcPts val="2500"/>
              </a:lnSpc>
              <a:spcBef>
                <a:spcPts val="300"/>
              </a:spcBef>
              <a:buClrTx/>
              <a:buSzTx/>
              <a:buFont typeface="+mj-lt"/>
              <a:buAutoNum type="arabicParenR" startAt="2"/>
              <a:tabLst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OI S/A: Avulso LDN 14/31</a:t>
            </a:r>
            <a:endParaRPr kumimoji="0" lang="pt-BR" sz="1600" b="1" i="0" u="none" strike="noStrike" kern="0" cap="none" spc="0" normalizeH="0" baseline="0" noProof="0" dirty="0">
              <a:ln>
                <a:noFill/>
              </a:ln>
              <a:solidFill>
                <a:srgbClr val="2B2B2B"/>
              </a:solidFill>
              <a:effectLst/>
              <a:uLnTx/>
              <a:uFillTx/>
              <a:latin typeface="Simplon BP Regular"/>
              <a:sym typeface="Simplon BP Regular"/>
            </a:endParaRPr>
          </a:p>
          <a:p>
            <a:pPr marL="914400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Contrato: Não será assinado neste momento para Closing;</a:t>
            </a:r>
            <a:endParaRPr lang="pt-BR" sz="1600" b="1" dirty="0">
              <a:solidFill>
                <a:srgbClr val="FF0000"/>
              </a:solidFill>
              <a:latin typeface="Simplon BP Regular"/>
            </a:endParaRPr>
          </a:p>
          <a:p>
            <a:pPr marL="914400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Engenharia: Chamada é completada;</a:t>
            </a:r>
          </a:p>
          <a:p>
            <a:pPr marL="914400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Sistemas de TI: Não são capazes de faturar chamada avulsa LDN 14/31 (Fibra Legado e Nova Fibra);</a:t>
            </a:r>
          </a:p>
          <a:p>
            <a:pPr marL="914400" lvl="1" indent="-342900" algn="just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2B2B2B"/>
                </a:solidFill>
                <a:latin typeface="Simplon BP Regular"/>
              </a:rPr>
              <a:t>Pontos de Definição:</a:t>
            </a:r>
          </a:p>
          <a:p>
            <a:pPr marL="1260475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Zerar o tráfego (alguns planos de Fibra Legado não tem pacote)</a:t>
            </a:r>
          </a:p>
          <a:p>
            <a:pPr marL="1604963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Não cobrar avulso e disponibilizar pacote LDN 14/31 para os clientes que ainda não possuem</a:t>
            </a:r>
          </a:p>
          <a:p>
            <a:pPr marL="1260475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b="1" dirty="0">
                <a:solidFill>
                  <a:srgbClr val="009E12"/>
                </a:solidFill>
                <a:latin typeface="Simplon BP Regular"/>
              </a:rPr>
              <a:t>Desenvolver cobrança do CSP 14/31 da Oi S/A.</a:t>
            </a:r>
          </a:p>
          <a:p>
            <a:pPr marL="1604963" lvl="1" indent="-342900" algn="just" eaLnBrk="1">
              <a:lnSpc>
                <a:spcPts val="20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r>
              <a:rPr lang="pt-BR" sz="1600" dirty="0">
                <a:solidFill>
                  <a:srgbClr val="2B2B2B"/>
                </a:solidFill>
                <a:latin typeface="Simplon BP Regular"/>
              </a:rPr>
              <a:t>Avaliar se custo de desenvolvimento é da ClientCo.</a:t>
            </a:r>
          </a:p>
          <a:p>
            <a:pPr marL="914400" lvl="1" indent="-342900" algn="just" eaLnBrk="1">
              <a:lnSpc>
                <a:spcPts val="2500"/>
              </a:lnSpc>
              <a:spcBef>
                <a:spcPts val="300"/>
              </a:spcBef>
              <a:buFont typeface="Arial" panose="020B0604020202020204" pitchFamily="34" charset="0"/>
              <a:buChar char="•"/>
              <a:defRPr/>
            </a:pPr>
            <a:endParaRPr lang="pt-BR" sz="1600" b="1" dirty="0">
              <a:solidFill>
                <a:srgbClr val="2B2B2B"/>
              </a:solidFill>
              <a:latin typeface="Simplon BP Regular"/>
            </a:endParaRPr>
          </a:p>
        </p:txBody>
      </p:sp>
    </p:spTree>
    <p:extLst>
      <p:ext uri="{BB962C8B-B14F-4D97-AF65-F5344CB8AC3E}">
        <p14:creationId xmlns:p14="http://schemas.microsoft.com/office/powerpoint/2010/main" val="1361946233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0087049"/>
      </p:ext>
    </p:extLst>
  </p:cSld>
  <p:clrMapOvr>
    <a:masterClrMapping/>
  </p:clrMapOvr>
  <p:transition spd="med"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332&quot;/&gt;&lt;CPresentation id=&quot;1&quot;&gt;&lt;m_precDefaultNumber&gt;&lt;m_bNumberIsYear val=&quot;1&quot;/&gt;&lt;m_chMinusSymbol&gt;-&lt;/m_chMinusSymbol&gt;&lt;m_chDecimalSymbol17909&gt;,&lt;/m_chDecimalSymbol17909&gt;&lt;m_nGroupingDigits17909 val=&quot;3&quot;/&gt;&lt;m_chGroupingSymbol17909&gt;.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,&lt;/m_chDecimalSymbol17909&gt;&lt;m_nGroupingDigits17909 val=&quot;3&quot;/&gt;&lt;m_chGroupingSymbol17909&gt;.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4&lt;/m_strFormatTime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1&quot;/&gt;&lt;m_eweekdayFirstOfWorkweek val=&quot;2&quot;/&gt;&lt;m_eweekdayFirstOfWeekend val=&quot;7&quot;/&gt;&lt;/CPresentation&gt;&lt;/root&gt;"/>
  <p:tag name="THINKCELLUNDODONOTDELETE" val="0"/>
  <p:tag name="TEXTBOX" val="MOURA - ATUALIZAR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FiWp3bqES_vG.SBwXEE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DHPWNP.am0WXb0uH9X3Z7w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3nFiWp3bqES_vG.SBwXEEg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3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4.xml><?xml version="1.0" encoding="utf-8"?>
<a:theme xmlns:a="http://schemas.openxmlformats.org/drawingml/2006/main" name="2_Titles">
  <a:themeElements>
    <a:clrScheme name="Custom 1">
      <a:dk1>
        <a:srgbClr val="000000"/>
      </a:dk1>
      <a:lt1>
        <a:srgbClr val="FFFFFF"/>
      </a:lt1>
      <a:dk2>
        <a:srgbClr val="BEBEBE"/>
      </a:dk2>
      <a:lt2>
        <a:srgbClr val="969696"/>
      </a:lt2>
      <a:accent1>
        <a:srgbClr val="A100FF"/>
      </a:accent1>
      <a:accent2>
        <a:srgbClr val="7500C0"/>
      </a:accent2>
      <a:accent3>
        <a:srgbClr val="460073"/>
      </a:accent3>
      <a:accent4>
        <a:srgbClr val="BEBEBE"/>
      </a:accent4>
      <a:accent5>
        <a:srgbClr val="969696"/>
      </a:accent5>
      <a:accent6>
        <a:srgbClr val="5A5A5A"/>
      </a:accent6>
      <a:hlink>
        <a:srgbClr val="A100FF"/>
      </a:hlink>
      <a:folHlink>
        <a:srgbClr val="460073"/>
      </a:folHlink>
    </a:clrScheme>
    <a:fontScheme name="Accenture_Graphik">
      <a:majorFont>
        <a:latin typeface="Graphik"/>
        <a:ea typeface=""/>
        <a:cs typeface=""/>
      </a:majorFont>
      <a:minorFont>
        <a:latin typeface="Graphik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lIns="0" tIns="0" rIns="0" bIns="45720" rtlCol="0">
        <a:spAutoFit/>
      </a:bodyPr>
      <a:lstStyle>
        <a:defPPr>
          <a:defRPr sz="1600" dirty="0" err="1" smtClean="0"/>
        </a:defPPr>
      </a:lstStyle>
    </a:txDef>
  </a:objectDefaults>
  <a:extraClrSchemeLst/>
  <a:custClrLst>
    <a:custClr name="Strategy-Orange">
      <a:srgbClr val="FF9128"/>
    </a:custClr>
    <a:custClr name="Strategy-Carmine">
      <a:srgbClr val="BD001D"/>
    </a:custClr>
    <a:custClr name="Consulting-Light Aqua">
      <a:srgbClr val="00F3FF"/>
    </a:custClr>
    <a:custClr name="Consulting-Dark Violet">
      <a:srgbClr val="7500C0"/>
    </a:custClr>
    <a:custClr name="Digital-Lime">
      <a:srgbClr val="00FF00"/>
    </a:custClr>
    <a:custClr name="Digital-Sunglow">
      <a:srgbClr val="FFD42E"/>
    </a:custClr>
    <a:custClr name="Technology-Aqua">
      <a:srgbClr val="00F3FF"/>
    </a:custClr>
    <a:custClr name="Technology-Lime">
      <a:srgbClr val="00FF00"/>
    </a:custClr>
    <a:custClr name="Operations-Aqua">
      <a:srgbClr val="00F3FF"/>
    </a:custClr>
    <a:custClr name="Operations-Navy Blue">
      <a:srgbClr val="004DFF"/>
    </a:custClr>
    <a:custClr name="Strategy-Orange Red">
      <a:srgbClr val="FF3C0F"/>
    </a:custClr>
    <a:custClr name="Strategy-Dark Carmine">
      <a:srgbClr val="920026"/>
    </a:custClr>
    <a:custClr name="Consulting-Electric Purple">
      <a:srgbClr val="A100FF"/>
    </a:custClr>
    <a:custClr name="Consulting-Indigo">
      <a:srgbClr val="5F0095"/>
    </a:custClr>
    <a:custClr name="Digital-Yellow">
      <a:srgbClr val="FFFF00"/>
    </a:custClr>
    <a:custClr name="Digital-Selective Yellow">
      <a:srgbClr val="FFB600"/>
    </a:custClr>
    <a:custClr name="Technology-Spring Green">
      <a:srgbClr val="00FF7D"/>
    </a:custClr>
    <a:custClr name="Technology-Dark Lime">
      <a:srgbClr val="00D700"/>
    </a:custClr>
    <a:custClr name="Operations-Deep Sky Blue">
      <a:srgbClr val="00BAFF"/>
    </a:custClr>
    <a:custClr name="Operations-Blue">
      <a:srgbClr val="2800FF"/>
    </a:custClr>
    <a:custClr name="Strategy-Red">
      <a:srgbClr val="FF0000"/>
    </a:custClr>
    <a:custClr name="Strategy-Burgundy">
      <a:srgbClr val="710012"/>
    </a:custClr>
    <a:custClr name="Consulting-Electric Indigo">
      <a:srgbClr val="7E00FF"/>
    </a:custClr>
    <a:custClr name="Consulting-Dark Indigo">
      <a:srgbClr val="380089"/>
    </a:custClr>
    <a:custClr name="Digital-Golden Yellow">
      <a:srgbClr val="FFEA00"/>
    </a:custClr>
    <a:custClr name="Digital-Dark Orange">
      <a:srgbClr val="FF9500"/>
    </a:custClr>
    <a:custClr name="Technology-Spring Bud">
      <a:srgbClr val="B9FF00"/>
    </a:custClr>
    <a:custClr name="Technology-British Racing Green">
      <a:srgbClr val="00530A"/>
    </a:custClr>
    <a:custClr name="Operations-Dodger Blue">
      <a:srgbClr val="008EFF"/>
    </a:custClr>
    <a:custClr name="Operations-Dark Blue">
      <a:srgbClr val="000088"/>
    </a:custClr>
  </a:custClrLst>
  <a:extLst>
    <a:ext uri="{05A4C25C-085E-4340-85A3-A5531E510DB2}">
      <thm15:themeFamily xmlns:thm15="http://schemas.microsoft.com/office/thememl/2012/main" name="Presentation20" id="{B30687BF-BEE9-E142-81AC-7355BEF0A319}" vid="{82941CCF-FFA5-9944-9C1E-B72B254F20BB}"/>
    </a:ext>
  </a:extLst>
</a:theme>
</file>

<file path=ppt/theme/theme5.xml><?xml version="1.0" encoding="utf-8"?>
<a:theme xmlns:a="http://schemas.openxmlformats.org/drawingml/2006/main" name="4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6.xml><?xml version="1.0" encoding="utf-8"?>
<a:theme xmlns:a="http://schemas.openxmlformats.org/drawingml/2006/main" name="FBBR0598.TP.130513">
  <a:themeElements>
    <a:clrScheme name="FutureBrand Colour Palett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434BB"/>
      </a:accent1>
      <a:accent2>
        <a:srgbClr val="CA005D"/>
      </a:accent2>
      <a:accent3>
        <a:srgbClr val="E4D700"/>
      </a:accent3>
      <a:accent4>
        <a:srgbClr val="ED2939"/>
      </a:accent4>
      <a:accent5>
        <a:srgbClr val="009B38"/>
      </a:accent5>
      <a:accent6>
        <a:srgbClr val="00B9E4"/>
      </a:accent6>
      <a:hlink>
        <a:srgbClr val="000000"/>
      </a:hlink>
      <a:folHlink>
        <a:srgbClr val="000080"/>
      </a:folHlink>
    </a:clrScheme>
    <a:fontScheme name="FUTUREBRAND">
      <a:majorFont>
        <a:latin typeface="Museo Sans 300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  <a:effectLst/>
      </a:spPr>
      <a:bodyPr rot="0" spcFirstLastPara="0" vertOverflow="overflow" horzOverflow="overflow" vert="horz" wrap="square" lIns="0" tIns="0" rIns="0" bIns="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lnSpc>
            <a:spcPts val="1800"/>
          </a:lnSpc>
          <a:spcBef>
            <a:spcPts val="800"/>
          </a:spcBef>
          <a:defRPr sz="1600" i="1" dirty="0">
            <a:latin typeface="Georgia" pitchFamily="18" charset="0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 cmpd="sng">
          <a:solidFill>
            <a:schemeClr val="tx1"/>
          </a:solidFill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>
          <a:lnSpc>
            <a:spcPts val="1800"/>
          </a:lnSpc>
          <a:spcBef>
            <a:spcPts val="800"/>
          </a:spcBef>
          <a:defRPr sz="1600" i="1" dirty="0" smtClean="0">
            <a:latin typeface="Georgia" pitchFamily="18" charset="0"/>
          </a:defRPr>
        </a:defPPr>
      </a:lstStyle>
    </a:txDef>
  </a:objectDefaults>
  <a:extraClrSchemeLst/>
</a:theme>
</file>

<file path=ppt/theme/theme7.xml><?xml version="1.0" encoding="utf-8"?>
<a:theme xmlns:a="http://schemas.openxmlformats.org/drawingml/2006/main" name="5_Tema do Office">
  <a:themeElements>
    <a:clrScheme name="1_Tema do Office">
      <a:dk1>
        <a:srgbClr val="FFFFFF"/>
      </a:dk1>
      <a:lt1>
        <a:srgbClr val="00D318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>
            <a:lumMod val="85000"/>
          </a:schemeClr>
        </a:solidFill>
        <a:ln w="25400" cap="flat">
          <a:noFill/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no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000" b="0" i="0" u="none" strike="noStrike" cap="none" spc="0" normalizeH="0" baseline="0" dirty="0">
            <a:ln>
              <a:noFill/>
            </a:ln>
            <a:solidFill>
              <a:sysClr val="windowText" lastClr="000000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8.xml><?xml version="1.0" encoding="utf-8"?>
<a:theme xmlns:a="http://schemas.openxmlformats.org/drawingml/2006/main" name="1_Tema do Office">
  <a:themeElements>
    <a:clrScheme name="1_Tema do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D318"/>
      </a:accent1>
      <a:accent2>
        <a:srgbClr val="4D4D4D"/>
      </a:accent2>
      <a:accent3>
        <a:srgbClr val="8F8F8F"/>
      </a:accent3>
      <a:accent4>
        <a:srgbClr val="707070"/>
      </a:accent4>
      <a:accent5>
        <a:srgbClr val="00760D"/>
      </a:accent5>
      <a:accent6>
        <a:srgbClr val="2B2B2B"/>
      </a:accent6>
      <a:hlink>
        <a:srgbClr val="0000FF"/>
      </a:hlink>
      <a:folHlink>
        <a:srgbClr val="FF00FF"/>
      </a:folHlink>
    </a:clrScheme>
    <a:fontScheme name="1_Tema do Office">
      <a:majorFont>
        <a:latin typeface="Simplon BP Regular"/>
        <a:ea typeface="Simplon BP Regular"/>
        <a:cs typeface="Simplon BP Regular"/>
      </a:majorFont>
      <a:minorFont>
        <a:latin typeface="Helvetica"/>
        <a:ea typeface="Helvetica"/>
        <a:cs typeface="Helvetica"/>
      </a:minorFont>
    </a:fontScheme>
    <a:fmtScheme name="1_Tema do 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2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400" b="0" i="0" u="none" strike="noStrike" cap="none" spc="0" normalizeH="0" baseline="0">
            <a:ln>
              <a:noFill/>
            </a:ln>
            <a:solidFill>
              <a:schemeClr val="accent1"/>
            </a:solidFill>
            <a:effectLst/>
            <a:uFillTx/>
            <a:latin typeface="+mj-lt"/>
            <a:ea typeface="+mj-ea"/>
            <a:cs typeface="+mj-cs"/>
            <a:sym typeface="Simplon BP Regular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2A1EC493E367844BCC7657148E6863F" ma:contentTypeVersion="14" ma:contentTypeDescription="Create a new document." ma:contentTypeScope="" ma:versionID="862c82ef35b1f0e0616c38a54b4c54c4">
  <xsd:schema xmlns:xsd="http://www.w3.org/2001/XMLSchema" xmlns:xs="http://www.w3.org/2001/XMLSchema" xmlns:p="http://schemas.microsoft.com/office/2006/metadata/properties" xmlns:ns2="46d436c9-717c-46a7-b69e-155cb9fbc821" xmlns:ns3="29987bf6-598b-4bea-b1ba-059a62b4ab71" targetNamespace="http://schemas.microsoft.com/office/2006/metadata/properties" ma:root="true" ma:fieldsID="0bfd6d74c257e7c4d44f473071d451a5" ns2:_="" ns3:_="">
    <xsd:import namespace="46d436c9-717c-46a7-b69e-155cb9fbc821"/>
    <xsd:import namespace="29987bf6-598b-4bea-b1ba-059a62b4ab7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6d436c9-717c-46a7-b69e-155cb9fbc82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6d165d17-9b79-46c3-82b9-c927e733c42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987bf6-598b-4bea-b1ba-059a62b4ab7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a1b027c-eb8e-469a-bd5e-f3378a596fac}" ma:internalName="TaxCatchAll" ma:showField="CatchAllData" ma:web="29987bf6-598b-4bea-b1ba-059a62b4ab7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6d436c9-717c-46a7-b69e-155cb9fbc821">
      <Terms xmlns="http://schemas.microsoft.com/office/infopath/2007/PartnerControls"/>
    </lcf76f155ced4ddcb4097134ff3c332f>
    <TaxCatchAll xmlns="29987bf6-598b-4bea-b1ba-059a62b4ab71"/>
  </documentManagement>
</p:properties>
</file>

<file path=customXml/itemProps1.xml><?xml version="1.0" encoding="utf-8"?>
<ds:datastoreItem xmlns:ds="http://schemas.openxmlformats.org/officeDocument/2006/customXml" ds:itemID="{419A9F47-C9EF-42BE-9858-1516FC3DD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88462E4-F7ED-476E-802F-DECB60C55BD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6d436c9-717c-46a7-b69e-155cb9fbc821"/>
    <ds:schemaRef ds:uri="29987bf6-598b-4bea-b1ba-059a62b4ab7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2B9093C-052E-4A0D-9F7E-80AE13FD2621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purl.org/dc/dcmitype/"/>
    <ds:schemaRef ds:uri="http://schemas.openxmlformats.org/package/2006/metadata/core-properties"/>
    <ds:schemaRef ds:uri="46d436c9-717c-46a7-b69e-155cb9fbc821"/>
    <ds:schemaRef ds:uri="29987bf6-598b-4bea-b1ba-059a62b4ab71"/>
    <ds:schemaRef ds:uri="http://schemas.microsoft.com/office/infopath/2007/PartnerControl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e0793d39-0939-496d-b129-198edd916feb}" enabled="0" method="" siteId="{e0793d39-0939-496d-b129-198edd916fe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669</TotalTime>
  <Words>919</Words>
  <Application>Microsoft Office PowerPoint</Application>
  <PresentationFormat>Widescreen</PresentationFormat>
  <Paragraphs>84</Paragraphs>
  <Slides>11</Slides>
  <Notes>10</Notes>
  <HiddenSlides>0</HiddenSlides>
  <MMClips>0</MMClips>
  <ScaleCrop>false</ScaleCrop>
  <HeadingPairs>
    <vt:vector size="10" baseType="variant">
      <vt:variant>
        <vt:lpstr>Fonts Used</vt:lpstr>
      </vt:variant>
      <vt:variant>
        <vt:i4>9</vt:i4>
      </vt:variant>
      <vt:variant>
        <vt:lpstr>Theme</vt:lpstr>
      </vt:variant>
      <vt:variant>
        <vt:i4>7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11</vt:i4>
      </vt:variant>
      <vt:variant>
        <vt:lpstr>Custom Shows</vt:lpstr>
      </vt:variant>
      <vt:variant>
        <vt:i4>9</vt:i4>
      </vt:variant>
    </vt:vector>
  </HeadingPairs>
  <TitlesOfParts>
    <vt:vector size="37" baseType="lpstr">
      <vt:lpstr>Arial</vt:lpstr>
      <vt:lpstr>Georgia</vt:lpstr>
      <vt:lpstr>Graphik</vt:lpstr>
      <vt:lpstr>Museo Sans 300</vt:lpstr>
      <vt:lpstr>Roboto</vt:lpstr>
      <vt:lpstr>Simplon BP Bold</vt:lpstr>
      <vt:lpstr>Simplon BP Regular</vt:lpstr>
      <vt:lpstr>Simplon Oi Headline</vt:lpstr>
      <vt:lpstr>Wingdings</vt:lpstr>
      <vt:lpstr>2_Tema do Office</vt:lpstr>
      <vt:lpstr>3_Tema do Office</vt:lpstr>
      <vt:lpstr>1_Titles</vt:lpstr>
      <vt:lpstr>2_Titles</vt:lpstr>
      <vt:lpstr>4_Tema do Office</vt:lpstr>
      <vt:lpstr>FBBR0598.TP.130513</vt:lpstr>
      <vt:lpstr>5_Tema do Office</vt:lpstr>
      <vt:lpstr>Slide do think-cell</vt:lpstr>
      <vt:lpstr>Twist</vt:lpstr>
      <vt:lpstr>CO-BILLING CSP DE TERCEIROS – NOVA ORIENTAÇÃO DA V.TAL SOBRE CLIENTCO</vt:lpstr>
      <vt:lpstr>CO-BILLING CSP DE TERCEIROS – OPERACIONALIZAÇÃO DE TEMAS</vt:lpstr>
      <vt:lpstr>CO-BILLING CSP DE TERCEIROS – OPERACIONALIZAÇÃO DE TEMAS</vt:lpstr>
      <vt:lpstr>CO-BILLING CSP DE TERCEIROS – OPERACIONALIZAÇÃO DE TEMAS</vt:lpstr>
      <vt:lpstr>CO-BILLING CSP DE TERCEIROS – OPERACIONALIZAÇÃO DE TEMAS</vt:lpstr>
      <vt:lpstr>CO-BILLING CSP DE TERCEIROS – OPERACIONALIZAÇÃO DE TEMAS</vt:lpstr>
      <vt:lpstr>CO-BILLING CSP DE TERCEIROS – OPERACIONALIZAÇÃO DE TEMAS</vt:lpstr>
      <vt:lpstr>CO-BILLING CSP DE TERCEIROS – OPERACIONALIZAÇÃO DE TEMAS</vt:lpstr>
      <vt:lpstr>CO-BILLING CSP DE TERCEIROS – OPERACIONALIZAÇÃO DE TEMAS</vt:lpstr>
      <vt:lpstr>PowerPoint Presentation</vt:lpstr>
      <vt:lpstr>Clientes Unicos</vt:lpstr>
      <vt:lpstr>Status Projetos TI</vt:lpstr>
      <vt:lpstr>Nova Topologia</vt:lpstr>
      <vt:lpstr>Plano Transição</vt:lpstr>
      <vt:lpstr>Portabilidade</vt:lpstr>
      <vt:lpstr>Portabilidade - Fase 1</vt:lpstr>
      <vt:lpstr>Plano B SAP</vt:lpstr>
      <vt:lpstr>ITX Nova Transportadora - Pedidos Bidder</vt:lpstr>
      <vt:lpstr>Novas Faixas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Raissa De Mello Paes</dc:creator>
  <cp:lastModifiedBy>Moura, Carlos</cp:lastModifiedBy>
  <cp:revision>13</cp:revision>
  <dcterms:modified xsi:type="dcterms:W3CDTF">2025-02-07T18:50:11Z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0x010100B2A1EC493E367844BCC7657148E6863F</vt:lpwstr>
  </property>
  <property fmtid="{D5CDD505-2E9C-101B-9397-08002B2CF9AE}" pid="3" name="MediaServiceImageTags">
    <vt:lpwstr/>
  </property>
</Properties>
</file>